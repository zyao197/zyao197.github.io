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0" r:id="rId2"/>
    <p:sldId id="281" r:id="rId3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FFFFF"/>
    <a:srgbClr val="FF8557"/>
    <a:srgbClr val="48ADFF"/>
    <a:srgbClr val="B3DCFF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04" autoAdjust="0"/>
    <p:restoredTop sz="96182" autoAdjust="0"/>
  </p:normalViewPr>
  <p:slideViewPr>
    <p:cSldViewPr snapToGrid="0">
      <p:cViewPr>
        <p:scale>
          <a:sx n="204" d="100"/>
          <a:sy n="204" d="100"/>
        </p:scale>
        <p:origin x="-1296" y="1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71F91E70-FFDC-4107-B515-8FA3F8A333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2989" y="2647758"/>
            <a:ext cx="3912091" cy="4210241"/>
          </a:xfrm>
          <a:prstGeom prst="rect">
            <a:avLst/>
          </a:prstGeom>
        </p:spPr>
      </p:pic>
      <p:sp>
        <p:nvSpPr>
          <p:cNvPr id="163" name="îśḷíḓê">
            <a:extLst>
              <a:ext uri="{FF2B5EF4-FFF2-40B4-BE49-F238E27FC236}">
                <a16:creationId xmlns:a16="http://schemas.microsoft.com/office/drawing/2014/main" id="{BAB16AB9-0967-4E02-8180-A9D8A5413140}"/>
              </a:ext>
            </a:extLst>
          </p:cNvPr>
          <p:cNvSpPr/>
          <p:nvPr userDrawn="1"/>
        </p:nvSpPr>
        <p:spPr>
          <a:xfrm>
            <a:off x="0" y="1537549"/>
            <a:ext cx="6116444" cy="5320452"/>
          </a:xfrm>
          <a:custGeom>
            <a:avLst/>
            <a:gdLst>
              <a:gd name="connsiteX0" fmla="*/ 0 w 9518650"/>
              <a:gd name="connsiteY0" fmla="*/ 0 h 5823294"/>
              <a:gd name="connsiteX1" fmla="*/ 171050 w 9518650"/>
              <a:gd name="connsiteY1" fmla="*/ 302175 h 5823294"/>
              <a:gd name="connsiteX2" fmla="*/ 598686 w 9518650"/>
              <a:gd name="connsiteY2" fmla="*/ 812938 h 5823294"/>
              <a:gd name="connsiteX3" fmla="*/ 2662470 w 9518650"/>
              <a:gd name="connsiteY3" fmla="*/ 1431577 h 5823294"/>
              <a:gd name="connsiteX4" fmla="*/ 5459729 w 9518650"/>
              <a:gd name="connsiteY4" fmla="*/ 4177139 h 5823294"/>
              <a:gd name="connsiteX5" fmla="*/ 7655526 w 9518650"/>
              <a:gd name="connsiteY5" fmla="*/ 4121668 h 5823294"/>
              <a:gd name="connsiteX6" fmla="*/ 9518650 w 9518650"/>
              <a:gd name="connsiteY6" fmla="*/ 4796830 h 5823294"/>
              <a:gd name="connsiteX7" fmla="*/ 8946656 w 9518650"/>
              <a:gd name="connsiteY7" fmla="*/ 5787554 h 5823294"/>
              <a:gd name="connsiteX8" fmla="*/ 8926021 w 9518650"/>
              <a:gd name="connsiteY8" fmla="*/ 5823294 h 5823294"/>
              <a:gd name="connsiteX9" fmla="*/ 0 w 9518650"/>
              <a:gd name="connsiteY9" fmla="*/ 5823294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655526 w 8946656"/>
              <a:gd name="connsiteY5" fmla="*/ 412166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712676 w 8946656"/>
              <a:gd name="connsiteY5" fmla="*/ 455981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9360377"/>
              <a:gd name="connsiteY0" fmla="*/ 0 h 5823294"/>
              <a:gd name="connsiteX1" fmla="*/ 171050 w 9360377"/>
              <a:gd name="connsiteY1" fmla="*/ 302175 h 5823294"/>
              <a:gd name="connsiteX2" fmla="*/ 598686 w 9360377"/>
              <a:gd name="connsiteY2" fmla="*/ 812938 h 5823294"/>
              <a:gd name="connsiteX3" fmla="*/ 2662470 w 9360377"/>
              <a:gd name="connsiteY3" fmla="*/ 1431577 h 5823294"/>
              <a:gd name="connsiteX4" fmla="*/ 5459729 w 9360377"/>
              <a:gd name="connsiteY4" fmla="*/ 4177139 h 5823294"/>
              <a:gd name="connsiteX5" fmla="*/ 7712676 w 9360377"/>
              <a:gd name="connsiteY5" fmla="*/ 4559818 h 5823294"/>
              <a:gd name="connsiteX6" fmla="*/ 8926021 w 9360377"/>
              <a:gd name="connsiteY6" fmla="*/ 5823294 h 5823294"/>
              <a:gd name="connsiteX7" fmla="*/ 0 w 9360377"/>
              <a:gd name="connsiteY7" fmla="*/ 5823294 h 5823294"/>
              <a:gd name="connsiteX8" fmla="*/ 0 w 9360377"/>
              <a:gd name="connsiteY8" fmla="*/ 0 h 5823294"/>
              <a:gd name="connsiteX0" fmla="*/ 0 w 8926021"/>
              <a:gd name="connsiteY0" fmla="*/ 0 h 5823294"/>
              <a:gd name="connsiteX1" fmla="*/ 171050 w 8926021"/>
              <a:gd name="connsiteY1" fmla="*/ 302175 h 5823294"/>
              <a:gd name="connsiteX2" fmla="*/ 598686 w 8926021"/>
              <a:gd name="connsiteY2" fmla="*/ 812938 h 5823294"/>
              <a:gd name="connsiteX3" fmla="*/ 2662470 w 8926021"/>
              <a:gd name="connsiteY3" fmla="*/ 1431577 h 5823294"/>
              <a:gd name="connsiteX4" fmla="*/ 5459729 w 8926021"/>
              <a:gd name="connsiteY4" fmla="*/ 4177139 h 5823294"/>
              <a:gd name="connsiteX5" fmla="*/ 7712676 w 8926021"/>
              <a:gd name="connsiteY5" fmla="*/ 4559818 h 5823294"/>
              <a:gd name="connsiteX6" fmla="*/ 8926021 w 8926021"/>
              <a:gd name="connsiteY6" fmla="*/ 5823294 h 5823294"/>
              <a:gd name="connsiteX7" fmla="*/ 0 w 8926021"/>
              <a:gd name="connsiteY7" fmla="*/ 5823294 h 5823294"/>
              <a:gd name="connsiteX8" fmla="*/ 0 w 8926021"/>
              <a:gd name="connsiteY8" fmla="*/ 0 h 582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6021" h="5823294">
                <a:moveTo>
                  <a:pt x="0" y="0"/>
                </a:moveTo>
                <a:lnTo>
                  <a:pt x="171050" y="302175"/>
                </a:lnTo>
                <a:cubicBezTo>
                  <a:pt x="293150" y="500603"/>
                  <a:pt x="429524" y="679784"/>
                  <a:pt x="598686" y="812938"/>
                </a:cubicBezTo>
                <a:cubicBezTo>
                  <a:pt x="1160292" y="1253786"/>
                  <a:pt x="2015248" y="1139020"/>
                  <a:pt x="2662470" y="1431577"/>
                </a:cubicBezTo>
                <a:cubicBezTo>
                  <a:pt x="3842310" y="1965734"/>
                  <a:pt x="4618028" y="3655765"/>
                  <a:pt x="5459729" y="4177139"/>
                </a:cubicBezTo>
                <a:cubicBezTo>
                  <a:pt x="6301430" y="4698513"/>
                  <a:pt x="7134961" y="4285459"/>
                  <a:pt x="7712676" y="4559818"/>
                </a:cubicBezTo>
                <a:cubicBezTo>
                  <a:pt x="8290391" y="4834177"/>
                  <a:pt x="8766489" y="5330492"/>
                  <a:pt x="8926021" y="5823294"/>
                </a:cubicBezTo>
                <a:lnTo>
                  <a:pt x="0" y="5823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72075" y="1989119"/>
            <a:ext cx="3467101" cy="558799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5534025" y="3077029"/>
            <a:ext cx="3105151" cy="2007827"/>
          </a:xfrm>
        </p:spPr>
        <p:txBody>
          <a:bodyPr anchor="b">
            <a:normAutofit/>
          </a:bodyPr>
          <a:lstStyle>
            <a:lvl1pPr algn="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486525" y="5527023"/>
            <a:ext cx="2152651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050" b="0">
                <a:solidFill>
                  <a:schemeClr val="accent6">
                    <a:lumMod val="50000"/>
                  </a:schemeClr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486525" y="5823294"/>
            <a:ext cx="2152651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050" b="0">
                <a:solidFill>
                  <a:schemeClr val="accent6">
                    <a:lumMod val="50000"/>
                  </a:schemeClr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ED97CD60-92DF-4E38-9D73-DF5E8E723B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4" y="2253950"/>
            <a:ext cx="4976573" cy="398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775651" y="2698562"/>
            <a:ext cx="2933612" cy="895350"/>
          </a:xfrm>
        </p:spPr>
        <p:txBody>
          <a:bodyPr anchor="b">
            <a:normAutofit/>
          </a:bodyPr>
          <a:lstStyle>
            <a:lvl1pPr algn="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776488" y="3593913"/>
            <a:ext cx="2933612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825">
                <a:solidFill>
                  <a:schemeClr val="accent6">
                    <a:lumMod val="50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iŝľiďê">
            <a:extLst>
              <a:ext uri="{FF2B5EF4-FFF2-40B4-BE49-F238E27FC236}">
                <a16:creationId xmlns:a16="http://schemas.microsoft.com/office/drawing/2014/main" id="{F5022FB9-E2A2-4D2A-A940-5C17638CA9CE}"/>
              </a:ext>
            </a:extLst>
          </p:cNvPr>
          <p:cNvSpPr>
            <a:spLocks/>
          </p:cNvSpPr>
          <p:nvPr userDrawn="1"/>
        </p:nvSpPr>
        <p:spPr bwMode="auto">
          <a:xfrm>
            <a:off x="2745" y="3990960"/>
            <a:ext cx="9138512" cy="2867041"/>
          </a:xfrm>
          <a:custGeom>
            <a:avLst/>
            <a:gdLst>
              <a:gd name="T0" fmla="*/ 0 w 4103"/>
              <a:gd name="T1" fmla="*/ 95 h 653"/>
              <a:gd name="T2" fmla="*/ 831 w 4103"/>
              <a:gd name="T3" fmla="*/ 321 h 653"/>
              <a:gd name="T4" fmla="*/ 1537 w 4103"/>
              <a:gd name="T5" fmla="*/ 208 h 653"/>
              <a:gd name="T6" fmla="*/ 2815 w 4103"/>
              <a:gd name="T7" fmla="*/ 431 h 653"/>
              <a:gd name="T8" fmla="*/ 3446 w 4103"/>
              <a:gd name="T9" fmla="*/ 170 h 653"/>
              <a:gd name="T10" fmla="*/ 4103 w 4103"/>
              <a:gd name="T11" fmla="*/ 91 h 653"/>
              <a:gd name="T12" fmla="*/ 4103 w 4103"/>
              <a:gd name="T13" fmla="*/ 653 h 653"/>
              <a:gd name="T14" fmla="*/ 0 w 4103"/>
              <a:gd name="T15" fmla="*/ 653 h 653"/>
              <a:gd name="T16" fmla="*/ 0 w 4103"/>
              <a:gd name="T17" fmla="*/ 95 h 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03" h="653">
                <a:moveTo>
                  <a:pt x="0" y="95"/>
                </a:moveTo>
                <a:cubicBezTo>
                  <a:pt x="286" y="60"/>
                  <a:pt x="544" y="293"/>
                  <a:pt x="831" y="321"/>
                </a:cubicBezTo>
                <a:cubicBezTo>
                  <a:pt x="1069" y="344"/>
                  <a:pt x="1299" y="224"/>
                  <a:pt x="1537" y="208"/>
                </a:cubicBezTo>
                <a:cubicBezTo>
                  <a:pt x="1971" y="179"/>
                  <a:pt x="2384" y="491"/>
                  <a:pt x="2815" y="431"/>
                </a:cubicBezTo>
                <a:cubicBezTo>
                  <a:pt x="3040" y="399"/>
                  <a:pt x="3240" y="269"/>
                  <a:pt x="3446" y="170"/>
                </a:cubicBezTo>
                <a:cubicBezTo>
                  <a:pt x="3653" y="70"/>
                  <a:pt x="3893" y="0"/>
                  <a:pt x="4103" y="91"/>
                </a:cubicBezTo>
                <a:cubicBezTo>
                  <a:pt x="4103" y="653"/>
                  <a:pt x="4103" y="653"/>
                  <a:pt x="4103" y="653"/>
                </a:cubicBezTo>
                <a:cubicBezTo>
                  <a:pt x="0" y="653"/>
                  <a:pt x="0" y="653"/>
                  <a:pt x="0" y="653"/>
                </a:cubicBez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en-ID" sz="1350">
              <a:solidFill>
                <a:schemeClr val="lt1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9803166-B7CA-4A2C-BC10-25D800FBBDA6}"/>
              </a:ext>
            </a:extLst>
          </p:cNvPr>
          <p:cNvCxnSpPr>
            <a:cxnSpLocks/>
          </p:cNvCxnSpPr>
          <p:nvPr userDrawn="1"/>
        </p:nvCxnSpPr>
        <p:spPr>
          <a:xfrm>
            <a:off x="3874559" y="3035474"/>
            <a:ext cx="0" cy="95548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F9128C65-EDE9-4719-B424-6D8D45E70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3037" y="2220652"/>
            <a:ext cx="1588272" cy="39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2444" y="1130300"/>
            <a:ext cx="8137922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CFB68E68-B077-4E62-8F5C-99E1B4BF2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254738" y="2647758"/>
            <a:ext cx="3912091" cy="4210241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504825" y="2112486"/>
            <a:ext cx="3228975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04825" y="4418722"/>
            <a:ext cx="322897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050" smtClean="0">
                <a:solidFill>
                  <a:schemeClr val="tx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827" y="4122451"/>
            <a:ext cx="32289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05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" name="iṣlïḑê">
            <a:extLst>
              <a:ext uri="{FF2B5EF4-FFF2-40B4-BE49-F238E27FC236}">
                <a16:creationId xmlns:a16="http://schemas.microsoft.com/office/drawing/2014/main" id="{75FD674D-5BA2-47FC-88F4-5FCC96A05168}"/>
              </a:ext>
            </a:extLst>
          </p:cNvPr>
          <p:cNvSpPr/>
          <p:nvPr userDrawn="1"/>
        </p:nvSpPr>
        <p:spPr>
          <a:xfrm flipH="1">
            <a:off x="2449485" y="1034707"/>
            <a:ext cx="6694516" cy="5823294"/>
          </a:xfrm>
          <a:custGeom>
            <a:avLst/>
            <a:gdLst>
              <a:gd name="connsiteX0" fmla="*/ 0 w 9518650"/>
              <a:gd name="connsiteY0" fmla="*/ 0 h 5823294"/>
              <a:gd name="connsiteX1" fmla="*/ 171050 w 9518650"/>
              <a:gd name="connsiteY1" fmla="*/ 302175 h 5823294"/>
              <a:gd name="connsiteX2" fmla="*/ 598686 w 9518650"/>
              <a:gd name="connsiteY2" fmla="*/ 812938 h 5823294"/>
              <a:gd name="connsiteX3" fmla="*/ 2662470 w 9518650"/>
              <a:gd name="connsiteY3" fmla="*/ 1431577 h 5823294"/>
              <a:gd name="connsiteX4" fmla="*/ 5459729 w 9518650"/>
              <a:gd name="connsiteY4" fmla="*/ 4177139 h 5823294"/>
              <a:gd name="connsiteX5" fmla="*/ 7655526 w 9518650"/>
              <a:gd name="connsiteY5" fmla="*/ 4121668 h 5823294"/>
              <a:gd name="connsiteX6" fmla="*/ 9518650 w 9518650"/>
              <a:gd name="connsiteY6" fmla="*/ 4796830 h 5823294"/>
              <a:gd name="connsiteX7" fmla="*/ 8946656 w 9518650"/>
              <a:gd name="connsiteY7" fmla="*/ 5787554 h 5823294"/>
              <a:gd name="connsiteX8" fmla="*/ 8926021 w 9518650"/>
              <a:gd name="connsiteY8" fmla="*/ 5823294 h 5823294"/>
              <a:gd name="connsiteX9" fmla="*/ 0 w 9518650"/>
              <a:gd name="connsiteY9" fmla="*/ 5823294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655526 w 8946656"/>
              <a:gd name="connsiteY5" fmla="*/ 412166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8946656"/>
              <a:gd name="connsiteY0" fmla="*/ 0 h 5823294"/>
              <a:gd name="connsiteX1" fmla="*/ 171050 w 8946656"/>
              <a:gd name="connsiteY1" fmla="*/ 302175 h 5823294"/>
              <a:gd name="connsiteX2" fmla="*/ 598686 w 8946656"/>
              <a:gd name="connsiteY2" fmla="*/ 812938 h 5823294"/>
              <a:gd name="connsiteX3" fmla="*/ 2662470 w 8946656"/>
              <a:gd name="connsiteY3" fmla="*/ 1431577 h 5823294"/>
              <a:gd name="connsiteX4" fmla="*/ 5459729 w 8946656"/>
              <a:gd name="connsiteY4" fmla="*/ 4177139 h 5823294"/>
              <a:gd name="connsiteX5" fmla="*/ 7712676 w 8946656"/>
              <a:gd name="connsiteY5" fmla="*/ 4559818 h 5823294"/>
              <a:gd name="connsiteX6" fmla="*/ 8946656 w 8946656"/>
              <a:gd name="connsiteY6" fmla="*/ 5787554 h 5823294"/>
              <a:gd name="connsiteX7" fmla="*/ 8926021 w 8946656"/>
              <a:gd name="connsiteY7" fmla="*/ 5823294 h 5823294"/>
              <a:gd name="connsiteX8" fmla="*/ 0 w 8946656"/>
              <a:gd name="connsiteY8" fmla="*/ 5823294 h 5823294"/>
              <a:gd name="connsiteX9" fmla="*/ 0 w 8946656"/>
              <a:gd name="connsiteY9" fmla="*/ 0 h 5823294"/>
              <a:gd name="connsiteX0" fmla="*/ 0 w 9360377"/>
              <a:gd name="connsiteY0" fmla="*/ 0 h 5823294"/>
              <a:gd name="connsiteX1" fmla="*/ 171050 w 9360377"/>
              <a:gd name="connsiteY1" fmla="*/ 302175 h 5823294"/>
              <a:gd name="connsiteX2" fmla="*/ 598686 w 9360377"/>
              <a:gd name="connsiteY2" fmla="*/ 812938 h 5823294"/>
              <a:gd name="connsiteX3" fmla="*/ 2662470 w 9360377"/>
              <a:gd name="connsiteY3" fmla="*/ 1431577 h 5823294"/>
              <a:gd name="connsiteX4" fmla="*/ 5459729 w 9360377"/>
              <a:gd name="connsiteY4" fmla="*/ 4177139 h 5823294"/>
              <a:gd name="connsiteX5" fmla="*/ 7712676 w 9360377"/>
              <a:gd name="connsiteY5" fmla="*/ 4559818 h 5823294"/>
              <a:gd name="connsiteX6" fmla="*/ 8926021 w 9360377"/>
              <a:gd name="connsiteY6" fmla="*/ 5823294 h 5823294"/>
              <a:gd name="connsiteX7" fmla="*/ 0 w 9360377"/>
              <a:gd name="connsiteY7" fmla="*/ 5823294 h 5823294"/>
              <a:gd name="connsiteX8" fmla="*/ 0 w 9360377"/>
              <a:gd name="connsiteY8" fmla="*/ 0 h 5823294"/>
              <a:gd name="connsiteX0" fmla="*/ 0 w 8926021"/>
              <a:gd name="connsiteY0" fmla="*/ 0 h 5823294"/>
              <a:gd name="connsiteX1" fmla="*/ 171050 w 8926021"/>
              <a:gd name="connsiteY1" fmla="*/ 302175 h 5823294"/>
              <a:gd name="connsiteX2" fmla="*/ 598686 w 8926021"/>
              <a:gd name="connsiteY2" fmla="*/ 812938 h 5823294"/>
              <a:gd name="connsiteX3" fmla="*/ 2662470 w 8926021"/>
              <a:gd name="connsiteY3" fmla="*/ 1431577 h 5823294"/>
              <a:gd name="connsiteX4" fmla="*/ 5459729 w 8926021"/>
              <a:gd name="connsiteY4" fmla="*/ 4177139 h 5823294"/>
              <a:gd name="connsiteX5" fmla="*/ 7712676 w 8926021"/>
              <a:gd name="connsiteY5" fmla="*/ 4559818 h 5823294"/>
              <a:gd name="connsiteX6" fmla="*/ 8926021 w 8926021"/>
              <a:gd name="connsiteY6" fmla="*/ 5823294 h 5823294"/>
              <a:gd name="connsiteX7" fmla="*/ 0 w 8926021"/>
              <a:gd name="connsiteY7" fmla="*/ 5823294 h 5823294"/>
              <a:gd name="connsiteX8" fmla="*/ 0 w 8926021"/>
              <a:gd name="connsiteY8" fmla="*/ 0 h 582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6021" h="5823294">
                <a:moveTo>
                  <a:pt x="0" y="0"/>
                </a:moveTo>
                <a:lnTo>
                  <a:pt x="171050" y="302175"/>
                </a:lnTo>
                <a:cubicBezTo>
                  <a:pt x="293150" y="500603"/>
                  <a:pt x="429524" y="679784"/>
                  <a:pt x="598686" y="812938"/>
                </a:cubicBezTo>
                <a:cubicBezTo>
                  <a:pt x="1160292" y="1253786"/>
                  <a:pt x="2015248" y="1139020"/>
                  <a:pt x="2662470" y="1431577"/>
                </a:cubicBezTo>
                <a:cubicBezTo>
                  <a:pt x="3842310" y="1965734"/>
                  <a:pt x="4618028" y="3655765"/>
                  <a:pt x="5459729" y="4177139"/>
                </a:cubicBezTo>
                <a:cubicBezTo>
                  <a:pt x="6301430" y="4698513"/>
                  <a:pt x="7134961" y="4285459"/>
                  <a:pt x="7712676" y="4559818"/>
                </a:cubicBezTo>
                <a:cubicBezTo>
                  <a:pt x="8290391" y="4834177"/>
                  <a:pt x="8766489" y="5330492"/>
                  <a:pt x="8926021" y="5823294"/>
                </a:cubicBezTo>
                <a:lnTo>
                  <a:pt x="0" y="5823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3B35B18B-BA2F-4306-9057-A50B1475EE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192259" y="1989119"/>
            <a:ext cx="5446914" cy="435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4" y="2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4" y="1123951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2444" y="1028700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51299" y="6240464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443" y="6240464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49" y="6240464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>
          <p15:clr>
            <a:srgbClr val="F26B43"/>
          </p15:clr>
        </p15:guide>
        <p15:guide id="2" pos="5443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26CCABBC-6C84-E74F-82E4-F52A67976D68}"/>
              </a:ext>
            </a:extLst>
          </p:cNvPr>
          <p:cNvGrpSpPr>
            <a:grpSpLocks noChangeAspect="1"/>
          </p:cNvGrpSpPr>
          <p:nvPr/>
        </p:nvGrpSpPr>
        <p:grpSpPr>
          <a:xfrm>
            <a:off x="2976563" y="1825229"/>
            <a:ext cx="3190875" cy="3207544"/>
            <a:chOff x="3968750" y="1290638"/>
            <a:chExt cx="4254500" cy="4276725"/>
          </a:xfrm>
        </p:grpSpPr>
        <p:sp>
          <p:nvSpPr>
            <p:cNvPr id="58" name="任意多边形 4">
              <a:extLst>
                <a:ext uri="{FF2B5EF4-FFF2-40B4-BE49-F238E27FC236}">
                  <a16:creationId xmlns:a16="http://schemas.microsoft.com/office/drawing/2014/main" id="{A3D4DA05-D169-EE47-A104-F169D8643C0B}"/>
                </a:ext>
              </a:extLst>
            </p:cNvPr>
            <p:cNvSpPr/>
            <p:nvPr/>
          </p:nvSpPr>
          <p:spPr bwMode="auto">
            <a:xfrm>
              <a:off x="7119938" y="3984625"/>
              <a:ext cx="719138" cy="487363"/>
            </a:xfrm>
            <a:custGeom>
              <a:avLst/>
              <a:gdLst>
                <a:gd name="T0" fmla="*/ 83 w 90"/>
                <a:gd name="T1" fmla="*/ 3 h 61"/>
                <a:gd name="T2" fmla="*/ 49 w 90"/>
                <a:gd name="T3" fmla="*/ 36 h 61"/>
                <a:gd name="T4" fmla="*/ 0 w 90"/>
                <a:gd name="T5" fmla="*/ 51 h 61"/>
                <a:gd name="T6" fmla="*/ 1 w 90"/>
                <a:gd name="T7" fmla="*/ 61 h 61"/>
                <a:gd name="T8" fmla="*/ 61 w 90"/>
                <a:gd name="T9" fmla="*/ 49 h 61"/>
                <a:gd name="T10" fmla="*/ 87 w 90"/>
                <a:gd name="T11" fmla="*/ 19 h 61"/>
                <a:gd name="T12" fmla="*/ 83 w 90"/>
                <a:gd name="T1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61">
                  <a:moveTo>
                    <a:pt x="83" y="3"/>
                  </a:moveTo>
                  <a:cubicBezTo>
                    <a:pt x="72" y="7"/>
                    <a:pt x="49" y="36"/>
                    <a:pt x="49" y="36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1" y="49"/>
                    <a:pt x="84" y="29"/>
                    <a:pt x="87" y="19"/>
                  </a:cubicBezTo>
                  <a:cubicBezTo>
                    <a:pt x="90" y="8"/>
                    <a:pt x="89" y="0"/>
                    <a:pt x="83" y="3"/>
                  </a:cubicBezTo>
                  <a:close/>
                </a:path>
              </a:pathLst>
            </a:custGeom>
            <a:solidFill>
              <a:srgbClr val="608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任意多边形 5">
              <a:extLst>
                <a:ext uri="{FF2B5EF4-FFF2-40B4-BE49-F238E27FC236}">
                  <a16:creationId xmlns:a16="http://schemas.microsoft.com/office/drawing/2014/main" id="{242C0DD2-6213-1747-9264-CF965BF03E66}"/>
                </a:ext>
              </a:extLst>
            </p:cNvPr>
            <p:cNvSpPr/>
            <p:nvPr/>
          </p:nvSpPr>
          <p:spPr bwMode="auto">
            <a:xfrm>
              <a:off x="4319588" y="3984625"/>
              <a:ext cx="728663" cy="487363"/>
            </a:xfrm>
            <a:custGeom>
              <a:avLst/>
              <a:gdLst>
                <a:gd name="T0" fmla="*/ 8 w 91"/>
                <a:gd name="T1" fmla="*/ 3 h 61"/>
                <a:gd name="T2" fmla="*/ 41 w 91"/>
                <a:gd name="T3" fmla="*/ 36 h 61"/>
                <a:gd name="T4" fmla="*/ 91 w 91"/>
                <a:gd name="T5" fmla="*/ 51 h 61"/>
                <a:gd name="T6" fmla="*/ 90 w 91"/>
                <a:gd name="T7" fmla="*/ 61 h 61"/>
                <a:gd name="T8" fmla="*/ 30 w 91"/>
                <a:gd name="T9" fmla="*/ 49 h 61"/>
                <a:gd name="T10" fmla="*/ 3 w 91"/>
                <a:gd name="T11" fmla="*/ 19 h 61"/>
                <a:gd name="T12" fmla="*/ 8 w 91"/>
                <a:gd name="T1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61">
                  <a:moveTo>
                    <a:pt x="8" y="3"/>
                  </a:moveTo>
                  <a:cubicBezTo>
                    <a:pt x="19" y="7"/>
                    <a:pt x="41" y="36"/>
                    <a:pt x="41" y="36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6" y="29"/>
                    <a:pt x="3" y="19"/>
                  </a:cubicBezTo>
                  <a:cubicBezTo>
                    <a:pt x="0" y="8"/>
                    <a:pt x="2" y="0"/>
                    <a:pt x="8" y="3"/>
                  </a:cubicBezTo>
                  <a:close/>
                </a:path>
              </a:pathLst>
            </a:custGeom>
            <a:solidFill>
              <a:srgbClr val="A2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任意多边形 6">
              <a:extLst>
                <a:ext uri="{FF2B5EF4-FFF2-40B4-BE49-F238E27FC236}">
                  <a16:creationId xmlns:a16="http://schemas.microsoft.com/office/drawing/2014/main" id="{A91C28EF-9213-434E-AECA-DD4D0345FF6D}"/>
                </a:ext>
              </a:extLst>
            </p:cNvPr>
            <p:cNvSpPr/>
            <p:nvPr/>
          </p:nvSpPr>
          <p:spPr bwMode="auto">
            <a:xfrm>
              <a:off x="4808538" y="1290638"/>
              <a:ext cx="2559050" cy="3860800"/>
            </a:xfrm>
            <a:custGeom>
              <a:avLst/>
              <a:gdLst>
                <a:gd name="T0" fmla="*/ 1612 w 1612"/>
                <a:gd name="T1" fmla="*/ 2432 h 2432"/>
                <a:gd name="T2" fmla="*/ 0 w 1612"/>
                <a:gd name="T3" fmla="*/ 2432 h 2432"/>
                <a:gd name="T4" fmla="*/ 0 w 1612"/>
                <a:gd name="T5" fmla="*/ 0 h 2432"/>
                <a:gd name="T6" fmla="*/ 1274 w 1612"/>
                <a:gd name="T7" fmla="*/ 0 h 2432"/>
                <a:gd name="T8" fmla="*/ 1612 w 1612"/>
                <a:gd name="T9" fmla="*/ 352 h 2432"/>
                <a:gd name="T10" fmla="*/ 1612 w 1612"/>
                <a:gd name="T11" fmla="*/ 2432 h 2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12" h="2432">
                  <a:moveTo>
                    <a:pt x="1612" y="2432"/>
                  </a:moveTo>
                  <a:lnTo>
                    <a:pt x="0" y="2432"/>
                  </a:lnTo>
                  <a:lnTo>
                    <a:pt x="0" y="0"/>
                  </a:lnTo>
                  <a:lnTo>
                    <a:pt x="1274" y="0"/>
                  </a:lnTo>
                  <a:lnTo>
                    <a:pt x="1612" y="352"/>
                  </a:lnTo>
                  <a:lnTo>
                    <a:pt x="1612" y="2432"/>
                  </a:lnTo>
                  <a:close/>
                </a:path>
              </a:pathLst>
            </a:custGeom>
            <a:solidFill>
              <a:srgbClr val="D0E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任意多边形 7">
              <a:extLst>
                <a:ext uri="{FF2B5EF4-FFF2-40B4-BE49-F238E27FC236}">
                  <a16:creationId xmlns:a16="http://schemas.microsoft.com/office/drawing/2014/main" id="{734D31B8-CD4A-564F-80D1-0B035CD10FD2}"/>
                </a:ext>
              </a:extLst>
            </p:cNvPr>
            <p:cNvSpPr/>
            <p:nvPr/>
          </p:nvSpPr>
          <p:spPr bwMode="auto">
            <a:xfrm>
              <a:off x="6831013" y="1290638"/>
              <a:ext cx="536575" cy="558800"/>
            </a:xfrm>
            <a:custGeom>
              <a:avLst/>
              <a:gdLst>
                <a:gd name="T0" fmla="*/ 0 w 338"/>
                <a:gd name="T1" fmla="*/ 0 h 352"/>
                <a:gd name="T2" fmla="*/ 338 w 338"/>
                <a:gd name="T3" fmla="*/ 352 h 352"/>
                <a:gd name="T4" fmla="*/ 0 w 338"/>
                <a:gd name="T5" fmla="*/ 352 h 352"/>
                <a:gd name="T6" fmla="*/ 0 w 338"/>
                <a:gd name="T7" fmla="*/ 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8" h="352">
                  <a:moveTo>
                    <a:pt x="0" y="0"/>
                  </a:moveTo>
                  <a:lnTo>
                    <a:pt x="338" y="352"/>
                  </a:lnTo>
                  <a:lnTo>
                    <a:pt x="0" y="3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C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任意多边形 8">
              <a:extLst>
                <a:ext uri="{FF2B5EF4-FFF2-40B4-BE49-F238E27FC236}">
                  <a16:creationId xmlns:a16="http://schemas.microsoft.com/office/drawing/2014/main" id="{C424B52C-23E5-4E4C-A741-0F3932A6FB04}"/>
                </a:ext>
              </a:extLst>
            </p:cNvPr>
            <p:cNvSpPr/>
            <p:nvPr/>
          </p:nvSpPr>
          <p:spPr bwMode="auto">
            <a:xfrm>
              <a:off x="5072063" y="2857500"/>
              <a:ext cx="855663" cy="879475"/>
            </a:xfrm>
            <a:custGeom>
              <a:avLst/>
              <a:gdLst>
                <a:gd name="T0" fmla="*/ 107 w 107"/>
                <a:gd name="T1" fmla="*/ 32 h 110"/>
                <a:gd name="T2" fmla="*/ 84 w 107"/>
                <a:gd name="T3" fmla="*/ 0 h 110"/>
                <a:gd name="T4" fmla="*/ 0 w 107"/>
                <a:gd name="T5" fmla="*/ 9 h 110"/>
                <a:gd name="T6" fmla="*/ 73 w 107"/>
                <a:gd name="T7" fmla="*/ 110 h 110"/>
                <a:gd name="T8" fmla="*/ 107 w 107"/>
                <a:gd name="T9" fmla="*/ 3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110">
                  <a:moveTo>
                    <a:pt x="107" y="32"/>
                  </a:moveTo>
                  <a:cubicBezTo>
                    <a:pt x="94" y="26"/>
                    <a:pt x="86" y="13"/>
                    <a:pt x="84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52"/>
                    <a:pt x="32" y="91"/>
                    <a:pt x="73" y="110"/>
                  </a:cubicBezTo>
                  <a:lnTo>
                    <a:pt x="107" y="32"/>
                  </a:lnTo>
                  <a:close/>
                </a:path>
              </a:pathLst>
            </a:custGeom>
            <a:solidFill>
              <a:srgbClr val="FF5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任意多边形 9">
              <a:extLst>
                <a:ext uri="{FF2B5EF4-FFF2-40B4-BE49-F238E27FC236}">
                  <a16:creationId xmlns:a16="http://schemas.microsoft.com/office/drawing/2014/main" id="{9A2D62A0-64A0-9A40-AD68-7C8AD3FD0F9C}"/>
                </a:ext>
              </a:extLst>
            </p:cNvPr>
            <p:cNvSpPr/>
            <p:nvPr/>
          </p:nvSpPr>
          <p:spPr bwMode="auto">
            <a:xfrm>
              <a:off x="5695950" y="1881188"/>
              <a:ext cx="1550988" cy="2079625"/>
            </a:xfrm>
            <a:custGeom>
              <a:avLst/>
              <a:gdLst>
                <a:gd name="T0" fmla="*/ 70 w 194"/>
                <a:gd name="T1" fmla="*/ 78 h 260"/>
                <a:gd name="T2" fmla="*/ 89 w 194"/>
                <a:gd name="T3" fmla="*/ 133 h 260"/>
                <a:gd name="T4" fmla="*/ 34 w 194"/>
                <a:gd name="T5" fmla="*/ 156 h 260"/>
                <a:gd name="T6" fmla="*/ 0 w 194"/>
                <a:gd name="T7" fmla="*/ 234 h 260"/>
                <a:gd name="T8" fmla="*/ 166 w 194"/>
                <a:gd name="T9" fmla="*/ 167 h 260"/>
                <a:gd name="T10" fmla="*/ 104 w 194"/>
                <a:gd name="T11" fmla="*/ 0 h 260"/>
                <a:gd name="T12" fmla="*/ 70 w 194"/>
                <a:gd name="T13" fmla="*/ 7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" h="260">
                  <a:moveTo>
                    <a:pt x="70" y="78"/>
                  </a:moveTo>
                  <a:cubicBezTo>
                    <a:pt x="89" y="89"/>
                    <a:pt x="98" y="112"/>
                    <a:pt x="89" y="133"/>
                  </a:cubicBezTo>
                  <a:cubicBezTo>
                    <a:pt x="79" y="154"/>
                    <a:pt x="55" y="164"/>
                    <a:pt x="34" y="156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64" y="260"/>
                    <a:pt x="138" y="231"/>
                    <a:pt x="166" y="167"/>
                  </a:cubicBezTo>
                  <a:cubicBezTo>
                    <a:pt x="194" y="104"/>
                    <a:pt x="166" y="30"/>
                    <a:pt x="104" y="0"/>
                  </a:cubicBezTo>
                  <a:lnTo>
                    <a:pt x="70" y="78"/>
                  </a:lnTo>
                  <a:close/>
                </a:path>
              </a:pathLst>
            </a:cu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任意多边形 10">
              <a:extLst>
                <a:ext uri="{FF2B5EF4-FFF2-40B4-BE49-F238E27FC236}">
                  <a16:creationId xmlns:a16="http://schemas.microsoft.com/office/drawing/2014/main" id="{3F3BCC34-D0AA-6B48-A987-AC8A921D5C89}"/>
                </a:ext>
              </a:extLst>
            </p:cNvPr>
            <p:cNvSpPr/>
            <p:nvPr/>
          </p:nvSpPr>
          <p:spPr bwMode="auto">
            <a:xfrm>
              <a:off x="5056188" y="1649413"/>
              <a:ext cx="1439863" cy="1239838"/>
            </a:xfrm>
            <a:custGeom>
              <a:avLst/>
              <a:gdLst>
                <a:gd name="T0" fmla="*/ 85 w 180"/>
                <a:gd name="T1" fmla="*/ 146 h 155"/>
                <a:gd name="T2" fmla="*/ 89 w 180"/>
                <a:gd name="T3" fmla="*/ 127 h 155"/>
                <a:gd name="T4" fmla="*/ 146 w 180"/>
                <a:gd name="T5" fmla="*/ 105 h 155"/>
                <a:gd name="T6" fmla="*/ 180 w 180"/>
                <a:gd name="T7" fmla="*/ 27 h 155"/>
                <a:gd name="T8" fmla="*/ 12 w 180"/>
                <a:gd name="T9" fmla="*/ 93 h 155"/>
                <a:gd name="T10" fmla="*/ 2 w 180"/>
                <a:gd name="T11" fmla="*/ 155 h 155"/>
                <a:gd name="T12" fmla="*/ 85 w 180"/>
                <a:gd name="T13" fmla="*/ 146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155">
                  <a:moveTo>
                    <a:pt x="85" y="146"/>
                  </a:moveTo>
                  <a:cubicBezTo>
                    <a:pt x="85" y="140"/>
                    <a:pt x="86" y="133"/>
                    <a:pt x="89" y="127"/>
                  </a:cubicBezTo>
                  <a:cubicBezTo>
                    <a:pt x="99" y="105"/>
                    <a:pt x="124" y="95"/>
                    <a:pt x="146" y="105"/>
                  </a:cubicBezTo>
                  <a:cubicBezTo>
                    <a:pt x="180" y="27"/>
                    <a:pt x="180" y="27"/>
                    <a:pt x="180" y="27"/>
                  </a:cubicBezTo>
                  <a:cubicBezTo>
                    <a:pt x="115" y="0"/>
                    <a:pt x="40" y="29"/>
                    <a:pt x="12" y="93"/>
                  </a:cubicBezTo>
                  <a:cubicBezTo>
                    <a:pt x="3" y="114"/>
                    <a:pt x="0" y="135"/>
                    <a:pt x="2" y="155"/>
                  </a:cubicBezTo>
                  <a:lnTo>
                    <a:pt x="85" y="146"/>
                  </a:lnTo>
                  <a:close/>
                </a:path>
              </a:pathLst>
            </a:custGeom>
            <a:solidFill>
              <a:srgbClr val="4C73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319FE2A-91FB-BC4C-BD66-0BCB33CF5E49}"/>
                </a:ext>
              </a:extLst>
            </p:cNvPr>
            <p:cNvSpPr/>
            <p:nvPr/>
          </p:nvSpPr>
          <p:spPr bwMode="auto">
            <a:xfrm>
              <a:off x="5064125" y="4479925"/>
              <a:ext cx="215900" cy="312738"/>
            </a:xfrm>
            <a:prstGeom prst="rect">
              <a:avLst/>
            </a:prstGeom>
            <a:solidFill>
              <a:srgbClr val="8CB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A1857F0-1AA2-4B43-9646-C0193AB140F7}"/>
                </a:ext>
              </a:extLst>
            </p:cNvPr>
            <p:cNvSpPr/>
            <p:nvPr/>
          </p:nvSpPr>
          <p:spPr bwMode="auto">
            <a:xfrm>
              <a:off x="5327650" y="4352925"/>
              <a:ext cx="207963" cy="439738"/>
            </a:xfrm>
            <a:prstGeom prst="rect">
              <a:avLst/>
            </a:prstGeom>
            <a:solidFill>
              <a:srgbClr val="4C73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1E25625-F59B-E24B-8A5B-BB5F5FC6C035}"/>
                </a:ext>
              </a:extLst>
            </p:cNvPr>
            <p:cNvSpPr/>
            <p:nvPr/>
          </p:nvSpPr>
          <p:spPr bwMode="auto">
            <a:xfrm>
              <a:off x="5592763" y="4224338"/>
              <a:ext cx="206375" cy="568325"/>
            </a:xfrm>
            <a:prstGeom prst="rect">
              <a:avLst/>
            </a:prstGeom>
            <a:solidFill>
              <a:srgbClr val="FF5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E5FABAAC-A75B-B845-8810-E5B2DC8AD00C}"/>
                </a:ext>
              </a:extLst>
            </p:cNvPr>
            <p:cNvSpPr/>
            <p:nvPr/>
          </p:nvSpPr>
          <p:spPr bwMode="auto">
            <a:xfrm>
              <a:off x="5848350" y="4327525"/>
              <a:ext cx="215900" cy="465138"/>
            </a:xfrm>
            <a:prstGeom prst="rect">
              <a:avLst/>
            </a:pr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07F5448D-8515-264F-B176-FBAAAC514E29}"/>
                </a:ext>
              </a:extLst>
            </p:cNvPr>
            <p:cNvSpPr/>
            <p:nvPr/>
          </p:nvSpPr>
          <p:spPr bwMode="auto">
            <a:xfrm>
              <a:off x="6111875" y="4271963"/>
              <a:ext cx="207963" cy="520700"/>
            </a:xfrm>
            <a:prstGeom prst="rect">
              <a:avLst/>
            </a:prstGeom>
            <a:solidFill>
              <a:srgbClr val="8CB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709CE31-41C0-2D4D-A9D4-9922B05D088C}"/>
                </a:ext>
              </a:extLst>
            </p:cNvPr>
            <p:cNvSpPr/>
            <p:nvPr/>
          </p:nvSpPr>
          <p:spPr bwMode="auto">
            <a:xfrm>
              <a:off x="6375400" y="4160838"/>
              <a:ext cx="207963" cy="631825"/>
            </a:xfrm>
            <a:prstGeom prst="rect">
              <a:avLst/>
            </a:prstGeom>
            <a:solidFill>
              <a:srgbClr val="4C73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EA3C06BE-FA5A-9041-9286-20BB6959098F}"/>
                </a:ext>
              </a:extLst>
            </p:cNvPr>
            <p:cNvSpPr/>
            <p:nvPr/>
          </p:nvSpPr>
          <p:spPr bwMode="auto">
            <a:xfrm>
              <a:off x="6630988" y="4048125"/>
              <a:ext cx="215900" cy="744538"/>
            </a:xfrm>
            <a:prstGeom prst="rect">
              <a:avLst/>
            </a:prstGeom>
            <a:solidFill>
              <a:srgbClr val="62D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1FB13B5D-0002-5942-8531-271FE4750A70}"/>
                </a:ext>
              </a:extLst>
            </p:cNvPr>
            <p:cNvSpPr/>
            <p:nvPr/>
          </p:nvSpPr>
          <p:spPr bwMode="auto">
            <a:xfrm>
              <a:off x="6896100" y="3937000"/>
              <a:ext cx="215900" cy="855663"/>
            </a:xfrm>
            <a:prstGeom prst="rect">
              <a:avLst/>
            </a:pr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任意多边形 19">
              <a:extLst>
                <a:ext uri="{FF2B5EF4-FFF2-40B4-BE49-F238E27FC236}">
                  <a16:creationId xmlns:a16="http://schemas.microsoft.com/office/drawing/2014/main" id="{1F6DDD76-85DD-7C45-813C-EC5DDE1EC8D0}"/>
                </a:ext>
              </a:extLst>
            </p:cNvPr>
            <p:cNvSpPr/>
            <p:nvPr/>
          </p:nvSpPr>
          <p:spPr bwMode="auto">
            <a:xfrm>
              <a:off x="4000500" y="3992563"/>
              <a:ext cx="584200" cy="639763"/>
            </a:xfrm>
            <a:custGeom>
              <a:avLst/>
              <a:gdLst>
                <a:gd name="T0" fmla="*/ 24 w 73"/>
                <a:gd name="T1" fmla="*/ 80 h 80"/>
                <a:gd name="T2" fmla="*/ 73 w 73"/>
                <a:gd name="T3" fmla="*/ 80 h 80"/>
                <a:gd name="T4" fmla="*/ 59 w 73"/>
                <a:gd name="T5" fmla="*/ 18 h 80"/>
                <a:gd name="T6" fmla="*/ 43 w 73"/>
                <a:gd name="T7" fmla="*/ 1 h 80"/>
                <a:gd name="T8" fmla="*/ 8 w 73"/>
                <a:gd name="T9" fmla="*/ 12 h 80"/>
                <a:gd name="T10" fmla="*/ 2 w 73"/>
                <a:gd name="T11" fmla="*/ 24 h 80"/>
                <a:gd name="T12" fmla="*/ 24 w 73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80">
                  <a:moveTo>
                    <a:pt x="24" y="80"/>
                  </a:moveTo>
                  <a:cubicBezTo>
                    <a:pt x="73" y="80"/>
                    <a:pt x="73" y="80"/>
                    <a:pt x="73" y="80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7" y="7"/>
                    <a:pt x="48" y="0"/>
                    <a:pt x="43" y="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3" y="13"/>
                    <a:pt x="0" y="19"/>
                    <a:pt x="2" y="24"/>
                  </a:cubicBezTo>
                  <a:lnTo>
                    <a:pt x="24" y="80"/>
                  </a:lnTo>
                  <a:close/>
                </a:path>
              </a:pathLst>
            </a:custGeom>
            <a:solidFill>
              <a:srgbClr val="7EE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任意多边形 20">
              <a:extLst>
                <a:ext uri="{FF2B5EF4-FFF2-40B4-BE49-F238E27FC236}">
                  <a16:creationId xmlns:a16="http://schemas.microsoft.com/office/drawing/2014/main" id="{F77EE88F-5EEE-994F-9AFA-DD672365B2A7}"/>
                </a:ext>
              </a:extLst>
            </p:cNvPr>
            <p:cNvSpPr/>
            <p:nvPr/>
          </p:nvSpPr>
          <p:spPr bwMode="auto">
            <a:xfrm>
              <a:off x="4121150" y="3944938"/>
              <a:ext cx="127000" cy="142875"/>
            </a:xfrm>
            <a:custGeom>
              <a:avLst/>
              <a:gdLst>
                <a:gd name="T0" fmla="*/ 7 w 16"/>
                <a:gd name="T1" fmla="*/ 17 h 18"/>
                <a:gd name="T2" fmla="*/ 13 w 16"/>
                <a:gd name="T3" fmla="*/ 15 h 18"/>
                <a:gd name="T4" fmla="*/ 15 w 16"/>
                <a:gd name="T5" fmla="*/ 10 h 18"/>
                <a:gd name="T6" fmla="*/ 13 w 16"/>
                <a:gd name="T7" fmla="*/ 3 h 18"/>
                <a:gd name="T8" fmla="*/ 9 w 16"/>
                <a:gd name="T9" fmla="*/ 0 h 18"/>
                <a:gd name="T10" fmla="*/ 3 w 16"/>
                <a:gd name="T11" fmla="*/ 2 h 18"/>
                <a:gd name="T12" fmla="*/ 0 w 16"/>
                <a:gd name="T13" fmla="*/ 7 h 18"/>
                <a:gd name="T14" fmla="*/ 3 w 16"/>
                <a:gd name="T15" fmla="*/ 14 h 18"/>
                <a:gd name="T16" fmla="*/ 7 w 16"/>
                <a:gd name="T17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8">
                  <a:moveTo>
                    <a:pt x="7" y="17"/>
                  </a:moveTo>
                  <a:cubicBezTo>
                    <a:pt x="13" y="15"/>
                    <a:pt x="13" y="15"/>
                    <a:pt x="13" y="15"/>
                  </a:cubicBezTo>
                  <a:cubicBezTo>
                    <a:pt x="15" y="15"/>
                    <a:pt x="16" y="13"/>
                    <a:pt x="15" y="10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7"/>
                    <a:pt x="5" y="18"/>
                    <a:pt x="7" y="17"/>
                  </a:cubicBezTo>
                  <a:close/>
                </a:path>
              </a:pathLst>
            </a:custGeom>
            <a:solidFill>
              <a:srgbClr val="F9A3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任意多边形 21">
              <a:extLst>
                <a:ext uri="{FF2B5EF4-FFF2-40B4-BE49-F238E27FC236}">
                  <a16:creationId xmlns:a16="http://schemas.microsoft.com/office/drawing/2014/main" id="{1F3DE79F-5270-F543-BF73-7C9770254086}"/>
                </a:ext>
              </a:extLst>
            </p:cNvPr>
            <p:cNvSpPr/>
            <p:nvPr/>
          </p:nvSpPr>
          <p:spPr bwMode="auto">
            <a:xfrm>
              <a:off x="4016375" y="3736975"/>
              <a:ext cx="263525" cy="263525"/>
            </a:xfrm>
            <a:custGeom>
              <a:avLst/>
              <a:gdLst>
                <a:gd name="T0" fmla="*/ 33 w 33"/>
                <a:gd name="T1" fmla="*/ 23 h 33"/>
                <a:gd name="T2" fmla="*/ 17 w 33"/>
                <a:gd name="T3" fmla="*/ 33 h 33"/>
                <a:gd name="T4" fmla="*/ 1 w 33"/>
                <a:gd name="T5" fmla="*/ 16 h 33"/>
                <a:gd name="T6" fmla="*/ 17 w 33"/>
                <a:gd name="T7" fmla="*/ 0 h 33"/>
                <a:gd name="T8" fmla="*/ 33 w 33"/>
                <a:gd name="T9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3">
                  <a:moveTo>
                    <a:pt x="33" y="23"/>
                  </a:moveTo>
                  <a:cubicBezTo>
                    <a:pt x="33" y="32"/>
                    <a:pt x="26" y="32"/>
                    <a:pt x="17" y="33"/>
                  </a:cubicBezTo>
                  <a:cubicBezTo>
                    <a:pt x="8" y="33"/>
                    <a:pt x="1" y="25"/>
                    <a:pt x="1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14"/>
                    <a:pt x="33" y="23"/>
                  </a:cubicBezTo>
                  <a:close/>
                </a:path>
              </a:pathLst>
            </a:custGeom>
            <a:solidFill>
              <a:srgbClr val="FFB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任意多边形 23">
              <a:extLst>
                <a:ext uri="{FF2B5EF4-FFF2-40B4-BE49-F238E27FC236}">
                  <a16:creationId xmlns:a16="http://schemas.microsoft.com/office/drawing/2014/main" id="{A01C0EEC-BBD8-F542-8C3C-6B8A609143EA}"/>
                </a:ext>
              </a:extLst>
            </p:cNvPr>
            <p:cNvSpPr/>
            <p:nvPr/>
          </p:nvSpPr>
          <p:spPr bwMode="auto">
            <a:xfrm>
              <a:off x="4024313" y="4632325"/>
              <a:ext cx="560388" cy="879475"/>
            </a:xfrm>
            <a:custGeom>
              <a:avLst/>
              <a:gdLst>
                <a:gd name="T0" fmla="*/ 21 w 70"/>
                <a:gd name="T1" fmla="*/ 0 h 110"/>
                <a:gd name="T2" fmla="*/ 70 w 70"/>
                <a:gd name="T3" fmla="*/ 0 h 110"/>
                <a:gd name="T4" fmla="*/ 70 w 70"/>
                <a:gd name="T5" fmla="*/ 110 h 110"/>
                <a:gd name="T6" fmla="*/ 60 w 70"/>
                <a:gd name="T7" fmla="*/ 110 h 110"/>
                <a:gd name="T8" fmla="*/ 50 w 70"/>
                <a:gd name="T9" fmla="*/ 26 h 110"/>
                <a:gd name="T10" fmla="*/ 43 w 70"/>
                <a:gd name="T11" fmla="*/ 26 h 110"/>
                <a:gd name="T12" fmla="*/ 44 w 70"/>
                <a:gd name="T13" fmla="*/ 68 h 110"/>
                <a:gd name="T14" fmla="*/ 5 w 70"/>
                <a:gd name="T15" fmla="*/ 102 h 110"/>
                <a:gd name="T16" fmla="*/ 0 w 70"/>
                <a:gd name="T17" fmla="*/ 94 h 110"/>
                <a:gd name="T18" fmla="*/ 26 w 70"/>
                <a:gd name="T19" fmla="*/ 60 h 110"/>
                <a:gd name="T20" fmla="*/ 21 w 70"/>
                <a:gd name="T21" fmla="*/ 9 h 110"/>
                <a:gd name="T22" fmla="*/ 21 w 70"/>
                <a:gd name="T23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10">
                  <a:moveTo>
                    <a:pt x="21" y="0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60" y="110"/>
                    <a:pt x="53" y="56"/>
                    <a:pt x="50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6" y="60"/>
                    <a:pt x="21" y="17"/>
                    <a:pt x="21" y="9"/>
                  </a:cubicBezTo>
                  <a:cubicBezTo>
                    <a:pt x="21" y="8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4C73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任意多边形 24">
              <a:extLst>
                <a:ext uri="{FF2B5EF4-FFF2-40B4-BE49-F238E27FC236}">
                  <a16:creationId xmlns:a16="http://schemas.microsoft.com/office/drawing/2014/main" id="{33FB8F02-5BC4-C34A-A46D-99C8755A76F3}"/>
                </a:ext>
              </a:extLst>
            </p:cNvPr>
            <p:cNvSpPr/>
            <p:nvPr/>
          </p:nvSpPr>
          <p:spPr bwMode="auto">
            <a:xfrm>
              <a:off x="4503738" y="5511800"/>
              <a:ext cx="176213" cy="55563"/>
            </a:xfrm>
            <a:custGeom>
              <a:avLst/>
              <a:gdLst>
                <a:gd name="T0" fmla="*/ 10 w 22"/>
                <a:gd name="T1" fmla="*/ 0 h 7"/>
                <a:gd name="T2" fmla="*/ 0 w 22"/>
                <a:gd name="T3" fmla="*/ 0 h 7"/>
                <a:gd name="T4" fmla="*/ 0 w 22"/>
                <a:gd name="T5" fmla="*/ 7 h 7"/>
                <a:gd name="T6" fmla="*/ 20 w 22"/>
                <a:gd name="T7" fmla="*/ 7 h 7"/>
                <a:gd name="T8" fmla="*/ 20 w 22"/>
                <a:gd name="T9" fmla="*/ 3 h 7"/>
                <a:gd name="T10" fmla="*/ 10 w 22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7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7"/>
                    <a:pt x="22" y="4"/>
                    <a:pt x="20" y="3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任意多边形 25">
              <a:extLst>
                <a:ext uri="{FF2B5EF4-FFF2-40B4-BE49-F238E27FC236}">
                  <a16:creationId xmlns:a16="http://schemas.microsoft.com/office/drawing/2014/main" id="{1988A937-8611-3A42-851D-9FC994AE60E9}"/>
                </a:ext>
              </a:extLst>
            </p:cNvPr>
            <p:cNvSpPr/>
            <p:nvPr/>
          </p:nvSpPr>
          <p:spPr bwMode="auto">
            <a:xfrm>
              <a:off x="3976688" y="5383213"/>
              <a:ext cx="111125" cy="168275"/>
            </a:xfrm>
            <a:custGeom>
              <a:avLst/>
              <a:gdLst>
                <a:gd name="T0" fmla="*/ 11 w 14"/>
                <a:gd name="T1" fmla="*/ 8 h 21"/>
                <a:gd name="T2" fmla="*/ 6 w 14"/>
                <a:gd name="T3" fmla="*/ 0 h 21"/>
                <a:gd name="T4" fmla="*/ 0 w 14"/>
                <a:gd name="T5" fmla="*/ 4 h 21"/>
                <a:gd name="T6" fmla="*/ 10 w 14"/>
                <a:gd name="T7" fmla="*/ 20 h 21"/>
                <a:gd name="T8" fmla="*/ 14 w 14"/>
                <a:gd name="T9" fmla="*/ 19 h 21"/>
                <a:gd name="T10" fmla="*/ 11 w 14"/>
                <a:gd name="T11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1">
                  <a:moveTo>
                    <a:pt x="11" y="8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1" y="21"/>
                    <a:pt x="14" y="20"/>
                    <a:pt x="14" y="19"/>
                  </a:cubicBezTo>
                  <a:lnTo>
                    <a:pt x="11" y="8"/>
                  </a:lnTo>
                  <a:close/>
                </a:path>
              </a:pathLst>
            </a:cu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任意多边形 26">
              <a:extLst>
                <a:ext uri="{FF2B5EF4-FFF2-40B4-BE49-F238E27FC236}">
                  <a16:creationId xmlns:a16="http://schemas.microsoft.com/office/drawing/2014/main" id="{286B51FB-9B57-9A45-9541-356FB656CE54}"/>
                </a:ext>
              </a:extLst>
            </p:cNvPr>
            <p:cNvSpPr/>
            <p:nvPr/>
          </p:nvSpPr>
          <p:spPr bwMode="auto">
            <a:xfrm>
              <a:off x="3992563" y="4087813"/>
              <a:ext cx="742950" cy="481013"/>
            </a:xfrm>
            <a:custGeom>
              <a:avLst/>
              <a:gdLst>
                <a:gd name="T0" fmla="*/ 10 w 93"/>
                <a:gd name="T1" fmla="*/ 0 h 60"/>
                <a:gd name="T2" fmla="*/ 50 w 93"/>
                <a:gd name="T3" fmla="*/ 38 h 60"/>
                <a:gd name="T4" fmla="*/ 93 w 93"/>
                <a:gd name="T5" fmla="*/ 50 h 60"/>
                <a:gd name="T6" fmla="*/ 92 w 93"/>
                <a:gd name="T7" fmla="*/ 60 h 60"/>
                <a:gd name="T8" fmla="*/ 41 w 93"/>
                <a:gd name="T9" fmla="*/ 54 h 60"/>
                <a:gd name="T10" fmla="*/ 4 w 93"/>
                <a:gd name="T11" fmla="*/ 16 h 60"/>
                <a:gd name="T12" fmla="*/ 10 w 93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60">
                  <a:moveTo>
                    <a:pt x="10" y="0"/>
                  </a:moveTo>
                  <a:cubicBezTo>
                    <a:pt x="50" y="38"/>
                    <a:pt x="50" y="38"/>
                    <a:pt x="50" y="38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41" y="54"/>
                    <a:pt x="9" y="26"/>
                    <a:pt x="4" y="16"/>
                  </a:cubicBezTo>
                  <a:cubicBezTo>
                    <a:pt x="0" y="7"/>
                    <a:pt x="3" y="0"/>
                    <a:pt x="10" y="0"/>
                  </a:cubicBezTo>
                  <a:close/>
                </a:path>
              </a:pathLst>
            </a:custGeom>
            <a:solidFill>
              <a:srgbClr val="A2F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任意多边形 27">
              <a:extLst>
                <a:ext uri="{FF2B5EF4-FFF2-40B4-BE49-F238E27FC236}">
                  <a16:creationId xmlns:a16="http://schemas.microsoft.com/office/drawing/2014/main" id="{A950B99B-D94A-8A4F-862C-1C9279C5FB45}"/>
                </a:ext>
              </a:extLst>
            </p:cNvPr>
            <p:cNvSpPr/>
            <p:nvPr/>
          </p:nvSpPr>
          <p:spPr bwMode="auto">
            <a:xfrm>
              <a:off x="4727575" y="4471988"/>
              <a:ext cx="152400" cy="104775"/>
            </a:xfrm>
            <a:custGeom>
              <a:avLst/>
              <a:gdLst>
                <a:gd name="T0" fmla="*/ 1 w 19"/>
                <a:gd name="T1" fmla="*/ 2 h 13"/>
                <a:gd name="T2" fmla="*/ 0 w 19"/>
                <a:gd name="T3" fmla="*/ 12 h 13"/>
                <a:gd name="T4" fmla="*/ 15 w 19"/>
                <a:gd name="T5" fmla="*/ 11 h 13"/>
                <a:gd name="T6" fmla="*/ 17 w 19"/>
                <a:gd name="T7" fmla="*/ 2 h 13"/>
                <a:gd name="T8" fmla="*/ 1 w 19"/>
                <a:gd name="T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3">
                  <a:moveTo>
                    <a:pt x="1" y="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13" y="13"/>
                    <a:pt x="15" y="11"/>
                  </a:cubicBezTo>
                  <a:cubicBezTo>
                    <a:pt x="19" y="6"/>
                    <a:pt x="19" y="3"/>
                    <a:pt x="17" y="2"/>
                  </a:cubicBezTo>
                  <a:cubicBezTo>
                    <a:pt x="14" y="0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9A3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任意多边形 28">
              <a:extLst>
                <a:ext uri="{FF2B5EF4-FFF2-40B4-BE49-F238E27FC236}">
                  <a16:creationId xmlns:a16="http://schemas.microsoft.com/office/drawing/2014/main" id="{883E60A9-84BB-534C-B497-904B6740FE29}"/>
                </a:ext>
              </a:extLst>
            </p:cNvPr>
            <p:cNvSpPr/>
            <p:nvPr/>
          </p:nvSpPr>
          <p:spPr bwMode="auto">
            <a:xfrm>
              <a:off x="4024313" y="4240213"/>
              <a:ext cx="560388" cy="320675"/>
            </a:xfrm>
            <a:custGeom>
              <a:avLst/>
              <a:gdLst>
                <a:gd name="T0" fmla="*/ 353 w 353"/>
                <a:gd name="T1" fmla="*/ 202 h 202"/>
                <a:gd name="T2" fmla="*/ 176 w 353"/>
                <a:gd name="T3" fmla="*/ 181 h 202"/>
                <a:gd name="T4" fmla="*/ 0 w 353"/>
                <a:gd name="T5" fmla="*/ 0 h 202"/>
                <a:gd name="T6" fmla="*/ 5 w 353"/>
                <a:gd name="T7" fmla="*/ 0 h 202"/>
                <a:gd name="T8" fmla="*/ 181 w 353"/>
                <a:gd name="T9" fmla="*/ 176 h 202"/>
                <a:gd name="T10" fmla="*/ 353 w 353"/>
                <a:gd name="T11" fmla="*/ 202 h 202"/>
                <a:gd name="T12" fmla="*/ 353 w 353"/>
                <a:gd name="T13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3" h="202">
                  <a:moveTo>
                    <a:pt x="353" y="202"/>
                  </a:moveTo>
                  <a:lnTo>
                    <a:pt x="176" y="18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81" y="176"/>
                  </a:lnTo>
                  <a:lnTo>
                    <a:pt x="353" y="202"/>
                  </a:lnTo>
                  <a:lnTo>
                    <a:pt x="353" y="202"/>
                  </a:lnTo>
                  <a:close/>
                </a:path>
              </a:pathLst>
            </a:cu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任意多边形 29">
              <a:extLst>
                <a:ext uri="{FF2B5EF4-FFF2-40B4-BE49-F238E27FC236}">
                  <a16:creationId xmlns:a16="http://schemas.microsoft.com/office/drawing/2014/main" id="{9126BF34-103D-014D-823A-2C912F551847}"/>
                </a:ext>
              </a:extLst>
            </p:cNvPr>
            <p:cNvSpPr/>
            <p:nvPr/>
          </p:nvSpPr>
          <p:spPr bwMode="auto">
            <a:xfrm>
              <a:off x="4200525" y="4216400"/>
              <a:ext cx="368300" cy="223838"/>
            </a:xfrm>
            <a:custGeom>
              <a:avLst/>
              <a:gdLst>
                <a:gd name="T0" fmla="*/ 232 w 232"/>
                <a:gd name="T1" fmla="*/ 141 h 141"/>
                <a:gd name="T2" fmla="*/ 121 w 232"/>
                <a:gd name="T3" fmla="*/ 111 h 141"/>
                <a:gd name="T4" fmla="*/ 0 w 232"/>
                <a:gd name="T5" fmla="*/ 5 h 141"/>
                <a:gd name="T6" fmla="*/ 5 w 232"/>
                <a:gd name="T7" fmla="*/ 0 h 141"/>
                <a:gd name="T8" fmla="*/ 121 w 232"/>
                <a:gd name="T9" fmla="*/ 106 h 141"/>
                <a:gd name="T10" fmla="*/ 232 w 232"/>
                <a:gd name="T11" fmla="*/ 136 h 141"/>
                <a:gd name="T12" fmla="*/ 232 w 232"/>
                <a:gd name="T13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141">
                  <a:moveTo>
                    <a:pt x="232" y="141"/>
                  </a:moveTo>
                  <a:lnTo>
                    <a:pt x="121" y="111"/>
                  </a:lnTo>
                  <a:lnTo>
                    <a:pt x="0" y="5"/>
                  </a:lnTo>
                  <a:lnTo>
                    <a:pt x="5" y="0"/>
                  </a:lnTo>
                  <a:lnTo>
                    <a:pt x="121" y="106"/>
                  </a:lnTo>
                  <a:lnTo>
                    <a:pt x="232" y="136"/>
                  </a:lnTo>
                  <a:lnTo>
                    <a:pt x="232" y="141"/>
                  </a:lnTo>
                  <a:close/>
                </a:path>
              </a:pathLst>
            </a:cu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任意多边形 30">
              <a:extLst>
                <a:ext uri="{FF2B5EF4-FFF2-40B4-BE49-F238E27FC236}">
                  <a16:creationId xmlns:a16="http://schemas.microsoft.com/office/drawing/2014/main" id="{8DE4709D-0B50-3044-94D4-B6F154CA3981}"/>
                </a:ext>
              </a:extLst>
            </p:cNvPr>
            <p:cNvSpPr/>
            <p:nvPr/>
          </p:nvSpPr>
          <p:spPr bwMode="auto">
            <a:xfrm>
              <a:off x="3968750" y="3656013"/>
              <a:ext cx="334963" cy="328613"/>
            </a:xfrm>
            <a:custGeom>
              <a:avLst/>
              <a:gdLst>
                <a:gd name="T0" fmla="*/ 11 w 42"/>
                <a:gd name="T1" fmla="*/ 38 h 41"/>
                <a:gd name="T2" fmla="*/ 7 w 42"/>
                <a:gd name="T3" fmla="*/ 16 h 41"/>
                <a:gd name="T4" fmla="*/ 25 w 42"/>
                <a:gd name="T5" fmla="*/ 8 h 41"/>
                <a:gd name="T6" fmla="*/ 31 w 42"/>
                <a:gd name="T7" fmla="*/ 2 h 41"/>
                <a:gd name="T8" fmla="*/ 37 w 42"/>
                <a:gd name="T9" fmla="*/ 17 h 41"/>
                <a:gd name="T10" fmla="*/ 18 w 42"/>
                <a:gd name="T11" fmla="*/ 23 h 41"/>
                <a:gd name="T12" fmla="*/ 19 w 42"/>
                <a:gd name="T13" fmla="*/ 30 h 41"/>
                <a:gd name="T14" fmla="*/ 21 w 42"/>
                <a:gd name="T15" fmla="*/ 34 h 41"/>
                <a:gd name="T16" fmla="*/ 14 w 42"/>
                <a:gd name="T17" fmla="*/ 32 h 41"/>
                <a:gd name="T18" fmla="*/ 11 w 42"/>
                <a:gd name="T19" fmla="*/ 3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41">
                  <a:moveTo>
                    <a:pt x="11" y="38"/>
                  </a:moveTo>
                  <a:cubicBezTo>
                    <a:pt x="10" y="41"/>
                    <a:pt x="0" y="26"/>
                    <a:pt x="7" y="16"/>
                  </a:cubicBezTo>
                  <a:cubicBezTo>
                    <a:pt x="14" y="7"/>
                    <a:pt x="22" y="9"/>
                    <a:pt x="25" y="8"/>
                  </a:cubicBezTo>
                  <a:cubicBezTo>
                    <a:pt x="33" y="6"/>
                    <a:pt x="30" y="3"/>
                    <a:pt x="31" y="2"/>
                  </a:cubicBezTo>
                  <a:cubicBezTo>
                    <a:pt x="32" y="0"/>
                    <a:pt x="42" y="9"/>
                    <a:pt x="37" y="17"/>
                  </a:cubicBezTo>
                  <a:cubicBezTo>
                    <a:pt x="32" y="24"/>
                    <a:pt x="25" y="22"/>
                    <a:pt x="18" y="23"/>
                  </a:cubicBezTo>
                  <a:cubicBezTo>
                    <a:pt x="14" y="23"/>
                    <a:pt x="16" y="28"/>
                    <a:pt x="19" y="30"/>
                  </a:cubicBezTo>
                  <a:cubicBezTo>
                    <a:pt x="22" y="32"/>
                    <a:pt x="23" y="33"/>
                    <a:pt x="21" y="34"/>
                  </a:cubicBezTo>
                  <a:cubicBezTo>
                    <a:pt x="20" y="35"/>
                    <a:pt x="18" y="35"/>
                    <a:pt x="14" y="32"/>
                  </a:cubicBezTo>
                  <a:cubicBezTo>
                    <a:pt x="11" y="30"/>
                    <a:pt x="11" y="37"/>
                    <a:pt x="11" y="38"/>
                  </a:cubicBezTo>
                  <a:close/>
                </a:path>
              </a:pathLst>
            </a:custGeom>
            <a:solidFill>
              <a:srgbClr val="4C73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任意多边形 31">
              <a:extLst>
                <a:ext uri="{FF2B5EF4-FFF2-40B4-BE49-F238E27FC236}">
                  <a16:creationId xmlns:a16="http://schemas.microsoft.com/office/drawing/2014/main" id="{97781229-B671-8446-B690-754B004D1B74}"/>
                </a:ext>
              </a:extLst>
            </p:cNvPr>
            <p:cNvSpPr/>
            <p:nvPr/>
          </p:nvSpPr>
          <p:spPr bwMode="auto">
            <a:xfrm>
              <a:off x="7583488" y="3992563"/>
              <a:ext cx="584200" cy="639763"/>
            </a:xfrm>
            <a:custGeom>
              <a:avLst/>
              <a:gdLst>
                <a:gd name="T0" fmla="*/ 48 w 73"/>
                <a:gd name="T1" fmla="*/ 80 h 80"/>
                <a:gd name="T2" fmla="*/ 0 w 73"/>
                <a:gd name="T3" fmla="*/ 80 h 80"/>
                <a:gd name="T4" fmla="*/ 14 w 73"/>
                <a:gd name="T5" fmla="*/ 18 h 80"/>
                <a:gd name="T6" fmla="*/ 30 w 73"/>
                <a:gd name="T7" fmla="*/ 1 h 80"/>
                <a:gd name="T8" fmla="*/ 65 w 73"/>
                <a:gd name="T9" fmla="*/ 12 h 80"/>
                <a:gd name="T10" fmla="*/ 71 w 73"/>
                <a:gd name="T11" fmla="*/ 24 h 80"/>
                <a:gd name="T12" fmla="*/ 48 w 73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80">
                  <a:moveTo>
                    <a:pt x="48" y="8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7"/>
                    <a:pt x="25" y="0"/>
                    <a:pt x="30" y="1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70" y="13"/>
                    <a:pt x="73" y="19"/>
                    <a:pt x="71" y="24"/>
                  </a:cubicBezTo>
                  <a:lnTo>
                    <a:pt x="48" y="80"/>
                  </a:lnTo>
                  <a:close/>
                </a:path>
              </a:pathLst>
            </a:custGeom>
            <a:solidFill>
              <a:srgbClr val="4C73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任意多边形 32">
              <a:extLst>
                <a:ext uri="{FF2B5EF4-FFF2-40B4-BE49-F238E27FC236}">
                  <a16:creationId xmlns:a16="http://schemas.microsoft.com/office/drawing/2014/main" id="{83106DFB-4177-7D49-B054-B466FA4EF41C}"/>
                </a:ext>
              </a:extLst>
            </p:cNvPr>
            <p:cNvSpPr/>
            <p:nvPr/>
          </p:nvSpPr>
          <p:spPr bwMode="auto">
            <a:xfrm>
              <a:off x="7920038" y="3944938"/>
              <a:ext cx="127000" cy="142875"/>
            </a:xfrm>
            <a:custGeom>
              <a:avLst/>
              <a:gdLst>
                <a:gd name="T0" fmla="*/ 9 w 16"/>
                <a:gd name="T1" fmla="*/ 17 h 18"/>
                <a:gd name="T2" fmla="*/ 2 w 16"/>
                <a:gd name="T3" fmla="*/ 15 h 18"/>
                <a:gd name="T4" fmla="*/ 0 w 16"/>
                <a:gd name="T5" fmla="*/ 10 h 18"/>
                <a:gd name="T6" fmla="*/ 2 w 16"/>
                <a:gd name="T7" fmla="*/ 3 h 18"/>
                <a:gd name="T8" fmla="*/ 7 w 16"/>
                <a:gd name="T9" fmla="*/ 0 h 18"/>
                <a:gd name="T10" fmla="*/ 13 w 16"/>
                <a:gd name="T11" fmla="*/ 2 h 18"/>
                <a:gd name="T12" fmla="*/ 15 w 16"/>
                <a:gd name="T13" fmla="*/ 7 h 18"/>
                <a:gd name="T14" fmla="*/ 13 w 16"/>
                <a:gd name="T15" fmla="*/ 14 h 18"/>
                <a:gd name="T16" fmla="*/ 9 w 16"/>
                <a:gd name="T17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8">
                  <a:moveTo>
                    <a:pt x="9" y="17"/>
                  </a:move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5" y="0"/>
                    <a:pt x="7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3"/>
                    <a:pt x="16" y="5"/>
                    <a:pt x="15" y="7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7"/>
                    <a:pt x="10" y="18"/>
                    <a:pt x="9" y="17"/>
                  </a:cubicBezTo>
                  <a:close/>
                </a:path>
              </a:pathLst>
            </a:custGeom>
            <a:solidFill>
              <a:srgbClr val="F9A3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任意多边形 33">
              <a:extLst>
                <a:ext uri="{FF2B5EF4-FFF2-40B4-BE49-F238E27FC236}">
                  <a16:creationId xmlns:a16="http://schemas.microsoft.com/office/drawing/2014/main" id="{CC7213E4-9B9A-2249-AEEC-6A9E356DC864}"/>
                </a:ext>
              </a:extLst>
            </p:cNvPr>
            <p:cNvSpPr/>
            <p:nvPr/>
          </p:nvSpPr>
          <p:spPr bwMode="auto">
            <a:xfrm>
              <a:off x="7878763" y="3736975"/>
              <a:ext cx="265113" cy="263525"/>
            </a:xfrm>
            <a:custGeom>
              <a:avLst/>
              <a:gdLst>
                <a:gd name="T0" fmla="*/ 1 w 33"/>
                <a:gd name="T1" fmla="*/ 23 h 33"/>
                <a:gd name="T2" fmla="*/ 17 w 33"/>
                <a:gd name="T3" fmla="*/ 33 h 33"/>
                <a:gd name="T4" fmla="*/ 33 w 33"/>
                <a:gd name="T5" fmla="*/ 16 h 33"/>
                <a:gd name="T6" fmla="*/ 17 w 33"/>
                <a:gd name="T7" fmla="*/ 0 h 33"/>
                <a:gd name="T8" fmla="*/ 1 w 33"/>
                <a:gd name="T9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3">
                  <a:moveTo>
                    <a:pt x="1" y="23"/>
                  </a:moveTo>
                  <a:cubicBezTo>
                    <a:pt x="0" y="32"/>
                    <a:pt x="8" y="32"/>
                    <a:pt x="17" y="33"/>
                  </a:cubicBezTo>
                  <a:cubicBezTo>
                    <a:pt x="26" y="33"/>
                    <a:pt x="33" y="25"/>
                    <a:pt x="33" y="16"/>
                  </a:cubicBezTo>
                  <a:cubicBezTo>
                    <a:pt x="33" y="7"/>
                    <a:pt x="26" y="0"/>
                    <a:pt x="17" y="0"/>
                  </a:cubicBezTo>
                  <a:cubicBezTo>
                    <a:pt x="8" y="0"/>
                    <a:pt x="1" y="14"/>
                    <a:pt x="1" y="23"/>
                  </a:cubicBezTo>
                  <a:close/>
                </a:path>
              </a:pathLst>
            </a:custGeom>
            <a:solidFill>
              <a:srgbClr val="FFB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任意多边形 35">
              <a:extLst>
                <a:ext uri="{FF2B5EF4-FFF2-40B4-BE49-F238E27FC236}">
                  <a16:creationId xmlns:a16="http://schemas.microsoft.com/office/drawing/2014/main" id="{361B5107-8978-4F4C-BA28-9A9296ECC4B7}"/>
                </a:ext>
              </a:extLst>
            </p:cNvPr>
            <p:cNvSpPr/>
            <p:nvPr/>
          </p:nvSpPr>
          <p:spPr bwMode="auto">
            <a:xfrm>
              <a:off x="7583488" y="4632325"/>
              <a:ext cx="560388" cy="879475"/>
            </a:xfrm>
            <a:custGeom>
              <a:avLst/>
              <a:gdLst>
                <a:gd name="T0" fmla="*/ 48 w 70"/>
                <a:gd name="T1" fmla="*/ 0 h 110"/>
                <a:gd name="T2" fmla="*/ 0 w 70"/>
                <a:gd name="T3" fmla="*/ 0 h 110"/>
                <a:gd name="T4" fmla="*/ 0 w 70"/>
                <a:gd name="T5" fmla="*/ 110 h 110"/>
                <a:gd name="T6" fmla="*/ 10 w 70"/>
                <a:gd name="T7" fmla="*/ 110 h 110"/>
                <a:gd name="T8" fmla="*/ 20 w 70"/>
                <a:gd name="T9" fmla="*/ 26 h 110"/>
                <a:gd name="T10" fmla="*/ 26 w 70"/>
                <a:gd name="T11" fmla="*/ 26 h 110"/>
                <a:gd name="T12" fmla="*/ 26 w 70"/>
                <a:gd name="T13" fmla="*/ 68 h 110"/>
                <a:gd name="T14" fmla="*/ 65 w 70"/>
                <a:gd name="T15" fmla="*/ 102 h 110"/>
                <a:gd name="T16" fmla="*/ 70 w 70"/>
                <a:gd name="T17" fmla="*/ 94 h 110"/>
                <a:gd name="T18" fmla="*/ 44 w 70"/>
                <a:gd name="T19" fmla="*/ 60 h 110"/>
                <a:gd name="T20" fmla="*/ 49 w 70"/>
                <a:gd name="T21" fmla="*/ 9 h 110"/>
                <a:gd name="T22" fmla="*/ 48 w 70"/>
                <a:gd name="T23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10">
                  <a:moveTo>
                    <a:pt x="4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10" y="110"/>
                    <a:pt x="10" y="110"/>
                    <a:pt x="10" y="110"/>
                  </a:cubicBezTo>
                  <a:cubicBezTo>
                    <a:pt x="10" y="110"/>
                    <a:pt x="17" y="56"/>
                    <a:pt x="20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65" y="102"/>
                    <a:pt x="65" y="102"/>
                    <a:pt x="65" y="102"/>
                  </a:cubicBezTo>
                  <a:cubicBezTo>
                    <a:pt x="70" y="94"/>
                    <a:pt x="70" y="94"/>
                    <a:pt x="70" y="94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60"/>
                    <a:pt x="49" y="17"/>
                    <a:pt x="49" y="9"/>
                  </a:cubicBezTo>
                  <a:cubicBezTo>
                    <a:pt x="49" y="8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FF5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任意多边形 36">
              <a:extLst>
                <a:ext uri="{FF2B5EF4-FFF2-40B4-BE49-F238E27FC236}">
                  <a16:creationId xmlns:a16="http://schemas.microsoft.com/office/drawing/2014/main" id="{6551E953-ED23-C041-A6CD-A249A4D752A1}"/>
                </a:ext>
              </a:extLst>
            </p:cNvPr>
            <p:cNvSpPr/>
            <p:nvPr/>
          </p:nvSpPr>
          <p:spPr bwMode="auto">
            <a:xfrm>
              <a:off x="7486650" y="5511800"/>
              <a:ext cx="176213" cy="55563"/>
            </a:xfrm>
            <a:custGeom>
              <a:avLst/>
              <a:gdLst>
                <a:gd name="T0" fmla="*/ 12 w 22"/>
                <a:gd name="T1" fmla="*/ 0 h 7"/>
                <a:gd name="T2" fmla="*/ 22 w 22"/>
                <a:gd name="T3" fmla="*/ 0 h 7"/>
                <a:gd name="T4" fmla="*/ 22 w 22"/>
                <a:gd name="T5" fmla="*/ 7 h 7"/>
                <a:gd name="T6" fmla="*/ 2 w 22"/>
                <a:gd name="T7" fmla="*/ 7 h 7"/>
                <a:gd name="T8" fmla="*/ 1 w 22"/>
                <a:gd name="T9" fmla="*/ 3 h 7"/>
                <a:gd name="T10" fmla="*/ 12 w 22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7">
                  <a:moveTo>
                    <a:pt x="1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0" y="4"/>
                    <a:pt x="1" y="3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8CB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任意多边形 37">
              <a:extLst>
                <a:ext uri="{FF2B5EF4-FFF2-40B4-BE49-F238E27FC236}">
                  <a16:creationId xmlns:a16="http://schemas.microsoft.com/office/drawing/2014/main" id="{EDFD58BA-0E2B-AF44-BA94-5F2B8EE264F8}"/>
                </a:ext>
              </a:extLst>
            </p:cNvPr>
            <p:cNvSpPr/>
            <p:nvPr/>
          </p:nvSpPr>
          <p:spPr bwMode="auto">
            <a:xfrm>
              <a:off x="8078788" y="5383213"/>
              <a:ext cx="112713" cy="168275"/>
            </a:xfrm>
            <a:custGeom>
              <a:avLst/>
              <a:gdLst>
                <a:gd name="T0" fmla="*/ 3 w 14"/>
                <a:gd name="T1" fmla="*/ 8 h 21"/>
                <a:gd name="T2" fmla="*/ 8 w 14"/>
                <a:gd name="T3" fmla="*/ 0 h 21"/>
                <a:gd name="T4" fmla="*/ 14 w 14"/>
                <a:gd name="T5" fmla="*/ 4 h 21"/>
                <a:gd name="T6" fmla="*/ 3 w 14"/>
                <a:gd name="T7" fmla="*/ 20 h 21"/>
                <a:gd name="T8" fmla="*/ 0 w 14"/>
                <a:gd name="T9" fmla="*/ 19 h 21"/>
                <a:gd name="T10" fmla="*/ 3 w 14"/>
                <a:gd name="T11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1">
                  <a:moveTo>
                    <a:pt x="3" y="8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1"/>
                    <a:pt x="0" y="20"/>
                    <a:pt x="0" y="19"/>
                  </a:cubicBezTo>
                  <a:lnTo>
                    <a:pt x="3" y="8"/>
                  </a:lnTo>
                  <a:close/>
                </a:path>
              </a:pathLst>
            </a:custGeom>
            <a:solidFill>
              <a:srgbClr val="8CB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任意多边形 38">
              <a:extLst>
                <a:ext uri="{FF2B5EF4-FFF2-40B4-BE49-F238E27FC236}">
                  <a16:creationId xmlns:a16="http://schemas.microsoft.com/office/drawing/2014/main" id="{C01A4E76-35C3-BE44-A484-C1ECD7057638}"/>
                </a:ext>
              </a:extLst>
            </p:cNvPr>
            <p:cNvSpPr/>
            <p:nvPr/>
          </p:nvSpPr>
          <p:spPr bwMode="auto">
            <a:xfrm>
              <a:off x="7423150" y="4087813"/>
              <a:ext cx="752475" cy="481013"/>
            </a:xfrm>
            <a:custGeom>
              <a:avLst/>
              <a:gdLst>
                <a:gd name="T0" fmla="*/ 84 w 94"/>
                <a:gd name="T1" fmla="*/ 0 h 60"/>
                <a:gd name="T2" fmla="*/ 44 w 94"/>
                <a:gd name="T3" fmla="*/ 38 h 60"/>
                <a:gd name="T4" fmla="*/ 0 w 94"/>
                <a:gd name="T5" fmla="*/ 50 h 60"/>
                <a:gd name="T6" fmla="*/ 2 w 94"/>
                <a:gd name="T7" fmla="*/ 60 h 60"/>
                <a:gd name="T8" fmla="*/ 53 w 94"/>
                <a:gd name="T9" fmla="*/ 54 h 60"/>
                <a:gd name="T10" fmla="*/ 89 w 94"/>
                <a:gd name="T11" fmla="*/ 16 h 60"/>
                <a:gd name="T12" fmla="*/ 84 w 94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60">
                  <a:moveTo>
                    <a:pt x="84" y="0"/>
                  </a:moveTo>
                  <a:cubicBezTo>
                    <a:pt x="44" y="38"/>
                    <a:pt x="44" y="38"/>
                    <a:pt x="44" y="3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4"/>
                    <a:pt x="85" y="26"/>
                    <a:pt x="89" y="16"/>
                  </a:cubicBezTo>
                  <a:cubicBezTo>
                    <a:pt x="94" y="7"/>
                    <a:pt x="91" y="0"/>
                    <a:pt x="84" y="0"/>
                  </a:cubicBezTo>
                  <a:close/>
                </a:path>
              </a:pathLst>
            </a:custGeom>
            <a:solidFill>
              <a:srgbClr val="608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任意多边形 39">
              <a:extLst>
                <a:ext uri="{FF2B5EF4-FFF2-40B4-BE49-F238E27FC236}">
                  <a16:creationId xmlns:a16="http://schemas.microsoft.com/office/drawing/2014/main" id="{55A64532-713C-6B4A-94EB-BC29D6503E20}"/>
                </a:ext>
              </a:extLst>
            </p:cNvPr>
            <p:cNvSpPr/>
            <p:nvPr/>
          </p:nvSpPr>
          <p:spPr bwMode="auto">
            <a:xfrm>
              <a:off x="7288213" y="4471988"/>
              <a:ext cx="150813" cy="104775"/>
            </a:xfrm>
            <a:custGeom>
              <a:avLst/>
              <a:gdLst>
                <a:gd name="T0" fmla="*/ 17 w 19"/>
                <a:gd name="T1" fmla="*/ 2 h 13"/>
                <a:gd name="T2" fmla="*/ 19 w 19"/>
                <a:gd name="T3" fmla="*/ 12 h 13"/>
                <a:gd name="T4" fmla="*/ 4 w 19"/>
                <a:gd name="T5" fmla="*/ 11 h 13"/>
                <a:gd name="T6" fmla="*/ 2 w 19"/>
                <a:gd name="T7" fmla="*/ 2 h 13"/>
                <a:gd name="T8" fmla="*/ 17 w 19"/>
                <a:gd name="T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3">
                  <a:moveTo>
                    <a:pt x="17" y="2"/>
                  </a:move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5" y="13"/>
                    <a:pt x="4" y="11"/>
                  </a:cubicBezTo>
                  <a:cubicBezTo>
                    <a:pt x="0" y="6"/>
                    <a:pt x="0" y="3"/>
                    <a:pt x="2" y="2"/>
                  </a:cubicBezTo>
                  <a:cubicBezTo>
                    <a:pt x="5" y="0"/>
                    <a:pt x="17" y="2"/>
                    <a:pt x="17" y="2"/>
                  </a:cubicBezTo>
                  <a:close/>
                </a:path>
              </a:pathLst>
            </a:custGeom>
            <a:solidFill>
              <a:srgbClr val="F9A3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任意多边形 40">
              <a:extLst>
                <a:ext uri="{FF2B5EF4-FFF2-40B4-BE49-F238E27FC236}">
                  <a16:creationId xmlns:a16="http://schemas.microsoft.com/office/drawing/2014/main" id="{A9A3AB98-F709-7C45-B0DB-1E7A4557FFC3}"/>
                </a:ext>
              </a:extLst>
            </p:cNvPr>
            <p:cNvSpPr/>
            <p:nvPr/>
          </p:nvSpPr>
          <p:spPr bwMode="auto">
            <a:xfrm>
              <a:off x="7575550" y="4240213"/>
              <a:ext cx="560388" cy="320675"/>
            </a:xfrm>
            <a:custGeom>
              <a:avLst/>
              <a:gdLst>
                <a:gd name="T0" fmla="*/ 0 w 353"/>
                <a:gd name="T1" fmla="*/ 202 h 202"/>
                <a:gd name="T2" fmla="*/ 176 w 353"/>
                <a:gd name="T3" fmla="*/ 181 h 202"/>
                <a:gd name="T4" fmla="*/ 353 w 353"/>
                <a:gd name="T5" fmla="*/ 0 h 202"/>
                <a:gd name="T6" fmla="*/ 353 w 353"/>
                <a:gd name="T7" fmla="*/ 0 h 202"/>
                <a:gd name="T8" fmla="*/ 176 w 353"/>
                <a:gd name="T9" fmla="*/ 176 h 202"/>
                <a:gd name="T10" fmla="*/ 0 w 353"/>
                <a:gd name="T11" fmla="*/ 202 h 202"/>
                <a:gd name="T12" fmla="*/ 0 w 353"/>
                <a:gd name="T13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3" h="202">
                  <a:moveTo>
                    <a:pt x="0" y="202"/>
                  </a:moveTo>
                  <a:lnTo>
                    <a:pt x="176" y="181"/>
                  </a:lnTo>
                  <a:lnTo>
                    <a:pt x="353" y="0"/>
                  </a:lnTo>
                  <a:lnTo>
                    <a:pt x="353" y="0"/>
                  </a:lnTo>
                  <a:lnTo>
                    <a:pt x="176" y="176"/>
                  </a:lnTo>
                  <a:lnTo>
                    <a:pt x="0" y="202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任意多边形 41">
              <a:extLst>
                <a:ext uri="{FF2B5EF4-FFF2-40B4-BE49-F238E27FC236}">
                  <a16:creationId xmlns:a16="http://schemas.microsoft.com/office/drawing/2014/main" id="{888E22DE-577D-C844-99D7-52899741C31A}"/>
                </a:ext>
              </a:extLst>
            </p:cNvPr>
            <p:cNvSpPr/>
            <p:nvPr/>
          </p:nvSpPr>
          <p:spPr bwMode="auto">
            <a:xfrm>
              <a:off x="7599363" y="4216400"/>
              <a:ext cx="368300" cy="223838"/>
            </a:xfrm>
            <a:custGeom>
              <a:avLst/>
              <a:gdLst>
                <a:gd name="T0" fmla="*/ 0 w 232"/>
                <a:gd name="T1" fmla="*/ 141 h 141"/>
                <a:gd name="T2" fmla="*/ 111 w 232"/>
                <a:gd name="T3" fmla="*/ 111 h 141"/>
                <a:gd name="T4" fmla="*/ 232 w 232"/>
                <a:gd name="T5" fmla="*/ 5 h 141"/>
                <a:gd name="T6" fmla="*/ 227 w 232"/>
                <a:gd name="T7" fmla="*/ 0 h 141"/>
                <a:gd name="T8" fmla="*/ 106 w 232"/>
                <a:gd name="T9" fmla="*/ 106 h 141"/>
                <a:gd name="T10" fmla="*/ 0 w 232"/>
                <a:gd name="T11" fmla="*/ 136 h 141"/>
                <a:gd name="T12" fmla="*/ 0 w 232"/>
                <a:gd name="T13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141">
                  <a:moveTo>
                    <a:pt x="0" y="141"/>
                  </a:moveTo>
                  <a:lnTo>
                    <a:pt x="111" y="111"/>
                  </a:lnTo>
                  <a:lnTo>
                    <a:pt x="232" y="5"/>
                  </a:lnTo>
                  <a:lnTo>
                    <a:pt x="227" y="0"/>
                  </a:lnTo>
                  <a:lnTo>
                    <a:pt x="106" y="106"/>
                  </a:lnTo>
                  <a:lnTo>
                    <a:pt x="0" y="136"/>
                  </a:lnTo>
                  <a:lnTo>
                    <a:pt x="0" y="141"/>
                  </a:lnTo>
                  <a:close/>
                </a:path>
              </a:pathLst>
            </a:custGeom>
            <a:solidFill>
              <a:srgbClr val="090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任意多边形 42">
              <a:extLst>
                <a:ext uri="{FF2B5EF4-FFF2-40B4-BE49-F238E27FC236}">
                  <a16:creationId xmlns:a16="http://schemas.microsoft.com/office/drawing/2014/main" id="{7B8EFB64-045B-9D40-9C27-3D3B316E0CB6}"/>
                </a:ext>
              </a:extLst>
            </p:cNvPr>
            <p:cNvSpPr/>
            <p:nvPr/>
          </p:nvSpPr>
          <p:spPr bwMode="auto">
            <a:xfrm>
              <a:off x="7886700" y="3656013"/>
              <a:ext cx="336550" cy="360363"/>
            </a:xfrm>
            <a:custGeom>
              <a:avLst/>
              <a:gdLst>
                <a:gd name="T0" fmla="*/ 4 w 42"/>
                <a:gd name="T1" fmla="*/ 17 h 45"/>
                <a:gd name="T2" fmla="*/ 6 w 42"/>
                <a:gd name="T3" fmla="*/ 4 h 45"/>
                <a:gd name="T4" fmla="*/ 20 w 42"/>
                <a:gd name="T5" fmla="*/ 8 h 45"/>
                <a:gd name="T6" fmla="*/ 33 w 42"/>
                <a:gd name="T7" fmla="*/ 6 h 45"/>
                <a:gd name="T8" fmla="*/ 34 w 42"/>
                <a:gd name="T9" fmla="*/ 19 h 45"/>
                <a:gd name="T10" fmla="*/ 40 w 42"/>
                <a:gd name="T11" fmla="*/ 29 h 45"/>
                <a:gd name="T12" fmla="*/ 31 w 42"/>
                <a:gd name="T13" fmla="*/ 35 h 45"/>
                <a:gd name="T14" fmla="*/ 25 w 42"/>
                <a:gd name="T15" fmla="*/ 44 h 45"/>
                <a:gd name="T16" fmla="*/ 18 w 42"/>
                <a:gd name="T17" fmla="*/ 34 h 45"/>
                <a:gd name="T18" fmla="*/ 25 w 42"/>
                <a:gd name="T19" fmla="*/ 30 h 45"/>
                <a:gd name="T20" fmla="*/ 18 w 42"/>
                <a:gd name="T21" fmla="*/ 25 h 45"/>
                <a:gd name="T22" fmla="*/ 17 w 42"/>
                <a:gd name="T23" fmla="*/ 17 h 45"/>
                <a:gd name="T24" fmla="*/ 4 w 42"/>
                <a:gd name="T25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45">
                  <a:moveTo>
                    <a:pt x="4" y="17"/>
                  </a:moveTo>
                  <a:cubicBezTo>
                    <a:pt x="2" y="15"/>
                    <a:pt x="0" y="8"/>
                    <a:pt x="6" y="4"/>
                  </a:cubicBezTo>
                  <a:cubicBezTo>
                    <a:pt x="12" y="0"/>
                    <a:pt x="18" y="6"/>
                    <a:pt x="20" y="8"/>
                  </a:cubicBezTo>
                  <a:cubicBezTo>
                    <a:pt x="22" y="9"/>
                    <a:pt x="25" y="2"/>
                    <a:pt x="33" y="6"/>
                  </a:cubicBezTo>
                  <a:cubicBezTo>
                    <a:pt x="40" y="11"/>
                    <a:pt x="34" y="18"/>
                    <a:pt x="34" y="19"/>
                  </a:cubicBezTo>
                  <a:cubicBezTo>
                    <a:pt x="35" y="20"/>
                    <a:pt x="42" y="21"/>
                    <a:pt x="40" y="29"/>
                  </a:cubicBezTo>
                  <a:cubicBezTo>
                    <a:pt x="38" y="34"/>
                    <a:pt x="32" y="34"/>
                    <a:pt x="31" y="35"/>
                  </a:cubicBezTo>
                  <a:cubicBezTo>
                    <a:pt x="29" y="36"/>
                    <a:pt x="32" y="43"/>
                    <a:pt x="25" y="44"/>
                  </a:cubicBezTo>
                  <a:cubicBezTo>
                    <a:pt x="19" y="45"/>
                    <a:pt x="16" y="38"/>
                    <a:pt x="18" y="34"/>
                  </a:cubicBezTo>
                  <a:cubicBezTo>
                    <a:pt x="21" y="30"/>
                    <a:pt x="25" y="32"/>
                    <a:pt x="25" y="30"/>
                  </a:cubicBezTo>
                  <a:cubicBezTo>
                    <a:pt x="25" y="29"/>
                    <a:pt x="19" y="28"/>
                    <a:pt x="18" y="25"/>
                  </a:cubicBezTo>
                  <a:cubicBezTo>
                    <a:pt x="16" y="20"/>
                    <a:pt x="18" y="17"/>
                    <a:pt x="17" y="17"/>
                  </a:cubicBezTo>
                  <a:cubicBezTo>
                    <a:pt x="15" y="17"/>
                    <a:pt x="11" y="21"/>
                    <a:pt x="4" y="17"/>
                  </a:cubicBezTo>
                  <a:close/>
                </a:path>
              </a:pathLst>
            </a:custGeom>
            <a:solidFill>
              <a:srgbClr val="705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任意多边形 43">
              <a:extLst>
                <a:ext uri="{FF2B5EF4-FFF2-40B4-BE49-F238E27FC236}">
                  <a16:creationId xmlns:a16="http://schemas.microsoft.com/office/drawing/2014/main" id="{C544EEEB-223E-E74E-AE39-4F7F98F7006F}"/>
                </a:ext>
              </a:extLst>
            </p:cNvPr>
            <p:cNvSpPr/>
            <p:nvPr/>
          </p:nvSpPr>
          <p:spPr bwMode="auto">
            <a:xfrm>
              <a:off x="7870825" y="3905250"/>
              <a:ext cx="144463" cy="111125"/>
            </a:xfrm>
            <a:custGeom>
              <a:avLst/>
              <a:gdLst>
                <a:gd name="T0" fmla="*/ 2 w 18"/>
                <a:gd name="T1" fmla="*/ 1 h 14"/>
                <a:gd name="T2" fmla="*/ 4 w 18"/>
                <a:gd name="T3" fmla="*/ 11 h 14"/>
                <a:gd name="T4" fmla="*/ 18 w 18"/>
                <a:gd name="T5" fmla="*/ 12 h 14"/>
                <a:gd name="T6" fmla="*/ 9 w 18"/>
                <a:gd name="T7" fmla="*/ 6 h 14"/>
                <a:gd name="T8" fmla="*/ 2 w 18"/>
                <a:gd name="T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4">
                  <a:moveTo>
                    <a:pt x="2" y="1"/>
                  </a:moveTo>
                  <a:cubicBezTo>
                    <a:pt x="1" y="0"/>
                    <a:pt x="0" y="9"/>
                    <a:pt x="4" y="11"/>
                  </a:cubicBezTo>
                  <a:cubicBezTo>
                    <a:pt x="8" y="14"/>
                    <a:pt x="18" y="13"/>
                    <a:pt x="18" y="12"/>
                  </a:cubicBezTo>
                  <a:cubicBezTo>
                    <a:pt x="18" y="10"/>
                    <a:pt x="16" y="8"/>
                    <a:pt x="9" y="6"/>
                  </a:cubicBezTo>
                  <a:cubicBezTo>
                    <a:pt x="5" y="4"/>
                    <a:pt x="4" y="1"/>
                    <a:pt x="2" y="1"/>
                  </a:cubicBezTo>
                  <a:close/>
                </a:path>
              </a:pathLst>
            </a:custGeom>
            <a:solidFill>
              <a:srgbClr val="705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890B48EA-E07C-A946-B5BA-378ACEDBF66B}"/>
              </a:ext>
            </a:extLst>
          </p:cNvPr>
          <p:cNvGrpSpPr>
            <a:grpSpLocks noChangeAspect="1"/>
          </p:cNvGrpSpPr>
          <p:nvPr/>
        </p:nvGrpSpPr>
        <p:grpSpPr>
          <a:xfrm>
            <a:off x="527007" y="568185"/>
            <a:ext cx="2412897" cy="1968235"/>
            <a:chOff x="3039140" y="935475"/>
            <a:chExt cx="6113720" cy="4987050"/>
          </a:xfrm>
        </p:grpSpPr>
        <p:sp>
          <p:nvSpPr>
            <p:cNvPr id="97" name="任意多边形 4">
              <a:extLst>
                <a:ext uri="{FF2B5EF4-FFF2-40B4-BE49-F238E27FC236}">
                  <a16:creationId xmlns:a16="http://schemas.microsoft.com/office/drawing/2014/main" id="{D332C792-8605-D64D-B3BD-B8F918D59593}"/>
                </a:ext>
              </a:extLst>
            </p:cNvPr>
            <p:cNvSpPr/>
            <p:nvPr/>
          </p:nvSpPr>
          <p:spPr bwMode="auto">
            <a:xfrm>
              <a:off x="3371028" y="3854777"/>
              <a:ext cx="534951" cy="390842"/>
            </a:xfrm>
            <a:custGeom>
              <a:avLst/>
              <a:gdLst>
                <a:gd name="T0" fmla="*/ 105 w 118"/>
                <a:gd name="T1" fmla="*/ 5 h 86"/>
                <a:gd name="T2" fmla="*/ 65 w 118"/>
                <a:gd name="T3" fmla="*/ 57 h 86"/>
                <a:gd name="T4" fmla="*/ 25 w 118"/>
                <a:gd name="T5" fmla="*/ 8 h 86"/>
                <a:gd name="T6" fmla="*/ 5 w 118"/>
                <a:gd name="T7" fmla="*/ 6 h 86"/>
                <a:gd name="T8" fmla="*/ 6 w 118"/>
                <a:gd name="T9" fmla="*/ 25 h 86"/>
                <a:gd name="T10" fmla="*/ 50 w 118"/>
                <a:gd name="T11" fmla="*/ 71 h 86"/>
                <a:gd name="T12" fmla="*/ 76 w 118"/>
                <a:gd name="T13" fmla="*/ 75 h 86"/>
                <a:gd name="T14" fmla="*/ 118 w 118"/>
                <a:gd name="T15" fmla="*/ 14 h 86"/>
                <a:gd name="T16" fmla="*/ 105 w 118"/>
                <a:gd name="T17" fmla="*/ 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86">
                  <a:moveTo>
                    <a:pt x="105" y="5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9" y="2"/>
                    <a:pt x="11" y="0"/>
                    <a:pt x="5" y="6"/>
                  </a:cubicBezTo>
                  <a:cubicBezTo>
                    <a:pt x="1" y="11"/>
                    <a:pt x="0" y="18"/>
                    <a:pt x="6" y="25"/>
                  </a:cubicBezTo>
                  <a:cubicBezTo>
                    <a:pt x="50" y="71"/>
                    <a:pt x="50" y="71"/>
                    <a:pt x="50" y="71"/>
                  </a:cubicBezTo>
                  <a:cubicBezTo>
                    <a:pt x="61" y="84"/>
                    <a:pt x="67" y="86"/>
                    <a:pt x="76" y="75"/>
                  </a:cubicBezTo>
                  <a:cubicBezTo>
                    <a:pt x="85" y="63"/>
                    <a:pt x="118" y="14"/>
                    <a:pt x="118" y="14"/>
                  </a:cubicBezTo>
                  <a:lnTo>
                    <a:pt x="105" y="5"/>
                  </a:ln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任意多边形 5">
              <a:extLst>
                <a:ext uri="{FF2B5EF4-FFF2-40B4-BE49-F238E27FC236}">
                  <a16:creationId xmlns:a16="http://schemas.microsoft.com/office/drawing/2014/main" id="{61B7A449-D551-514F-9958-6105D7DDD0C9}"/>
                </a:ext>
              </a:extLst>
            </p:cNvPr>
            <p:cNvSpPr/>
            <p:nvPr/>
          </p:nvSpPr>
          <p:spPr bwMode="auto">
            <a:xfrm>
              <a:off x="3816456" y="3926831"/>
              <a:ext cx="58954" cy="45854"/>
            </a:xfrm>
            <a:custGeom>
              <a:avLst/>
              <a:gdLst>
                <a:gd name="T0" fmla="*/ 27 w 27"/>
                <a:gd name="T1" fmla="*/ 17 h 21"/>
                <a:gd name="T2" fmla="*/ 0 w 27"/>
                <a:gd name="T3" fmla="*/ 0 h 21"/>
                <a:gd name="T4" fmla="*/ 24 w 27"/>
                <a:gd name="T5" fmla="*/ 21 h 21"/>
                <a:gd name="T6" fmla="*/ 27 w 27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1">
                  <a:moveTo>
                    <a:pt x="27" y="17"/>
                  </a:moveTo>
                  <a:lnTo>
                    <a:pt x="0" y="0"/>
                  </a:lnTo>
                  <a:lnTo>
                    <a:pt x="24" y="21"/>
                  </a:lnTo>
                  <a:lnTo>
                    <a:pt x="27" y="17"/>
                  </a:lnTo>
                  <a:close/>
                </a:path>
              </a:pathLst>
            </a:custGeom>
            <a:solidFill>
              <a:srgbClr val="AFD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任意多边形 6">
              <a:extLst>
                <a:ext uri="{FF2B5EF4-FFF2-40B4-BE49-F238E27FC236}">
                  <a16:creationId xmlns:a16="http://schemas.microsoft.com/office/drawing/2014/main" id="{7F7DBF96-AB8A-0C41-9810-E3DB9C70D996}"/>
                </a:ext>
              </a:extLst>
            </p:cNvPr>
            <p:cNvSpPr/>
            <p:nvPr/>
          </p:nvSpPr>
          <p:spPr bwMode="auto">
            <a:xfrm>
              <a:off x="3825190" y="3900629"/>
              <a:ext cx="26202" cy="21835"/>
            </a:xfrm>
            <a:custGeom>
              <a:avLst/>
              <a:gdLst>
                <a:gd name="T0" fmla="*/ 5 w 6"/>
                <a:gd name="T1" fmla="*/ 4 h 5"/>
                <a:gd name="T2" fmla="*/ 2 w 6"/>
                <a:gd name="T3" fmla="*/ 4 h 5"/>
                <a:gd name="T4" fmla="*/ 1 w 6"/>
                <a:gd name="T5" fmla="*/ 1 h 5"/>
                <a:gd name="T6" fmla="*/ 4 w 6"/>
                <a:gd name="T7" fmla="*/ 1 h 5"/>
                <a:gd name="T8" fmla="*/ 5 w 6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4"/>
                  </a:moveTo>
                  <a:cubicBezTo>
                    <a:pt x="4" y="5"/>
                    <a:pt x="3" y="5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AFD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任意多边形 7">
              <a:extLst>
                <a:ext uri="{FF2B5EF4-FFF2-40B4-BE49-F238E27FC236}">
                  <a16:creationId xmlns:a16="http://schemas.microsoft.com/office/drawing/2014/main" id="{249A6267-DC83-9C48-9B39-6BEB94642453}"/>
                </a:ext>
              </a:extLst>
            </p:cNvPr>
            <p:cNvSpPr/>
            <p:nvPr/>
          </p:nvSpPr>
          <p:spPr bwMode="auto">
            <a:xfrm>
              <a:off x="3847024" y="3682282"/>
              <a:ext cx="141926" cy="231448"/>
            </a:xfrm>
            <a:custGeom>
              <a:avLst/>
              <a:gdLst>
                <a:gd name="T0" fmla="*/ 12 w 31"/>
                <a:gd name="T1" fmla="*/ 51 h 51"/>
                <a:gd name="T2" fmla="*/ 30 w 31"/>
                <a:gd name="T3" fmla="*/ 19 h 51"/>
                <a:gd name="T4" fmla="*/ 20 w 31"/>
                <a:gd name="T5" fmla="*/ 0 h 51"/>
                <a:gd name="T6" fmla="*/ 14 w 31"/>
                <a:gd name="T7" fmla="*/ 3 h 51"/>
                <a:gd name="T8" fmla="*/ 11 w 31"/>
                <a:gd name="T9" fmla="*/ 22 h 51"/>
                <a:gd name="T10" fmla="*/ 7 w 31"/>
                <a:gd name="T11" fmla="*/ 17 h 51"/>
                <a:gd name="T12" fmla="*/ 1 w 31"/>
                <a:gd name="T13" fmla="*/ 19 h 51"/>
                <a:gd name="T14" fmla="*/ 0 w 31"/>
                <a:gd name="T15" fmla="*/ 43 h 51"/>
                <a:gd name="T16" fmla="*/ 12 w 31"/>
                <a:gd name="T1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51">
                  <a:moveTo>
                    <a:pt x="12" y="51"/>
                  </a:moveTo>
                  <a:cubicBezTo>
                    <a:pt x="16" y="45"/>
                    <a:pt x="31" y="28"/>
                    <a:pt x="30" y="19"/>
                  </a:cubicBezTo>
                  <a:cubicBezTo>
                    <a:pt x="29" y="9"/>
                    <a:pt x="22" y="1"/>
                    <a:pt x="20" y="0"/>
                  </a:cubicBezTo>
                  <a:cubicBezTo>
                    <a:pt x="18" y="0"/>
                    <a:pt x="15" y="0"/>
                    <a:pt x="14" y="3"/>
                  </a:cubicBezTo>
                  <a:cubicBezTo>
                    <a:pt x="14" y="7"/>
                    <a:pt x="14" y="18"/>
                    <a:pt x="11" y="22"/>
                  </a:cubicBezTo>
                  <a:cubicBezTo>
                    <a:pt x="8" y="27"/>
                    <a:pt x="7" y="21"/>
                    <a:pt x="7" y="17"/>
                  </a:cubicBezTo>
                  <a:cubicBezTo>
                    <a:pt x="6" y="13"/>
                    <a:pt x="1" y="13"/>
                    <a:pt x="1" y="19"/>
                  </a:cubicBezTo>
                  <a:cubicBezTo>
                    <a:pt x="1" y="25"/>
                    <a:pt x="4" y="39"/>
                    <a:pt x="0" y="43"/>
                  </a:cubicBezTo>
                  <a:lnTo>
                    <a:pt x="12" y="51"/>
                  </a:lnTo>
                  <a:close/>
                </a:path>
              </a:pathLst>
            </a:custGeom>
            <a:solidFill>
              <a:srgbClr val="FFE0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任意多边形 8">
              <a:extLst>
                <a:ext uri="{FF2B5EF4-FFF2-40B4-BE49-F238E27FC236}">
                  <a16:creationId xmlns:a16="http://schemas.microsoft.com/office/drawing/2014/main" id="{A225A8B3-E93B-6447-9659-FDCE583B7FE3}"/>
                </a:ext>
              </a:extLst>
            </p:cNvPr>
            <p:cNvSpPr/>
            <p:nvPr/>
          </p:nvSpPr>
          <p:spPr bwMode="auto">
            <a:xfrm>
              <a:off x="3847024" y="3682282"/>
              <a:ext cx="141926" cy="231448"/>
            </a:xfrm>
            <a:custGeom>
              <a:avLst/>
              <a:gdLst>
                <a:gd name="T0" fmla="*/ 20 w 31"/>
                <a:gd name="T1" fmla="*/ 0 h 51"/>
                <a:gd name="T2" fmla="*/ 17 w 31"/>
                <a:gd name="T3" fmla="*/ 0 h 51"/>
                <a:gd name="T4" fmla="*/ 24 w 31"/>
                <a:gd name="T5" fmla="*/ 7 h 51"/>
                <a:gd name="T6" fmla="*/ 24 w 31"/>
                <a:gd name="T7" fmla="*/ 25 h 51"/>
                <a:gd name="T8" fmla="*/ 10 w 31"/>
                <a:gd name="T9" fmla="*/ 47 h 51"/>
                <a:gd name="T10" fmla="*/ 0 w 31"/>
                <a:gd name="T11" fmla="*/ 43 h 51"/>
                <a:gd name="T12" fmla="*/ 12 w 31"/>
                <a:gd name="T13" fmla="*/ 51 h 51"/>
                <a:gd name="T14" fmla="*/ 30 w 31"/>
                <a:gd name="T15" fmla="*/ 19 h 51"/>
                <a:gd name="T16" fmla="*/ 20 w 31"/>
                <a:gd name="T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51">
                  <a:moveTo>
                    <a:pt x="20" y="0"/>
                  </a:moveTo>
                  <a:cubicBezTo>
                    <a:pt x="19" y="0"/>
                    <a:pt x="18" y="0"/>
                    <a:pt x="17" y="0"/>
                  </a:cubicBezTo>
                  <a:cubicBezTo>
                    <a:pt x="19" y="0"/>
                    <a:pt x="21" y="2"/>
                    <a:pt x="24" y="7"/>
                  </a:cubicBezTo>
                  <a:cubicBezTo>
                    <a:pt x="27" y="12"/>
                    <a:pt x="27" y="18"/>
                    <a:pt x="24" y="25"/>
                  </a:cubicBezTo>
                  <a:cubicBezTo>
                    <a:pt x="22" y="32"/>
                    <a:pt x="10" y="47"/>
                    <a:pt x="10" y="4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6" y="45"/>
                    <a:pt x="31" y="28"/>
                    <a:pt x="30" y="19"/>
                  </a:cubicBezTo>
                  <a:cubicBezTo>
                    <a:pt x="29" y="9"/>
                    <a:pt x="22" y="1"/>
                    <a:pt x="20" y="0"/>
                  </a:cubicBezTo>
                  <a:close/>
                </a:path>
              </a:pathLst>
            </a:custGeom>
            <a:solidFill>
              <a:srgbClr val="FFD4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任意多边形 9">
              <a:extLst>
                <a:ext uri="{FF2B5EF4-FFF2-40B4-BE49-F238E27FC236}">
                  <a16:creationId xmlns:a16="http://schemas.microsoft.com/office/drawing/2014/main" id="{854D1531-B9D8-A44D-B059-0F4C8AB3DB38}"/>
                </a:ext>
              </a:extLst>
            </p:cNvPr>
            <p:cNvSpPr/>
            <p:nvPr/>
          </p:nvSpPr>
          <p:spPr bwMode="auto">
            <a:xfrm>
              <a:off x="3039140" y="4418113"/>
              <a:ext cx="644125" cy="1504412"/>
            </a:xfrm>
            <a:custGeom>
              <a:avLst/>
              <a:gdLst>
                <a:gd name="T0" fmla="*/ 142 w 142"/>
                <a:gd name="T1" fmla="*/ 291 h 332"/>
                <a:gd name="T2" fmla="*/ 141 w 142"/>
                <a:gd name="T3" fmla="*/ 290 h 332"/>
                <a:gd name="T4" fmla="*/ 141 w 142"/>
                <a:gd name="T5" fmla="*/ 288 h 332"/>
                <a:gd name="T6" fmla="*/ 140 w 142"/>
                <a:gd name="T7" fmla="*/ 287 h 332"/>
                <a:gd name="T8" fmla="*/ 138 w 142"/>
                <a:gd name="T9" fmla="*/ 286 h 332"/>
                <a:gd name="T10" fmla="*/ 137 w 142"/>
                <a:gd name="T11" fmla="*/ 284 h 332"/>
                <a:gd name="T12" fmla="*/ 117 w 142"/>
                <a:gd name="T13" fmla="*/ 268 h 332"/>
                <a:gd name="T14" fmla="*/ 105 w 142"/>
                <a:gd name="T15" fmla="*/ 250 h 332"/>
                <a:gd name="T16" fmla="*/ 45 w 142"/>
                <a:gd name="T17" fmla="*/ 0 h 332"/>
                <a:gd name="T18" fmla="*/ 31 w 142"/>
                <a:gd name="T19" fmla="*/ 159 h 332"/>
                <a:gd name="T20" fmla="*/ 5 w 142"/>
                <a:gd name="T21" fmla="*/ 278 h 332"/>
                <a:gd name="T22" fmla="*/ 2 w 142"/>
                <a:gd name="T23" fmla="*/ 291 h 332"/>
                <a:gd name="T24" fmla="*/ 3 w 142"/>
                <a:gd name="T25" fmla="*/ 302 h 332"/>
                <a:gd name="T26" fmla="*/ 8 w 142"/>
                <a:gd name="T27" fmla="*/ 315 h 332"/>
                <a:gd name="T28" fmla="*/ 12 w 142"/>
                <a:gd name="T29" fmla="*/ 304 h 332"/>
                <a:gd name="T30" fmla="*/ 29 w 142"/>
                <a:gd name="T31" fmla="*/ 323 h 332"/>
                <a:gd name="T32" fmla="*/ 60 w 142"/>
                <a:gd name="T33" fmla="*/ 326 h 332"/>
                <a:gd name="T34" fmla="*/ 61 w 142"/>
                <a:gd name="T35" fmla="*/ 324 h 332"/>
                <a:gd name="T36" fmla="*/ 61 w 142"/>
                <a:gd name="T37" fmla="*/ 323 h 332"/>
                <a:gd name="T38" fmla="*/ 60 w 142"/>
                <a:gd name="T39" fmla="*/ 322 h 332"/>
                <a:gd name="T40" fmla="*/ 59 w 142"/>
                <a:gd name="T41" fmla="*/ 321 h 332"/>
                <a:gd name="T42" fmla="*/ 58 w 142"/>
                <a:gd name="T43" fmla="*/ 319 h 332"/>
                <a:gd name="T44" fmla="*/ 56 w 142"/>
                <a:gd name="T45" fmla="*/ 318 h 332"/>
                <a:gd name="T46" fmla="*/ 50 w 142"/>
                <a:gd name="T47" fmla="*/ 313 h 332"/>
                <a:gd name="T48" fmla="*/ 28 w 142"/>
                <a:gd name="T49" fmla="*/ 286 h 332"/>
                <a:gd name="T50" fmla="*/ 75 w 142"/>
                <a:gd name="T51" fmla="*/ 71 h 332"/>
                <a:gd name="T52" fmla="*/ 79 w 142"/>
                <a:gd name="T53" fmla="*/ 169 h 332"/>
                <a:gd name="T54" fmla="*/ 81 w 142"/>
                <a:gd name="T55" fmla="*/ 259 h 332"/>
                <a:gd name="T56" fmla="*/ 81 w 142"/>
                <a:gd name="T57" fmla="*/ 260 h 332"/>
                <a:gd name="T58" fmla="*/ 84 w 142"/>
                <a:gd name="T59" fmla="*/ 284 h 332"/>
                <a:gd name="T60" fmla="*/ 92 w 142"/>
                <a:gd name="T61" fmla="*/ 273 h 332"/>
                <a:gd name="T62" fmla="*/ 100 w 142"/>
                <a:gd name="T63" fmla="*/ 278 h 332"/>
                <a:gd name="T64" fmla="*/ 140 w 142"/>
                <a:gd name="T65" fmla="*/ 293 h 332"/>
                <a:gd name="T66" fmla="*/ 141 w 142"/>
                <a:gd name="T67" fmla="*/ 292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2" h="332">
                  <a:moveTo>
                    <a:pt x="142" y="291"/>
                  </a:moveTo>
                  <a:cubicBezTo>
                    <a:pt x="142" y="291"/>
                    <a:pt x="142" y="291"/>
                    <a:pt x="142" y="291"/>
                  </a:cubicBezTo>
                  <a:cubicBezTo>
                    <a:pt x="142" y="290"/>
                    <a:pt x="142" y="290"/>
                    <a:pt x="141" y="290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89"/>
                    <a:pt x="141" y="289"/>
                    <a:pt x="141" y="289"/>
                  </a:cubicBezTo>
                  <a:cubicBezTo>
                    <a:pt x="141" y="288"/>
                    <a:pt x="141" y="288"/>
                    <a:pt x="141" y="288"/>
                  </a:cubicBezTo>
                  <a:cubicBezTo>
                    <a:pt x="141" y="288"/>
                    <a:pt x="140" y="288"/>
                    <a:pt x="140" y="287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39" y="287"/>
                    <a:pt x="139" y="286"/>
                    <a:pt x="139" y="286"/>
                  </a:cubicBezTo>
                  <a:cubicBezTo>
                    <a:pt x="139" y="286"/>
                    <a:pt x="138" y="286"/>
                    <a:pt x="138" y="286"/>
                  </a:cubicBezTo>
                  <a:cubicBezTo>
                    <a:pt x="138" y="285"/>
                    <a:pt x="137" y="285"/>
                    <a:pt x="137" y="285"/>
                  </a:cubicBezTo>
                  <a:cubicBezTo>
                    <a:pt x="137" y="285"/>
                    <a:pt x="137" y="285"/>
                    <a:pt x="137" y="284"/>
                  </a:cubicBezTo>
                  <a:cubicBezTo>
                    <a:pt x="135" y="283"/>
                    <a:pt x="132" y="281"/>
                    <a:pt x="130" y="280"/>
                  </a:cubicBezTo>
                  <a:cubicBezTo>
                    <a:pt x="126" y="276"/>
                    <a:pt x="121" y="273"/>
                    <a:pt x="117" y="268"/>
                  </a:cubicBezTo>
                  <a:cubicBezTo>
                    <a:pt x="113" y="263"/>
                    <a:pt x="110" y="258"/>
                    <a:pt x="108" y="254"/>
                  </a:cubicBezTo>
                  <a:cubicBezTo>
                    <a:pt x="107" y="253"/>
                    <a:pt x="106" y="251"/>
                    <a:pt x="105" y="250"/>
                  </a:cubicBezTo>
                  <a:cubicBezTo>
                    <a:pt x="117" y="176"/>
                    <a:pt x="118" y="93"/>
                    <a:pt x="110" y="5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15"/>
                    <a:pt x="20" y="18"/>
                    <a:pt x="27" y="62"/>
                  </a:cubicBezTo>
                  <a:cubicBezTo>
                    <a:pt x="27" y="80"/>
                    <a:pt x="31" y="159"/>
                    <a:pt x="31" y="159"/>
                  </a:cubicBezTo>
                  <a:cubicBezTo>
                    <a:pt x="31" y="159"/>
                    <a:pt x="18" y="176"/>
                    <a:pt x="15" y="193"/>
                  </a:cubicBezTo>
                  <a:cubicBezTo>
                    <a:pt x="13" y="203"/>
                    <a:pt x="5" y="278"/>
                    <a:pt x="5" y="278"/>
                  </a:cubicBezTo>
                  <a:cubicBezTo>
                    <a:pt x="4" y="283"/>
                    <a:pt x="2" y="288"/>
                    <a:pt x="2" y="290"/>
                  </a:cubicBezTo>
                  <a:cubicBezTo>
                    <a:pt x="2" y="290"/>
                    <a:pt x="2" y="291"/>
                    <a:pt x="2" y="291"/>
                  </a:cubicBezTo>
                  <a:cubicBezTo>
                    <a:pt x="2" y="291"/>
                    <a:pt x="2" y="291"/>
                    <a:pt x="2" y="291"/>
                  </a:cubicBezTo>
                  <a:cubicBezTo>
                    <a:pt x="0" y="295"/>
                    <a:pt x="2" y="299"/>
                    <a:pt x="3" y="302"/>
                  </a:cubicBezTo>
                  <a:cubicBezTo>
                    <a:pt x="4" y="306"/>
                    <a:pt x="3" y="314"/>
                    <a:pt x="3" y="315"/>
                  </a:cubicBezTo>
                  <a:cubicBezTo>
                    <a:pt x="4" y="316"/>
                    <a:pt x="8" y="316"/>
                    <a:pt x="8" y="315"/>
                  </a:cubicBezTo>
                  <a:cubicBezTo>
                    <a:pt x="8" y="315"/>
                    <a:pt x="8" y="303"/>
                    <a:pt x="12" y="304"/>
                  </a:cubicBezTo>
                  <a:cubicBezTo>
                    <a:pt x="12" y="304"/>
                    <a:pt x="12" y="304"/>
                    <a:pt x="12" y="304"/>
                  </a:cubicBezTo>
                  <a:cubicBezTo>
                    <a:pt x="15" y="306"/>
                    <a:pt x="18" y="307"/>
                    <a:pt x="20" y="309"/>
                  </a:cubicBezTo>
                  <a:cubicBezTo>
                    <a:pt x="23" y="313"/>
                    <a:pt x="24" y="319"/>
                    <a:pt x="29" y="323"/>
                  </a:cubicBezTo>
                  <a:cubicBezTo>
                    <a:pt x="33" y="327"/>
                    <a:pt x="52" y="332"/>
                    <a:pt x="59" y="327"/>
                  </a:cubicBezTo>
                  <a:cubicBezTo>
                    <a:pt x="60" y="326"/>
                    <a:pt x="60" y="326"/>
                    <a:pt x="60" y="326"/>
                  </a:cubicBezTo>
                  <a:cubicBezTo>
                    <a:pt x="60" y="326"/>
                    <a:pt x="60" y="325"/>
                    <a:pt x="60" y="325"/>
                  </a:cubicBezTo>
                  <a:cubicBezTo>
                    <a:pt x="61" y="325"/>
                    <a:pt x="61" y="325"/>
                    <a:pt x="61" y="324"/>
                  </a:cubicBezTo>
                  <a:cubicBezTo>
                    <a:pt x="61" y="324"/>
                    <a:pt x="61" y="324"/>
                    <a:pt x="61" y="324"/>
                  </a:cubicBezTo>
                  <a:cubicBezTo>
                    <a:pt x="61" y="324"/>
                    <a:pt x="61" y="324"/>
                    <a:pt x="61" y="323"/>
                  </a:cubicBezTo>
                  <a:cubicBezTo>
                    <a:pt x="61" y="323"/>
                    <a:pt x="61" y="323"/>
                    <a:pt x="61" y="323"/>
                  </a:cubicBezTo>
                  <a:cubicBezTo>
                    <a:pt x="61" y="323"/>
                    <a:pt x="60" y="322"/>
                    <a:pt x="60" y="322"/>
                  </a:cubicBezTo>
                  <a:cubicBezTo>
                    <a:pt x="60" y="322"/>
                    <a:pt x="60" y="322"/>
                    <a:pt x="60" y="322"/>
                  </a:cubicBezTo>
                  <a:cubicBezTo>
                    <a:pt x="60" y="322"/>
                    <a:pt x="60" y="321"/>
                    <a:pt x="59" y="321"/>
                  </a:cubicBezTo>
                  <a:cubicBezTo>
                    <a:pt x="59" y="321"/>
                    <a:pt x="59" y="321"/>
                    <a:pt x="59" y="321"/>
                  </a:cubicBezTo>
                  <a:cubicBezTo>
                    <a:pt x="59" y="320"/>
                    <a:pt x="58" y="320"/>
                    <a:pt x="58" y="319"/>
                  </a:cubicBezTo>
                  <a:cubicBezTo>
                    <a:pt x="58" y="319"/>
                    <a:pt x="58" y="319"/>
                    <a:pt x="58" y="319"/>
                  </a:cubicBezTo>
                  <a:cubicBezTo>
                    <a:pt x="57" y="319"/>
                    <a:pt x="57" y="318"/>
                    <a:pt x="56" y="318"/>
                  </a:cubicBezTo>
                  <a:cubicBezTo>
                    <a:pt x="56" y="318"/>
                    <a:pt x="56" y="318"/>
                    <a:pt x="56" y="318"/>
                  </a:cubicBezTo>
                  <a:cubicBezTo>
                    <a:pt x="54" y="316"/>
                    <a:pt x="52" y="314"/>
                    <a:pt x="50" y="313"/>
                  </a:cubicBezTo>
                  <a:cubicBezTo>
                    <a:pt x="45" y="309"/>
                    <a:pt x="41" y="305"/>
                    <a:pt x="38" y="301"/>
                  </a:cubicBezTo>
                  <a:cubicBezTo>
                    <a:pt x="34" y="295"/>
                    <a:pt x="31" y="290"/>
                    <a:pt x="28" y="286"/>
                  </a:cubicBezTo>
                  <a:cubicBezTo>
                    <a:pt x="27" y="283"/>
                    <a:pt x="26" y="280"/>
                    <a:pt x="25" y="277"/>
                  </a:cubicBezTo>
                  <a:cubicBezTo>
                    <a:pt x="52" y="211"/>
                    <a:pt x="69" y="142"/>
                    <a:pt x="75" y="71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4" y="149"/>
                    <a:pt x="79" y="164"/>
                    <a:pt x="79" y="169"/>
                  </a:cubicBezTo>
                  <a:cubicBezTo>
                    <a:pt x="79" y="174"/>
                    <a:pt x="83" y="252"/>
                    <a:pt x="83" y="252"/>
                  </a:cubicBezTo>
                  <a:cubicBezTo>
                    <a:pt x="82" y="255"/>
                    <a:pt x="81" y="258"/>
                    <a:pt x="81" y="259"/>
                  </a:cubicBezTo>
                  <a:cubicBezTo>
                    <a:pt x="81" y="260"/>
                    <a:pt x="81" y="260"/>
                    <a:pt x="81" y="260"/>
                  </a:cubicBezTo>
                  <a:cubicBezTo>
                    <a:pt x="81" y="260"/>
                    <a:pt x="81" y="260"/>
                    <a:pt x="81" y="260"/>
                  </a:cubicBezTo>
                  <a:cubicBezTo>
                    <a:pt x="80" y="264"/>
                    <a:pt x="82" y="268"/>
                    <a:pt x="83" y="271"/>
                  </a:cubicBezTo>
                  <a:cubicBezTo>
                    <a:pt x="84" y="275"/>
                    <a:pt x="83" y="283"/>
                    <a:pt x="84" y="284"/>
                  </a:cubicBezTo>
                  <a:cubicBezTo>
                    <a:pt x="84" y="285"/>
                    <a:pt x="88" y="285"/>
                    <a:pt x="89" y="284"/>
                  </a:cubicBezTo>
                  <a:cubicBezTo>
                    <a:pt x="89" y="284"/>
                    <a:pt x="88" y="272"/>
                    <a:pt x="92" y="273"/>
                  </a:cubicBezTo>
                  <a:cubicBezTo>
                    <a:pt x="92" y="273"/>
                    <a:pt x="92" y="273"/>
                    <a:pt x="92" y="273"/>
                  </a:cubicBezTo>
                  <a:cubicBezTo>
                    <a:pt x="95" y="274"/>
                    <a:pt x="98" y="276"/>
                    <a:pt x="100" y="278"/>
                  </a:cubicBezTo>
                  <a:cubicBezTo>
                    <a:pt x="103" y="281"/>
                    <a:pt x="105" y="287"/>
                    <a:pt x="110" y="291"/>
                  </a:cubicBezTo>
                  <a:cubicBezTo>
                    <a:pt x="114" y="295"/>
                    <a:pt x="133" y="299"/>
                    <a:pt x="140" y="293"/>
                  </a:cubicBezTo>
                  <a:cubicBezTo>
                    <a:pt x="140" y="293"/>
                    <a:pt x="141" y="292"/>
                    <a:pt x="141" y="292"/>
                  </a:cubicBezTo>
                  <a:cubicBezTo>
                    <a:pt x="141" y="292"/>
                    <a:pt x="141" y="292"/>
                    <a:pt x="141" y="292"/>
                  </a:cubicBezTo>
                  <a:cubicBezTo>
                    <a:pt x="141" y="292"/>
                    <a:pt x="141" y="291"/>
                    <a:pt x="142" y="291"/>
                  </a:cubicBezTo>
                  <a:close/>
                </a:path>
              </a:pathLst>
            </a:custGeom>
            <a:solidFill>
              <a:srgbClr val="021A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任意多边形 10">
              <a:extLst>
                <a:ext uri="{FF2B5EF4-FFF2-40B4-BE49-F238E27FC236}">
                  <a16:creationId xmlns:a16="http://schemas.microsoft.com/office/drawing/2014/main" id="{AFFF2DE4-ED47-6E4D-BD4D-3843BCEF666E}"/>
                </a:ext>
              </a:extLst>
            </p:cNvPr>
            <p:cNvSpPr/>
            <p:nvPr/>
          </p:nvSpPr>
          <p:spPr bwMode="auto">
            <a:xfrm>
              <a:off x="3207268" y="3846043"/>
              <a:ext cx="344988" cy="698711"/>
            </a:xfrm>
            <a:custGeom>
              <a:avLst/>
              <a:gdLst>
                <a:gd name="T0" fmla="*/ 22 w 76"/>
                <a:gd name="T1" fmla="*/ 9 h 154"/>
                <a:gd name="T2" fmla="*/ 8 w 76"/>
                <a:gd name="T3" fmla="*/ 17 h 154"/>
                <a:gd name="T4" fmla="*/ 0 w 76"/>
                <a:gd name="T5" fmla="*/ 31 h 154"/>
                <a:gd name="T6" fmla="*/ 14 w 76"/>
                <a:gd name="T7" fmla="*/ 89 h 154"/>
                <a:gd name="T8" fmla="*/ 5 w 76"/>
                <a:gd name="T9" fmla="*/ 134 h 154"/>
                <a:gd name="T10" fmla="*/ 43 w 76"/>
                <a:gd name="T11" fmla="*/ 150 h 154"/>
                <a:gd name="T12" fmla="*/ 73 w 76"/>
                <a:gd name="T13" fmla="*/ 131 h 154"/>
                <a:gd name="T14" fmla="*/ 71 w 76"/>
                <a:gd name="T15" fmla="*/ 103 h 154"/>
                <a:gd name="T16" fmla="*/ 75 w 76"/>
                <a:gd name="T17" fmla="*/ 69 h 154"/>
                <a:gd name="T18" fmla="*/ 63 w 76"/>
                <a:gd name="T19" fmla="*/ 20 h 154"/>
                <a:gd name="T20" fmla="*/ 38 w 76"/>
                <a:gd name="T21" fmla="*/ 0 h 154"/>
                <a:gd name="T22" fmla="*/ 22 w 76"/>
                <a:gd name="T23" fmla="*/ 9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154">
                  <a:moveTo>
                    <a:pt x="22" y="9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20"/>
                    <a:pt x="0" y="25"/>
                    <a:pt x="0" y="31"/>
                  </a:cubicBezTo>
                  <a:cubicBezTo>
                    <a:pt x="0" y="43"/>
                    <a:pt x="4" y="65"/>
                    <a:pt x="14" y="89"/>
                  </a:cubicBezTo>
                  <a:cubicBezTo>
                    <a:pt x="19" y="100"/>
                    <a:pt x="10" y="117"/>
                    <a:pt x="5" y="134"/>
                  </a:cubicBezTo>
                  <a:cubicBezTo>
                    <a:pt x="3" y="140"/>
                    <a:pt x="27" y="154"/>
                    <a:pt x="43" y="150"/>
                  </a:cubicBezTo>
                  <a:cubicBezTo>
                    <a:pt x="55" y="147"/>
                    <a:pt x="70" y="138"/>
                    <a:pt x="73" y="131"/>
                  </a:cubicBezTo>
                  <a:cubicBezTo>
                    <a:pt x="73" y="118"/>
                    <a:pt x="71" y="112"/>
                    <a:pt x="71" y="103"/>
                  </a:cubicBezTo>
                  <a:cubicBezTo>
                    <a:pt x="72" y="92"/>
                    <a:pt x="76" y="80"/>
                    <a:pt x="75" y="69"/>
                  </a:cubicBezTo>
                  <a:cubicBezTo>
                    <a:pt x="74" y="39"/>
                    <a:pt x="74" y="32"/>
                    <a:pt x="63" y="20"/>
                  </a:cubicBezTo>
                  <a:cubicBezTo>
                    <a:pt x="48" y="3"/>
                    <a:pt x="38" y="0"/>
                    <a:pt x="38" y="0"/>
                  </a:cubicBezTo>
                  <a:lnTo>
                    <a:pt x="22" y="9"/>
                  </a:lnTo>
                  <a:close/>
                </a:path>
              </a:pathLst>
            </a:custGeom>
            <a:solidFill>
              <a:srgbClr val="DC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任意多边形 11">
              <a:extLst>
                <a:ext uri="{FF2B5EF4-FFF2-40B4-BE49-F238E27FC236}">
                  <a16:creationId xmlns:a16="http://schemas.microsoft.com/office/drawing/2014/main" id="{0B83A251-DC14-AB41-B1F8-65398394E2F2}"/>
                </a:ext>
              </a:extLst>
            </p:cNvPr>
            <p:cNvSpPr/>
            <p:nvPr/>
          </p:nvSpPr>
          <p:spPr bwMode="auto">
            <a:xfrm>
              <a:off x="3312075" y="4145178"/>
              <a:ext cx="235815" cy="109174"/>
            </a:xfrm>
            <a:custGeom>
              <a:avLst/>
              <a:gdLst>
                <a:gd name="T0" fmla="*/ 52 w 52"/>
                <a:gd name="T1" fmla="*/ 6 h 24"/>
                <a:gd name="T2" fmla="*/ 10 w 52"/>
                <a:gd name="T3" fmla="*/ 16 h 24"/>
                <a:gd name="T4" fmla="*/ 0 w 52"/>
                <a:gd name="T5" fmla="*/ 1 h 24"/>
                <a:gd name="T6" fmla="*/ 52 w 52"/>
                <a:gd name="T7" fmla="*/ 0 h 24"/>
                <a:gd name="T8" fmla="*/ 52 w 52"/>
                <a:gd name="T9" fmla="*/ 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4">
                  <a:moveTo>
                    <a:pt x="52" y="6"/>
                  </a:moveTo>
                  <a:cubicBezTo>
                    <a:pt x="36" y="17"/>
                    <a:pt x="21" y="24"/>
                    <a:pt x="10" y="16"/>
                  </a:cubicBezTo>
                  <a:cubicBezTo>
                    <a:pt x="1" y="10"/>
                    <a:pt x="0" y="1"/>
                    <a:pt x="0" y="1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52" y="6"/>
                  </a:ln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任意多边形 12">
              <a:extLst>
                <a:ext uri="{FF2B5EF4-FFF2-40B4-BE49-F238E27FC236}">
                  <a16:creationId xmlns:a16="http://schemas.microsoft.com/office/drawing/2014/main" id="{3AA6C210-87D1-4745-9303-EFF9657FF839}"/>
                </a:ext>
              </a:extLst>
            </p:cNvPr>
            <p:cNvSpPr/>
            <p:nvPr/>
          </p:nvSpPr>
          <p:spPr bwMode="auto">
            <a:xfrm>
              <a:off x="3292423" y="3937749"/>
              <a:ext cx="296952" cy="283851"/>
            </a:xfrm>
            <a:custGeom>
              <a:avLst/>
              <a:gdLst>
                <a:gd name="T0" fmla="*/ 49 w 65"/>
                <a:gd name="T1" fmla="*/ 5 h 63"/>
                <a:gd name="T2" fmla="*/ 62 w 65"/>
                <a:gd name="T3" fmla="*/ 35 h 63"/>
                <a:gd name="T4" fmla="*/ 29 w 65"/>
                <a:gd name="T5" fmla="*/ 60 h 63"/>
                <a:gd name="T6" fmla="*/ 5 w 65"/>
                <a:gd name="T7" fmla="*/ 50 h 63"/>
                <a:gd name="T8" fmla="*/ 0 w 65"/>
                <a:gd name="T9" fmla="*/ 25 h 63"/>
                <a:gd name="T10" fmla="*/ 44 w 65"/>
                <a:gd name="T11" fmla="*/ 0 h 63"/>
                <a:gd name="T12" fmla="*/ 49 w 65"/>
                <a:gd name="T13" fmla="*/ 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63">
                  <a:moveTo>
                    <a:pt x="49" y="5"/>
                  </a:moveTo>
                  <a:cubicBezTo>
                    <a:pt x="58" y="13"/>
                    <a:pt x="65" y="23"/>
                    <a:pt x="62" y="35"/>
                  </a:cubicBezTo>
                  <a:cubicBezTo>
                    <a:pt x="60" y="48"/>
                    <a:pt x="38" y="57"/>
                    <a:pt x="29" y="60"/>
                  </a:cubicBezTo>
                  <a:cubicBezTo>
                    <a:pt x="19" y="63"/>
                    <a:pt x="10" y="57"/>
                    <a:pt x="5" y="50"/>
                  </a:cubicBezTo>
                  <a:cubicBezTo>
                    <a:pt x="1" y="45"/>
                    <a:pt x="0" y="25"/>
                    <a:pt x="0" y="25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49" y="5"/>
                  </a:lnTo>
                  <a:close/>
                </a:path>
              </a:pathLst>
            </a:custGeom>
            <a:solidFill>
              <a:srgbClr val="DC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任意多边形 13">
              <a:extLst>
                <a:ext uri="{FF2B5EF4-FFF2-40B4-BE49-F238E27FC236}">
                  <a16:creationId xmlns:a16="http://schemas.microsoft.com/office/drawing/2014/main" id="{BBA28F0C-C58C-154B-99C6-27E2E292629C}"/>
                </a:ext>
              </a:extLst>
            </p:cNvPr>
            <p:cNvSpPr/>
            <p:nvPr/>
          </p:nvSpPr>
          <p:spPr bwMode="auto">
            <a:xfrm>
              <a:off x="3207268" y="3985785"/>
              <a:ext cx="126641" cy="530584"/>
            </a:xfrm>
            <a:custGeom>
              <a:avLst/>
              <a:gdLst>
                <a:gd name="T0" fmla="*/ 5 w 28"/>
                <a:gd name="T1" fmla="*/ 103 h 117"/>
                <a:gd name="T2" fmla="*/ 24 w 28"/>
                <a:gd name="T3" fmla="*/ 117 h 117"/>
                <a:gd name="T4" fmla="*/ 24 w 28"/>
                <a:gd name="T5" fmla="*/ 117 h 117"/>
                <a:gd name="T6" fmla="*/ 19 w 28"/>
                <a:gd name="T7" fmla="*/ 106 h 117"/>
                <a:gd name="T8" fmla="*/ 26 w 28"/>
                <a:gd name="T9" fmla="*/ 75 h 117"/>
                <a:gd name="T10" fmla="*/ 19 w 28"/>
                <a:gd name="T11" fmla="*/ 50 h 117"/>
                <a:gd name="T12" fmla="*/ 21 w 28"/>
                <a:gd name="T13" fmla="*/ 10 h 117"/>
                <a:gd name="T14" fmla="*/ 13 w 28"/>
                <a:gd name="T15" fmla="*/ 40 h 117"/>
                <a:gd name="T16" fmla="*/ 0 w 28"/>
                <a:gd name="T17" fmla="*/ 0 h 117"/>
                <a:gd name="T18" fmla="*/ 14 w 28"/>
                <a:gd name="T19" fmla="*/ 58 h 117"/>
                <a:gd name="T20" fmla="*/ 5 w 28"/>
                <a:gd name="T21" fmla="*/ 103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117">
                  <a:moveTo>
                    <a:pt x="5" y="103"/>
                  </a:moveTo>
                  <a:cubicBezTo>
                    <a:pt x="4" y="107"/>
                    <a:pt x="13" y="114"/>
                    <a:pt x="24" y="117"/>
                  </a:cubicBezTo>
                  <a:cubicBezTo>
                    <a:pt x="24" y="117"/>
                    <a:pt x="24" y="117"/>
                    <a:pt x="24" y="117"/>
                  </a:cubicBezTo>
                  <a:cubicBezTo>
                    <a:pt x="24" y="117"/>
                    <a:pt x="20" y="113"/>
                    <a:pt x="19" y="106"/>
                  </a:cubicBezTo>
                  <a:cubicBezTo>
                    <a:pt x="19" y="100"/>
                    <a:pt x="23" y="89"/>
                    <a:pt x="26" y="75"/>
                  </a:cubicBezTo>
                  <a:cubicBezTo>
                    <a:pt x="28" y="60"/>
                    <a:pt x="19" y="54"/>
                    <a:pt x="19" y="50"/>
                  </a:cubicBezTo>
                  <a:cubicBezTo>
                    <a:pt x="19" y="45"/>
                    <a:pt x="21" y="10"/>
                    <a:pt x="21" y="1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3" y="40"/>
                    <a:pt x="1" y="8"/>
                    <a:pt x="0" y="0"/>
                  </a:cubicBezTo>
                  <a:cubicBezTo>
                    <a:pt x="0" y="12"/>
                    <a:pt x="4" y="34"/>
                    <a:pt x="14" y="58"/>
                  </a:cubicBezTo>
                  <a:cubicBezTo>
                    <a:pt x="19" y="69"/>
                    <a:pt x="10" y="86"/>
                    <a:pt x="5" y="103"/>
                  </a:cubicBez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任意多边形 14">
              <a:extLst>
                <a:ext uri="{FF2B5EF4-FFF2-40B4-BE49-F238E27FC236}">
                  <a16:creationId xmlns:a16="http://schemas.microsoft.com/office/drawing/2014/main" id="{BB55BA2F-F9B2-CA4A-8824-BD1E6627E86A}"/>
                </a:ext>
              </a:extLst>
            </p:cNvPr>
            <p:cNvSpPr/>
            <p:nvPr/>
          </p:nvSpPr>
          <p:spPr bwMode="auto">
            <a:xfrm>
              <a:off x="3460551" y="3564375"/>
              <a:ext cx="45854" cy="113541"/>
            </a:xfrm>
            <a:custGeom>
              <a:avLst/>
              <a:gdLst>
                <a:gd name="T0" fmla="*/ 5 w 10"/>
                <a:gd name="T1" fmla="*/ 25 h 25"/>
                <a:gd name="T2" fmla="*/ 4 w 10"/>
                <a:gd name="T3" fmla="*/ 0 h 25"/>
                <a:gd name="T4" fmla="*/ 0 w 10"/>
                <a:gd name="T5" fmla="*/ 4 h 25"/>
                <a:gd name="T6" fmla="*/ 5 w 10"/>
                <a:gd name="T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5">
                  <a:moveTo>
                    <a:pt x="5" y="25"/>
                  </a:moveTo>
                  <a:cubicBezTo>
                    <a:pt x="8" y="20"/>
                    <a:pt x="10" y="4"/>
                    <a:pt x="4" y="0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5" y="25"/>
                  </a:lnTo>
                  <a:close/>
                </a:path>
              </a:pathLst>
            </a:custGeom>
            <a:solidFill>
              <a:srgbClr val="000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任意多边形 15">
              <a:extLst>
                <a:ext uri="{FF2B5EF4-FFF2-40B4-BE49-F238E27FC236}">
                  <a16:creationId xmlns:a16="http://schemas.microsoft.com/office/drawing/2014/main" id="{DCD232C6-F159-8E48-B652-B556DECD2714}"/>
                </a:ext>
              </a:extLst>
            </p:cNvPr>
            <p:cNvSpPr/>
            <p:nvPr/>
          </p:nvSpPr>
          <p:spPr bwMode="auto">
            <a:xfrm>
              <a:off x="3303341" y="3782722"/>
              <a:ext cx="109174" cy="172495"/>
            </a:xfrm>
            <a:custGeom>
              <a:avLst/>
              <a:gdLst>
                <a:gd name="T0" fmla="*/ 0 w 24"/>
                <a:gd name="T1" fmla="*/ 0 h 38"/>
                <a:gd name="T2" fmla="*/ 1 w 24"/>
                <a:gd name="T3" fmla="*/ 27 h 38"/>
                <a:gd name="T4" fmla="*/ 14 w 24"/>
                <a:gd name="T5" fmla="*/ 34 h 38"/>
                <a:gd name="T6" fmla="*/ 24 w 24"/>
                <a:gd name="T7" fmla="*/ 29 h 38"/>
                <a:gd name="T8" fmla="*/ 24 w 24"/>
                <a:gd name="T9" fmla="*/ 7 h 38"/>
                <a:gd name="T10" fmla="*/ 0 w 24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38">
                  <a:moveTo>
                    <a:pt x="0" y="0"/>
                  </a:move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7" y="31"/>
                    <a:pt x="14" y="34"/>
                  </a:cubicBezTo>
                  <a:cubicBezTo>
                    <a:pt x="20" y="38"/>
                    <a:pt x="24" y="34"/>
                    <a:pt x="24" y="29"/>
                  </a:cubicBezTo>
                  <a:cubicBezTo>
                    <a:pt x="24" y="23"/>
                    <a:pt x="24" y="7"/>
                    <a:pt x="24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4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任意多边形 16">
              <a:extLst>
                <a:ext uri="{FF2B5EF4-FFF2-40B4-BE49-F238E27FC236}">
                  <a16:creationId xmlns:a16="http://schemas.microsoft.com/office/drawing/2014/main" id="{3F7B203C-DC4F-0240-A8ED-344E53E73F98}"/>
                </a:ext>
              </a:extLst>
            </p:cNvPr>
            <p:cNvSpPr/>
            <p:nvPr/>
          </p:nvSpPr>
          <p:spPr bwMode="auto">
            <a:xfrm>
              <a:off x="3233470" y="3496688"/>
              <a:ext cx="251100" cy="340622"/>
            </a:xfrm>
            <a:custGeom>
              <a:avLst/>
              <a:gdLst>
                <a:gd name="T0" fmla="*/ 41 w 55"/>
                <a:gd name="T1" fmla="*/ 5 h 75"/>
                <a:gd name="T2" fmla="*/ 55 w 55"/>
                <a:gd name="T3" fmla="*/ 31 h 75"/>
                <a:gd name="T4" fmla="*/ 55 w 55"/>
                <a:gd name="T5" fmla="*/ 52 h 75"/>
                <a:gd name="T6" fmla="*/ 55 w 55"/>
                <a:gd name="T7" fmla="*/ 52 h 75"/>
                <a:gd name="T8" fmla="*/ 28 w 55"/>
                <a:gd name="T9" fmla="*/ 70 h 75"/>
                <a:gd name="T10" fmla="*/ 21 w 55"/>
                <a:gd name="T11" fmla="*/ 67 h 75"/>
                <a:gd name="T12" fmla="*/ 13 w 55"/>
                <a:gd name="T13" fmla="*/ 59 h 75"/>
                <a:gd name="T14" fmla="*/ 3 w 55"/>
                <a:gd name="T15" fmla="*/ 30 h 75"/>
                <a:gd name="T16" fmla="*/ 12 w 55"/>
                <a:gd name="T17" fmla="*/ 5 h 75"/>
                <a:gd name="T18" fmla="*/ 41 w 55"/>
                <a:gd name="T19" fmla="*/ 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75">
                  <a:moveTo>
                    <a:pt x="41" y="5"/>
                  </a:moveTo>
                  <a:cubicBezTo>
                    <a:pt x="49" y="10"/>
                    <a:pt x="55" y="21"/>
                    <a:pt x="55" y="31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66"/>
                    <a:pt x="41" y="75"/>
                    <a:pt x="28" y="70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17" y="66"/>
                    <a:pt x="14" y="63"/>
                    <a:pt x="13" y="59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1"/>
                    <a:pt x="4" y="10"/>
                    <a:pt x="12" y="5"/>
                  </a:cubicBezTo>
                  <a:cubicBezTo>
                    <a:pt x="20" y="0"/>
                    <a:pt x="33" y="0"/>
                    <a:pt x="41" y="5"/>
                  </a:cubicBezTo>
                  <a:close/>
                </a:path>
              </a:pathLst>
            </a:custGeom>
            <a:solidFill>
              <a:srgbClr val="FFE0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任意多边形 17">
              <a:extLst>
                <a:ext uri="{FF2B5EF4-FFF2-40B4-BE49-F238E27FC236}">
                  <a16:creationId xmlns:a16="http://schemas.microsoft.com/office/drawing/2014/main" id="{43406CE0-E5BA-4143-BFC8-7B688A5CB6ED}"/>
                </a:ext>
              </a:extLst>
            </p:cNvPr>
            <p:cNvSpPr/>
            <p:nvPr/>
          </p:nvSpPr>
          <p:spPr bwMode="auto">
            <a:xfrm>
              <a:off x="3198534" y="3487954"/>
              <a:ext cx="286035" cy="320971"/>
            </a:xfrm>
            <a:custGeom>
              <a:avLst/>
              <a:gdLst>
                <a:gd name="T0" fmla="*/ 24 w 63"/>
                <a:gd name="T1" fmla="*/ 71 h 71"/>
                <a:gd name="T2" fmla="*/ 21 w 63"/>
                <a:gd name="T3" fmla="*/ 70 h 71"/>
                <a:gd name="T4" fmla="*/ 0 w 63"/>
                <a:gd name="T5" fmla="*/ 40 h 71"/>
                <a:gd name="T6" fmla="*/ 33 w 63"/>
                <a:gd name="T7" fmla="*/ 0 h 71"/>
                <a:gd name="T8" fmla="*/ 63 w 63"/>
                <a:gd name="T9" fmla="*/ 17 h 71"/>
                <a:gd name="T10" fmla="*/ 60 w 63"/>
                <a:gd name="T11" fmla="*/ 20 h 71"/>
                <a:gd name="T12" fmla="*/ 36 w 63"/>
                <a:gd name="T13" fmla="*/ 36 h 71"/>
                <a:gd name="T14" fmla="*/ 22 w 63"/>
                <a:gd name="T15" fmla="*/ 39 h 71"/>
                <a:gd name="T16" fmla="*/ 21 w 63"/>
                <a:gd name="T17" fmla="*/ 48 h 71"/>
                <a:gd name="T18" fmla="*/ 19 w 63"/>
                <a:gd name="T19" fmla="*/ 50 h 71"/>
                <a:gd name="T20" fmla="*/ 17 w 63"/>
                <a:gd name="T21" fmla="*/ 39 h 71"/>
                <a:gd name="T22" fmla="*/ 15 w 63"/>
                <a:gd name="T23" fmla="*/ 45 h 71"/>
                <a:gd name="T24" fmla="*/ 21 w 63"/>
                <a:gd name="T25" fmla="*/ 61 h 71"/>
                <a:gd name="T26" fmla="*/ 23 w 63"/>
                <a:gd name="T27" fmla="*/ 65 h 71"/>
                <a:gd name="T28" fmla="*/ 24 w 63"/>
                <a:gd name="T2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71">
                  <a:moveTo>
                    <a:pt x="24" y="71"/>
                  </a:moveTo>
                  <a:cubicBezTo>
                    <a:pt x="23" y="71"/>
                    <a:pt x="21" y="70"/>
                    <a:pt x="21" y="70"/>
                  </a:cubicBezTo>
                  <a:cubicBezTo>
                    <a:pt x="9" y="66"/>
                    <a:pt x="0" y="53"/>
                    <a:pt x="0" y="40"/>
                  </a:cubicBezTo>
                  <a:cubicBezTo>
                    <a:pt x="0" y="21"/>
                    <a:pt x="12" y="1"/>
                    <a:pt x="33" y="0"/>
                  </a:cubicBezTo>
                  <a:cubicBezTo>
                    <a:pt x="42" y="0"/>
                    <a:pt x="58" y="4"/>
                    <a:pt x="63" y="17"/>
                  </a:cubicBezTo>
                  <a:cubicBezTo>
                    <a:pt x="63" y="20"/>
                    <a:pt x="60" y="20"/>
                    <a:pt x="60" y="20"/>
                  </a:cubicBezTo>
                  <a:cubicBezTo>
                    <a:pt x="52" y="21"/>
                    <a:pt x="55" y="27"/>
                    <a:pt x="36" y="36"/>
                  </a:cubicBezTo>
                  <a:cubicBezTo>
                    <a:pt x="29" y="39"/>
                    <a:pt x="22" y="39"/>
                    <a:pt x="22" y="39"/>
                  </a:cubicBezTo>
                  <a:cubicBezTo>
                    <a:pt x="22" y="44"/>
                    <a:pt x="21" y="46"/>
                    <a:pt x="21" y="48"/>
                  </a:cubicBezTo>
                  <a:cubicBezTo>
                    <a:pt x="21" y="48"/>
                    <a:pt x="20" y="51"/>
                    <a:pt x="19" y="50"/>
                  </a:cubicBezTo>
                  <a:cubicBezTo>
                    <a:pt x="18" y="48"/>
                    <a:pt x="18" y="42"/>
                    <a:pt x="17" y="39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1" y="62"/>
                    <a:pt x="22" y="64"/>
                    <a:pt x="23" y="65"/>
                  </a:cubicBezTo>
                  <a:lnTo>
                    <a:pt x="24" y="71"/>
                  </a:lnTo>
                  <a:close/>
                </a:path>
              </a:pathLst>
            </a:custGeom>
            <a:solidFill>
              <a:srgbClr val="000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任意多边形 18">
              <a:extLst>
                <a:ext uri="{FF2B5EF4-FFF2-40B4-BE49-F238E27FC236}">
                  <a16:creationId xmlns:a16="http://schemas.microsoft.com/office/drawing/2014/main" id="{F2B69D84-CEF8-764C-A196-2AF3D1E0E546}"/>
                </a:ext>
              </a:extLst>
            </p:cNvPr>
            <p:cNvSpPr/>
            <p:nvPr/>
          </p:nvSpPr>
          <p:spPr bwMode="auto">
            <a:xfrm>
              <a:off x="3185433" y="3450834"/>
              <a:ext cx="131008" cy="104807"/>
            </a:xfrm>
            <a:custGeom>
              <a:avLst/>
              <a:gdLst>
                <a:gd name="T0" fmla="*/ 0 w 29"/>
                <a:gd name="T1" fmla="*/ 7 h 23"/>
                <a:gd name="T2" fmla="*/ 24 w 29"/>
                <a:gd name="T3" fmla="*/ 4 h 23"/>
                <a:gd name="T4" fmla="*/ 15 w 29"/>
                <a:gd name="T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0" y="7"/>
                  </a:moveTo>
                  <a:cubicBezTo>
                    <a:pt x="7" y="0"/>
                    <a:pt x="19" y="0"/>
                    <a:pt x="24" y="4"/>
                  </a:cubicBezTo>
                  <a:cubicBezTo>
                    <a:pt x="29" y="9"/>
                    <a:pt x="22" y="16"/>
                    <a:pt x="15" y="23"/>
                  </a:cubicBezTo>
                </a:path>
              </a:pathLst>
            </a:custGeom>
            <a:solidFill>
              <a:srgbClr val="000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任意多边形 19">
              <a:extLst>
                <a:ext uri="{FF2B5EF4-FFF2-40B4-BE49-F238E27FC236}">
                  <a16:creationId xmlns:a16="http://schemas.microsoft.com/office/drawing/2014/main" id="{FDC39F2E-AEC6-FA40-87F8-218BBD4F4CC6}"/>
                </a:ext>
              </a:extLst>
            </p:cNvPr>
            <p:cNvSpPr/>
            <p:nvPr/>
          </p:nvSpPr>
          <p:spPr bwMode="auto">
            <a:xfrm>
              <a:off x="3152681" y="3483587"/>
              <a:ext cx="100440" cy="126641"/>
            </a:xfrm>
            <a:custGeom>
              <a:avLst/>
              <a:gdLst>
                <a:gd name="T0" fmla="*/ 22 w 22"/>
                <a:gd name="T1" fmla="*/ 16 h 28"/>
                <a:gd name="T2" fmla="*/ 6 w 22"/>
                <a:gd name="T3" fmla="*/ 23 h 28"/>
                <a:gd name="T4" fmla="*/ 7 w 22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8">
                  <a:moveTo>
                    <a:pt x="22" y="16"/>
                  </a:moveTo>
                  <a:cubicBezTo>
                    <a:pt x="15" y="23"/>
                    <a:pt x="11" y="28"/>
                    <a:pt x="6" y="23"/>
                  </a:cubicBezTo>
                  <a:cubicBezTo>
                    <a:pt x="1" y="18"/>
                    <a:pt x="0" y="7"/>
                    <a:pt x="7" y="0"/>
                  </a:cubicBezTo>
                </a:path>
              </a:pathLst>
            </a:custGeom>
            <a:solidFill>
              <a:srgbClr val="000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任意多边形 20">
              <a:extLst>
                <a:ext uri="{FF2B5EF4-FFF2-40B4-BE49-F238E27FC236}">
                  <a16:creationId xmlns:a16="http://schemas.microsoft.com/office/drawing/2014/main" id="{E579F6D0-3044-244D-B66C-00B1B2AB783C}"/>
                </a:ext>
              </a:extLst>
            </p:cNvPr>
            <p:cNvSpPr/>
            <p:nvPr/>
          </p:nvSpPr>
          <p:spPr bwMode="auto">
            <a:xfrm>
              <a:off x="3224736" y="3651713"/>
              <a:ext cx="58954" cy="85156"/>
            </a:xfrm>
            <a:custGeom>
              <a:avLst/>
              <a:gdLst>
                <a:gd name="T0" fmla="*/ 11 w 13"/>
                <a:gd name="T1" fmla="*/ 3 h 19"/>
                <a:gd name="T2" fmla="*/ 4 w 13"/>
                <a:gd name="T3" fmla="*/ 2 h 19"/>
                <a:gd name="T4" fmla="*/ 7 w 13"/>
                <a:gd name="T5" fmla="*/ 17 h 19"/>
                <a:gd name="T6" fmla="*/ 13 w 13"/>
                <a:gd name="T7" fmla="*/ 18 h 19"/>
                <a:gd name="T8" fmla="*/ 11 w 13"/>
                <a:gd name="T9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9">
                  <a:moveTo>
                    <a:pt x="11" y="3"/>
                  </a:moveTo>
                  <a:cubicBezTo>
                    <a:pt x="10" y="0"/>
                    <a:pt x="7" y="0"/>
                    <a:pt x="4" y="2"/>
                  </a:cubicBezTo>
                  <a:cubicBezTo>
                    <a:pt x="2" y="4"/>
                    <a:pt x="0" y="14"/>
                    <a:pt x="7" y="17"/>
                  </a:cubicBezTo>
                  <a:cubicBezTo>
                    <a:pt x="11" y="19"/>
                    <a:pt x="13" y="18"/>
                    <a:pt x="13" y="18"/>
                  </a:cubicBezTo>
                  <a:lnTo>
                    <a:pt x="11" y="3"/>
                  </a:lnTo>
                  <a:close/>
                </a:path>
              </a:pathLst>
            </a:custGeom>
            <a:solidFill>
              <a:srgbClr val="FFD4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任意多边形 21">
              <a:extLst>
                <a:ext uri="{FF2B5EF4-FFF2-40B4-BE49-F238E27FC236}">
                  <a16:creationId xmlns:a16="http://schemas.microsoft.com/office/drawing/2014/main" id="{09D37E8A-C0F1-A741-BAC4-54DBBFBFC36B}"/>
                </a:ext>
              </a:extLst>
            </p:cNvPr>
            <p:cNvSpPr/>
            <p:nvPr/>
          </p:nvSpPr>
          <p:spPr bwMode="auto">
            <a:xfrm>
              <a:off x="3307708" y="3878794"/>
              <a:ext cx="168128" cy="144109"/>
            </a:xfrm>
            <a:custGeom>
              <a:avLst/>
              <a:gdLst>
                <a:gd name="T0" fmla="*/ 23 w 37"/>
                <a:gd name="T1" fmla="*/ 0 h 32"/>
                <a:gd name="T2" fmla="*/ 37 w 37"/>
                <a:gd name="T3" fmla="*/ 32 h 32"/>
                <a:gd name="T4" fmla="*/ 0 w 37"/>
                <a:gd name="T5" fmla="*/ 6 h 32"/>
                <a:gd name="T6" fmla="*/ 23 w 37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2">
                  <a:moveTo>
                    <a:pt x="23" y="0"/>
                  </a:moveTo>
                  <a:cubicBezTo>
                    <a:pt x="24" y="2"/>
                    <a:pt x="36" y="28"/>
                    <a:pt x="37" y="32"/>
                  </a:cubicBezTo>
                  <a:cubicBezTo>
                    <a:pt x="37" y="32"/>
                    <a:pt x="7" y="16"/>
                    <a:pt x="0" y="6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D4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任意多边形 22">
              <a:extLst>
                <a:ext uri="{FF2B5EF4-FFF2-40B4-BE49-F238E27FC236}">
                  <a16:creationId xmlns:a16="http://schemas.microsoft.com/office/drawing/2014/main" id="{35D28F26-0741-D342-AEF2-9E7968013B7D}"/>
                </a:ext>
              </a:extLst>
            </p:cNvPr>
            <p:cNvSpPr/>
            <p:nvPr/>
          </p:nvSpPr>
          <p:spPr bwMode="auto">
            <a:xfrm>
              <a:off x="3148314" y="3918097"/>
              <a:ext cx="349355" cy="554602"/>
            </a:xfrm>
            <a:custGeom>
              <a:avLst/>
              <a:gdLst>
                <a:gd name="T0" fmla="*/ 24 w 77"/>
                <a:gd name="T1" fmla="*/ 72 h 122"/>
                <a:gd name="T2" fmla="*/ 35 w 77"/>
                <a:gd name="T3" fmla="*/ 17 h 122"/>
                <a:gd name="T4" fmla="*/ 24 w 77"/>
                <a:gd name="T5" fmla="*/ 1 h 122"/>
                <a:gd name="T6" fmla="*/ 8 w 77"/>
                <a:gd name="T7" fmla="*/ 13 h 122"/>
                <a:gd name="T8" fmla="*/ 0 w 77"/>
                <a:gd name="T9" fmla="*/ 74 h 122"/>
                <a:gd name="T10" fmla="*/ 6 w 77"/>
                <a:gd name="T11" fmla="*/ 86 h 122"/>
                <a:gd name="T12" fmla="*/ 68 w 77"/>
                <a:gd name="T13" fmla="*/ 122 h 122"/>
                <a:gd name="T14" fmla="*/ 77 w 77"/>
                <a:gd name="T15" fmla="*/ 109 h 122"/>
                <a:gd name="T16" fmla="*/ 24 w 77"/>
                <a:gd name="T17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122">
                  <a:moveTo>
                    <a:pt x="24" y="72"/>
                  </a:moveTo>
                  <a:cubicBezTo>
                    <a:pt x="35" y="17"/>
                    <a:pt x="35" y="17"/>
                    <a:pt x="35" y="17"/>
                  </a:cubicBezTo>
                  <a:cubicBezTo>
                    <a:pt x="36" y="9"/>
                    <a:pt x="33" y="2"/>
                    <a:pt x="24" y="1"/>
                  </a:cubicBezTo>
                  <a:cubicBezTo>
                    <a:pt x="16" y="0"/>
                    <a:pt x="9" y="5"/>
                    <a:pt x="8" y="13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9"/>
                    <a:pt x="2" y="84"/>
                    <a:pt x="6" y="86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77" y="109"/>
                    <a:pt x="77" y="109"/>
                    <a:pt x="77" y="109"/>
                  </a:cubicBezTo>
                  <a:lnTo>
                    <a:pt x="24" y="72"/>
                  </a:lnTo>
                  <a:close/>
                </a:path>
              </a:pathLst>
            </a:custGeom>
            <a:solidFill>
              <a:srgbClr val="EE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任意多边形 23">
              <a:extLst>
                <a:ext uri="{FF2B5EF4-FFF2-40B4-BE49-F238E27FC236}">
                  <a16:creationId xmlns:a16="http://schemas.microsoft.com/office/drawing/2014/main" id="{05886D0A-E8BE-954C-84E4-4E46D1D4AE93}"/>
                </a:ext>
              </a:extLst>
            </p:cNvPr>
            <p:cNvSpPr/>
            <p:nvPr/>
          </p:nvSpPr>
          <p:spPr bwMode="auto">
            <a:xfrm>
              <a:off x="3397229" y="4380993"/>
              <a:ext cx="45854" cy="63321"/>
            </a:xfrm>
            <a:custGeom>
              <a:avLst/>
              <a:gdLst>
                <a:gd name="T0" fmla="*/ 4 w 21"/>
                <a:gd name="T1" fmla="*/ 29 h 29"/>
                <a:gd name="T2" fmla="*/ 21 w 21"/>
                <a:gd name="T3" fmla="*/ 0 h 29"/>
                <a:gd name="T4" fmla="*/ 0 w 21"/>
                <a:gd name="T5" fmla="*/ 27 h 29"/>
                <a:gd name="T6" fmla="*/ 4 w 21"/>
                <a:gd name="T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9">
                  <a:moveTo>
                    <a:pt x="4" y="29"/>
                  </a:moveTo>
                  <a:lnTo>
                    <a:pt x="21" y="0"/>
                  </a:lnTo>
                  <a:lnTo>
                    <a:pt x="0" y="27"/>
                  </a:lnTo>
                  <a:lnTo>
                    <a:pt x="4" y="29"/>
                  </a:ln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任意多边形 24">
              <a:extLst>
                <a:ext uri="{FF2B5EF4-FFF2-40B4-BE49-F238E27FC236}">
                  <a16:creationId xmlns:a16="http://schemas.microsoft.com/office/drawing/2014/main" id="{C60CD37B-D0AB-8148-A20C-62EB6F9C1717}"/>
                </a:ext>
              </a:extLst>
            </p:cNvPr>
            <p:cNvSpPr/>
            <p:nvPr/>
          </p:nvSpPr>
          <p:spPr bwMode="auto">
            <a:xfrm>
              <a:off x="3451817" y="4389727"/>
              <a:ext cx="24019" cy="28386"/>
            </a:xfrm>
            <a:custGeom>
              <a:avLst/>
              <a:gdLst>
                <a:gd name="T0" fmla="*/ 1 w 5"/>
                <a:gd name="T1" fmla="*/ 5 h 6"/>
                <a:gd name="T2" fmla="*/ 0 w 5"/>
                <a:gd name="T3" fmla="*/ 2 h 6"/>
                <a:gd name="T4" fmla="*/ 3 w 5"/>
                <a:gd name="T5" fmla="*/ 1 h 6"/>
                <a:gd name="T6" fmla="*/ 4 w 5"/>
                <a:gd name="T7" fmla="*/ 4 h 6"/>
                <a:gd name="T8" fmla="*/ 1 w 5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5" y="3"/>
                    <a:pt x="4" y="4"/>
                  </a:cubicBezTo>
                  <a:cubicBezTo>
                    <a:pt x="3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任意多边形 25">
              <a:extLst>
                <a:ext uri="{FF2B5EF4-FFF2-40B4-BE49-F238E27FC236}">
                  <a16:creationId xmlns:a16="http://schemas.microsoft.com/office/drawing/2014/main" id="{CE11CA3E-7FC7-1740-9C9A-AE61266FFE6B}"/>
                </a:ext>
              </a:extLst>
            </p:cNvPr>
            <p:cNvSpPr/>
            <p:nvPr/>
          </p:nvSpPr>
          <p:spPr bwMode="auto">
            <a:xfrm>
              <a:off x="3460551" y="4413746"/>
              <a:ext cx="231448" cy="135375"/>
            </a:xfrm>
            <a:custGeom>
              <a:avLst/>
              <a:gdLst>
                <a:gd name="T0" fmla="*/ 0 w 51"/>
                <a:gd name="T1" fmla="*/ 12 h 30"/>
                <a:gd name="T2" fmla="*/ 32 w 51"/>
                <a:gd name="T3" fmla="*/ 30 h 30"/>
                <a:gd name="T4" fmla="*/ 50 w 51"/>
                <a:gd name="T5" fmla="*/ 19 h 30"/>
                <a:gd name="T6" fmla="*/ 48 w 51"/>
                <a:gd name="T7" fmla="*/ 14 h 30"/>
                <a:gd name="T8" fmla="*/ 28 w 51"/>
                <a:gd name="T9" fmla="*/ 11 h 30"/>
                <a:gd name="T10" fmla="*/ 27 w 51"/>
                <a:gd name="T11" fmla="*/ 9 h 30"/>
                <a:gd name="T12" fmla="*/ 25 w 51"/>
                <a:gd name="T13" fmla="*/ 1 h 30"/>
                <a:gd name="T14" fmla="*/ 8 w 51"/>
                <a:gd name="T15" fmla="*/ 0 h 30"/>
                <a:gd name="T16" fmla="*/ 0 w 51"/>
                <a:gd name="T17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30">
                  <a:moveTo>
                    <a:pt x="0" y="12"/>
                  </a:moveTo>
                  <a:cubicBezTo>
                    <a:pt x="6" y="16"/>
                    <a:pt x="23" y="30"/>
                    <a:pt x="32" y="30"/>
                  </a:cubicBezTo>
                  <a:cubicBezTo>
                    <a:pt x="41" y="29"/>
                    <a:pt x="50" y="21"/>
                    <a:pt x="50" y="19"/>
                  </a:cubicBezTo>
                  <a:cubicBezTo>
                    <a:pt x="51" y="18"/>
                    <a:pt x="51" y="14"/>
                    <a:pt x="48" y="14"/>
                  </a:cubicBezTo>
                  <a:cubicBezTo>
                    <a:pt x="44" y="14"/>
                    <a:pt x="33" y="14"/>
                    <a:pt x="28" y="11"/>
                  </a:cubicBezTo>
                  <a:cubicBezTo>
                    <a:pt x="27" y="10"/>
                    <a:pt x="26" y="9"/>
                    <a:pt x="27" y="9"/>
                  </a:cubicBezTo>
                  <a:cubicBezTo>
                    <a:pt x="35" y="4"/>
                    <a:pt x="38" y="0"/>
                    <a:pt x="25" y="1"/>
                  </a:cubicBezTo>
                  <a:cubicBezTo>
                    <a:pt x="19" y="2"/>
                    <a:pt x="11" y="3"/>
                    <a:pt x="8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FFE0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任意多边形 26">
              <a:extLst>
                <a:ext uri="{FF2B5EF4-FFF2-40B4-BE49-F238E27FC236}">
                  <a16:creationId xmlns:a16="http://schemas.microsoft.com/office/drawing/2014/main" id="{213CD1E2-6667-2B4D-86E8-53713C394818}"/>
                </a:ext>
              </a:extLst>
            </p:cNvPr>
            <p:cNvSpPr/>
            <p:nvPr/>
          </p:nvSpPr>
          <p:spPr bwMode="auto">
            <a:xfrm>
              <a:off x="3460551" y="4413746"/>
              <a:ext cx="231448" cy="135375"/>
            </a:xfrm>
            <a:custGeom>
              <a:avLst/>
              <a:gdLst>
                <a:gd name="T0" fmla="*/ 50 w 51"/>
                <a:gd name="T1" fmla="*/ 19 h 30"/>
                <a:gd name="T2" fmla="*/ 51 w 51"/>
                <a:gd name="T3" fmla="*/ 17 h 30"/>
                <a:gd name="T4" fmla="*/ 44 w 51"/>
                <a:gd name="T5" fmla="*/ 24 h 30"/>
                <a:gd name="T6" fmla="*/ 26 w 51"/>
                <a:gd name="T7" fmla="*/ 24 h 30"/>
                <a:gd name="T8" fmla="*/ 3 w 51"/>
                <a:gd name="T9" fmla="*/ 10 h 30"/>
                <a:gd name="T10" fmla="*/ 8 w 51"/>
                <a:gd name="T11" fmla="*/ 0 h 30"/>
                <a:gd name="T12" fmla="*/ 0 w 51"/>
                <a:gd name="T13" fmla="*/ 12 h 30"/>
                <a:gd name="T14" fmla="*/ 32 w 51"/>
                <a:gd name="T15" fmla="*/ 30 h 30"/>
                <a:gd name="T16" fmla="*/ 50 w 51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30">
                  <a:moveTo>
                    <a:pt x="50" y="19"/>
                  </a:moveTo>
                  <a:cubicBezTo>
                    <a:pt x="51" y="19"/>
                    <a:pt x="51" y="18"/>
                    <a:pt x="51" y="17"/>
                  </a:cubicBezTo>
                  <a:cubicBezTo>
                    <a:pt x="51" y="19"/>
                    <a:pt x="49" y="21"/>
                    <a:pt x="44" y="24"/>
                  </a:cubicBezTo>
                  <a:cubicBezTo>
                    <a:pt x="39" y="27"/>
                    <a:pt x="33" y="26"/>
                    <a:pt x="26" y="24"/>
                  </a:cubicBezTo>
                  <a:cubicBezTo>
                    <a:pt x="19" y="22"/>
                    <a:pt x="3" y="10"/>
                    <a:pt x="3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6" y="16"/>
                    <a:pt x="23" y="30"/>
                    <a:pt x="32" y="30"/>
                  </a:cubicBezTo>
                  <a:cubicBezTo>
                    <a:pt x="41" y="29"/>
                    <a:pt x="50" y="21"/>
                    <a:pt x="50" y="19"/>
                  </a:cubicBezTo>
                  <a:close/>
                </a:path>
              </a:pathLst>
            </a:custGeom>
            <a:solidFill>
              <a:srgbClr val="FFD4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任意多边形 27">
              <a:extLst>
                <a:ext uri="{FF2B5EF4-FFF2-40B4-BE49-F238E27FC236}">
                  <a16:creationId xmlns:a16="http://schemas.microsoft.com/office/drawing/2014/main" id="{A6B6755B-0974-8F4F-80A1-C7F4DA5A60D0}"/>
                </a:ext>
              </a:extLst>
            </p:cNvPr>
            <p:cNvSpPr/>
            <p:nvPr/>
          </p:nvSpPr>
          <p:spPr bwMode="auto">
            <a:xfrm>
              <a:off x="3809906" y="1752093"/>
              <a:ext cx="2893100" cy="4035055"/>
            </a:xfrm>
            <a:custGeom>
              <a:avLst/>
              <a:gdLst>
                <a:gd name="T0" fmla="*/ 637 w 637"/>
                <a:gd name="T1" fmla="*/ 7 h 890"/>
                <a:gd name="T2" fmla="*/ 627 w 637"/>
                <a:gd name="T3" fmla="*/ 1 h 890"/>
                <a:gd name="T4" fmla="*/ 627 w 637"/>
                <a:gd name="T5" fmla="*/ 1 h 890"/>
                <a:gd name="T6" fmla="*/ 617 w 637"/>
                <a:gd name="T7" fmla="*/ 2 h 890"/>
                <a:gd name="T8" fmla="*/ 13 w 637"/>
                <a:gd name="T9" fmla="*/ 351 h 890"/>
                <a:gd name="T10" fmla="*/ 0 w 637"/>
                <a:gd name="T11" fmla="*/ 374 h 890"/>
                <a:gd name="T12" fmla="*/ 0 w 637"/>
                <a:gd name="T13" fmla="*/ 876 h 890"/>
                <a:gd name="T14" fmla="*/ 4 w 637"/>
                <a:gd name="T15" fmla="*/ 884 h 890"/>
                <a:gd name="T16" fmla="*/ 4 w 637"/>
                <a:gd name="T17" fmla="*/ 884 h 890"/>
                <a:gd name="T18" fmla="*/ 14 w 637"/>
                <a:gd name="T19" fmla="*/ 890 h 890"/>
                <a:gd name="T20" fmla="*/ 617 w 637"/>
                <a:gd name="T21" fmla="*/ 534 h 890"/>
                <a:gd name="T22" fmla="*/ 630 w 637"/>
                <a:gd name="T23" fmla="*/ 511 h 890"/>
                <a:gd name="T24" fmla="*/ 637 w 637"/>
                <a:gd name="T25" fmla="*/ 7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7" h="890">
                  <a:moveTo>
                    <a:pt x="637" y="7"/>
                  </a:moveTo>
                  <a:cubicBezTo>
                    <a:pt x="627" y="1"/>
                    <a:pt x="627" y="1"/>
                    <a:pt x="627" y="1"/>
                  </a:cubicBezTo>
                  <a:cubicBezTo>
                    <a:pt x="627" y="1"/>
                    <a:pt x="627" y="1"/>
                    <a:pt x="627" y="1"/>
                  </a:cubicBezTo>
                  <a:cubicBezTo>
                    <a:pt x="624" y="0"/>
                    <a:pt x="621" y="0"/>
                    <a:pt x="617" y="2"/>
                  </a:cubicBezTo>
                  <a:cubicBezTo>
                    <a:pt x="13" y="351"/>
                    <a:pt x="13" y="351"/>
                    <a:pt x="13" y="351"/>
                  </a:cubicBezTo>
                  <a:cubicBezTo>
                    <a:pt x="6" y="355"/>
                    <a:pt x="0" y="366"/>
                    <a:pt x="0" y="374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0"/>
                    <a:pt x="1" y="883"/>
                    <a:pt x="4" y="884"/>
                  </a:cubicBezTo>
                  <a:cubicBezTo>
                    <a:pt x="4" y="884"/>
                    <a:pt x="4" y="884"/>
                    <a:pt x="4" y="884"/>
                  </a:cubicBezTo>
                  <a:cubicBezTo>
                    <a:pt x="14" y="890"/>
                    <a:pt x="14" y="890"/>
                    <a:pt x="14" y="890"/>
                  </a:cubicBezTo>
                  <a:cubicBezTo>
                    <a:pt x="617" y="534"/>
                    <a:pt x="617" y="534"/>
                    <a:pt x="617" y="534"/>
                  </a:cubicBezTo>
                  <a:cubicBezTo>
                    <a:pt x="625" y="530"/>
                    <a:pt x="630" y="520"/>
                    <a:pt x="630" y="511"/>
                  </a:cubicBezTo>
                  <a:lnTo>
                    <a:pt x="637" y="7"/>
                  </a:lnTo>
                  <a:close/>
                </a:path>
              </a:pathLst>
            </a:custGeom>
            <a:solidFill>
              <a:srgbClr val="4FC9FC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任意多边形 28">
              <a:extLst>
                <a:ext uri="{FF2B5EF4-FFF2-40B4-BE49-F238E27FC236}">
                  <a16:creationId xmlns:a16="http://schemas.microsoft.com/office/drawing/2014/main" id="{CA753EC2-4D56-CF4B-AFA3-A0C0BC257D23}"/>
                </a:ext>
              </a:extLst>
            </p:cNvPr>
            <p:cNvSpPr/>
            <p:nvPr/>
          </p:nvSpPr>
          <p:spPr bwMode="auto">
            <a:xfrm>
              <a:off x="3855758" y="1769561"/>
              <a:ext cx="2864715" cy="4030688"/>
            </a:xfrm>
            <a:custGeom>
              <a:avLst/>
              <a:gdLst>
                <a:gd name="T0" fmla="*/ 618 w 631"/>
                <a:gd name="T1" fmla="*/ 4 h 889"/>
                <a:gd name="T2" fmla="*/ 14 w 631"/>
                <a:gd name="T3" fmla="*/ 353 h 889"/>
                <a:gd name="T4" fmla="*/ 0 w 631"/>
                <a:gd name="T5" fmla="*/ 376 h 889"/>
                <a:gd name="T6" fmla="*/ 0 w 631"/>
                <a:gd name="T7" fmla="*/ 878 h 889"/>
                <a:gd name="T8" fmla="*/ 14 w 631"/>
                <a:gd name="T9" fmla="*/ 885 h 889"/>
                <a:gd name="T10" fmla="*/ 618 w 631"/>
                <a:gd name="T11" fmla="*/ 536 h 889"/>
                <a:gd name="T12" fmla="*/ 631 w 631"/>
                <a:gd name="T13" fmla="*/ 513 h 889"/>
                <a:gd name="T14" fmla="*/ 631 w 631"/>
                <a:gd name="T15" fmla="*/ 12 h 889"/>
                <a:gd name="T16" fmla="*/ 618 w 631"/>
                <a:gd name="T17" fmla="*/ 4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1" h="889">
                  <a:moveTo>
                    <a:pt x="618" y="4"/>
                  </a:moveTo>
                  <a:cubicBezTo>
                    <a:pt x="14" y="353"/>
                    <a:pt x="14" y="353"/>
                    <a:pt x="14" y="353"/>
                  </a:cubicBezTo>
                  <a:cubicBezTo>
                    <a:pt x="6" y="357"/>
                    <a:pt x="0" y="368"/>
                    <a:pt x="0" y="376"/>
                  </a:cubicBezTo>
                  <a:cubicBezTo>
                    <a:pt x="0" y="878"/>
                    <a:pt x="0" y="878"/>
                    <a:pt x="0" y="878"/>
                  </a:cubicBezTo>
                  <a:cubicBezTo>
                    <a:pt x="0" y="886"/>
                    <a:pt x="6" y="889"/>
                    <a:pt x="14" y="885"/>
                  </a:cubicBezTo>
                  <a:cubicBezTo>
                    <a:pt x="618" y="536"/>
                    <a:pt x="618" y="536"/>
                    <a:pt x="618" y="536"/>
                  </a:cubicBezTo>
                  <a:cubicBezTo>
                    <a:pt x="625" y="532"/>
                    <a:pt x="631" y="522"/>
                    <a:pt x="631" y="513"/>
                  </a:cubicBezTo>
                  <a:cubicBezTo>
                    <a:pt x="631" y="12"/>
                    <a:pt x="631" y="12"/>
                    <a:pt x="631" y="12"/>
                  </a:cubicBezTo>
                  <a:cubicBezTo>
                    <a:pt x="631" y="4"/>
                    <a:pt x="625" y="0"/>
                    <a:pt x="618" y="4"/>
                  </a:cubicBezTo>
                  <a:close/>
                </a:path>
              </a:pathLst>
            </a:custGeom>
            <a:solidFill>
              <a:srgbClr val="4FC9FC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任意多边形 29">
              <a:extLst>
                <a:ext uri="{FF2B5EF4-FFF2-40B4-BE49-F238E27FC236}">
                  <a16:creationId xmlns:a16="http://schemas.microsoft.com/office/drawing/2014/main" id="{BBC7DBD9-B456-3546-A3AB-31C9F473AF0F}"/>
                </a:ext>
              </a:extLst>
            </p:cNvPr>
            <p:cNvSpPr/>
            <p:nvPr/>
          </p:nvSpPr>
          <p:spPr bwMode="auto">
            <a:xfrm>
              <a:off x="3847024" y="1787029"/>
              <a:ext cx="2814495" cy="3963001"/>
            </a:xfrm>
            <a:custGeom>
              <a:avLst/>
              <a:gdLst>
                <a:gd name="T0" fmla="*/ 620 w 620"/>
                <a:gd name="T1" fmla="*/ 0 h 874"/>
                <a:gd name="T2" fmla="*/ 455 w 620"/>
                <a:gd name="T3" fmla="*/ 97 h 874"/>
                <a:gd name="T4" fmla="*/ 285 w 620"/>
                <a:gd name="T5" fmla="*/ 196 h 874"/>
                <a:gd name="T6" fmla="*/ 90 w 620"/>
                <a:gd name="T7" fmla="*/ 309 h 874"/>
                <a:gd name="T8" fmla="*/ 40 w 620"/>
                <a:gd name="T9" fmla="*/ 338 h 874"/>
                <a:gd name="T10" fmla="*/ 16 w 620"/>
                <a:gd name="T11" fmla="*/ 352 h 874"/>
                <a:gd name="T12" fmla="*/ 7 w 620"/>
                <a:gd name="T13" fmla="*/ 362 h 874"/>
                <a:gd name="T14" fmla="*/ 5 w 620"/>
                <a:gd name="T15" fmla="*/ 368 h 874"/>
                <a:gd name="T16" fmla="*/ 5 w 620"/>
                <a:gd name="T17" fmla="*/ 375 h 874"/>
                <a:gd name="T18" fmla="*/ 5 w 620"/>
                <a:gd name="T19" fmla="*/ 485 h 874"/>
                <a:gd name="T20" fmla="*/ 4 w 620"/>
                <a:gd name="T21" fmla="*/ 682 h 874"/>
                <a:gd name="T22" fmla="*/ 2 w 620"/>
                <a:gd name="T23" fmla="*/ 874 h 874"/>
                <a:gd name="T24" fmla="*/ 1 w 620"/>
                <a:gd name="T25" fmla="*/ 682 h 874"/>
                <a:gd name="T26" fmla="*/ 0 w 620"/>
                <a:gd name="T27" fmla="*/ 485 h 874"/>
                <a:gd name="T28" fmla="*/ 0 w 620"/>
                <a:gd name="T29" fmla="*/ 375 h 874"/>
                <a:gd name="T30" fmla="*/ 1 w 620"/>
                <a:gd name="T31" fmla="*/ 367 h 874"/>
                <a:gd name="T32" fmla="*/ 3 w 620"/>
                <a:gd name="T33" fmla="*/ 360 h 874"/>
                <a:gd name="T34" fmla="*/ 13 w 620"/>
                <a:gd name="T35" fmla="*/ 348 h 874"/>
                <a:gd name="T36" fmla="*/ 38 w 620"/>
                <a:gd name="T37" fmla="*/ 334 h 874"/>
                <a:gd name="T38" fmla="*/ 87 w 620"/>
                <a:gd name="T39" fmla="*/ 305 h 874"/>
                <a:gd name="T40" fmla="*/ 283 w 620"/>
                <a:gd name="T41" fmla="*/ 192 h 874"/>
                <a:gd name="T42" fmla="*/ 453 w 620"/>
                <a:gd name="T43" fmla="*/ 95 h 874"/>
                <a:gd name="T44" fmla="*/ 620 w 620"/>
                <a:gd name="T45" fmla="*/ 0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0" h="874">
                  <a:moveTo>
                    <a:pt x="620" y="0"/>
                  </a:moveTo>
                  <a:cubicBezTo>
                    <a:pt x="620" y="0"/>
                    <a:pt x="554" y="39"/>
                    <a:pt x="455" y="97"/>
                  </a:cubicBezTo>
                  <a:cubicBezTo>
                    <a:pt x="405" y="126"/>
                    <a:pt x="347" y="160"/>
                    <a:pt x="285" y="196"/>
                  </a:cubicBezTo>
                  <a:cubicBezTo>
                    <a:pt x="223" y="232"/>
                    <a:pt x="156" y="271"/>
                    <a:pt x="90" y="309"/>
                  </a:cubicBezTo>
                  <a:cubicBezTo>
                    <a:pt x="73" y="319"/>
                    <a:pt x="57" y="328"/>
                    <a:pt x="40" y="338"/>
                  </a:cubicBezTo>
                  <a:cubicBezTo>
                    <a:pt x="32" y="343"/>
                    <a:pt x="24" y="347"/>
                    <a:pt x="16" y="352"/>
                  </a:cubicBezTo>
                  <a:cubicBezTo>
                    <a:pt x="12" y="354"/>
                    <a:pt x="9" y="358"/>
                    <a:pt x="7" y="362"/>
                  </a:cubicBezTo>
                  <a:cubicBezTo>
                    <a:pt x="6" y="364"/>
                    <a:pt x="6" y="366"/>
                    <a:pt x="5" y="368"/>
                  </a:cubicBezTo>
                  <a:cubicBezTo>
                    <a:pt x="5" y="370"/>
                    <a:pt x="5" y="372"/>
                    <a:pt x="5" y="375"/>
                  </a:cubicBezTo>
                  <a:cubicBezTo>
                    <a:pt x="5" y="412"/>
                    <a:pt x="5" y="450"/>
                    <a:pt x="5" y="485"/>
                  </a:cubicBezTo>
                  <a:cubicBezTo>
                    <a:pt x="4" y="557"/>
                    <a:pt x="4" y="624"/>
                    <a:pt x="4" y="682"/>
                  </a:cubicBezTo>
                  <a:cubicBezTo>
                    <a:pt x="3" y="797"/>
                    <a:pt x="2" y="874"/>
                    <a:pt x="2" y="874"/>
                  </a:cubicBezTo>
                  <a:cubicBezTo>
                    <a:pt x="2" y="874"/>
                    <a:pt x="2" y="797"/>
                    <a:pt x="1" y="682"/>
                  </a:cubicBezTo>
                  <a:cubicBezTo>
                    <a:pt x="1" y="624"/>
                    <a:pt x="1" y="557"/>
                    <a:pt x="0" y="485"/>
                  </a:cubicBezTo>
                  <a:cubicBezTo>
                    <a:pt x="0" y="450"/>
                    <a:pt x="0" y="412"/>
                    <a:pt x="0" y="375"/>
                  </a:cubicBezTo>
                  <a:cubicBezTo>
                    <a:pt x="0" y="372"/>
                    <a:pt x="0" y="370"/>
                    <a:pt x="1" y="367"/>
                  </a:cubicBezTo>
                  <a:cubicBezTo>
                    <a:pt x="1" y="365"/>
                    <a:pt x="2" y="362"/>
                    <a:pt x="3" y="360"/>
                  </a:cubicBezTo>
                  <a:cubicBezTo>
                    <a:pt x="6" y="355"/>
                    <a:pt x="9" y="351"/>
                    <a:pt x="13" y="348"/>
                  </a:cubicBezTo>
                  <a:cubicBezTo>
                    <a:pt x="21" y="343"/>
                    <a:pt x="30" y="339"/>
                    <a:pt x="38" y="334"/>
                  </a:cubicBezTo>
                  <a:cubicBezTo>
                    <a:pt x="54" y="324"/>
                    <a:pt x="71" y="314"/>
                    <a:pt x="87" y="305"/>
                  </a:cubicBezTo>
                  <a:cubicBezTo>
                    <a:pt x="154" y="267"/>
                    <a:pt x="220" y="228"/>
                    <a:pt x="283" y="192"/>
                  </a:cubicBezTo>
                  <a:cubicBezTo>
                    <a:pt x="345" y="157"/>
                    <a:pt x="403" y="123"/>
                    <a:pt x="453" y="95"/>
                  </a:cubicBezTo>
                  <a:cubicBezTo>
                    <a:pt x="553" y="38"/>
                    <a:pt x="620" y="0"/>
                    <a:pt x="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任意多边形 30">
              <a:extLst>
                <a:ext uri="{FF2B5EF4-FFF2-40B4-BE49-F238E27FC236}">
                  <a16:creationId xmlns:a16="http://schemas.microsoft.com/office/drawing/2014/main" id="{071C9A36-0CAC-8945-9BDC-95EA72EF2006}"/>
                </a:ext>
              </a:extLst>
            </p:cNvPr>
            <p:cNvSpPr/>
            <p:nvPr/>
          </p:nvSpPr>
          <p:spPr bwMode="auto">
            <a:xfrm>
              <a:off x="5432225" y="935475"/>
              <a:ext cx="3404033" cy="4936829"/>
            </a:xfrm>
            <a:custGeom>
              <a:avLst/>
              <a:gdLst>
                <a:gd name="T0" fmla="*/ 750 w 750"/>
                <a:gd name="T1" fmla="*/ 8 h 1089"/>
                <a:gd name="T2" fmla="*/ 739 w 750"/>
                <a:gd name="T3" fmla="*/ 2 h 1089"/>
                <a:gd name="T4" fmla="*/ 739 w 750"/>
                <a:gd name="T5" fmla="*/ 2 h 1089"/>
                <a:gd name="T6" fmla="*/ 730 w 750"/>
                <a:gd name="T7" fmla="*/ 3 h 1089"/>
                <a:gd name="T8" fmla="*/ 13 w 750"/>
                <a:gd name="T9" fmla="*/ 417 h 1089"/>
                <a:gd name="T10" fmla="*/ 0 w 750"/>
                <a:gd name="T11" fmla="*/ 439 h 1089"/>
                <a:gd name="T12" fmla="*/ 0 w 750"/>
                <a:gd name="T13" fmla="*/ 1074 h 1089"/>
                <a:gd name="T14" fmla="*/ 4 w 750"/>
                <a:gd name="T15" fmla="*/ 1083 h 1089"/>
                <a:gd name="T16" fmla="*/ 4 w 750"/>
                <a:gd name="T17" fmla="*/ 1083 h 1089"/>
                <a:gd name="T18" fmla="*/ 15 w 750"/>
                <a:gd name="T19" fmla="*/ 1089 h 1089"/>
                <a:gd name="T20" fmla="*/ 730 w 750"/>
                <a:gd name="T21" fmla="*/ 668 h 1089"/>
                <a:gd name="T22" fmla="*/ 743 w 750"/>
                <a:gd name="T23" fmla="*/ 645 h 1089"/>
                <a:gd name="T24" fmla="*/ 750 w 750"/>
                <a:gd name="T25" fmla="*/ 8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50" h="1089">
                  <a:moveTo>
                    <a:pt x="750" y="8"/>
                  </a:moveTo>
                  <a:cubicBezTo>
                    <a:pt x="739" y="2"/>
                    <a:pt x="739" y="2"/>
                    <a:pt x="739" y="2"/>
                  </a:cubicBezTo>
                  <a:cubicBezTo>
                    <a:pt x="739" y="2"/>
                    <a:pt x="739" y="2"/>
                    <a:pt x="739" y="2"/>
                  </a:cubicBezTo>
                  <a:cubicBezTo>
                    <a:pt x="737" y="0"/>
                    <a:pt x="734" y="0"/>
                    <a:pt x="730" y="3"/>
                  </a:cubicBezTo>
                  <a:cubicBezTo>
                    <a:pt x="13" y="417"/>
                    <a:pt x="13" y="417"/>
                    <a:pt x="13" y="417"/>
                  </a:cubicBezTo>
                  <a:cubicBezTo>
                    <a:pt x="6" y="421"/>
                    <a:pt x="0" y="431"/>
                    <a:pt x="0" y="439"/>
                  </a:cubicBezTo>
                  <a:cubicBezTo>
                    <a:pt x="0" y="1074"/>
                    <a:pt x="0" y="1074"/>
                    <a:pt x="0" y="1074"/>
                  </a:cubicBezTo>
                  <a:cubicBezTo>
                    <a:pt x="0" y="1078"/>
                    <a:pt x="2" y="1081"/>
                    <a:pt x="4" y="1083"/>
                  </a:cubicBezTo>
                  <a:cubicBezTo>
                    <a:pt x="4" y="1083"/>
                    <a:pt x="4" y="1083"/>
                    <a:pt x="4" y="1083"/>
                  </a:cubicBezTo>
                  <a:cubicBezTo>
                    <a:pt x="15" y="1089"/>
                    <a:pt x="15" y="1089"/>
                    <a:pt x="15" y="1089"/>
                  </a:cubicBezTo>
                  <a:cubicBezTo>
                    <a:pt x="730" y="668"/>
                    <a:pt x="730" y="668"/>
                    <a:pt x="730" y="668"/>
                  </a:cubicBezTo>
                  <a:cubicBezTo>
                    <a:pt x="737" y="664"/>
                    <a:pt x="743" y="653"/>
                    <a:pt x="743" y="645"/>
                  </a:cubicBezTo>
                  <a:lnTo>
                    <a:pt x="750" y="8"/>
                  </a:lnTo>
                  <a:close/>
                </a:path>
              </a:pathLst>
            </a:custGeom>
            <a:solidFill>
              <a:srgbClr val="077AD9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任意多边形 31">
              <a:extLst>
                <a:ext uri="{FF2B5EF4-FFF2-40B4-BE49-F238E27FC236}">
                  <a16:creationId xmlns:a16="http://schemas.microsoft.com/office/drawing/2014/main" id="{4ADC8BB5-4B6B-8D46-A8D4-2D06B3CF203C}"/>
                </a:ext>
              </a:extLst>
            </p:cNvPr>
            <p:cNvSpPr/>
            <p:nvPr/>
          </p:nvSpPr>
          <p:spPr bwMode="auto">
            <a:xfrm>
              <a:off x="5480261" y="952943"/>
              <a:ext cx="3373464" cy="4932463"/>
            </a:xfrm>
            <a:custGeom>
              <a:avLst/>
              <a:gdLst>
                <a:gd name="T0" fmla="*/ 730 w 743"/>
                <a:gd name="T1" fmla="*/ 5 h 1088"/>
                <a:gd name="T2" fmla="*/ 13 w 743"/>
                <a:gd name="T3" fmla="*/ 419 h 1088"/>
                <a:gd name="T4" fmla="*/ 0 w 743"/>
                <a:gd name="T5" fmla="*/ 441 h 1088"/>
                <a:gd name="T6" fmla="*/ 0 w 743"/>
                <a:gd name="T7" fmla="*/ 1076 h 1088"/>
                <a:gd name="T8" fmla="*/ 13 w 743"/>
                <a:gd name="T9" fmla="*/ 1084 h 1088"/>
                <a:gd name="T10" fmla="*/ 730 w 743"/>
                <a:gd name="T11" fmla="*/ 670 h 1088"/>
                <a:gd name="T12" fmla="*/ 743 w 743"/>
                <a:gd name="T13" fmla="*/ 647 h 1088"/>
                <a:gd name="T14" fmla="*/ 743 w 743"/>
                <a:gd name="T15" fmla="*/ 12 h 1088"/>
                <a:gd name="T16" fmla="*/ 730 w 743"/>
                <a:gd name="T17" fmla="*/ 5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3" h="1088">
                  <a:moveTo>
                    <a:pt x="730" y="5"/>
                  </a:moveTo>
                  <a:cubicBezTo>
                    <a:pt x="13" y="419"/>
                    <a:pt x="13" y="419"/>
                    <a:pt x="13" y="419"/>
                  </a:cubicBezTo>
                  <a:cubicBezTo>
                    <a:pt x="6" y="423"/>
                    <a:pt x="0" y="433"/>
                    <a:pt x="0" y="441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0" y="1085"/>
                    <a:pt x="6" y="1088"/>
                    <a:pt x="13" y="1084"/>
                  </a:cubicBezTo>
                  <a:cubicBezTo>
                    <a:pt x="730" y="670"/>
                    <a:pt x="730" y="670"/>
                    <a:pt x="730" y="670"/>
                  </a:cubicBezTo>
                  <a:cubicBezTo>
                    <a:pt x="737" y="666"/>
                    <a:pt x="743" y="656"/>
                    <a:pt x="743" y="647"/>
                  </a:cubicBezTo>
                  <a:cubicBezTo>
                    <a:pt x="743" y="12"/>
                    <a:pt x="743" y="12"/>
                    <a:pt x="743" y="12"/>
                  </a:cubicBezTo>
                  <a:cubicBezTo>
                    <a:pt x="743" y="4"/>
                    <a:pt x="737" y="0"/>
                    <a:pt x="730" y="5"/>
                  </a:cubicBezTo>
                  <a:close/>
                </a:path>
              </a:pathLst>
            </a:custGeom>
            <a:solidFill>
              <a:srgbClr val="077AD9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任意多边形 32">
              <a:extLst>
                <a:ext uri="{FF2B5EF4-FFF2-40B4-BE49-F238E27FC236}">
                  <a16:creationId xmlns:a16="http://schemas.microsoft.com/office/drawing/2014/main" id="{8DE62D99-57CE-6C42-A4D8-56A75134D093}"/>
                </a:ext>
              </a:extLst>
            </p:cNvPr>
            <p:cNvSpPr/>
            <p:nvPr/>
          </p:nvSpPr>
          <p:spPr bwMode="auto">
            <a:xfrm>
              <a:off x="5467160" y="976962"/>
              <a:ext cx="3327610" cy="4856040"/>
            </a:xfrm>
            <a:custGeom>
              <a:avLst/>
              <a:gdLst>
                <a:gd name="T0" fmla="*/ 733 w 733"/>
                <a:gd name="T1" fmla="*/ 0 h 1071"/>
                <a:gd name="T2" fmla="*/ 532 w 733"/>
                <a:gd name="T3" fmla="*/ 117 h 1071"/>
                <a:gd name="T4" fmla="*/ 326 w 733"/>
                <a:gd name="T5" fmla="*/ 237 h 1071"/>
                <a:gd name="T6" fmla="*/ 89 w 733"/>
                <a:gd name="T7" fmla="*/ 374 h 1071"/>
                <a:gd name="T8" fmla="*/ 28 w 733"/>
                <a:gd name="T9" fmla="*/ 409 h 1071"/>
                <a:gd name="T10" fmla="*/ 21 w 733"/>
                <a:gd name="T11" fmla="*/ 414 h 1071"/>
                <a:gd name="T12" fmla="*/ 17 w 733"/>
                <a:gd name="T13" fmla="*/ 416 h 1071"/>
                <a:gd name="T14" fmla="*/ 14 w 733"/>
                <a:gd name="T15" fmla="*/ 418 h 1071"/>
                <a:gd name="T16" fmla="*/ 6 w 733"/>
                <a:gd name="T17" fmla="*/ 432 h 1071"/>
                <a:gd name="T18" fmla="*/ 5 w 733"/>
                <a:gd name="T19" fmla="*/ 439 h 1071"/>
                <a:gd name="T20" fmla="*/ 5 w 733"/>
                <a:gd name="T21" fmla="*/ 448 h 1071"/>
                <a:gd name="T22" fmla="*/ 5 w 733"/>
                <a:gd name="T23" fmla="*/ 465 h 1071"/>
                <a:gd name="T24" fmla="*/ 5 w 733"/>
                <a:gd name="T25" fmla="*/ 600 h 1071"/>
                <a:gd name="T26" fmla="*/ 4 w 733"/>
                <a:gd name="T27" fmla="*/ 839 h 1071"/>
                <a:gd name="T28" fmla="*/ 3 w 733"/>
                <a:gd name="T29" fmla="*/ 1071 h 1071"/>
                <a:gd name="T30" fmla="*/ 1 w 733"/>
                <a:gd name="T31" fmla="*/ 839 h 1071"/>
                <a:gd name="T32" fmla="*/ 1 w 733"/>
                <a:gd name="T33" fmla="*/ 600 h 1071"/>
                <a:gd name="T34" fmla="*/ 1 w 733"/>
                <a:gd name="T35" fmla="*/ 465 h 1071"/>
                <a:gd name="T36" fmla="*/ 0 w 733"/>
                <a:gd name="T37" fmla="*/ 448 h 1071"/>
                <a:gd name="T38" fmla="*/ 0 w 733"/>
                <a:gd name="T39" fmla="*/ 439 h 1071"/>
                <a:gd name="T40" fmla="*/ 1 w 733"/>
                <a:gd name="T41" fmla="*/ 430 h 1071"/>
                <a:gd name="T42" fmla="*/ 11 w 733"/>
                <a:gd name="T43" fmla="*/ 414 h 1071"/>
                <a:gd name="T44" fmla="*/ 18 w 733"/>
                <a:gd name="T45" fmla="*/ 409 h 1071"/>
                <a:gd name="T46" fmla="*/ 26 w 733"/>
                <a:gd name="T47" fmla="*/ 405 h 1071"/>
                <a:gd name="T48" fmla="*/ 86 w 733"/>
                <a:gd name="T49" fmla="*/ 370 h 1071"/>
                <a:gd name="T50" fmla="*/ 323 w 733"/>
                <a:gd name="T51" fmla="*/ 234 h 1071"/>
                <a:gd name="T52" fmla="*/ 530 w 733"/>
                <a:gd name="T53" fmla="*/ 115 h 1071"/>
                <a:gd name="T54" fmla="*/ 733 w 733"/>
                <a:gd name="T55" fmla="*/ 0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33" h="1071">
                  <a:moveTo>
                    <a:pt x="733" y="0"/>
                  </a:moveTo>
                  <a:cubicBezTo>
                    <a:pt x="733" y="0"/>
                    <a:pt x="652" y="47"/>
                    <a:pt x="532" y="117"/>
                  </a:cubicBezTo>
                  <a:cubicBezTo>
                    <a:pt x="471" y="152"/>
                    <a:pt x="401" y="193"/>
                    <a:pt x="326" y="237"/>
                  </a:cubicBezTo>
                  <a:cubicBezTo>
                    <a:pt x="250" y="281"/>
                    <a:pt x="169" y="328"/>
                    <a:pt x="89" y="374"/>
                  </a:cubicBezTo>
                  <a:cubicBezTo>
                    <a:pt x="69" y="386"/>
                    <a:pt x="49" y="398"/>
                    <a:pt x="28" y="409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7" y="416"/>
                    <a:pt x="17" y="416"/>
                    <a:pt x="17" y="416"/>
                  </a:cubicBezTo>
                  <a:cubicBezTo>
                    <a:pt x="16" y="417"/>
                    <a:pt x="15" y="417"/>
                    <a:pt x="14" y="418"/>
                  </a:cubicBezTo>
                  <a:cubicBezTo>
                    <a:pt x="10" y="422"/>
                    <a:pt x="7" y="426"/>
                    <a:pt x="6" y="432"/>
                  </a:cubicBezTo>
                  <a:cubicBezTo>
                    <a:pt x="5" y="434"/>
                    <a:pt x="5" y="436"/>
                    <a:pt x="5" y="439"/>
                  </a:cubicBezTo>
                  <a:cubicBezTo>
                    <a:pt x="5" y="448"/>
                    <a:pt x="5" y="448"/>
                    <a:pt x="5" y="448"/>
                  </a:cubicBezTo>
                  <a:cubicBezTo>
                    <a:pt x="5" y="454"/>
                    <a:pt x="5" y="460"/>
                    <a:pt x="5" y="465"/>
                  </a:cubicBezTo>
                  <a:cubicBezTo>
                    <a:pt x="5" y="511"/>
                    <a:pt x="5" y="556"/>
                    <a:pt x="5" y="600"/>
                  </a:cubicBezTo>
                  <a:cubicBezTo>
                    <a:pt x="5" y="687"/>
                    <a:pt x="5" y="769"/>
                    <a:pt x="4" y="839"/>
                  </a:cubicBezTo>
                  <a:cubicBezTo>
                    <a:pt x="3" y="978"/>
                    <a:pt x="3" y="1071"/>
                    <a:pt x="3" y="1071"/>
                  </a:cubicBezTo>
                  <a:cubicBezTo>
                    <a:pt x="3" y="1071"/>
                    <a:pt x="2" y="978"/>
                    <a:pt x="1" y="839"/>
                  </a:cubicBezTo>
                  <a:cubicBezTo>
                    <a:pt x="1" y="769"/>
                    <a:pt x="1" y="687"/>
                    <a:pt x="1" y="600"/>
                  </a:cubicBezTo>
                  <a:cubicBezTo>
                    <a:pt x="1" y="556"/>
                    <a:pt x="1" y="511"/>
                    <a:pt x="1" y="465"/>
                  </a:cubicBezTo>
                  <a:cubicBezTo>
                    <a:pt x="1" y="460"/>
                    <a:pt x="0" y="454"/>
                    <a:pt x="0" y="448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7"/>
                    <a:pt x="0" y="433"/>
                    <a:pt x="1" y="430"/>
                  </a:cubicBezTo>
                  <a:cubicBezTo>
                    <a:pt x="3" y="424"/>
                    <a:pt x="6" y="419"/>
                    <a:pt x="11" y="414"/>
                  </a:cubicBezTo>
                  <a:cubicBezTo>
                    <a:pt x="13" y="412"/>
                    <a:pt x="16" y="411"/>
                    <a:pt x="18" y="409"/>
                  </a:cubicBezTo>
                  <a:cubicBezTo>
                    <a:pt x="26" y="405"/>
                    <a:pt x="26" y="405"/>
                    <a:pt x="26" y="405"/>
                  </a:cubicBezTo>
                  <a:cubicBezTo>
                    <a:pt x="46" y="393"/>
                    <a:pt x="66" y="382"/>
                    <a:pt x="86" y="370"/>
                  </a:cubicBezTo>
                  <a:cubicBezTo>
                    <a:pt x="167" y="324"/>
                    <a:pt x="248" y="277"/>
                    <a:pt x="323" y="234"/>
                  </a:cubicBezTo>
                  <a:cubicBezTo>
                    <a:pt x="399" y="190"/>
                    <a:pt x="470" y="150"/>
                    <a:pt x="530" y="115"/>
                  </a:cubicBezTo>
                  <a:cubicBezTo>
                    <a:pt x="652" y="46"/>
                    <a:pt x="733" y="0"/>
                    <a:pt x="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任意多边形 33">
              <a:extLst>
                <a:ext uri="{FF2B5EF4-FFF2-40B4-BE49-F238E27FC236}">
                  <a16:creationId xmlns:a16="http://schemas.microsoft.com/office/drawing/2014/main" id="{F17EA322-93C2-9F40-8861-FE3F4D480CDC}"/>
                </a:ext>
              </a:extLst>
            </p:cNvPr>
            <p:cNvSpPr/>
            <p:nvPr/>
          </p:nvSpPr>
          <p:spPr bwMode="auto">
            <a:xfrm>
              <a:off x="4115592" y="3955217"/>
              <a:ext cx="1034965" cy="1513146"/>
            </a:xfrm>
            <a:custGeom>
              <a:avLst/>
              <a:gdLst>
                <a:gd name="T0" fmla="*/ 0 w 228"/>
                <a:gd name="T1" fmla="*/ 137 h 334"/>
                <a:gd name="T2" fmla="*/ 0 w 228"/>
                <a:gd name="T3" fmla="*/ 328 h 334"/>
                <a:gd name="T4" fmla="*/ 7 w 228"/>
                <a:gd name="T5" fmla="*/ 332 h 334"/>
                <a:gd name="T6" fmla="*/ 221 w 228"/>
                <a:gd name="T7" fmla="*/ 208 h 334"/>
                <a:gd name="T8" fmla="*/ 228 w 228"/>
                <a:gd name="T9" fmla="*/ 196 h 334"/>
                <a:gd name="T10" fmla="*/ 228 w 228"/>
                <a:gd name="T11" fmla="*/ 6 h 334"/>
                <a:gd name="T12" fmla="*/ 221 w 228"/>
                <a:gd name="T13" fmla="*/ 2 h 334"/>
                <a:gd name="T14" fmla="*/ 7 w 228"/>
                <a:gd name="T15" fmla="*/ 125 h 334"/>
                <a:gd name="T16" fmla="*/ 0 w 228"/>
                <a:gd name="T17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8" h="334">
                  <a:moveTo>
                    <a:pt x="0" y="137"/>
                  </a:moveTo>
                  <a:cubicBezTo>
                    <a:pt x="0" y="328"/>
                    <a:pt x="0" y="328"/>
                    <a:pt x="0" y="328"/>
                  </a:cubicBezTo>
                  <a:cubicBezTo>
                    <a:pt x="0" y="332"/>
                    <a:pt x="3" y="334"/>
                    <a:pt x="7" y="332"/>
                  </a:cubicBezTo>
                  <a:cubicBezTo>
                    <a:pt x="221" y="208"/>
                    <a:pt x="221" y="208"/>
                    <a:pt x="221" y="208"/>
                  </a:cubicBezTo>
                  <a:cubicBezTo>
                    <a:pt x="225" y="206"/>
                    <a:pt x="228" y="201"/>
                    <a:pt x="228" y="196"/>
                  </a:cubicBezTo>
                  <a:cubicBezTo>
                    <a:pt x="228" y="6"/>
                    <a:pt x="228" y="6"/>
                    <a:pt x="228" y="6"/>
                  </a:cubicBezTo>
                  <a:cubicBezTo>
                    <a:pt x="228" y="1"/>
                    <a:pt x="225" y="0"/>
                    <a:pt x="221" y="2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3" y="127"/>
                    <a:pt x="0" y="133"/>
                    <a:pt x="0" y="137"/>
                  </a:cubicBezTo>
                  <a:close/>
                </a:path>
              </a:pathLst>
            </a:custGeom>
            <a:solidFill>
              <a:srgbClr val="007CD4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任意多边形 34">
              <a:extLst>
                <a:ext uri="{FF2B5EF4-FFF2-40B4-BE49-F238E27FC236}">
                  <a16:creationId xmlns:a16="http://schemas.microsoft.com/office/drawing/2014/main" id="{D1B09313-4F25-DB4F-B8E9-0526C53C143C}"/>
                </a:ext>
              </a:extLst>
            </p:cNvPr>
            <p:cNvSpPr/>
            <p:nvPr/>
          </p:nvSpPr>
          <p:spPr bwMode="auto">
            <a:xfrm>
              <a:off x="4229133" y="4520735"/>
              <a:ext cx="72055" cy="807884"/>
            </a:xfrm>
            <a:custGeom>
              <a:avLst/>
              <a:gdLst>
                <a:gd name="T0" fmla="*/ 0 w 33"/>
                <a:gd name="T1" fmla="*/ 370 h 370"/>
                <a:gd name="T2" fmla="*/ 0 w 33"/>
                <a:gd name="T3" fmla="*/ 19 h 370"/>
                <a:gd name="T4" fmla="*/ 33 w 33"/>
                <a:gd name="T5" fmla="*/ 0 h 370"/>
                <a:gd name="T6" fmla="*/ 33 w 33"/>
                <a:gd name="T7" fmla="*/ 349 h 370"/>
                <a:gd name="T8" fmla="*/ 0 w 33"/>
                <a:gd name="T9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70">
                  <a:moveTo>
                    <a:pt x="0" y="370"/>
                  </a:moveTo>
                  <a:lnTo>
                    <a:pt x="0" y="19"/>
                  </a:lnTo>
                  <a:lnTo>
                    <a:pt x="33" y="0"/>
                  </a:lnTo>
                  <a:lnTo>
                    <a:pt x="33" y="349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C1EAFE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任意多边形 35">
              <a:extLst>
                <a:ext uri="{FF2B5EF4-FFF2-40B4-BE49-F238E27FC236}">
                  <a16:creationId xmlns:a16="http://schemas.microsoft.com/office/drawing/2014/main" id="{0E200729-3649-3D4C-9D71-E3A7F9F9A7A5}"/>
                </a:ext>
              </a:extLst>
            </p:cNvPr>
            <p:cNvSpPr/>
            <p:nvPr/>
          </p:nvSpPr>
          <p:spPr bwMode="auto">
            <a:xfrm>
              <a:off x="4229133" y="4861357"/>
              <a:ext cx="72055" cy="467263"/>
            </a:xfrm>
            <a:custGeom>
              <a:avLst/>
              <a:gdLst>
                <a:gd name="T0" fmla="*/ 0 w 33"/>
                <a:gd name="T1" fmla="*/ 214 h 214"/>
                <a:gd name="T2" fmla="*/ 0 w 33"/>
                <a:gd name="T3" fmla="*/ 19 h 214"/>
                <a:gd name="T4" fmla="*/ 33 w 33"/>
                <a:gd name="T5" fmla="*/ 0 h 214"/>
                <a:gd name="T6" fmla="*/ 33 w 33"/>
                <a:gd name="T7" fmla="*/ 193 h 214"/>
                <a:gd name="T8" fmla="*/ 0 w 33"/>
                <a:gd name="T9" fmla="*/ 21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14">
                  <a:moveTo>
                    <a:pt x="0" y="214"/>
                  </a:moveTo>
                  <a:lnTo>
                    <a:pt x="0" y="19"/>
                  </a:lnTo>
                  <a:lnTo>
                    <a:pt x="33" y="0"/>
                  </a:lnTo>
                  <a:lnTo>
                    <a:pt x="33" y="193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任意多边形 36">
              <a:extLst>
                <a:ext uri="{FF2B5EF4-FFF2-40B4-BE49-F238E27FC236}">
                  <a16:creationId xmlns:a16="http://schemas.microsoft.com/office/drawing/2014/main" id="{945F7436-1969-C649-B18A-DABE289AFEF2}"/>
                </a:ext>
              </a:extLst>
            </p:cNvPr>
            <p:cNvSpPr/>
            <p:nvPr/>
          </p:nvSpPr>
          <p:spPr bwMode="auto">
            <a:xfrm>
              <a:off x="4373242" y="4435580"/>
              <a:ext cx="72055" cy="807884"/>
            </a:xfrm>
            <a:custGeom>
              <a:avLst/>
              <a:gdLst>
                <a:gd name="T0" fmla="*/ 0 w 33"/>
                <a:gd name="T1" fmla="*/ 370 h 370"/>
                <a:gd name="T2" fmla="*/ 0 w 33"/>
                <a:gd name="T3" fmla="*/ 19 h 370"/>
                <a:gd name="T4" fmla="*/ 33 w 33"/>
                <a:gd name="T5" fmla="*/ 0 h 370"/>
                <a:gd name="T6" fmla="*/ 33 w 33"/>
                <a:gd name="T7" fmla="*/ 351 h 370"/>
                <a:gd name="T8" fmla="*/ 0 w 33"/>
                <a:gd name="T9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70">
                  <a:moveTo>
                    <a:pt x="0" y="370"/>
                  </a:moveTo>
                  <a:lnTo>
                    <a:pt x="0" y="19"/>
                  </a:lnTo>
                  <a:lnTo>
                    <a:pt x="33" y="0"/>
                  </a:lnTo>
                  <a:lnTo>
                    <a:pt x="33" y="351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C1EAFE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任意多边形 37">
              <a:extLst>
                <a:ext uri="{FF2B5EF4-FFF2-40B4-BE49-F238E27FC236}">
                  <a16:creationId xmlns:a16="http://schemas.microsoft.com/office/drawing/2014/main" id="{E68F74AB-1350-464E-BE94-3C9F648A044C}"/>
                </a:ext>
              </a:extLst>
            </p:cNvPr>
            <p:cNvSpPr/>
            <p:nvPr/>
          </p:nvSpPr>
          <p:spPr bwMode="auto">
            <a:xfrm>
              <a:off x="4373242" y="5114639"/>
              <a:ext cx="72055" cy="128825"/>
            </a:xfrm>
            <a:custGeom>
              <a:avLst/>
              <a:gdLst>
                <a:gd name="T0" fmla="*/ 0 w 33"/>
                <a:gd name="T1" fmla="*/ 59 h 59"/>
                <a:gd name="T2" fmla="*/ 0 w 33"/>
                <a:gd name="T3" fmla="*/ 19 h 59"/>
                <a:gd name="T4" fmla="*/ 33 w 33"/>
                <a:gd name="T5" fmla="*/ 0 h 59"/>
                <a:gd name="T6" fmla="*/ 33 w 33"/>
                <a:gd name="T7" fmla="*/ 40 h 59"/>
                <a:gd name="T8" fmla="*/ 0 w 33"/>
                <a:gd name="T9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9">
                  <a:moveTo>
                    <a:pt x="0" y="59"/>
                  </a:moveTo>
                  <a:lnTo>
                    <a:pt x="0" y="19"/>
                  </a:lnTo>
                  <a:lnTo>
                    <a:pt x="33" y="0"/>
                  </a:lnTo>
                  <a:lnTo>
                    <a:pt x="33" y="4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任意多边形 38">
              <a:extLst>
                <a:ext uri="{FF2B5EF4-FFF2-40B4-BE49-F238E27FC236}">
                  <a16:creationId xmlns:a16="http://schemas.microsoft.com/office/drawing/2014/main" id="{A2AF2D8D-D28D-434B-9D06-43270DD1FE94}"/>
                </a:ext>
              </a:extLst>
            </p:cNvPr>
            <p:cNvSpPr/>
            <p:nvPr/>
          </p:nvSpPr>
          <p:spPr bwMode="auto">
            <a:xfrm>
              <a:off x="4523901" y="4350424"/>
              <a:ext cx="72055" cy="805702"/>
            </a:xfrm>
            <a:custGeom>
              <a:avLst/>
              <a:gdLst>
                <a:gd name="T0" fmla="*/ 0 w 33"/>
                <a:gd name="T1" fmla="*/ 369 h 369"/>
                <a:gd name="T2" fmla="*/ 0 w 33"/>
                <a:gd name="T3" fmla="*/ 18 h 369"/>
                <a:gd name="T4" fmla="*/ 33 w 33"/>
                <a:gd name="T5" fmla="*/ 0 h 369"/>
                <a:gd name="T6" fmla="*/ 33 w 33"/>
                <a:gd name="T7" fmla="*/ 350 h 369"/>
                <a:gd name="T8" fmla="*/ 0 w 33"/>
                <a:gd name="T9" fmla="*/ 369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69">
                  <a:moveTo>
                    <a:pt x="0" y="369"/>
                  </a:moveTo>
                  <a:lnTo>
                    <a:pt x="0" y="18"/>
                  </a:lnTo>
                  <a:lnTo>
                    <a:pt x="33" y="0"/>
                  </a:lnTo>
                  <a:lnTo>
                    <a:pt x="33" y="350"/>
                  </a:lnTo>
                  <a:lnTo>
                    <a:pt x="0" y="369"/>
                  </a:lnTo>
                  <a:close/>
                </a:path>
              </a:pathLst>
            </a:custGeom>
            <a:solidFill>
              <a:srgbClr val="C1EAFE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任意多边形 39">
              <a:extLst>
                <a:ext uri="{FF2B5EF4-FFF2-40B4-BE49-F238E27FC236}">
                  <a16:creationId xmlns:a16="http://schemas.microsoft.com/office/drawing/2014/main" id="{D6F78D7C-0AF1-E04B-A19D-62A2A8AB29F9}"/>
                </a:ext>
              </a:extLst>
            </p:cNvPr>
            <p:cNvSpPr/>
            <p:nvPr/>
          </p:nvSpPr>
          <p:spPr bwMode="auto">
            <a:xfrm>
              <a:off x="4523901" y="4861357"/>
              <a:ext cx="72055" cy="294769"/>
            </a:xfrm>
            <a:custGeom>
              <a:avLst/>
              <a:gdLst>
                <a:gd name="T0" fmla="*/ 0 w 33"/>
                <a:gd name="T1" fmla="*/ 135 h 135"/>
                <a:gd name="T2" fmla="*/ 0 w 33"/>
                <a:gd name="T3" fmla="*/ 19 h 135"/>
                <a:gd name="T4" fmla="*/ 33 w 33"/>
                <a:gd name="T5" fmla="*/ 0 h 135"/>
                <a:gd name="T6" fmla="*/ 33 w 33"/>
                <a:gd name="T7" fmla="*/ 116 h 135"/>
                <a:gd name="T8" fmla="*/ 0 w 33"/>
                <a:gd name="T9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5">
                  <a:moveTo>
                    <a:pt x="0" y="135"/>
                  </a:moveTo>
                  <a:lnTo>
                    <a:pt x="0" y="19"/>
                  </a:lnTo>
                  <a:lnTo>
                    <a:pt x="33" y="0"/>
                  </a:lnTo>
                  <a:lnTo>
                    <a:pt x="33" y="116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任意多边形 40">
              <a:extLst>
                <a:ext uri="{FF2B5EF4-FFF2-40B4-BE49-F238E27FC236}">
                  <a16:creationId xmlns:a16="http://schemas.microsoft.com/office/drawing/2014/main" id="{1CEC91D8-E956-484C-9FC2-559A8406FDF3}"/>
                </a:ext>
              </a:extLst>
            </p:cNvPr>
            <p:cNvSpPr/>
            <p:nvPr/>
          </p:nvSpPr>
          <p:spPr bwMode="auto">
            <a:xfrm>
              <a:off x="4668010" y="4263085"/>
              <a:ext cx="74238" cy="807884"/>
            </a:xfrm>
            <a:custGeom>
              <a:avLst/>
              <a:gdLst>
                <a:gd name="T0" fmla="*/ 0 w 34"/>
                <a:gd name="T1" fmla="*/ 370 h 370"/>
                <a:gd name="T2" fmla="*/ 0 w 34"/>
                <a:gd name="T3" fmla="*/ 21 h 370"/>
                <a:gd name="T4" fmla="*/ 34 w 34"/>
                <a:gd name="T5" fmla="*/ 0 h 370"/>
                <a:gd name="T6" fmla="*/ 34 w 34"/>
                <a:gd name="T7" fmla="*/ 351 h 370"/>
                <a:gd name="T8" fmla="*/ 0 w 34"/>
                <a:gd name="T9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70">
                  <a:moveTo>
                    <a:pt x="0" y="370"/>
                  </a:moveTo>
                  <a:lnTo>
                    <a:pt x="0" y="21"/>
                  </a:lnTo>
                  <a:lnTo>
                    <a:pt x="34" y="0"/>
                  </a:lnTo>
                  <a:lnTo>
                    <a:pt x="34" y="351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C1EAFE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任意多边形 41">
              <a:extLst>
                <a:ext uri="{FF2B5EF4-FFF2-40B4-BE49-F238E27FC236}">
                  <a16:creationId xmlns:a16="http://schemas.microsoft.com/office/drawing/2014/main" id="{3BDE5051-2749-FC42-89D6-500F4512049F}"/>
                </a:ext>
              </a:extLst>
            </p:cNvPr>
            <p:cNvSpPr/>
            <p:nvPr/>
          </p:nvSpPr>
          <p:spPr bwMode="auto">
            <a:xfrm>
              <a:off x="4668010" y="4435580"/>
              <a:ext cx="74238" cy="635391"/>
            </a:xfrm>
            <a:custGeom>
              <a:avLst/>
              <a:gdLst>
                <a:gd name="T0" fmla="*/ 0 w 34"/>
                <a:gd name="T1" fmla="*/ 291 h 291"/>
                <a:gd name="T2" fmla="*/ 0 w 34"/>
                <a:gd name="T3" fmla="*/ 19 h 291"/>
                <a:gd name="T4" fmla="*/ 34 w 34"/>
                <a:gd name="T5" fmla="*/ 0 h 291"/>
                <a:gd name="T6" fmla="*/ 34 w 34"/>
                <a:gd name="T7" fmla="*/ 272 h 291"/>
                <a:gd name="T8" fmla="*/ 0 w 34"/>
                <a:gd name="T9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91">
                  <a:moveTo>
                    <a:pt x="0" y="291"/>
                  </a:moveTo>
                  <a:lnTo>
                    <a:pt x="0" y="19"/>
                  </a:lnTo>
                  <a:lnTo>
                    <a:pt x="34" y="0"/>
                  </a:lnTo>
                  <a:lnTo>
                    <a:pt x="34" y="272"/>
                  </a:lnTo>
                  <a:lnTo>
                    <a:pt x="0" y="291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任意多边形 42">
              <a:extLst>
                <a:ext uri="{FF2B5EF4-FFF2-40B4-BE49-F238E27FC236}">
                  <a16:creationId xmlns:a16="http://schemas.microsoft.com/office/drawing/2014/main" id="{0615F7ED-723A-DF43-8367-23B1656F7E50}"/>
                </a:ext>
              </a:extLst>
            </p:cNvPr>
            <p:cNvSpPr/>
            <p:nvPr/>
          </p:nvSpPr>
          <p:spPr bwMode="auto">
            <a:xfrm>
              <a:off x="4818670" y="4177931"/>
              <a:ext cx="72055" cy="810069"/>
            </a:xfrm>
            <a:custGeom>
              <a:avLst/>
              <a:gdLst>
                <a:gd name="T0" fmla="*/ 0 w 33"/>
                <a:gd name="T1" fmla="*/ 371 h 371"/>
                <a:gd name="T2" fmla="*/ 0 w 33"/>
                <a:gd name="T3" fmla="*/ 20 h 371"/>
                <a:gd name="T4" fmla="*/ 33 w 33"/>
                <a:gd name="T5" fmla="*/ 0 h 371"/>
                <a:gd name="T6" fmla="*/ 33 w 33"/>
                <a:gd name="T7" fmla="*/ 351 h 371"/>
                <a:gd name="T8" fmla="*/ 0 w 33"/>
                <a:gd name="T9" fmla="*/ 371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71">
                  <a:moveTo>
                    <a:pt x="0" y="371"/>
                  </a:moveTo>
                  <a:lnTo>
                    <a:pt x="0" y="20"/>
                  </a:lnTo>
                  <a:lnTo>
                    <a:pt x="33" y="0"/>
                  </a:lnTo>
                  <a:lnTo>
                    <a:pt x="33" y="351"/>
                  </a:lnTo>
                  <a:lnTo>
                    <a:pt x="0" y="371"/>
                  </a:lnTo>
                  <a:close/>
                </a:path>
              </a:pathLst>
            </a:custGeom>
            <a:solidFill>
              <a:srgbClr val="C1EAFE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任意多边形 43">
              <a:extLst>
                <a:ext uri="{FF2B5EF4-FFF2-40B4-BE49-F238E27FC236}">
                  <a16:creationId xmlns:a16="http://schemas.microsoft.com/office/drawing/2014/main" id="{0C4EFC95-D1EC-BF46-8C36-B4287D1672E9}"/>
                </a:ext>
              </a:extLst>
            </p:cNvPr>
            <p:cNvSpPr/>
            <p:nvPr/>
          </p:nvSpPr>
          <p:spPr bwMode="auto">
            <a:xfrm>
              <a:off x="4818670" y="4649560"/>
              <a:ext cx="72055" cy="338439"/>
            </a:xfrm>
            <a:custGeom>
              <a:avLst/>
              <a:gdLst>
                <a:gd name="T0" fmla="*/ 0 w 33"/>
                <a:gd name="T1" fmla="*/ 155 h 155"/>
                <a:gd name="T2" fmla="*/ 0 w 33"/>
                <a:gd name="T3" fmla="*/ 18 h 155"/>
                <a:gd name="T4" fmla="*/ 33 w 33"/>
                <a:gd name="T5" fmla="*/ 0 h 155"/>
                <a:gd name="T6" fmla="*/ 33 w 33"/>
                <a:gd name="T7" fmla="*/ 135 h 155"/>
                <a:gd name="T8" fmla="*/ 0 w 33"/>
                <a:gd name="T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55">
                  <a:moveTo>
                    <a:pt x="0" y="155"/>
                  </a:moveTo>
                  <a:lnTo>
                    <a:pt x="0" y="18"/>
                  </a:lnTo>
                  <a:lnTo>
                    <a:pt x="33" y="0"/>
                  </a:lnTo>
                  <a:lnTo>
                    <a:pt x="33" y="135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任意多边形 44">
              <a:extLst>
                <a:ext uri="{FF2B5EF4-FFF2-40B4-BE49-F238E27FC236}">
                  <a16:creationId xmlns:a16="http://schemas.microsoft.com/office/drawing/2014/main" id="{E7ED5411-378F-E14A-9FA6-C0161E326B5B}"/>
                </a:ext>
              </a:extLst>
            </p:cNvPr>
            <p:cNvSpPr/>
            <p:nvPr/>
          </p:nvSpPr>
          <p:spPr bwMode="auto">
            <a:xfrm>
              <a:off x="4962779" y="4094959"/>
              <a:ext cx="74238" cy="807884"/>
            </a:xfrm>
            <a:custGeom>
              <a:avLst/>
              <a:gdLst>
                <a:gd name="T0" fmla="*/ 0 w 34"/>
                <a:gd name="T1" fmla="*/ 370 h 370"/>
                <a:gd name="T2" fmla="*/ 0 w 34"/>
                <a:gd name="T3" fmla="*/ 19 h 370"/>
                <a:gd name="T4" fmla="*/ 34 w 34"/>
                <a:gd name="T5" fmla="*/ 0 h 370"/>
                <a:gd name="T6" fmla="*/ 34 w 34"/>
                <a:gd name="T7" fmla="*/ 351 h 370"/>
                <a:gd name="T8" fmla="*/ 0 w 34"/>
                <a:gd name="T9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70">
                  <a:moveTo>
                    <a:pt x="0" y="370"/>
                  </a:moveTo>
                  <a:lnTo>
                    <a:pt x="0" y="19"/>
                  </a:lnTo>
                  <a:lnTo>
                    <a:pt x="34" y="0"/>
                  </a:lnTo>
                  <a:lnTo>
                    <a:pt x="34" y="351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C1EAFE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任意多边形 45">
              <a:extLst>
                <a:ext uri="{FF2B5EF4-FFF2-40B4-BE49-F238E27FC236}">
                  <a16:creationId xmlns:a16="http://schemas.microsoft.com/office/drawing/2014/main" id="{1B0F785E-0797-DA49-8F7D-861B6E902DE6}"/>
                </a:ext>
              </a:extLst>
            </p:cNvPr>
            <p:cNvSpPr/>
            <p:nvPr/>
          </p:nvSpPr>
          <p:spPr bwMode="auto">
            <a:xfrm>
              <a:off x="4962779" y="4177931"/>
              <a:ext cx="74238" cy="724912"/>
            </a:xfrm>
            <a:custGeom>
              <a:avLst/>
              <a:gdLst>
                <a:gd name="T0" fmla="*/ 0 w 34"/>
                <a:gd name="T1" fmla="*/ 332 h 332"/>
                <a:gd name="T2" fmla="*/ 0 w 34"/>
                <a:gd name="T3" fmla="*/ 20 h 332"/>
                <a:gd name="T4" fmla="*/ 34 w 34"/>
                <a:gd name="T5" fmla="*/ 0 h 332"/>
                <a:gd name="T6" fmla="*/ 34 w 34"/>
                <a:gd name="T7" fmla="*/ 313 h 332"/>
                <a:gd name="T8" fmla="*/ 0 w 34"/>
                <a:gd name="T9" fmla="*/ 332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32">
                  <a:moveTo>
                    <a:pt x="0" y="332"/>
                  </a:moveTo>
                  <a:lnTo>
                    <a:pt x="0" y="20"/>
                  </a:lnTo>
                  <a:lnTo>
                    <a:pt x="34" y="0"/>
                  </a:lnTo>
                  <a:lnTo>
                    <a:pt x="34" y="313"/>
                  </a:lnTo>
                  <a:lnTo>
                    <a:pt x="0" y="332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任意多边形 46">
              <a:extLst>
                <a:ext uri="{FF2B5EF4-FFF2-40B4-BE49-F238E27FC236}">
                  <a16:creationId xmlns:a16="http://schemas.microsoft.com/office/drawing/2014/main" id="{61EC4C49-3124-554C-B028-30C1040B48AD}"/>
                </a:ext>
              </a:extLst>
            </p:cNvPr>
            <p:cNvSpPr/>
            <p:nvPr/>
          </p:nvSpPr>
          <p:spPr bwMode="auto">
            <a:xfrm>
              <a:off x="4115592" y="2935535"/>
              <a:ext cx="1034965" cy="1513146"/>
            </a:xfrm>
            <a:custGeom>
              <a:avLst/>
              <a:gdLst>
                <a:gd name="T0" fmla="*/ 0 w 228"/>
                <a:gd name="T1" fmla="*/ 137 h 334"/>
                <a:gd name="T2" fmla="*/ 0 w 228"/>
                <a:gd name="T3" fmla="*/ 327 h 334"/>
                <a:gd name="T4" fmla="*/ 7 w 228"/>
                <a:gd name="T5" fmla="*/ 331 h 334"/>
                <a:gd name="T6" fmla="*/ 221 w 228"/>
                <a:gd name="T7" fmla="*/ 208 h 334"/>
                <a:gd name="T8" fmla="*/ 228 w 228"/>
                <a:gd name="T9" fmla="*/ 196 h 334"/>
                <a:gd name="T10" fmla="*/ 228 w 228"/>
                <a:gd name="T11" fmla="*/ 6 h 334"/>
                <a:gd name="T12" fmla="*/ 221 w 228"/>
                <a:gd name="T13" fmla="*/ 2 h 334"/>
                <a:gd name="T14" fmla="*/ 7 w 228"/>
                <a:gd name="T15" fmla="*/ 125 h 334"/>
                <a:gd name="T16" fmla="*/ 0 w 228"/>
                <a:gd name="T17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8" h="334">
                  <a:moveTo>
                    <a:pt x="0" y="137"/>
                  </a:moveTo>
                  <a:cubicBezTo>
                    <a:pt x="0" y="327"/>
                    <a:pt x="0" y="327"/>
                    <a:pt x="0" y="327"/>
                  </a:cubicBezTo>
                  <a:cubicBezTo>
                    <a:pt x="0" y="332"/>
                    <a:pt x="3" y="334"/>
                    <a:pt x="7" y="331"/>
                  </a:cubicBezTo>
                  <a:cubicBezTo>
                    <a:pt x="221" y="208"/>
                    <a:pt x="221" y="208"/>
                    <a:pt x="221" y="208"/>
                  </a:cubicBezTo>
                  <a:cubicBezTo>
                    <a:pt x="225" y="206"/>
                    <a:pt x="228" y="201"/>
                    <a:pt x="228" y="196"/>
                  </a:cubicBezTo>
                  <a:cubicBezTo>
                    <a:pt x="228" y="6"/>
                    <a:pt x="228" y="6"/>
                    <a:pt x="228" y="6"/>
                  </a:cubicBezTo>
                  <a:cubicBezTo>
                    <a:pt x="228" y="1"/>
                    <a:pt x="225" y="0"/>
                    <a:pt x="221" y="2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3" y="127"/>
                    <a:pt x="0" y="133"/>
                    <a:pt x="0" y="137"/>
                  </a:cubicBezTo>
                  <a:close/>
                </a:path>
              </a:pathLst>
            </a:custGeom>
            <a:solidFill>
              <a:srgbClr val="007CD4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任意多边形 47">
              <a:extLst>
                <a:ext uri="{FF2B5EF4-FFF2-40B4-BE49-F238E27FC236}">
                  <a16:creationId xmlns:a16="http://schemas.microsoft.com/office/drawing/2014/main" id="{F7122525-AA41-1B48-948A-D46F3329F887}"/>
                </a:ext>
              </a:extLst>
            </p:cNvPr>
            <p:cNvSpPr/>
            <p:nvPr/>
          </p:nvSpPr>
          <p:spPr bwMode="auto">
            <a:xfrm>
              <a:off x="4469314" y="3573108"/>
              <a:ext cx="375557" cy="558969"/>
            </a:xfrm>
            <a:custGeom>
              <a:avLst/>
              <a:gdLst>
                <a:gd name="T0" fmla="*/ 42 w 83"/>
                <a:gd name="T1" fmla="*/ 14 h 123"/>
                <a:gd name="T2" fmla="*/ 0 w 83"/>
                <a:gd name="T3" fmla="*/ 86 h 123"/>
                <a:gd name="T4" fmla="*/ 42 w 83"/>
                <a:gd name="T5" fmla="*/ 110 h 123"/>
                <a:gd name="T6" fmla="*/ 83 w 83"/>
                <a:gd name="T7" fmla="*/ 38 h 123"/>
                <a:gd name="T8" fmla="*/ 42 w 83"/>
                <a:gd name="T9" fmla="*/ 14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23">
                  <a:moveTo>
                    <a:pt x="42" y="14"/>
                  </a:moveTo>
                  <a:cubicBezTo>
                    <a:pt x="19" y="27"/>
                    <a:pt x="0" y="59"/>
                    <a:pt x="0" y="86"/>
                  </a:cubicBezTo>
                  <a:cubicBezTo>
                    <a:pt x="0" y="112"/>
                    <a:pt x="19" y="123"/>
                    <a:pt x="42" y="110"/>
                  </a:cubicBezTo>
                  <a:cubicBezTo>
                    <a:pt x="65" y="96"/>
                    <a:pt x="83" y="64"/>
                    <a:pt x="83" y="38"/>
                  </a:cubicBezTo>
                  <a:cubicBezTo>
                    <a:pt x="83" y="11"/>
                    <a:pt x="65" y="0"/>
                    <a:pt x="42" y="14"/>
                  </a:cubicBezTo>
                  <a:close/>
                </a:path>
              </a:pathLst>
            </a:custGeom>
            <a:solidFill>
              <a:srgbClr val="005EC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任意多边形 48">
              <a:extLst>
                <a:ext uri="{FF2B5EF4-FFF2-40B4-BE49-F238E27FC236}">
                  <a16:creationId xmlns:a16="http://schemas.microsoft.com/office/drawing/2014/main" id="{A244E1E6-9525-0F42-A22C-138383F6BA40}"/>
                </a:ext>
              </a:extLst>
            </p:cNvPr>
            <p:cNvSpPr/>
            <p:nvPr/>
          </p:nvSpPr>
          <p:spPr bwMode="auto">
            <a:xfrm>
              <a:off x="4264068" y="3597127"/>
              <a:ext cx="305686" cy="443245"/>
            </a:xfrm>
            <a:custGeom>
              <a:avLst/>
              <a:gdLst>
                <a:gd name="T0" fmla="*/ 34 w 67"/>
                <a:gd name="T1" fmla="*/ 11 h 98"/>
                <a:gd name="T2" fmla="*/ 0 w 67"/>
                <a:gd name="T3" fmla="*/ 69 h 98"/>
                <a:gd name="T4" fmla="*/ 34 w 67"/>
                <a:gd name="T5" fmla="*/ 88 h 98"/>
                <a:gd name="T6" fmla="*/ 67 w 67"/>
                <a:gd name="T7" fmla="*/ 30 h 98"/>
                <a:gd name="T8" fmla="*/ 34 w 67"/>
                <a:gd name="T9" fmla="*/ 1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98">
                  <a:moveTo>
                    <a:pt x="34" y="11"/>
                  </a:moveTo>
                  <a:cubicBezTo>
                    <a:pt x="15" y="21"/>
                    <a:pt x="0" y="47"/>
                    <a:pt x="0" y="69"/>
                  </a:cubicBezTo>
                  <a:cubicBezTo>
                    <a:pt x="0" y="90"/>
                    <a:pt x="15" y="98"/>
                    <a:pt x="34" y="88"/>
                  </a:cubicBezTo>
                  <a:cubicBezTo>
                    <a:pt x="52" y="77"/>
                    <a:pt x="67" y="51"/>
                    <a:pt x="67" y="30"/>
                  </a:cubicBezTo>
                  <a:cubicBezTo>
                    <a:pt x="67" y="9"/>
                    <a:pt x="52" y="0"/>
                    <a:pt x="34" y="11"/>
                  </a:cubicBezTo>
                  <a:close/>
                </a:path>
              </a:pathLst>
            </a:custGeom>
            <a:solidFill>
              <a:srgbClr val="005EC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任意多边形 49">
              <a:extLst>
                <a:ext uri="{FF2B5EF4-FFF2-40B4-BE49-F238E27FC236}">
                  <a16:creationId xmlns:a16="http://schemas.microsoft.com/office/drawing/2014/main" id="{81918DF5-3288-9745-B3BE-5860497CABAB}"/>
                </a:ext>
              </a:extLst>
            </p:cNvPr>
            <p:cNvSpPr/>
            <p:nvPr/>
          </p:nvSpPr>
          <p:spPr bwMode="auto">
            <a:xfrm>
              <a:off x="4809936" y="3564375"/>
              <a:ext cx="163761" cy="240182"/>
            </a:xfrm>
            <a:custGeom>
              <a:avLst/>
              <a:gdLst>
                <a:gd name="T0" fmla="*/ 18 w 36"/>
                <a:gd name="T1" fmla="*/ 5 h 53"/>
                <a:gd name="T2" fmla="*/ 0 w 36"/>
                <a:gd name="T3" fmla="*/ 36 h 53"/>
                <a:gd name="T4" fmla="*/ 18 w 36"/>
                <a:gd name="T5" fmla="*/ 47 h 53"/>
                <a:gd name="T6" fmla="*/ 36 w 36"/>
                <a:gd name="T7" fmla="*/ 16 h 53"/>
                <a:gd name="T8" fmla="*/ 18 w 36"/>
                <a:gd name="T9" fmla="*/ 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53">
                  <a:moveTo>
                    <a:pt x="18" y="5"/>
                  </a:moveTo>
                  <a:cubicBezTo>
                    <a:pt x="8" y="11"/>
                    <a:pt x="0" y="25"/>
                    <a:pt x="0" y="36"/>
                  </a:cubicBezTo>
                  <a:cubicBezTo>
                    <a:pt x="0" y="48"/>
                    <a:pt x="8" y="53"/>
                    <a:pt x="18" y="47"/>
                  </a:cubicBezTo>
                  <a:cubicBezTo>
                    <a:pt x="28" y="41"/>
                    <a:pt x="36" y="27"/>
                    <a:pt x="36" y="16"/>
                  </a:cubicBezTo>
                  <a:cubicBezTo>
                    <a:pt x="36" y="4"/>
                    <a:pt x="28" y="0"/>
                    <a:pt x="18" y="5"/>
                  </a:cubicBezTo>
                  <a:close/>
                </a:path>
              </a:pathLst>
            </a:custGeom>
            <a:solidFill>
              <a:srgbClr val="C1EAFE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任意多边形 50">
              <a:extLst>
                <a:ext uri="{FF2B5EF4-FFF2-40B4-BE49-F238E27FC236}">
                  <a16:creationId xmlns:a16="http://schemas.microsoft.com/office/drawing/2014/main" id="{14DA4466-A0D8-884F-8B5D-AD2DABD104AD}"/>
                </a:ext>
              </a:extLst>
            </p:cNvPr>
            <p:cNvSpPr/>
            <p:nvPr/>
          </p:nvSpPr>
          <p:spPr bwMode="auto">
            <a:xfrm>
              <a:off x="4486782" y="3053442"/>
              <a:ext cx="585170" cy="371190"/>
            </a:xfrm>
            <a:custGeom>
              <a:avLst/>
              <a:gdLst>
                <a:gd name="T0" fmla="*/ 268 w 268"/>
                <a:gd name="T1" fmla="*/ 0 h 170"/>
                <a:gd name="T2" fmla="*/ 0 w 268"/>
                <a:gd name="T3" fmla="*/ 155 h 170"/>
                <a:gd name="T4" fmla="*/ 0 w 268"/>
                <a:gd name="T5" fmla="*/ 170 h 170"/>
                <a:gd name="T6" fmla="*/ 268 w 268"/>
                <a:gd name="T7" fmla="*/ 14 h 170"/>
                <a:gd name="T8" fmla="*/ 268 w 268"/>
                <a:gd name="T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170">
                  <a:moveTo>
                    <a:pt x="268" y="0"/>
                  </a:moveTo>
                  <a:lnTo>
                    <a:pt x="0" y="155"/>
                  </a:lnTo>
                  <a:lnTo>
                    <a:pt x="0" y="170"/>
                  </a:lnTo>
                  <a:lnTo>
                    <a:pt x="268" y="14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005EC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任意多边形 51">
              <a:extLst>
                <a:ext uri="{FF2B5EF4-FFF2-40B4-BE49-F238E27FC236}">
                  <a16:creationId xmlns:a16="http://schemas.microsoft.com/office/drawing/2014/main" id="{85A4C8E4-5064-954C-A240-5984A38FD8DD}"/>
                </a:ext>
              </a:extLst>
            </p:cNvPr>
            <p:cNvSpPr/>
            <p:nvPr/>
          </p:nvSpPr>
          <p:spPr bwMode="auto">
            <a:xfrm>
              <a:off x="4558836" y="3138598"/>
              <a:ext cx="513116" cy="312237"/>
            </a:xfrm>
            <a:custGeom>
              <a:avLst/>
              <a:gdLst>
                <a:gd name="T0" fmla="*/ 235 w 235"/>
                <a:gd name="T1" fmla="*/ 0 h 143"/>
                <a:gd name="T2" fmla="*/ 0 w 235"/>
                <a:gd name="T3" fmla="*/ 135 h 143"/>
                <a:gd name="T4" fmla="*/ 0 w 235"/>
                <a:gd name="T5" fmla="*/ 143 h 143"/>
                <a:gd name="T6" fmla="*/ 235 w 235"/>
                <a:gd name="T7" fmla="*/ 8 h 143"/>
                <a:gd name="T8" fmla="*/ 235 w 235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43">
                  <a:moveTo>
                    <a:pt x="235" y="0"/>
                  </a:moveTo>
                  <a:lnTo>
                    <a:pt x="0" y="135"/>
                  </a:lnTo>
                  <a:lnTo>
                    <a:pt x="0" y="143"/>
                  </a:lnTo>
                  <a:lnTo>
                    <a:pt x="235" y="8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005EC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任意多边形 52">
              <a:extLst>
                <a:ext uri="{FF2B5EF4-FFF2-40B4-BE49-F238E27FC236}">
                  <a16:creationId xmlns:a16="http://schemas.microsoft.com/office/drawing/2014/main" id="{B0DBD9DB-037A-EB41-98EA-BEFEC3F9E212}"/>
                </a:ext>
              </a:extLst>
            </p:cNvPr>
            <p:cNvSpPr/>
            <p:nvPr/>
          </p:nvSpPr>
          <p:spPr bwMode="auto">
            <a:xfrm>
              <a:off x="4558836" y="3180084"/>
              <a:ext cx="513116" cy="316604"/>
            </a:xfrm>
            <a:custGeom>
              <a:avLst/>
              <a:gdLst>
                <a:gd name="T0" fmla="*/ 235 w 235"/>
                <a:gd name="T1" fmla="*/ 0 h 145"/>
                <a:gd name="T2" fmla="*/ 0 w 235"/>
                <a:gd name="T3" fmla="*/ 137 h 145"/>
                <a:gd name="T4" fmla="*/ 0 w 235"/>
                <a:gd name="T5" fmla="*/ 145 h 145"/>
                <a:gd name="T6" fmla="*/ 235 w 235"/>
                <a:gd name="T7" fmla="*/ 8 h 145"/>
                <a:gd name="T8" fmla="*/ 235 w 235"/>
                <a:gd name="T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45">
                  <a:moveTo>
                    <a:pt x="235" y="0"/>
                  </a:moveTo>
                  <a:lnTo>
                    <a:pt x="0" y="137"/>
                  </a:lnTo>
                  <a:lnTo>
                    <a:pt x="0" y="145"/>
                  </a:lnTo>
                  <a:lnTo>
                    <a:pt x="235" y="8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005EC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任意多边形 53">
              <a:extLst>
                <a:ext uri="{FF2B5EF4-FFF2-40B4-BE49-F238E27FC236}">
                  <a16:creationId xmlns:a16="http://schemas.microsoft.com/office/drawing/2014/main" id="{8387D0F5-BFE8-0149-A7EE-B5ABCEFBA1C8}"/>
                </a:ext>
              </a:extLst>
            </p:cNvPr>
            <p:cNvSpPr/>
            <p:nvPr/>
          </p:nvSpPr>
          <p:spPr bwMode="auto">
            <a:xfrm>
              <a:off x="4558836" y="3221570"/>
              <a:ext cx="513116" cy="316604"/>
            </a:xfrm>
            <a:custGeom>
              <a:avLst/>
              <a:gdLst>
                <a:gd name="T0" fmla="*/ 235 w 235"/>
                <a:gd name="T1" fmla="*/ 0 h 145"/>
                <a:gd name="T2" fmla="*/ 0 w 235"/>
                <a:gd name="T3" fmla="*/ 137 h 145"/>
                <a:gd name="T4" fmla="*/ 0 w 235"/>
                <a:gd name="T5" fmla="*/ 145 h 145"/>
                <a:gd name="T6" fmla="*/ 235 w 235"/>
                <a:gd name="T7" fmla="*/ 8 h 145"/>
                <a:gd name="T8" fmla="*/ 235 w 235"/>
                <a:gd name="T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45">
                  <a:moveTo>
                    <a:pt x="235" y="0"/>
                  </a:moveTo>
                  <a:lnTo>
                    <a:pt x="0" y="137"/>
                  </a:lnTo>
                  <a:lnTo>
                    <a:pt x="0" y="145"/>
                  </a:lnTo>
                  <a:lnTo>
                    <a:pt x="235" y="8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005EC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任意多边形 54">
              <a:extLst>
                <a:ext uri="{FF2B5EF4-FFF2-40B4-BE49-F238E27FC236}">
                  <a16:creationId xmlns:a16="http://schemas.microsoft.com/office/drawing/2014/main" id="{CF25BC4A-0877-2649-8C11-044D08C96629}"/>
                </a:ext>
              </a:extLst>
            </p:cNvPr>
            <p:cNvSpPr/>
            <p:nvPr/>
          </p:nvSpPr>
          <p:spPr bwMode="auto">
            <a:xfrm>
              <a:off x="4558836" y="3265240"/>
              <a:ext cx="513116" cy="314420"/>
            </a:xfrm>
            <a:custGeom>
              <a:avLst/>
              <a:gdLst>
                <a:gd name="T0" fmla="*/ 235 w 235"/>
                <a:gd name="T1" fmla="*/ 0 h 144"/>
                <a:gd name="T2" fmla="*/ 0 w 235"/>
                <a:gd name="T3" fmla="*/ 135 h 144"/>
                <a:gd name="T4" fmla="*/ 0 w 235"/>
                <a:gd name="T5" fmla="*/ 144 h 144"/>
                <a:gd name="T6" fmla="*/ 235 w 235"/>
                <a:gd name="T7" fmla="*/ 9 h 144"/>
                <a:gd name="T8" fmla="*/ 235 w 235"/>
                <a:gd name="T9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" h="144">
                  <a:moveTo>
                    <a:pt x="235" y="0"/>
                  </a:moveTo>
                  <a:lnTo>
                    <a:pt x="0" y="135"/>
                  </a:lnTo>
                  <a:lnTo>
                    <a:pt x="0" y="144"/>
                  </a:lnTo>
                  <a:lnTo>
                    <a:pt x="235" y="9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005EC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任意多边形 55">
              <a:extLst>
                <a:ext uri="{FF2B5EF4-FFF2-40B4-BE49-F238E27FC236}">
                  <a16:creationId xmlns:a16="http://schemas.microsoft.com/office/drawing/2014/main" id="{00AF5D2C-1CF6-9F4D-B785-39BD2FB6B7C2}"/>
                </a:ext>
              </a:extLst>
            </p:cNvPr>
            <p:cNvSpPr/>
            <p:nvPr/>
          </p:nvSpPr>
          <p:spPr bwMode="auto">
            <a:xfrm>
              <a:off x="5849268" y="1896202"/>
              <a:ext cx="1729309" cy="2168188"/>
            </a:xfrm>
            <a:custGeom>
              <a:avLst/>
              <a:gdLst>
                <a:gd name="T0" fmla="*/ 0 w 381"/>
                <a:gd name="T1" fmla="*/ 225 h 478"/>
                <a:gd name="T2" fmla="*/ 0 w 381"/>
                <a:gd name="T3" fmla="*/ 472 h 478"/>
                <a:gd name="T4" fmla="*/ 7 w 381"/>
                <a:gd name="T5" fmla="*/ 476 h 478"/>
                <a:gd name="T6" fmla="*/ 374 w 381"/>
                <a:gd name="T7" fmla="*/ 265 h 478"/>
                <a:gd name="T8" fmla="*/ 381 w 381"/>
                <a:gd name="T9" fmla="*/ 253 h 478"/>
                <a:gd name="T10" fmla="*/ 381 w 381"/>
                <a:gd name="T11" fmla="*/ 6 h 478"/>
                <a:gd name="T12" fmla="*/ 374 w 381"/>
                <a:gd name="T13" fmla="*/ 2 h 478"/>
                <a:gd name="T14" fmla="*/ 7 w 381"/>
                <a:gd name="T15" fmla="*/ 213 h 478"/>
                <a:gd name="T16" fmla="*/ 0 w 381"/>
                <a:gd name="T17" fmla="*/ 225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478">
                  <a:moveTo>
                    <a:pt x="0" y="225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0" y="477"/>
                    <a:pt x="3" y="478"/>
                    <a:pt x="7" y="476"/>
                  </a:cubicBezTo>
                  <a:cubicBezTo>
                    <a:pt x="374" y="265"/>
                    <a:pt x="374" y="265"/>
                    <a:pt x="374" y="265"/>
                  </a:cubicBezTo>
                  <a:cubicBezTo>
                    <a:pt x="378" y="263"/>
                    <a:pt x="381" y="257"/>
                    <a:pt x="381" y="253"/>
                  </a:cubicBezTo>
                  <a:cubicBezTo>
                    <a:pt x="381" y="6"/>
                    <a:pt x="381" y="6"/>
                    <a:pt x="381" y="6"/>
                  </a:cubicBezTo>
                  <a:cubicBezTo>
                    <a:pt x="381" y="2"/>
                    <a:pt x="378" y="0"/>
                    <a:pt x="374" y="2"/>
                  </a:cubicBezTo>
                  <a:cubicBezTo>
                    <a:pt x="7" y="213"/>
                    <a:pt x="7" y="213"/>
                    <a:pt x="7" y="213"/>
                  </a:cubicBezTo>
                  <a:cubicBezTo>
                    <a:pt x="3" y="216"/>
                    <a:pt x="0" y="221"/>
                    <a:pt x="0" y="2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任意多边形 56">
              <a:extLst>
                <a:ext uri="{FF2B5EF4-FFF2-40B4-BE49-F238E27FC236}">
                  <a16:creationId xmlns:a16="http://schemas.microsoft.com/office/drawing/2014/main" id="{0069735C-1635-E64A-89D4-42E2B0FBCD02}"/>
                </a:ext>
              </a:extLst>
            </p:cNvPr>
            <p:cNvSpPr/>
            <p:nvPr/>
          </p:nvSpPr>
          <p:spPr bwMode="auto">
            <a:xfrm>
              <a:off x="5921322" y="2562162"/>
              <a:ext cx="1578651" cy="1384321"/>
            </a:xfrm>
            <a:custGeom>
              <a:avLst/>
              <a:gdLst>
                <a:gd name="T0" fmla="*/ 0 w 348"/>
                <a:gd name="T1" fmla="*/ 305 h 305"/>
                <a:gd name="T2" fmla="*/ 43 w 348"/>
                <a:gd name="T3" fmla="*/ 243 h 305"/>
                <a:gd name="T4" fmla="*/ 82 w 348"/>
                <a:gd name="T5" fmla="*/ 146 h 305"/>
                <a:gd name="T6" fmla="*/ 140 w 348"/>
                <a:gd name="T7" fmla="*/ 181 h 305"/>
                <a:gd name="T8" fmla="*/ 194 w 348"/>
                <a:gd name="T9" fmla="*/ 125 h 305"/>
                <a:gd name="T10" fmla="*/ 248 w 348"/>
                <a:gd name="T11" fmla="*/ 125 h 305"/>
                <a:gd name="T12" fmla="*/ 309 w 348"/>
                <a:gd name="T13" fmla="*/ 15 h 305"/>
                <a:gd name="T14" fmla="*/ 348 w 348"/>
                <a:gd name="T15" fmla="*/ 75 h 305"/>
                <a:gd name="T16" fmla="*/ 348 w 348"/>
                <a:gd name="T17" fmla="*/ 105 h 305"/>
                <a:gd name="T18" fmla="*/ 0 w 348"/>
                <a:gd name="T19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8" h="305">
                  <a:moveTo>
                    <a:pt x="0" y="305"/>
                  </a:moveTo>
                  <a:cubicBezTo>
                    <a:pt x="0" y="305"/>
                    <a:pt x="34" y="262"/>
                    <a:pt x="43" y="243"/>
                  </a:cubicBezTo>
                  <a:cubicBezTo>
                    <a:pt x="57" y="216"/>
                    <a:pt x="54" y="162"/>
                    <a:pt x="82" y="146"/>
                  </a:cubicBezTo>
                  <a:cubicBezTo>
                    <a:pt x="110" y="130"/>
                    <a:pt x="105" y="201"/>
                    <a:pt x="140" y="181"/>
                  </a:cubicBezTo>
                  <a:cubicBezTo>
                    <a:pt x="176" y="160"/>
                    <a:pt x="176" y="136"/>
                    <a:pt x="194" y="125"/>
                  </a:cubicBezTo>
                  <a:cubicBezTo>
                    <a:pt x="212" y="113"/>
                    <a:pt x="227" y="136"/>
                    <a:pt x="248" y="125"/>
                  </a:cubicBezTo>
                  <a:cubicBezTo>
                    <a:pt x="273" y="111"/>
                    <a:pt x="284" y="29"/>
                    <a:pt x="309" y="15"/>
                  </a:cubicBezTo>
                  <a:cubicBezTo>
                    <a:pt x="337" y="0"/>
                    <a:pt x="348" y="75"/>
                    <a:pt x="348" y="75"/>
                  </a:cubicBezTo>
                  <a:cubicBezTo>
                    <a:pt x="348" y="105"/>
                    <a:pt x="348" y="105"/>
                    <a:pt x="348" y="105"/>
                  </a:cubicBezTo>
                  <a:lnTo>
                    <a:pt x="0" y="305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任意多边形 57">
              <a:extLst>
                <a:ext uri="{FF2B5EF4-FFF2-40B4-BE49-F238E27FC236}">
                  <a16:creationId xmlns:a16="http://schemas.microsoft.com/office/drawing/2014/main" id="{8B3DC7D1-623D-B343-80A8-272F4F2994CB}"/>
                </a:ext>
              </a:extLst>
            </p:cNvPr>
            <p:cNvSpPr/>
            <p:nvPr/>
          </p:nvSpPr>
          <p:spPr bwMode="auto">
            <a:xfrm>
              <a:off x="5921322" y="2612381"/>
              <a:ext cx="1578651" cy="1334102"/>
            </a:xfrm>
            <a:custGeom>
              <a:avLst/>
              <a:gdLst>
                <a:gd name="T0" fmla="*/ 0 w 348"/>
                <a:gd name="T1" fmla="*/ 294 h 294"/>
                <a:gd name="T2" fmla="*/ 33 w 348"/>
                <a:gd name="T3" fmla="*/ 201 h 294"/>
                <a:gd name="T4" fmla="*/ 82 w 348"/>
                <a:gd name="T5" fmla="*/ 229 h 294"/>
                <a:gd name="T6" fmla="*/ 138 w 348"/>
                <a:gd name="T7" fmla="*/ 121 h 294"/>
                <a:gd name="T8" fmla="*/ 195 w 348"/>
                <a:gd name="T9" fmla="*/ 144 h 294"/>
                <a:gd name="T10" fmla="*/ 252 w 348"/>
                <a:gd name="T11" fmla="*/ 18 h 294"/>
                <a:gd name="T12" fmla="*/ 305 w 348"/>
                <a:gd name="T13" fmla="*/ 81 h 294"/>
                <a:gd name="T14" fmla="*/ 348 w 348"/>
                <a:gd name="T15" fmla="*/ 19 h 294"/>
                <a:gd name="T16" fmla="*/ 348 w 348"/>
                <a:gd name="T17" fmla="*/ 94 h 294"/>
                <a:gd name="T18" fmla="*/ 0 w 348"/>
                <a:gd name="T19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8" h="294">
                  <a:moveTo>
                    <a:pt x="0" y="294"/>
                  </a:moveTo>
                  <a:cubicBezTo>
                    <a:pt x="0" y="294"/>
                    <a:pt x="16" y="211"/>
                    <a:pt x="33" y="201"/>
                  </a:cubicBezTo>
                  <a:cubicBezTo>
                    <a:pt x="57" y="187"/>
                    <a:pt x="49" y="249"/>
                    <a:pt x="82" y="229"/>
                  </a:cubicBezTo>
                  <a:cubicBezTo>
                    <a:pt x="109" y="212"/>
                    <a:pt x="104" y="141"/>
                    <a:pt x="138" y="121"/>
                  </a:cubicBezTo>
                  <a:cubicBezTo>
                    <a:pt x="165" y="106"/>
                    <a:pt x="163" y="163"/>
                    <a:pt x="195" y="144"/>
                  </a:cubicBezTo>
                  <a:cubicBezTo>
                    <a:pt x="228" y="126"/>
                    <a:pt x="220" y="36"/>
                    <a:pt x="252" y="18"/>
                  </a:cubicBezTo>
                  <a:cubicBezTo>
                    <a:pt x="285" y="0"/>
                    <a:pt x="280" y="96"/>
                    <a:pt x="305" y="81"/>
                  </a:cubicBezTo>
                  <a:cubicBezTo>
                    <a:pt x="335" y="63"/>
                    <a:pt x="325" y="40"/>
                    <a:pt x="348" y="19"/>
                  </a:cubicBezTo>
                  <a:cubicBezTo>
                    <a:pt x="348" y="94"/>
                    <a:pt x="348" y="94"/>
                    <a:pt x="348" y="94"/>
                  </a:cubicBezTo>
                  <a:lnTo>
                    <a:pt x="0" y="294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任意多边形 58">
              <a:extLst>
                <a:ext uri="{FF2B5EF4-FFF2-40B4-BE49-F238E27FC236}">
                  <a16:creationId xmlns:a16="http://schemas.microsoft.com/office/drawing/2014/main" id="{FB148E03-22EB-AF40-95B7-0879A90BD9AD}"/>
                </a:ext>
              </a:extLst>
            </p:cNvPr>
            <p:cNvSpPr/>
            <p:nvPr/>
          </p:nvSpPr>
          <p:spPr bwMode="auto">
            <a:xfrm>
              <a:off x="5997744" y="2843829"/>
              <a:ext cx="74238" cy="126641"/>
            </a:xfrm>
            <a:custGeom>
              <a:avLst/>
              <a:gdLst>
                <a:gd name="T0" fmla="*/ 0 w 34"/>
                <a:gd name="T1" fmla="*/ 19 h 58"/>
                <a:gd name="T2" fmla="*/ 0 w 34"/>
                <a:gd name="T3" fmla="*/ 58 h 58"/>
                <a:gd name="T4" fmla="*/ 34 w 34"/>
                <a:gd name="T5" fmla="*/ 38 h 58"/>
                <a:gd name="T6" fmla="*/ 34 w 34"/>
                <a:gd name="T7" fmla="*/ 0 h 58"/>
                <a:gd name="T8" fmla="*/ 0 w 34"/>
                <a:gd name="T9" fmla="*/ 1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8">
                  <a:moveTo>
                    <a:pt x="0" y="19"/>
                  </a:moveTo>
                  <a:lnTo>
                    <a:pt x="0" y="58"/>
                  </a:lnTo>
                  <a:lnTo>
                    <a:pt x="34" y="38"/>
                  </a:lnTo>
                  <a:lnTo>
                    <a:pt x="34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任意多边形 59">
              <a:extLst>
                <a:ext uri="{FF2B5EF4-FFF2-40B4-BE49-F238E27FC236}">
                  <a16:creationId xmlns:a16="http://schemas.microsoft.com/office/drawing/2014/main" id="{3F59DEFF-CA8E-3C49-9BEC-174332EEE20E}"/>
                </a:ext>
              </a:extLst>
            </p:cNvPr>
            <p:cNvSpPr/>
            <p:nvPr/>
          </p:nvSpPr>
          <p:spPr bwMode="auto">
            <a:xfrm>
              <a:off x="6144036" y="2439887"/>
              <a:ext cx="661593" cy="427960"/>
            </a:xfrm>
            <a:custGeom>
              <a:avLst/>
              <a:gdLst>
                <a:gd name="T0" fmla="*/ 0 w 303"/>
                <a:gd name="T1" fmla="*/ 177 h 196"/>
                <a:gd name="T2" fmla="*/ 303 w 303"/>
                <a:gd name="T3" fmla="*/ 0 h 196"/>
                <a:gd name="T4" fmla="*/ 303 w 303"/>
                <a:gd name="T5" fmla="*/ 21 h 196"/>
                <a:gd name="T6" fmla="*/ 0 w 303"/>
                <a:gd name="T7" fmla="*/ 196 h 196"/>
                <a:gd name="T8" fmla="*/ 0 w 303"/>
                <a:gd name="T9" fmla="*/ 17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" h="196">
                  <a:moveTo>
                    <a:pt x="0" y="177"/>
                  </a:moveTo>
                  <a:lnTo>
                    <a:pt x="303" y="0"/>
                  </a:lnTo>
                  <a:lnTo>
                    <a:pt x="303" y="21"/>
                  </a:lnTo>
                  <a:lnTo>
                    <a:pt x="0" y="196"/>
                  </a:lnTo>
                  <a:lnTo>
                    <a:pt x="0" y="177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任意多边形 60">
              <a:extLst>
                <a:ext uri="{FF2B5EF4-FFF2-40B4-BE49-F238E27FC236}">
                  <a16:creationId xmlns:a16="http://schemas.microsoft.com/office/drawing/2014/main" id="{B965479C-4925-3C4C-8F2E-AF83B41590B5}"/>
                </a:ext>
              </a:extLst>
            </p:cNvPr>
            <p:cNvSpPr/>
            <p:nvPr/>
          </p:nvSpPr>
          <p:spPr bwMode="auto">
            <a:xfrm>
              <a:off x="5997744" y="3011957"/>
              <a:ext cx="74238" cy="126641"/>
            </a:xfrm>
            <a:custGeom>
              <a:avLst/>
              <a:gdLst>
                <a:gd name="T0" fmla="*/ 0 w 34"/>
                <a:gd name="T1" fmla="*/ 21 h 58"/>
                <a:gd name="T2" fmla="*/ 0 w 34"/>
                <a:gd name="T3" fmla="*/ 58 h 58"/>
                <a:gd name="T4" fmla="*/ 34 w 34"/>
                <a:gd name="T5" fmla="*/ 39 h 58"/>
                <a:gd name="T6" fmla="*/ 34 w 34"/>
                <a:gd name="T7" fmla="*/ 0 h 58"/>
                <a:gd name="T8" fmla="*/ 0 w 34"/>
                <a:gd name="T9" fmla="*/ 2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8">
                  <a:moveTo>
                    <a:pt x="0" y="21"/>
                  </a:moveTo>
                  <a:lnTo>
                    <a:pt x="0" y="58"/>
                  </a:lnTo>
                  <a:lnTo>
                    <a:pt x="34" y="39"/>
                  </a:lnTo>
                  <a:lnTo>
                    <a:pt x="3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任意多边形 61">
              <a:extLst>
                <a:ext uri="{FF2B5EF4-FFF2-40B4-BE49-F238E27FC236}">
                  <a16:creationId xmlns:a16="http://schemas.microsoft.com/office/drawing/2014/main" id="{3C1C5650-9432-D846-B6B5-00AC69B1A35E}"/>
                </a:ext>
              </a:extLst>
            </p:cNvPr>
            <p:cNvSpPr/>
            <p:nvPr/>
          </p:nvSpPr>
          <p:spPr bwMode="auto">
            <a:xfrm>
              <a:off x="6144036" y="2612381"/>
              <a:ext cx="661593" cy="425778"/>
            </a:xfrm>
            <a:custGeom>
              <a:avLst/>
              <a:gdLst>
                <a:gd name="T0" fmla="*/ 0 w 303"/>
                <a:gd name="T1" fmla="*/ 175 h 195"/>
                <a:gd name="T2" fmla="*/ 303 w 303"/>
                <a:gd name="T3" fmla="*/ 0 h 195"/>
                <a:gd name="T4" fmla="*/ 303 w 303"/>
                <a:gd name="T5" fmla="*/ 19 h 195"/>
                <a:gd name="T6" fmla="*/ 0 w 303"/>
                <a:gd name="T7" fmla="*/ 195 h 195"/>
                <a:gd name="T8" fmla="*/ 0 w 303"/>
                <a:gd name="T9" fmla="*/ 17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" h="195">
                  <a:moveTo>
                    <a:pt x="0" y="175"/>
                  </a:moveTo>
                  <a:lnTo>
                    <a:pt x="303" y="0"/>
                  </a:lnTo>
                  <a:lnTo>
                    <a:pt x="303" y="19"/>
                  </a:lnTo>
                  <a:lnTo>
                    <a:pt x="0" y="19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任意多边形 62">
              <a:extLst>
                <a:ext uri="{FF2B5EF4-FFF2-40B4-BE49-F238E27FC236}">
                  <a16:creationId xmlns:a16="http://schemas.microsoft.com/office/drawing/2014/main" id="{A6832D40-E71F-034D-AD59-5D2936E878B3}"/>
                </a:ext>
              </a:extLst>
            </p:cNvPr>
            <p:cNvSpPr/>
            <p:nvPr/>
          </p:nvSpPr>
          <p:spPr bwMode="auto">
            <a:xfrm>
              <a:off x="5849268" y="3442100"/>
              <a:ext cx="1401789" cy="1986959"/>
            </a:xfrm>
            <a:custGeom>
              <a:avLst/>
              <a:gdLst>
                <a:gd name="T0" fmla="*/ 0 w 309"/>
                <a:gd name="T1" fmla="*/ 185 h 438"/>
                <a:gd name="T2" fmla="*/ 0 w 309"/>
                <a:gd name="T3" fmla="*/ 431 h 438"/>
                <a:gd name="T4" fmla="*/ 7 w 309"/>
                <a:gd name="T5" fmla="*/ 435 h 438"/>
                <a:gd name="T6" fmla="*/ 302 w 309"/>
                <a:gd name="T7" fmla="*/ 265 h 438"/>
                <a:gd name="T8" fmla="*/ 309 w 309"/>
                <a:gd name="T9" fmla="*/ 253 h 438"/>
                <a:gd name="T10" fmla="*/ 309 w 309"/>
                <a:gd name="T11" fmla="*/ 6 h 438"/>
                <a:gd name="T12" fmla="*/ 302 w 309"/>
                <a:gd name="T13" fmla="*/ 2 h 438"/>
                <a:gd name="T14" fmla="*/ 7 w 309"/>
                <a:gd name="T15" fmla="*/ 173 h 438"/>
                <a:gd name="T16" fmla="*/ 0 w 309"/>
                <a:gd name="T17" fmla="*/ 185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9" h="438">
                  <a:moveTo>
                    <a:pt x="0" y="185"/>
                  </a:moveTo>
                  <a:cubicBezTo>
                    <a:pt x="0" y="431"/>
                    <a:pt x="0" y="431"/>
                    <a:pt x="0" y="431"/>
                  </a:cubicBezTo>
                  <a:cubicBezTo>
                    <a:pt x="0" y="436"/>
                    <a:pt x="3" y="438"/>
                    <a:pt x="7" y="435"/>
                  </a:cubicBezTo>
                  <a:cubicBezTo>
                    <a:pt x="302" y="265"/>
                    <a:pt x="302" y="265"/>
                    <a:pt x="302" y="265"/>
                  </a:cubicBezTo>
                  <a:cubicBezTo>
                    <a:pt x="306" y="263"/>
                    <a:pt x="309" y="257"/>
                    <a:pt x="309" y="253"/>
                  </a:cubicBezTo>
                  <a:cubicBezTo>
                    <a:pt x="309" y="6"/>
                    <a:pt x="309" y="6"/>
                    <a:pt x="309" y="6"/>
                  </a:cubicBezTo>
                  <a:cubicBezTo>
                    <a:pt x="309" y="2"/>
                    <a:pt x="306" y="0"/>
                    <a:pt x="302" y="2"/>
                  </a:cubicBezTo>
                  <a:cubicBezTo>
                    <a:pt x="7" y="173"/>
                    <a:pt x="7" y="173"/>
                    <a:pt x="7" y="173"/>
                  </a:cubicBezTo>
                  <a:cubicBezTo>
                    <a:pt x="3" y="175"/>
                    <a:pt x="0" y="180"/>
                    <a:pt x="0" y="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任意多边形 63">
              <a:extLst>
                <a:ext uri="{FF2B5EF4-FFF2-40B4-BE49-F238E27FC236}">
                  <a16:creationId xmlns:a16="http://schemas.microsoft.com/office/drawing/2014/main" id="{67D881FA-A348-574B-AFC8-C6A3E0F6D474}"/>
                </a:ext>
              </a:extLst>
            </p:cNvPr>
            <p:cNvSpPr/>
            <p:nvPr/>
          </p:nvSpPr>
          <p:spPr bwMode="auto">
            <a:xfrm>
              <a:off x="5997744" y="4300205"/>
              <a:ext cx="50221" cy="879940"/>
            </a:xfrm>
            <a:custGeom>
              <a:avLst/>
              <a:gdLst>
                <a:gd name="T0" fmla="*/ 0 w 23"/>
                <a:gd name="T1" fmla="*/ 403 h 403"/>
                <a:gd name="T2" fmla="*/ 0 w 23"/>
                <a:gd name="T3" fmla="*/ 12 h 403"/>
                <a:gd name="T4" fmla="*/ 23 w 23"/>
                <a:gd name="T5" fmla="*/ 0 h 403"/>
                <a:gd name="T6" fmla="*/ 23 w 23"/>
                <a:gd name="T7" fmla="*/ 390 h 403"/>
                <a:gd name="T8" fmla="*/ 0 w 23"/>
                <a:gd name="T9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03">
                  <a:moveTo>
                    <a:pt x="0" y="403"/>
                  </a:moveTo>
                  <a:lnTo>
                    <a:pt x="0" y="12"/>
                  </a:lnTo>
                  <a:lnTo>
                    <a:pt x="23" y="0"/>
                  </a:lnTo>
                  <a:lnTo>
                    <a:pt x="23" y="390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7" name="任意多边形 64">
              <a:extLst>
                <a:ext uri="{FF2B5EF4-FFF2-40B4-BE49-F238E27FC236}">
                  <a16:creationId xmlns:a16="http://schemas.microsoft.com/office/drawing/2014/main" id="{85D3DF92-B122-5649-B911-E168D528EB35}"/>
                </a:ext>
              </a:extLst>
            </p:cNvPr>
            <p:cNvSpPr/>
            <p:nvPr/>
          </p:nvSpPr>
          <p:spPr bwMode="auto">
            <a:xfrm>
              <a:off x="5984644" y="5201978"/>
              <a:ext cx="72055" cy="67688"/>
            </a:xfrm>
            <a:custGeom>
              <a:avLst/>
              <a:gdLst>
                <a:gd name="T0" fmla="*/ 0 w 33"/>
                <a:gd name="T1" fmla="*/ 21 h 31"/>
                <a:gd name="T2" fmla="*/ 33 w 33"/>
                <a:gd name="T3" fmla="*/ 0 h 31"/>
                <a:gd name="T4" fmla="*/ 33 w 33"/>
                <a:gd name="T5" fmla="*/ 12 h 31"/>
                <a:gd name="T6" fmla="*/ 0 w 33"/>
                <a:gd name="T7" fmla="*/ 31 h 31"/>
                <a:gd name="T8" fmla="*/ 0 w 33"/>
                <a:gd name="T9" fmla="*/ 2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1">
                  <a:moveTo>
                    <a:pt x="0" y="21"/>
                  </a:moveTo>
                  <a:lnTo>
                    <a:pt x="33" y="0"/>
                  </a:lnTo>
                  <a:lnTo>
                    <a:pt x="33" y="12"/>
                  </a:lnTo>
                  <a:lnTo>
                    <a:pt x="0" y="31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8" name="任意多边形 65">
              <a:extLst>
                <a:ext uri="{FF2B5EF4-FFF2-40B4-BE49-F238E27FC236}">
                  <a16:creationId xmlns:a16="http://schemas.microsoft.com/office/drawing/2014/main" id="{0F8A9F37-1C51-CB4C-8040-CB727D55489D}"/>
                </a:ext>
              </a:extLst>
            </p:cNvPr>
            <p:cNvSpPr/>
            <p:nvPr/>
          </p:nvSpPr>
          <p:spPr bwMode="auto">
            <a:xfrm>
              <a:off x="6093817" y="4413746"/>
              <a:ext cx="50221" cy="711812"/>
            </a:xfrm>
            <a:custGeom>
              <a:avLst/>
              <a:gdLst>
                <a:gd name="T0" fmla="*/ 0 w 23"/>
                <a:gd name="T1" fmla="*/ 326 h 326"/>
                <a:gd name="T2" fmla="*/ 0 w 23"/>
                <a:gd name="T3" fmla="*/ 14 h 326"/>
                <a:gd name="T4" fmla="*/ 23 w 23"/>
                <a:gd name="T5" fmla="*/ 0 h 326"/>
                <a:gd name="T6" fmla="*/ 23 w 23"/>
                <a:gd name="T7" fmla="*/ 311 h 326"/>
                <a:gd name="T8" fmla="*/ 0 w 23"/>
                <a:gd name="T9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326">
                  <a:moveTo>
                    <a:pt x="0" y="326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23" y="311"/>
                  </a:lnTo>
                  <a:lnTo>
                    <a:pt x="0" y="326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9" name="任意多边形 66">
              <a:extLst>
                <a:ext uri="{FF2B5EF4-FFF2-40B4-BE49-F238E27FC236}">
                  <a16:creationId xmlns:a16="http://schemas.microsoft.com/office/drawing/2014/main" id="{219BC2A5-ED3A-4045-8E95-6484BCD9DC4C}"/>
                </a:ext>
              </a:extLst>
            </p:cNvPr>
            <p:cNvSpPr/>
            <p:nvPr/>
          </p:nvSpPr>
          <p:spPr bwMode="auto">
            <a:xfrm>
              <a:off x="6080716" y="5147392"/>
              <a:ext cx="76422" cy="67688"/>
            </a:xfrm>
            <a:custGeom>
              <a:avLst/>
              <a:gdLst>
                <a:gd name="T0" fmla="*/ 0 w 35"/>
                <a:gd name="T1" fmla="*/ 19 h 31"/>
                <a:gd name="T2" fmla="*/ 35 w 35"/>
                <a:gd name="T3" fmla="*/ 0 h 31"/>
                <a:gd name="T4" fmla="*/ 35 w 35"/>
                <a:gd name="T5" fmla="*/ 12 h 31"/>
                <a:gd name="T6" fmla="*/ 0 w 35"/>
                <a:gd name="T7" fmla="*/ 31 h 31"/>
                <a:gd name="T8" fmla="*/ 0 w 35"/>
                <a:gd name="T9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1">
                  <a:moveTo>
                    <a:pt x="0" y="19"/>
                  </a:moveTo>
                  <a:lnTo>
                    <a:pt x="35" y="0"/>
                  </a:lnTo>
                  <a:lnTo>
                    <a:pt x="35" y="12"/>
                  </a:lnTo>
                  <a:lnTo>
                    <a:pt x="0" y="3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" name="任意多边形 67">
              <a:extLst>
                <a:ext uri="{FF2B5EF4-FFF2-40B4-BE49-F238E27FC236}">
                  <a16:creationId xmlns:a16="http://schemas.microsoft.com/office/drawing/2014/main" id="{4F12AF2B-181B-C146-B869-61A3F5A1ABB1}"/>
                </a:ext>
              </a:extLst>
            </p:cNvPr>
            <p:cNvSpPr/>
            <p:nvPr/>
          </p:nvSpPr>
          <p:spPr bwMode="auto">
            <a:xfrm>
              <a:off x="6240109" y="4271819"/>
              <a:ext cx="54587" cy="766399"/>
            </a:xfrm>
            <a:custGeom>
              <a:avLst/>
              <a:gdLst>
                <a:gd name="T0" fmla="*/ 0 w 25"/>
                <a:gd name="T1" fmla="*/ 351 h 351"/>
                <a:gd name="T2" fmla="*/ 0 w 25"/>
                <a:gd name="T3" fmla="*/ 13 h 351"/>
                <a:gd name="T4" fmla="*/ 25 w 25"/>
                <a:gd name="T5" fmla="*/ 0 h 351"/>
                <a:gd name="T6" fmla="*/ 25 w 25"/>
                <a:gd name="T7" fmla="*/ 339 h 351"/>
                <a:gd name="T8" fmla="*/ 0 w 25"/>
                <a:gd name="T9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51">
                  <a:moveTo>
                    <a:pt x="0" y="351"/>
                  </a:moveTo>
                  <a:lnTo>
                    <a:pt x="0" y="13"/>
                  </a:lnTo>
                  <a:lnTo>
                    <a:pt x="25" y="0"/>
                  </a:lnTo>
                  <a:lnTo>
                    <a:pt x="25" y="339"/>
                  </a:lnTo>
                  <a:lnTo>
                    <a:pt x="0" y="351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" name="任意多边形 68">
              <a:extLst>
                <a:ext uri="{FF2B5EF4-FFF2-40B4-BE49-F238E27FC236}">
                  <a16:creationId xmlns:a16="http://schemas.microsoft.com/office/drawing/2014/main" id="{3FBB4340-A4E1-0147-AFAF-2B73E6BBE555}"/>
                </a:ext>
              </a:extLst>
            </p:cNvPr>
            <p:cNvSpPr/>
            <p:nvPr/>
          </p:nvSpPr>
          <p:spPr bwMode="auto">
            <a:xfrm>
              <a:off x="6229192" y="5062236"/>
              <a:ext cx="74238" cy="67688"/>
            </a:xfrm>
            <a:custGeom>
              <a:avLst/>
              <a:gdLst>
                <a:gd name="T0" fmla="*/ 0 w 34"/>
                <a:gd name="T1" fmla="*/ 18 h 31"/>
                <a:gd name="T2" fmla="*/ 34 w 34"/>
                <a:gd name="T3" fmla="*/ 0 h 31"/>
                <a:gd name="T4" fmla="*/ 34 w 34"/>
                <a:gd name="T5" fmla="*/ 12 h 31"/>
                <a:gd name="T6" fmla="*/ 0 w 34"/>
                <a:gd name="T7" fmla="*/ 31 h 31"/>
                <a:gd name="T8" fmla="*/ 0 w 34"/>
                <a:gd name="T9" fmla="*/ 1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1">
                  <a:moveTo>
                    <a:pt x="0" y="18"/>
                  </a:moveTo>
                  <a:lnTo>
                    <a:pt x="34" y="0"/>
                  </a:lnTo>
                  <a:lnTo>
                    <a:pt x="34" y="12"/>
                  </a:lnTo>
                  <a:lnTo>
                    <a:pt x="0" y="3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" name="任意多边形 69">
              <a:extLst>
                <a:ext uri="{FF2B5EF4-FFF2-40B4-BE49-F238E27FC236}">
                  <a16:creationId xmlns:a16="http://schemas.microsoft.com/office/drawing/2014/main" id="{27CF0FEC-59D2-CB4E-B0E8-7D1DBC765BBF}"/>
                </a:ext>
              </a:extLst>
            </p:cNvPr>
            <p:cNvSpPr/>
            <p:nvPr/>
          </p:nvSpPr>
          <p:spPr bwMode="auto">
            <a:xfrm>
              <a:off x="6338366" y="4339508"/>
              <a:ext cx="50221" cy="644125"/>
            </a:xfrm>
            <a:custGeom>
              <a:avLst/>
              <a:gdLst>
                <a:gd name="T0" fmla="*/ 0 w 23"/>
                <a:gd name="T1" fmla="*/ 295 h 295"/>
                <a:gd name="T2" fmla="*/ 0 w 23"/>
                <a:gd name="T3" fmla="*/ 15 h 295"/>
                <a:gd name="T4" fmla="*/ 23 w 23"/>
                <a:gd name="T5" fmla="*/ 0 h 295"/>
                <a:gd name="T6" fmla="*/ 23 w 23"/>
                <a:gd name="T7" fmla="*/ 281 h 295"/>
                <a:gd name="T8" fmla="*/ 0 w 23"/>
                <a:gd name="T9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95">
                  <a:moveTo>
                    <a:pt x="0" y="295"/>
                  </a:moveTo>
                  <a:lnTo>
                    <a:pt x="0" y="15"/>
                  </a:lnTo>
                  <a:lnTo>
                    <a:pt x="23" y="0"/>
                  </a:lnTo>
                  <a:lnTo>
                    <a:pt x="23" y="281"/>
                  </a:lnTo>
                  <a:lnTo>
                    <a:pt x="0" y="295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" name="任意多边形 70">
              <a:extLst>
                <a:ext uri="{FF2B5EF4-FFF2-40B4-BE49-F238E27FC236}">
                  <a16:creationId xmlns:a16="http://schemas.microsoft.com/office/drawing/2014/main" id="{66C25F51-1137-3F4A-9FE9-D0D2ADEB5C41}"/>
                </a:ext>
              </a:extLst>
            </p:cNvPr>
            <p:cNvSpPr/>
            <p:nvPr/>
          </p:nvSpPr>
          <p:spPr bwMode="auto">
            <a:xfrm>
              <a:off x="6325265" y="5007650"/>
              <a:ext cx="72055" cy="67688"/>
            </a:xfrm>
            <a:custGeom>
              <a:avLst/>
              <a:gdLst>
                <a:gd name="T0" fmla="*/ 0 w 33"/>
                <a:gd name="T1" fmla="*/ 18 h 31"/>
                <a:gd name="T2" fmla="*/ 33 w 33"/>
                <a:gd name="T3" fmla="*/ 0 h 31"/>
                <a:gd name="T4" fmla="*/ 33 w 33"/>
                <a:gd name="T5" fmla="*/ 10 h 31"/>
                <a:gd name="T6" fmla="*/ 0 w 33"/>
                <a:gd name="T7" fmla="*/ 31 h 31"/>
                <a:gd name="T8" fmla="*/ 0 w 33"/>
                <a:gd name="T9" fmla="*/ 1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1">
                  <a:moveTo>
                    <a:pt x="0" y="18"/>
                  </a:moveTo>
                  <a:lnTo>
                    <a:pt x="33" y="0"/>
                  </a:lnTo>
                  <a:lnTo>
                    <a:pt x="33" y="10"/>
                  </a:lnTo>
                  <a:lnTo>
                    <a:pt x="0" y="3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" name="任意多边形 71">
              <a:extLst>
                <a:ext uri="{FF2B5EF4-FFF2-40B4-BE49-F238E27FC236}">
                  <a16:creationId xmlns:a16="http://schemas.microsoft.com/office/drawing/2014/main" id="{30C30586-0D9E-4E49-95E0-CBE232F17B84}"/>
                </a:ext>
              </a:extLst>
            </p:cNvPr>
            <p:cNvSpPr/>
            <p:nvPr/>
          </p:nvSpPr>
          <p:spPr bwMode="auto">
            <a:xfrm>
              <a:off x="6484658" y="4527286"/>
              <a:ext cx="50221" cy="371190"/>
            </a:xfrm>
            <a:custGeom>
              <a:avLst/>
              <a:gdLst>
                <a:gd name="T0" fmla="*/ 0 w 23"/>
                <a:gd name="T1" fmla="*/ 170 h 170"/>
                <a:gd name="T2" fmla="*/ 0 w 23"/>
                <a:gd name="T3" fmla="*/ 14 h 170"/>
                <a:gd name="T4" fmla="*/ 23 w 23"/>
                <a:gd name="T5" fmla="*/ 0 h 170"/>
                <a:gd name="T6" fmla="*/ 23 w 23"/>
                <a:gd name="T7" fmla="*/ 157 h 170"/>
                <a:gd name="T8" fmla="*/ 0 w 23"/>
                <a:gd name="T9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70">
                  <a:moveTo>
                    <a:pt x="0" y="170"/>
                  </a:moveTo>
                  <a:lnTo>
                    <a:pt x="0" y="14"/>
                  </a:lnTo>
                  <a:lnTo>
                    <a:pt x="23" y="0"/>
                  </a:lnTo>
                  <a:lnTo>
                    <a:pt x="23" y="157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" name="任意多边形 72">
              <a:extLst>
                <a:ext uri="{FF2B5EF4-FFF2-40B4-BE49-F238E27FC236}">
                  <a16:creationId xmlns:a16="http://schemas.microsoft.com/office/drawing/2014/main" id="{5C2410D8-F013-9F4B-800F-C26579B2B844}"/>
                </a:ext>
              </a:extLst>
            </p:cNvPr>
            <p:cNvSpPr/>
            <p:nvPr/>
          </p:nvSpPr>
          <p:spPr bwMode="auto">
            <a:xfrm>
              <a:off x="6475924" y="4920311"/>
              <a:ext cx="72055" cy="67688"/>
            </a:xfrm>
            <a:custGeom>
              <a:avLst/>
              <a:gdLst>
                <a:gd name="T0" fmla="*/ 0 w 33"/>
                <a:gd name="T1" fmla="*/ 19 h 31"/>
                <a:gd name="T2" fmla="*/ 33 w 33"/>
                <a:gd name="T3" fmla="*/ 0 h 31"/>
                <a:gd name="T4" fmla="*/ 33 w 33"/>
                <a:gd name="T5" fmla="*/ 13 h 31"/>
                <a:gd name="T6" fmla="*/ 0 w 33"/>
                <a:gd name="T7" fmla="*/ 31 h 31"/>
                <a:gd name="T8" fmla="*/ 0 w 33"/>
                <a:gd name="T9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1">
                  <a:moveTo>
                    <a:pt x="0" y="19"/>
                  </a:moveTo>
                  <a:lnTo>
                    <a:pt x="33" y="0"/>
                  </a:lnTo>
                  <a:lnTo>
                    <a:pt x="33" y="13"/>
                  </a:lnTo>
                  <a:lnTo>
                    <a:pt x="0" y="3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" name="任意多边形 73">
              <a:extLst>
                <a:ext uri="{FF2B5EF4-FFF2-40B4-BE49-F238E27FC236}">
                  <a16:creationId xmlns:a16="http://schemas.microsoft.com/office/drawing/2014/main" id="{D41189FC-8277-4A45-81CD-41EA12A3AD5D}"/>
                </a:ext>
              </a:extLst>
            </p:cNvPr>
            <p:cNvSpPr/>
            <p:nvPr/>
          </p:nvSpPr>
          <p:spPr bwMode="auto">
            <a:xfrm>
              <a:off x="6585098" y="4426846"/>
              <a:ext cx="48036" cy="417044"/>
            </a:xfrm>
            <a:custGeom>
              <a:avLst/>
              <a:gdLst>
                <a:gd name="T0" fmla="*/ 0 w 22"/>
                <a:gd name="T1" fmla="*/ 191 h 191"/>
                <a:gd name="T2" fmla="*/ 0 w 22"/>
                <a:gd name="T3" fmla="*/ 12 h 191"/>
                <a:gd name="T4" fmla="*/ 22 w 22"/>
                <a:gd name="T5" fmla="*/ 0 h 191"/>
                <a:gd name="T6" fmla="*/ 22 w 22"/>
                <a:gd name="T7" fmla="*/ 176 h 191"/>
                <a:gd name="T8" fmla="*/ 0 w 22"/>
                <a:gd name="T9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91">
                  <a:moveTo>
                    <a:pt x="0" y="191"/>
                  </a:moveTo>
                  <a:lnTo>
                    <a:pt x="0" y="12"/>
                  </a:lnTo>
                  <a:lnTo>
                    <a:pt x="22" y="0"/>
                  </a:lnTo>
                  <a:lnTo>
                    <a:pt x="22" y="176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7" name="任意多边形 74">
              <a:extLst>
                <a:ext uri="{FF2B5EF4-FFF2-40B4-BE49-F238E27FC236}">
                  <a16:creationId xmlns:a16="http://schemas.microsoft.com/office/drawing/2014/main" id="{189A18FC-1EA7-054A-AFC4-B98B918DA460}"/>
                </a:ext>
              </a:extLst>
            </p:cNvPr>
            <p:cNvSpPr/>
            <p:nvPr/>
          </p:nvSpPr>
          <p:spPr bwMode="auto">
            <a:xfrm>
              <a:off x="6569814" y="4865723"/>
              <a:ext cx="74238" cy="67688"/>
            </a:xfrm>
            <a:custGeom>
              <a:avLst/>
              <a:gdLst>
                <a:gd name="T0" fmla="*/ 0 w 34"/>
                <a:gd name="T1" fmla="*/ 19 h 31"/>
                <a:gd name="T2" fmla="*/ 34 w 34"/>
                <a:gd name="T3" fmla="*/ 0 h 31"/>
                <a:gd name="T4" fmla="*/ 34 w 34"/>
                <a:gd name="T5" fmla="*/ 11 h 31"/>
                <a:gd name="T6" fmla="*/ 0 w 34"/>
                <a:gd name="T7" fmla="*/ 31 h 31"/>
                <a:gd name="T8" fmla="*/ 0 w 34"/>
                <a:gd name="T9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1">
                  <a:moveTo>
                    <a:pt x="0" y="19"/>
                  </a:moveTo>
                  <a:lnTo>
                    <a:pt x="34" y="0"/>
                  </a:lnTo>
                  <a:lnTo>
                    <a:pt x="34" y="11"/>
                  </a:lnTo>
                  <a:lnTo>
                    <a:pt x="0" y="3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8" name="任意多边形 75">
              <a:extLst>
                <a:ext uri="{FF2B5EF4-FFF2-40B4-BE49-F238E27FC236}">
                  <a16:creationId xmlns:a16="http://schemas.microsoft.com/office/drawing/2014/main" id="{ED8640F3-9ECA-0540-AE1F-A9319AC90063}"/>
                </a:ext>
              </a:extLst>
            </p:cNvPr>
            <p:cNvSpPr/>
            <p:nvPr/>
          </p:nvSpPr>
          <p:spPr bwMode="auto">
            <a:xfrm>
              <a:off x="6729207" y="4263085"/>
              <a:ext cx="50221" cy="493465"/>
            </a:xfrm>
            <a:custGeom>
              <a:avLst/>
              <a:gdLst>
                <a:gd name="T0" fmla="*/ 0 w 23"/>
                <a:gd name="T1" fmla="*/ 226 h 226"/>
                <a:gd name="T2" fmla="*/ 0 w 23"/>
                <a:gd name="T3" fmla="*/ 13 h 226"/>
                <a:gd name="T4" fmla="*/ 23 w 23"/>
                <a:gd name="T5" fmla="*/ 0 h 226"/>
                <a:gd name="T6" fmla="*/ 23 w 23"/>
                <a:gd name="T7" fmla="*/ 212 h 226"/>
                <a:gd name="T8" fmla="*/ 0 w 23"/>
                <a:gd name="T9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26">
                  <a:moveTo>
                    <a:pt x="0" y="226"/>
                  </a:moveTo>
                  <a:lnTo>
                    <a:pt x="0" y="13"/>
                  </a:lnTo>
                  <a:lnTo>
                    <a:pt x="23" y="0"/>
                  </a:lnTo>
                  <a:lnTo>
                    <a:pt x="23" y="212"/>
                  </a:lnTo>
                  <a:lnTo>
                    <a:pt x="0" y="226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9" name="任意多边形 76">
              <a:extLst>
                <a:ext uri="{FF2B5EF4-FFF2-40B4-BE49-F238E27FC236}">
                  <a16:creationId xmlns:a16="http://schemas.microsoft.com/office/drawing/2014/main" id="{F0259DD9-2C03-E54F-952E-F1134694C473}"/>
                </a:ext>
              </a:extLst>
            </p:cNvPr>
            <p:cNvSpPr/>
            <p:nvPr/>
          </p:nvSpPr>
          <p:spPr bwMode="auto">
            <a:xfrm>
              <a:off x="6720473" y="4780569"/>
              <a:ext cx="72055" cy="67688"/>
            </a:xfrm>
            <a:custGeom>
              <a:avLst/>
              <a:gdLst>
                <a:gd name="T0" fmla="*/ 0 w 33"/>
                <a:gd name="T1" fmla="*/ 18 h 31"/>
                <a:gd name="T2" fmla="*/ 33 w 33"/>
                <a:gd name="T3" fmla="*/ 0 h 31"/>
                <a:gd name="T4" fmla="*/ 33 w 33"/>
                <a:gd name="T5" fmla="*/ 12 h 31"/>
                <a:gd name="T6" fmla="*/ 0 w 33"/>
                <a:gd name="T7" fmla="*/ 31 h 31"/>
                <a:gd name="T8" fmla="*/ 0 w 33"/>
                <a:gd name="T9" fmla="*/ 1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1">
                  <a:moveTo>
                    <a:pt x="0" y="18"/>
                  </a:moveTo>
                  <a:lnTo>
                    <a:pt x="33" y="0"/>
                  </a:lnTo>
                  <a:lnTo>
                    <a:pt x="33" y="12"/>
                  </a:lnTo>
                  <a:lnTo>
                    <a:pt x="0" y="3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0" name="任意多边形 77">
              <a:extLst>
                <a:ext uri="{FF2B5EF4-FFF2-40B4-BE49-F238E27FC236}">
                  <a16:creationId xmlns:a16="http://schemas.microsoft.com/office/drawing/2014/main" id="{6652998A-7CB9-A849-8D63-EF1664A55728}"/>
                </a:ext>
              </a:extLst>
            </p:cNvPr>
            <p:cNvSpPr/>
            <p:nvPr/>
          </p:nvSpPr>
          <p:spPr bwMode="auto">
            <a:xfrm>
              <a:off x="6825279" y="4367892"/>
              <a:ext cx="54587" cy="336255"/>
            </a:xfrm>
            <a:custGeom>
              <a:avLst/>
              <a:gdLst>
                <a:gd name="T0" fmla="*/ 0 w 25"/>
                <a:gd name="T1" fmla="*/ 154 h 154"/>
                <a:gd name="T2" fmla="*/ 0 w 25"/>
                <a:gd name="T3" fmla="*/ 14 h 154"/>
                <a:gd name="T4" fmla="*/ 25 w 25"/>
                <a:gd name="T5" fmla="*/ 0 h 154"/>
                <a:gd name="T6" fmla="*/ 25 w 25"/>
                <a:gd name="T7" fmla="*/ 139 h 154"/>
                <a:gd name="T8" fmla="*/ 0 w 25"/>
                <a:gd name="T9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54">
                  <a:moveTo>
                    <a:pt x="0" y="154"/>
                  </a:moveTo>
                  <a:lnTo>
                    <a:pt x="0" y="14"/>
                  </a:lnTo>
                  <a:lnTo>
                    <a:pt x="25" y="0"/>
                  </a:lnTo>
                  <a:lnTo>
                    <a:pt x="25" y="139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1" name="任意多边形 78">
              <a:extLst>
                <a:ext uri="{FF2B5EF4-FFF2-40B4-BE49-F238E27FC236}">
                  <a16:creationId xmlns:a16="http://schemas.microsoft.com/office/drawing/2014/main" id="{AF73CD66-767E-C442-A527-5CDDA0EB060B}"/>
                </a:ext>
              </a:extLst>
            </p:cNvPr>
            <p:cNvSpPr/>
            <p:nvPr/>
          </p:nvSpPr>
          <p:spPr bwMode="auto">
            <a:xfrm>
              <a:off x="6816546" y="4725981"/>
              <a:ext cx="72055" cy="67688"/>
            </a:xfrm>
            <a:custGeom>
              <a:avLst/>
              <a:gdLst>
                <a:gd name="T0" fmla="*/ 0 w 33"/>
                <a:gd name="T1" fmla="*/ 19 h 31"/>
                <a:gd name="T2" fmla="*/ 33 w 33"/>
                <a:gd name="T3" fmla="*/ 0 h 31"/>
                <a:gd name="T4" fmla="*/ 33 w 33"/>
                <a:gd name="T5" fmla="*/ 10 h 31"/>
                <a:gd name="T6" fmla="*/ 0 w 33"/>
                <a:gd name="T7" fmla="*/ 31 h 31"/>
                <a:gd name="T8" fmla="*/ 0 w 33"/>
                <a:gd name="T9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1">
                  <a:moveTo>
                    <a:pt x="0" y="19"/>
                  </a:moveTo>
                  <a:lnTo>
                    <a:pt x="33" y="0"/>
                  </a:lnTo>
                  <a:lnTo>
                    <a:pt x="33" y="10"/>
                  </a:lnTo>
                  <a:lnTo>
                    <a:pt x="0" y="3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" name="任意多边形 79">
              <a:extLst>
                <a:ext uri="{FF2B5EF4-FFF2-40B4-BE49-F238E27FC236}">
                  <a16:creationId xmlns:a16="http://schemas.microsoft.com/office/drawing/2014/main" id="{C4889642-E82E-0E40-A5C5-D74327F3E9B3}"/>
                </a:ext>
              </a:extLst>
            </p:cNvPr>
            <p:cNvSpPr/>
            <p:nvPr/>
          </p:nvSpPr>
          <p:spPr bwMode="auto">
            <a:xfrm>
              <a:off x="6973756" y="4453048"/>
              <a:ext cx="50221" cy="163761"/>
            </a:xfrm>
            <a:custGeom>
              <a:avLst/>
              <a:gdLst>
                <a:gd name="T0" fmla="*/ 0 w 23"/>
                <a:gd name="T1" fmla="*/ 75 h 75"/>
                <a:gd name="T2" fmla="*/ 0 w 23"/>
                <a:gd name="T3" fmla="*/ 15 h 75"/>
                <a:gd name="T4" fmla="*/ 23 w 23"/>
                <a:gd name="T5" fmla="*/ 0 h 75"/>
                <a:gd name="T6" fmla="*/ 23 w 23"/>
                <a:gd name="T7" fmla="*/ 61 h 75"/>
                <a:gd name="T8" fmla="*/ 0 w 23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75">
                  <a:moveTo>
                    <a:pt x="0" y="75"/>
                  </a:moveTo>
                  <a:lnTo>
                    <a:pt x="0" y="15"/>
                  </a:lnTo>
                  <a:lnTo>
                    <a:pt x="23" y="0"/>
                  </a:lnTo>
                  <a:lnTo>
                    <a:pt x="23" y="61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" name="任意多边形 80">
              <a:extLst>
                <a:ext uri="{FF2B5EF4-FFF2-40B4-BE49-F238E27FC236}">
                  <a16:creationId xmlns:a16="http://schemas.microsoft.com/office/drawing/2014/main" id="{3E6AC356-06A7-0C47-8556-AB5DB128AC9C}"/>
                </a:ext>
              </a:extLst>
            </p:cNvPr>
            <p:cNvSpPr/>
            <p:nvPr/>
          </p:nvSpPr>
          <p:spPr bwMode="auto">
            <a:xfrm>
              <a:off x="6960655" y="4638642"/>
              <a:ext cx="76422" cy="69871"/>
            </a:xfrm>
            <a:custGeom>
              <a:avLst/>
              <a:gdLst>
                <a:gd name="T0" fmla="*/ 0 w 35"/>
                <a:gd name="T1" fmla="*/ 19 h 32"/>
                <a:gd name="T2" fmla="*/ 35 w 35"/>
                <a:gd name="T3" fmla="*/ 0 h 32"/>
                <a:gd name="T4" fmla="*/ 35 w 35"/>
                <a:gd name="T5" fmla="*/ 13 h 32"/>
                <a:gd name="T6" fmla="*/ 0 w 35"/>
                <a:gd name="T7" fmla="*/ 32 h 32"/>
                <a:gd name="T8" fmla="*/ 0 w 35"/>
                <a:gd name="T9" fmla="*/ 1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2">
                  <a:moveTo>
                    <a:pt x="0" y="19"/>
                  </a:moveTo>
                  <a:lnTo>
                    <a:pt x="35" y="0"/>
                  </a:lnTo>
                  <a:lnTo>
                    <a:pt x="35" y="13"/>
                  </a:lnTo>
                  <a:lnTo>
                    <a:pt x="0" y="3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" name="任意多边形 81">
              <a:extLst>
                <a:ext uri="{FF2B5EF4-FFF2-40B4-BE49-F238E27FC236}">
                  <a16:creationId xmlns:a16="http://schemas.microsoft.com/office/drawing/2014/main" id="{D26AE00C-14B4-C94C-95C1-3C39A179243F}"/>
                </a:ext>
              </a:extLst>
            </p:cNvPr>
            <p:cNvSpPr/>
            <p:nvPr/>
          </p:nvSpPr>
          <p:spPr bwMode="auto">
            <a:xfrm>
              <a:off x="7069828" y="4468332"/>
              <a:ext cx="50221" cy="93890"/>
            </a:xfrm>
            <a:custGeom>
              <a:avLst/>
              <a:gdLst>
                <a:gd name="T0" fmla="*/ 0 w 23"/>
                <a:gd name="T1" fmla="*/ 43 h 43"/>
                <a:gd name="T2" fmla="*/ 0 w 23"/>
                <a:gd name="T3" fmla="*/ 12 h 43"/>
                <a:gd name="T4" fmla="*/ 23 w 23"/>
                <a:gd name="T5" fmla="*/ 0 h 43"/>
                <a:gd name="T6" fmla="*/ 23 w 23"/>
                <a:gd name="T7" fmla="*/ 29 h 43"/>
                <a:gd name="T8" fmla="*/ 0 w 23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3">
                  <a:moveTo>
                    <a:pt x="0" y="43"/>
                  </a:moveTo>
                  <a:lnTo>
                    <a:pt x="0" y="12"/>
                  </a:lnTo>
                  <a:lnTo>
                    <a:pt x="23" y="0"/>
                  </a:lnTo>
                  <a:lnTo>
                    <a:pt x="23" y="29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" name="任意多边形 82">
              <a:extLst>
                <a:ext uri="{FF2B5EF4-FFF2-40B4-BE49-F238E27FC236}">
                  <a16:creationId xmlns:a16="http://schemas.microsoft.com/office/drawing/2014/main" id="{307A49A3-16F7-8544-9686-3501CC3C75F2}"/>
                </a:ext>
              </a:extLst>
            </p:cNvPr>
            <p:cNvSpPr/>
            <p:nvPr/>
          </p:nvSpPr>
          <p:spPr bwMode="auto">
            <a:xfrm>
              <a:off x="7061094" y="4579689"/>
              <a:ext cx="72055" cy="74238"/>
            </a:xfrm>
            <a:custGeom>
              <a:avLst/>
              <a:gdLst>
                <a:gd name="T0" fmla="*/ 0 w 33"/>
                <a:gd name="T1" fmla="*/ 21 h 34"/>
                <a:gd name="T2" fmla="*/ 33 w 33"/>
                <a:gd name="T3" fmla="*/ 0 h 34"/>
                <a:gd name="T4" fmla="*/ 33 w 33"/>
                <a:gd name="T5" fmla="*/ 13 h 34"/>
                <a:gd name="T6" fmla="*/ 0 w 33"/>
                <a:gd name="T7" fmla="*/ 34 h 34"/>
                <a:gd name="T8" fmla="*/ 0 w 33"/>
                <a:gd name="T9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4">
                  <a:moveTo>
                    <a:pt x="0" y="21"/>
                  </a:moveTo>
                  <a:lnTo>
                    <a:pt x="33" y="0"/>
                  </a:lnTo>
                  <a:lnTo>
                    <a:pt x="33" y="13"/>
                  </a:lnTo>
                  <a:lnTo>
                    <a:pt x="0" y="34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" name="任意多边形 83">
              <a:extLst>
                <a:ext uri="{FF2B5EF4-FFF2-40B4-BE49-F238E27FC236}">
                  <a16:creationId xmlns:a16="http://schemas.microsoft.com/office/drawing/2014/main" id="{E0319695-425D-954A-A0AA-237706B4ACFD}"/>
                </a:ext>
              </a:extLst>
            </p:cNvPr>
            <p:cNvSpPr/>
            <p:nvPr/>
          </p:nvSpPr>
          <p:spPr bwMode="auto">
            <a:xfrm>
              <a:off x="6678988" y="3874427"/>
              <a:ext cx="54587" cy="93890"/>
            </a:xfrm>
            <a:custGeom>
              <a:avLst/>
              <a:gdLst>
                <a:gd name="T0" fmla="*/ 25 w 25"/>
                <a:gd name="T1" fmla="*/ 0 h 43"/>
                <a:gd name="T2" fmla="*/ 0 w 25"/>
                <a:gd name="T3" fmla="*/ 14 h 43"/>
                <a:gd name="T4" fmla="*/ 0 w 25"/>
                <a:gd name="T5" fmla="*/ 43 h 43"/>
                <a:gd name="T6" fmla="*/ 25 w 25"/>
                <a:gd name="T7" fmla="*/ 29 h 43"/>
                <a:gd name="T8" fmla="*/ 25 w 25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lnTo>
                    <a:pt x="0" y="14"/>
                  </a:lnTo>
                  <a:lnTo>
                    <a:pt x="0" y="43"/>
                  </a:lnTo>
                  <a:lnTo>
                    <a:pt x="25" y="29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" name="任意多边形 84">
              <a:extLst>
                <a:ext uri="{FF2B5EF4-FFF2-40B4-BE49-F238E27FC236}">
                  <a16:creationId xmlns:a16="http://schemas.microsoft.com/office/drawing/2014/main" id="{227F6740-1BD1-984A-9327-B190677D4C95}"/>
                </a:ext>
              </a:extLst>
            </p:cNvPr>
            <p:cNvSpPr/>
            <p:nvPr/>
          </p:nvSpPr>
          <p:spPr bwMode="auto">
            <a:xfrm>
              <a:off x="6751041" y="3627696"/>
              <a:ext cx="427960" cy="290402"/>
            </a:xfrm>
            <a:custGeom>
              <a:avLst/>
              <a:gdLst>
                <a:gd name="T0" fmla="*/ 196 w 196"/>
                <a:gd name="T1" fmla="*/ 0 h 133"/>
                <a:gd name="T2" fmla="*/ 0 w 196"/>
                <a:gd name="T3" fmla="*/ 113 h 133"/>
                <a:gd name="T4" fmla="*/ 0 w 196"/>
                <a:gd name="T5" fmla="*/ 133 h 133"/>
                <a:gd name="T6" fmla="*/ 196 w 196"/>
                <a:gd name="T7" fmla="*/ 21 h 133"/>
                <a:gd name="T8" fmla="*/ 196 w 196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33">
                  <a:moveTo>
                    <a:pt x="196" y="0"/>
                  </a:moveTo>
                  <a:lnTo>
                    <a:pt x="0" y="113"/>
                  </a:lnTo>
                  <a:lnTo>
                    <a:pt x="0" y="133"/>
                  </a:lnTo>
                  <a:lnTo>
                    <a:pt x="196" y="2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" name="任意多边形 85">
              <a:extLst>
                <a:ext uri="{FF2B5EF4-FFF2-40B4-BE49-F238E27FC236}">
                  <a16:creationId xmlns:a16="http://schemas.microsoft.com/office/drawing/2014/main" id="{190C5B78-46B3-0442-A8FA-27210192F1D7}"/>
                </a:ext>
              </a:extLst>
            </p:cNvPr>
            <p:cNvSpPr/>
            <p:nvPr/>
          </p:nvSpPr>
          <p:spPr bwMode="auto">
            <a:xfrm>
              <a:off x="6678988" y="3977051"/>
              <a:ext cx="54587" cy="100440"/>
            </a:xfrm>
            <a:custGeom>
              <a:avLst/>
              <a:gdLst>
                <a:gd name="T0" fmla="*/ 25 w 25"/>
                <a:gd name="T1" fmla="*/ 0 h 46"/>
                <a:gd name="T2" fmla="*/ 0 w 25"/>
                <a:gd name="T3" fmla="*/ 17 h 46"/>
                <a:gd name="T4" fmla="*/ 0 w 25"/>
                <a:gd name="T5" fmla="*/ 46 h 46"/>
                <a:gd name="T6" fmla="*/ 25 w 25"/>
                <a:gd name="T7" fmla="*/ 31 h 46"/>
                <a:gd name="T8" fmla="*/ 25 w 25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6">
                  <a:moveTo>
                    <a:pt x="25" y="0"/>
                  </a:moveTo>
                  <a:lnTo>
                    <a:pt x="0" y="17"/>
                  </a:lnTo>
                  <a:lnTo>
                    <a:pt x="0" y="46"/>
                  </a:lnTo>
                  <a:lnTo>
                    <a:pt x="25" y="3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" name="任意多边形 86">
              <a:extLst>
                <a:ext uri="{FF2B5EF4-FFF2-40B4-BE49-F238E27FC236}">
                  <a16:creationId xmlns:a16="http://schemas.microsoft.com/office/drawing/2014/main" id="{F6D044E6-CC44-6F4F-8BE1-E393A36B440A}"/>
                </a:ext>
              </a:extLst>
            </p:cNvPr>
            <p:cNvSpPr/>
            <p:nvPr/>
          </p:nvSpPr>
          <p:spPr bwMode="auto">
            <a:xfrm>
              <a:off x="6751041" y="3732503"/>
              <a:ext cx="427960" cy="290402"/>
            </a:xfrm>
            <a:custGeom>
              <a:avLst/>
              <a:gdLst>
                <a:gd name="T0" fmla="*/ 196 w 196"/>
                <a:gd name="T1" fmla="*/ 0 h 133"/>
                <a:gd name="T2" fmla="*/ 0 w 196"/>
                <a:gd name="T3" fmla="*/ 112 h 133"/>
                <a:gd name="T4" fmla="*/ 0 w 196"/>
                <a:gd name="T5" fmla="*/ 133 h 133"/>
                <a:gd name="T6" fmla="*/ 196 w 196"/>
                <a:gd name="T7" fmla="*/ 21 h 133"/>
                <a:gd name="T8" fmla="*/ 196 w 196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33">
                  <a:moveTo>
                    <a:pt x="196" y="0"/>
                  </a:moveTo>
                  <a:lnTo>
                    <a:pt x="0" y="112"/>
                  </a:lnTo>
                  <a:lnTo>
                    <a:pt x="0" y="133"/>
                  </a:lnTo>
                  <a:lnTo>
                    <a:pt x="196" y="2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0" name="任意多边形 87">
              <a:extLst>
                <a:ext uri="{FF2B5EF4-FFF2-40B4-BE49-F238E27FC236}">
                  <a16:creationId xmlns:a16="http://schemas.microsoft.com/office/drawing/2014/main" id="{F0450218-681C-FD4B-B956-87A86352C601}"/>
                </a:ext>
              </a:extLst>
            </p:cNvPr>
            <p:cNvSpPr/>
            <p:nvPr/>
          </p:nvSpPr>
          <p:spPr bwMode="auto">
            <a:xfrm>
              <a:off x="7397349" y="2743389"/>
              <a:ext cx="1065534" cy="1792631"/>
            </a:xfrm>
            <a:custGeom>
              <a:avLst/>
              <a:gdLst>
                <a:gd name="T0" fmla="*/ 0 w 235"/>
                <a:gd name="T1" fmla="*/ 142 h 395"/>
                <a:gd name="T2" fmla="*/ 0 w 235"/>
                <a:gd name="T3" fmla="*/ 388 h 395"/>
                <a:gd name="T4" fmla="*/ 7 w 235"/>
                <a:gd name="T5" fmla="*/ 392 h 395"/>
                <a:gd name="T6" fmla="*/ 228 w 235"/>
                <a:gd name="T7" fmla="*/ 265 h 395"/>
                <a:gd name="T8" fmla="*/ 235 w 235"/>
                <a:gd name="T9" fmla="*/ 253 h 395"/>
                <a:gd name="T10" fmla="*/ 235 w 235"/>
                <a:gd name="T11" fmla="*/ 6 h 395"/>
                <a:gd name="T12" fmla="*/ 228 w 235"/>
                <a:gd name="T13" fmla="*/ 2 h 395"/>
                <a:gd name="T14" fmla="*/ 7 w 235"/>
                <a:gd name="T15" fmla="*/ 130 h 395"/>
                <a:gd name="T16" fmla="*/ 0 w 235"/>
                <a:gd name="T17" fmla="*/ 142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395">
                  <a:moveTo>
                    <a:pt x="0" y="142"/>
                  </a:moveTo>
                  <a:cubicBezTo>
                    <a:pt x="0" y="388"/>
                    <a:pt x="0" y="388"/>
                    <a:pt x="0" y="388"/>
                  </a:cubicBezTo>
                  <a:cubicBezTo>
                    <a:pt x="0" y="393"/>
                    <a:pt x="3" y="395"/>
                    <a:pt x="7" y="392"/>
                  </a:cubicBezTo>
                  <a:cubicBezTo>
                    <a:pt x="228" y="265"/>
                    <a:pt x="228" y="265"/>
                    <a:pt x="228" y="265"/>
                  </a:cubicBezTo>
                  <a:cubicBezTo>
                    <a:pt x="232" y="263"/>
                    <a:pt x="235" y="257"/>
                    <a:pt x="235" y="253"/>
                  </a:cubicBezTo>
                  <a:cubicBezTo>
                    <a:pt x="235" y="6"/>
                    <a:pt x="235" y="6"/>
                    <a:pt x="235" y="6"/>
                  </a:cubicBezTo>
                  <a:cubicBezTo>
                    <a:pt x="235" y="2"/>
                    <a:pt x="232" y="0"/>
                    <a:pt x="228" y="2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3" y="132"/>
                    <a:pt x="0" y="137"/>
                    <a:pt x="0" y="1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1" name="任意多边形 88">
              <a:extLst>
                <a:ext uri="{FF2B5EF4-FFF2-40B4-BE49-F238E27FC236}">
                  <a16:creationId xmlns:a16="http://schemas.microsoft.com/office/drawing/2014/main" id="{A5FBD2A9-BD4A-2746-BF24-600F8744C601}"/>
                </a:ext>
              </a:extLst>
            </p:cNvPr>
            <p:cNvSpPr/>
            <p:nvPr/>
          </p:nvSpPr>
          <p:spPr bwMode="auto">
            <a:xfrm>
              <a:off x="7473771" y="3361312"/>
              <a:ext cx="54587" cy="93890"/>
            </a:xfrm>
            <a:custGeom>
              <a:avLst/>
              <a:gdLst>
                <a:gd name="T0" fmla="*/ 25 w 25"/>
                <a:gd name="T1" fmla="*/ 0 h 43"/>
                <a:gd name="T2" fmla="*/ 0 w 25"/>
                <a:gd name="T3" fmla="*/ 14 h 43"/>
                <a:gd name="T4" fmla="*/ 0 w 25"/>
                <a:gd name="T5" fmla="*/ 43 h 43"/>
                <a:gd name="T6" fmla="*/ 25 w 25"/>
                <a:gd name="T7" fmla="*/ 29 h 43"/>
                <a:gd name="T8" fmla="*/ 25 w 25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lnTo>
                    <a:pt x="0" y="14"/>
                  </a:lnTo>
                  <a:lnTo>
                    <a:pt x="0" y="43"/>
                  </a:lnTo>
                  <a:lnTo>
                    <a:pt x="25" y="29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2" name="任意多边形 89">
              <a:extLst>
                <a:ext uri="{FF2B5EF4-FFF2-40B4-BE49-F238E27FC236}">
                  <a16:creationId xmlns:a16="http://schemas.microsoft.com/office/drawing/2014/main" id="{CEB4E9DA-1294-2543-BBF8-4C6E8A3C84BF}"/>
                </a:ext>
              </a:extLst>
            </p:cNvPr>
            <p:cNvSpPr/>
            <p:nvPr/>
          </p:nvSpPr>
          <p:spPr bwMode="auto">
            <a:xfrm>
              <a:off x="7541458" y="3256506"/>
              <a:ext cx="200879" cy="150660"/>
            </a:xfrm>
            <a:custGeom>
              <a:avLst/>
              <a:gdLst>
                <a:gd name="T0" fmla="*/ 92 w 92"/>
                <a:gd name="T1" fmla="*/ 0 h 69"/>
                <a:gd name="T2" fmla="*/ 0 w 92"/>
                <a:gd name="T3" fmla="*/ 52 h 69"/>
                <a:gd name="T4" fmla="*/ 0 w 92"/>
                <a:gd name="T5" fmla="*/ 69 h 69"/>
                <a:gd name="T6" fmla="*/ 92 w 92"/>
                <a:gd name="T7" fmla="*/ 17 h 69"/>
                <a:gd name="T8" fmla="*/ 92 w 92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69">
                  <a:moveTo>
                    <a:pt x="92" y="0"/>
                  </a:moveTo>
                  <a:lnTo>
                    <a:pt x="0" y="52"/>
                  </a:lnTo>
                  <a:lnTo>
                    <a:pt x="0" y="69"/>
                  </a:lnTo>
                  <a:lnTo>
                    <a:pt x="92" y="17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3" name="任意多边形 90">
              <a:extLst>
                <a:ext uri="{FF2B5EF4-FFF2-40B4-BE49-F238E27FC236}">
                  <a16:creationId xmlns:a16="http://schemas.microsoft.com/office/drawing/2014/main" id="{410A36BF-1FA2-7045-A980-493C71F7E91C}"/>
                </a:ext>
              </a:extLst>
            </p:cNvPr>
            <p:cNvSpPr/>
            <p:nvPr/>
          </p:nvSpPr>
          <p:spPr bwMode="auto">
            <a:xfrm>
              <a:off x="7786007" y="3180084"/>
              <a:ext cx="54587" cy="93890"/>
            </a:xfrm>
            <a:custGeom>
              <a:avLst/>
              <a:gdLst>
                <a:gd name="T0" fmla="*/ 25 w 25"/>
                <a:gd name="T1" fmla="*/ 0 h 43"/>
                <a:gd name="T2" fmla="*/ 0 w 25"/>
                <a:gd name="T3" fmla="*/ 14 h 43"/>
                <a:gd name="T4" fmla="*/ 0 w 25"/>
                <a:gd name="T5" fmla="*/ 43 h 43"/>
                <a:gd name="T6" fmla="*/ 25 w 25"/>
                <a:gd name="T7" fmla="*/ 29 h 43"/>
                <a:gd name="T8" fmla="*/ 25 w 25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lnTo>
                    <a:pt x="0" y="14"/>
                  </a:lnTo>
                  <a:lnTo>
                    <a:pt x="0" y="43"/>
                  </a:lnTo>
                  <a:lnTo>
                    <a:pt x="25" y="29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4" name="任意多边形 91">
              <a:extLst>
                <a:ext uri="{FF2B5EF4-FFF2-40B4-BE49-F238E27FC236}">
                  <a16:creationId xmlns:a16="http://schemas.microsoft.com/office/drawing/2014/main" id="{F980F019-A207-4F4C-B0B4-1E9E0A40CA94}"/>
                </a:ext>
              </a:extLst>
            </p:cNvPr>
            <p:cNvSpPr/>
            <p:nvPr/>
          </p:nvSpPr>
          <p:spPr bwMode="auto">
            <a:xfrm>
              <a:off x="7855878" y="3075277"/>
              <a:ext cx="198697" cy="155027"/>
            </a:xfrm>
            <a:custGeom>
              <a:avLst/>
              <a:gdLst>
                <a:gd name="T0" fmla="*/ 91 w 91"/>
                <a:gd name="T1" fmla="*/ 0 h 71"/>
                <a:gd name="T2" fmla="*/ 0 w 91"/>
                <a:gd name="T3" fmla="*/ 52 h 71"/>
                <a:gd name="T4" fmla="*/ 0 w 91"/>
                <a:gd name="T5" fmla="*/ 71 h 71"/>
                <a:gd name="T6" fmla="*/ 91 w 91"/>
                <a:gd name="T7" fmla="*/ 17 h 71"/>
                <a:gd name="T8" fmla="*/ 91 w 91"/>
                <a:gd name="T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71">
                  <a:moveTo>
                    <a:pt x="91" y="0"/>
                  </a:moveTo>
                  <a:lnTo>
                    <a:pt x="0" y="52"/>
                  </a:lnTo>
                  <a:lnTo>
                    <a:pt x="0" y="71"/>
                  </a:lnTo>
                  <a:lnTo>
                    <a:pt x="91" y="17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5" name="任意多边形 92">
              <a:extLst>
                <a:ext uri="{FF2B5EF4-FFF2-40B4-BE49-F238E27FC236}">
                  <a16:creationId xmlns:a16="http://schemas.microsoft.com/office/drawing/2014/main" id="{B7D4D07A-2F4C-4746-A6C3-BADF465018B0}"/>
                </a:ext>
              </a:extLst>
            </p:cNvPr>
            <p:cNvSpPr/>
            <p:nvPr/>
          </p:nvSpPr>
          <p:spPr bwMode="auto">
            <a:xfrm>
              <a:off x="8100427" y="2998856"/>
              <a:ext cx="54587" cy="93890"/>
            </a:xfrm>
            <a:custGeom>
              <a:avLst/>
              <a:gdLst>
                <a:gd name="T0" fmla="*/ 25 w 25"/>
                <a:gd name="T1" fmla="*/ 0 h 43"/>
                <a:gd name="T2" fmla="*/ 0 w 25"/>
                <a:gd name="T3" fmla="*/ 14 h 43"/>
                <a:gd name="T4" fmla="*/ 0 w 25"/>
                <a:gd name="T5" fmla="*/ 43 h 43"/>
                <a:gd name="T6" fmla="*/ 25 w 25"/>
                <a:gd name="T7" fmla="*/ 29 h 43"/>
                <a:gd name="T8" fmla="*/ 25 w 25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lnTo>
                    <a:pt x="0" y="14"/>
                  </a:lnTo>
                  <a:lnTo>
                    <a:pt x="0" y="43"/>
                  </a:lnTo>
                  <a:lnTo>
                    <a:pt x="25" y="29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B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6" name="任意多边形 93">
              <a:extLst>
                <a:ext uri="{FF2B5EF4-FFF2-40B4-BE49-F238E27FC236}">
                  <a16:creationId xmlns:a16="http://schemas.microsoft.com/office/drawing/2014/main" id="{F91BC978-4334-7C43-87E3-05E342BFD261}"/>
                </a:ext>
              </a:extLst>
            </p:cNvPr>
            <p:cNvSpPr/>
            <p:nvPr/>
          </p:nvSpPr>
          <p:spPr bwMode="auto">
            <a:xfrm>
              <a:off x="8168115" y="2898416"/>
              <a:ext cx="198697" cy="150660"/>
            </a:xfrm>
            <a:custGeom>
              <a:avLst/>
              <a:gdLst>
                <a:gd name="T0" fmla="*/ 91 w 91"/>
                <a:gd name="T1" fmla="*/ 0 h 69"/>
                <a:gd name="T2" fmla="*/ 0 w 91"/>
                <a:gd name="T3" fmla="*/ 52 h 69"/>
                <a:gd name="T4" fmla="*/ 0 w 91"/>
                <a:gd name="T5" fmla="*/ 69 h 69"/>
                <a:gd name="T6" fmla="*/ 91 w 91"/>
                <a:gd name="T7" fmla="*/ 17 h 69"/>
                <a:gd name="T8" fmla="*/ 91 w 91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69">
                  <a:moveTo>
                    <a:pt x="91" y="0"/>
                  </a:moveTo>
                  <a:lnTo>
                    <a:pt x="0" y="52"/>
                  </a:lnTo>
                  <a:lnTo>
                    <a:pt x="0" y="69"/>
                  </a:lnTo>
                  <a:lnTo>
                    <a:pt x="91" y="17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9CC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7" name="任意多边形 94">
              <a:extLst>
                <a:ext uri="{FF2B5EF4-FFF2-40B4-BE49-F238E27FC236}">
                  <a16:creationId xmlns:a16="http://schemas.microsoft.com/office/drawing/2014/main" id="{3514284A-511E-6B4B-B690-D508B11ABB19}"/>
                </a:ext>
              </a:extLst>
            </p:cNvPr>
            <p:cNvSpPr/>
            <p:nvPr/>
          </p:nvSpPr>
          <p:spPr bwMode="auto">
            <a:xfrm>
              <a:off x="7650632" y="3284890"/>
              <a:ext cx="589537" cy="864655"/>
            </a:xfrm>
            <a:custGeom>
              <a:avLst/>
              <a:gdLst>
                <a:gd name="T0" fmla="*/ 65 w 130"/>
                <a:gd name="T1" fmla="*/ 21 h 191"/>
                <a:gd name="T2" fmla="*/ 0 w 130"/>
                <a:gd name="T3" fmla="*/ 133 h 191"/>
                <a:gd name="T4" fmla="*/ 65 w 130"/>
                <a:gd name="T5" fmla="*/ 171 h 191"/>
                <a:gd name="T6" fmla="*/ 130 w 130"/>
                <a:gd name="T7" fmla="*/ 58 h 191"/>
                <a:gd name="T8" fmla="*/ 65 w 130"/>
                <a:gd name="T9" fmla="*/ 21 h 191"/>
                <a:gd name="T10" fmla="*/ 55 w 130"/>
                <a:gd name="T11" fmla="*/ 153 h 191"/>
                <a:gd name="T12" fmla="*/ 36 w 130"/>
                <a:gd name="T13" fmla="*/ 159 h 191"/>
                <a:gd name="T14" fmla="*/ 20 w 130"/>
                <a:gd name="T15" fmla="*/ 133 h 191"/>
                <a:gd name="T16" fmla="*/ 75 w 130"/>
                <a:gd name="T17" fmla="*/ 38 h 191"/>
                <a:gd name="T18" fmla="*/ 94 w 130"/>
                <a:gd name="T19" fmla="*/ 32 h 191"/>
                <a:gd name="T20" fmla="*/ 110 w 130"/>
                <a:gd name="T21" fmla="*/ 58 h 191"/>
                <a:gd name="T22" fmla="*/ 55 w 130"/>
                <a:gd name="T23" fmla="*/ 153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" h="191">
                  <a:moveTo>
                    <a:pt x="65" y="21"/>
                  </a:moveTo>
                  <a:cubicBezTo>
                    <a:pt x="29" y="41"/>
                    <a:pt x="0" y="92"/>
                    <a:pt x="0" y="133"/>
                  </a:cubicBezTo>
                  <a:cubicBezTo>
                    <a:pt x="0" y="175"/>
                    <a:pt x="29" y="191"/>
                    <a:pt x="65" y="171"/>
                  </a:cubicBezTo>
                  <a:cubicBezTo>
                    <a:pt x="101" y="150"/>
                    <a:pt x="130" y="99"/>
                    <a:pt x="130" y="58"/>
                  </a:cubicBezTo>
                  <a:cubicBezTo>
                    <a:pt x="130" y="17"/>
                    <a:pt x="101" y="0"/>
                    <a:pt x="65" y="21"/>
                  </a:cubicBezTo>
                  <a:close/>
                  <a:moveTo>
                    <a:pt x="55" y="153"/>
                  </a:moveTo>
                  <a:cubicBezTo>
                    <a:pt x="47" y="158"/>
                    <a:pt x="40" y="159"/>
                    <a:pt x="36" y="159"/>
                  </a:cubicBezTo>
                  <a:cubicBezTo>
                    <a:pt x="22" y="159"/>
                    <a:pt x="20" y="143"/>
                    <a:pt x="20" y="133"/>
                  </a:cubicBezTo>
                  <a:cubicBezTo>
                    <a:pt x="20" y="99"/>
                    <a:pt x="46" y="55"/>
                    <a:pt x="75" y="38"/>
                  </a:cubicBezTo>
                  <a:cubicBezTo>
                    <a:pt x="84" y="33"/>
                    <a:pt x="91" y="32"/>
                    <a:pt x="94" y="32"/>
                  </a:cubicBezTo>
                  <a:cubicBezTo>
                    <a:pt x="108" y="32"/>
                    <a:pt x="110" y="48"/>
                    <a:pt x="110" y="58"/>
                  </a:cubicBezTo>
                  <a:cubicBezTo>
                    <a:pt x="110" y="92"/>
                    <a:pt x="85" y="136"/>
                    <a:pt x="55" y="153"/>
                  </a:cubicBezTo>
                  <a:close/>
                </a:path>
              </a:pathLst>
            </a:custGeom>
            <a:solidFill>
              <a:srgbClr val="005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8" name="任意多边形 95">
              <a:extLst>
                <a:ext uri="{FF2B5EF4-FFF2-40B4-BE49-F238E27FC236}">
                  <a16:creationId xmlns:a16="http://schemas.microsoft.com/office/drawing/2014/main" id="{D924D26C-100B-4945-B184-B50257ABAE7E}"/>
                </a:ext>
              </a:extLst>
            </p:cNvPr>
            <p:cNvSpPr/>
            <p:nvPr/>
          </p:nvSpPr>
          <p:spPr bwMode="auto">
            <a:xfrm>
              <a:off x="7945401" y="3311092"/>
              <a:ext cx="264201" cy="176862"/>
            </a:xfrm>
            <a:custGeom>
              <a:avLst/>
              <a:gdLst>
                <a:gd name="T0" fmla="*/ 10 w 58"/>
                <a:gd name="T1" fmla="*/ 32 h 39"/>
                <a:gd name="T2" fmla="*/ 29 w 58"/>
                <a:gd name="T3" fmla="*/ 26 h 39"/>
                <a:gd name="T4" fmla="*/ 44 w 58"/>
                <a:gd name="T5" fmla="*/ 39 h 39"/>
                <a:gd name="T6" fmla="*/ 58 w 58"/>
                <a:gd name="T7" fmla="*/ 23 h 39"/>
                <a:gd name="T8" fmla="*/ 0 w 58"/>
                <a:gd name="T9" fmla="*/ 15 h 39"/>
                <a:gd name="T10" fmla="*/ 0 w 58"/>
                <a:gd name="T11" fmla="*/ 39 h 39"/>
                <a:gd name="T12" fmla="*/ 10 w 58"/>
                <a:gd name="T13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9">
                  <a:moveTo>
                    <a:pt x="10" y="32"/>
                  </a:moveTo>
                  <a:cubicBezTo>
                    <a:pt x="19" y="27"/>
                    <a:pt x="26" y="26"/>
                    <a:pt x="29" y="26"/>
                  </a:cubicBezTo>
                  <a:cubicBezTo>
                    <a:pt x="38" y="26"/>
                    <a:pt x="42" y="32"/>
                    <a:pt x="44" y="39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48" y="4"/>
                    <a:pt x="26" y="0"/>
                    <a:pt x="0" y="15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4" y="36"/>
                    <a:pt x="7" y="34"/>
                    <a:pt x="10" y="32"/>
                  </a:cubicBezTo>
                  <a:close/>
                </a:path>
              </a:pathLst>
            </a:custGeom>
            <a:solidFill>
              <a:srgbClr val="00B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9" name="任意多边形 96">
              <a:extLst>
                <a:ext uri="{FF2B5EF4-FFF2-40B4-BE49-F238E27FC236}">
                  <a16:creationId xmlns:a16="http://schemas.microsoft.com/office/drawing/2014/main" id="{717F1334-31CF-6240-BFE0-437DE2E2C4E7}"/>
                </a:ext>
              </a:extLst>
            </p:cNvPr>
            <p:cNvSpPr/>
            <p:nvPr/>
          </p:nvSpPr>
          <p:spPr bwMode="auto">
            <a:xfrm>
              <a:off x="8146280" y="3415898"/>
              <a:ext cx="93890" cy="185596"/>
            </a:xfrm>
            <a:custGeom>
              <a:avLst/>
              <a:gdLst>
                <a:gd name="T0" fmla="*/ 14 w 21"/>
                <a:gd name="T1" fmla="*/ 0 h 41"/>
                <a:gd name="T2" fmla="*/ 0 w 21"/>
                <a:gd name="T3" fmla="*/ 16 h 41"/>
                <a:gd name="T4" fmla="*/ 1 w 21"/>
                <a:gd name="T5" fmla="*/ 29 h 41"/>
                <a:gd name="T6" fmla="*/ 0 w 21"/>
                <a:gd name="T7" fmla="*/ 41 h 41"/>
                <a:gd name="T8" fmla="*/ 21 w 21"/>
                <a:gd name="T9" fmla="*/ 29 h 41"/>
                <a:gd name="T10" fmla="*/ 14 w 21"/>
                <a:gd name="T1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41">
                  <a:moveTo>
                    <a:pt x="14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21"/>
                    <a:pt x="1" y="25"/>
                    <a:pt x="1" y="29"/>
                  </a:cubicBezTo>
                  <a:cubicBezTo>
                    <a:pt x="1" y="33"/>
                    <a:pt x="1" y="37"/>
                    <a:pt x="0" y="41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17"/>
                    <a:pt x="19" y="7"/>
                    <a:pt x="14" y="0"/>
                  </a:cubicBezTo>
                  <a:close/>
                </a:path>
              </a:pathLst>
            </a:custGeom>
            <a:solidFill>
              <a:srgbClr val="008F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0" name="任意多边形 97">
              <a:extLst>
                <a:ext uri="{FF2B5EF4-FFF2-40B4-BE49-F238E27FC236}">
                  <a16:creationId xmlns:a16="http://schemas.microsoft.com/office/drawing/2014/main" id="{146A7323-72BD-D148-9522-8D63E364DCFA}"/>
                </a:ext>
              </a:extLst>
            </p:cNvPr>
            <p:cNvSpPr/>
            <p:nvPr/>
          </p:nvSpPr>
          <p:spPr bwMode="auto">
            <a:xfrm>
              <a:off x="8513104" y="3175717"/>
              <a:ext cx="554602" cy="412677"/>
            </a:xfrm>
            <a:custGeom>
              <a:avLst/>
              <a:gdLst>
                <a:gd name="T0" fmla="*/ 26 w 122"/>
                <a:gd name="T1" fmla="*/ 75 h 91"/>
                <a:gd name="T2" fmla="*/ 101 w 122"/>
                <a:gd name="T3" fmla="*/ 89 h 91"/>
                <a:gd name="T4" fmla="*/ 120 w 122"/>
                <a:gd name="T5" fmla="*/ 78 h 91"/>
                <a:gd name="T6" fmla="*/ 120 w 122"/>
                <a:gd name="T7" fmla="*/ 78 h 91"/>
                <a:gd name="T8" fmla="*/ 108 w 122"/>
                <a:gd name="T9" fmla="*/ 59 h 91"/>
                <a:gd name="T10" fmla="*/ 41 w 122"/>
                <a:gd name="T11" fmla="*/ 50 h 91"/>
                <a:gd name="T12" fmla="*/ 14 w 122"/>
                <a:gd name="T13" fmla="*/ 0 h 91"/>
                <a:gd name="T14" fmla="*/ 0 w 122"/>
                <a:gd name="T15" fmla="*/ 5 h 91"/>
                <a:gd name="T16" fmla="*/ 26 w 122"/>
                <a:gd name="T17" fmla="*/ 7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" h="91">
                  <a:moveTo>
                    <a:pt x="26" y="75"/>
                  </a:moveTo>
                  <a:cubicBezTo>
                    <a:pt x="101" y="89"/>
                    <a:pt x="101" y="89"/>
                    <a:pt x="101" y="89"/>
                  </a:cubicBezTo>
                  <a:cubicBezTo>
                    <a:pt x="109" y="91"/>
                    <a:pt x="117" y="86"/>
                    <a:pt x="120" y="78"/>
                  </a:cubicBezTo>
                  <a:cubicBezTo>
                    <a:pt x="120" y="78"/>
                    <a:pt x="120" y="78"/>
                    <a:pt x="120" y="78"/>
                  </a:cubicBezTo>
                  <a:cubicBezTo>
                    <a:pt x="122" y="69"/>
                    <a:pt x="117" y="61"/>
                    <a:pt x="108" y="59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5"/>
                    <a:pt x="0" y="5"/>
                    <a:pt x="0" y="5"/>
                  </a:cubicBezTo>
                  <a:lnTo>
                    <a:pt x="26" y="75"/>
                  </a:ln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1" name="任意多边形 98">
              <a:extLst>
                <a:ext uri="{FF2B5EF4-FFF2-40B4-BE49-F238E27FC236}">
                  <a16:creationId xmlns:a16="http://schemas.microsoft.com/office/drawing/2014/main" id="{E78BCCB8-65C3-5949-9D99-C1A750E0FB35}"/>
                </a:ext>
              </a:extLst>
            </p:cNvPr>
            <p:cNvSpPr/>
            <p:nvPr/>
          </p:nvSpPr>
          <p:spPr bwMode="auto">
            <a:xfrm>
              <a:off x="8530571" y="3215019"/>
              <a:ext cx="54587" cy="28386"/>
            </a:xfrm>
            <a:custGeom>
              <a:avLst/>
              <a:gdLst>
                <a:gd name="T0" fmla="*/ 0 w 25"/>
                <a:gd name="T1" fmla="*/ 11 h 13"/>
                <a:gd name="T2" fmla="*/ 25 w 25"/>
                <a:gd name="T3" fmla="*/ 0 h 13"/>
                <a:gd name="T4" fmla="*/ 0 w 25"/>
                <a:gd name="T5" fmla="*/ 13 h 13"/>
                <a:gd name="T6" fmla="*/ 0 w 25"/>
                <a:gd name="T7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3">
                  <a:moveTo>
                    <a:pt x="0" y="11"/>
                  </a:moveTo>
                  <a:lnTo>
                    <a:pt x="25" y="0"/>
                  </a:lnTo>
                  <a:lnTo>
                    <a:pt x="0" y="13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FD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2" name="任意多边形 99">
              <a:extLst>
                <a:ext uri="{FF2B5EF4-FFF2-40B4-BE49-F238E27FC236}">
                  <a16:creationId xmlns:a16="http://schemas.microsoft.com/office/drawing/2014/main" id="{F13E4CF0-1CBA-924F-97AD-D33784A59516}"/>
                </a:ext>
              </a:extLst>
            </p:cNvPr>
            <p:cNvSpPr/>
            <p:nvPr/>
          </p:nvSpPr>
          <p:spPr bwMode="auto">
            <a:xfrm>
              <a:off x="8558956" y="3188817"/>
              <a:ext cx="26202" cy="21835"/>
            </a:xfrm>
            <a:custGeom>
              <a:avLst/>
              <a:gdLst>
                <a:gd name="T0" fmla="*/ 2 w 6"/>
                <a:gd name="T1" fmla="*/ 4 h 5"/>
                <a:gd name="T2" fmla="*/ 5 w 6"/>
                <a:gd name="T3" fmla="*/ 3 h 5"/>
                <a:gd name="T4" fmla="*/ 4 w 6"/>
                <a:gd name="T5" fmla="*/ 0 h 5"/>
                <a:gd name="T6" fmla="*/ 1 w 6"/>
                <a:gd name="T7" fmla="*/ 1 h 5"/>
                <a:gd name="T8" fmla="*/ 2 w 6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2" y="4"/>
                  </a:moveTo>
                  <a:cubicBezTo>
                    <a:pt x="3" y="5"/>
                    <a:pt x="5" y="4"/>
                    <a:pt x="5" y="3"/>
                  </a:cubicBezTo>
                  <a:cubicBezTo>
                    <a:pt x="6" y="2"/>
                    <a:pt x="5" y="0"/>
                    <a:pt x="4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2"/>
                    <a:pt x="1" y="4"/>
                    <a:pt x="2" y="4"/>
                  </a:cubicBezTo>
                  <a:close/>
                </a:path>
              </a:pathLst>
            </a:custGeom>
            <a:solidFill>
              <a:srgbClr val="AFD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3" name="任意多边形 100">
              <a:extLst>
                <a:ext uri="{FF2B5EF4-FFF2-40B4-BE49-F238E27FC236}">
                  <a16:creationId xmlns:a16="http://schemas.microsoft.com/office/drawing/2014/main" id="{558C48C3-DE66-4A46-A0DE-090D67C8671E}"/>
                </a:ext>
              </a:extLst>
            </p:cNvPr>
            <p:cNvSpPr/>
            <p:nvPr/>
          </p:nvSpPr>
          <p:spPr bwMode="auto">
            <a:xfrm>
              <a:off x="8412664" y="2994489"/>
              <a:ext cx="163761" cy="203064"/>
            </a:xfrm>
            <a:custGeom>
              <a:avLst/>
              <a:gdLst>
                <a:gd name="T0" fmla="*/ 36 w 36"/>
                <a:gd name="T1" fmla="*/ 40 h 45"/>
                <a:gd name="T2" fmla="*/ 25 w 36"/>
                <a:gd name="T3" fmla="*/ 6 h 45"/>
                <a:gd name="T4" fmla="*/ 4 w 36"/>
                <a:gd name="T5" fmla="*/ 1 h 45"/>
                <a:gd name="T6" fmla="*/ 3 w 36"/>
                <a:gd name="T7" fmla="*/ 7 h 45"/>
                <a:gd name="T8" fmla="*/ 15 w 36"/>
                <a:gd name="T9" fmla="*/ 23 h 45"/>
                <a:gd name="T10" fmla="*/ 8 w 36"/>
                <a:gd name="T11" fmla="*/ 22 h 45"/>
                <a:gd name="T12" fmla="*/ 5 w 36"/>
                <a:gd name="T13" fmla="*/ 28 h 45"/>
                <a:gd name="T14" fmla="*/ 22 w 36"/>
                <a:gd name="T15" fmla="*/ 45 h 45"/>
                <a:gd name="T16" fmla="*/ 36 w 36"/>
                <a:gd name="T17" fmla="*/ 4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45">
                  <a:moveTo>
                    <a:pt x="36" y="40"/>
                  </a:moveTo>
                  <a:cubicBezTo>
                    <a:pt x="34" y="33"/>
                    <a:pt x="32" y="12"/>
                    <a:pt x="25" y="6"/>
                  </a:cubicBezTo>
                  <a:cubicBezTo>
                    <a:pt x="17" y="0"/>
                    <a:pt x="6" y="0"/>
                    <a:pt x="4" y="1"/>
                  </a:cubicBezTo>
                  <a:cubicBezTo>
                    <a:pt x="3" y="2"/>
                    <a:pt x="0" y="4"/>
                    <a:pt x="3" y="7"/>
                  </a:cubicBezTo>
                  <a:cubicBezTo>
                    <a:pt x="5" y="10"/>
                    <a:pt x="13" y="17"/>
                    <a:pt x="15" y="23"/>
                  </a:cubicBezTo>
                  <a:cubicBezTo>
                    <a:pt x="16" y="28"/>
                    <a:pt x="11" y="24"/>
                    <a:pt x="8" y="22"/>
                  </a:cubicBezTo>
                  <a:cubicBezTo>
                    <a:pt x="5" y="20"/>
                    <a:pt x="1" y="24"/>
                    <a:pt x="5" y="28"/>
                  </a:cubicBezTo>
                  <a:cubicBezTo>
                    <a:pt x="10" y="32"/>
                    <a:pt x="20" y="39"/>
                    <a:pt x="22" y="45"/>
                  </a:cubicBezTo>
                  <a:lnTo>
                    <a:pt x="36" y="40"/>
                  </a:lnTo>
                  <a:close/>
                </a:path>
              </a:pathLst>
            </a:custGeom>
            <a:solidFill>
              <a:srgbClr val="FFE0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4" name="任意多边形 101">
              <a:extLst>
                <a:ext uri="{FF2B5EF4-FFF2-40B4-BE49-F238E27FC236}">
                  <a16:creationId xmlns:a16="http://schemas.microsoft.com/office/drawing/2014/main" id="{80B8D9CE-F1CC-C742-9AE9-0D468EB7D02A}"/>
                </a:ext>
              </a:extLst>
            </p:cNvPr>
            <p:cNvSpPr/>
            <p:nvPr/>
          </p:nvSpPr>
          <p:spPr bwMode="auto">
            <a:xfrm>
              <a:off x="8480351" y="3985785"/>
              <a:ext cx="672509" cy="1406156"/>
            </a:xfrm>
            <a:custGeom>
              <a:avLst/>
              <a:gdLst>
                <a:gd name="T0" fmla="*/ 147 w 148"/>
                <a:gd name="T1" fmla="*/ 255 h 310"/>
                <a:gd name="T2" fmla="*/ 140 w 148"/>
                <a:gd name="T3" fmla="*/ 167 h 310"/>
                <a:gd name="T4" fmla="*/ 133 w 148"/>
                <a:gd name="T5" fmla="*/ 147 h 310"/>
                <a:gd name="T6" fmla="*/ 130 w 148"/>
                <a:gd name="T7" fmla="*/ 49 h 310"/>
                <a:gd name="T8" fmla="*/ 119 w 148"/>
                <a:gd name="T9" fmla="*/ 0 h 310"/>
                <a:gd name="T10" fmla="*/ 52 w 148"/>
                <a:gd name="T11" fmla="*/ 9 h 310"/>
                <a:gd name="T12" fmla="*/ 49 w 148"/>
                <a:gd name="T13" fmla="*/ 268 h 310"/>
                <a:gd name="T14" fmla="*/ 18 w 148"/>
                <a:gd name="T15" fmla="*/ 269 h 310"/>
                <a:gd name="T16" fmla="*/ 1 w 148"/>
                <a:gd name="T17" fmla="*/ 272 h 310"/>
                <a:gd name="T18" fmla="*/ 1 w 148"/>
                <a:gd name="T19" fmla="*/ 272 h 310"/>
                <a:gd name="T20" fmla="*/ 0 w 148"/>
                <a:gd name="T21" fmla="*/ 274 h 310"/>
                <a:gd name="T22" fmla="*/ 0 w 148"/>
                <a:gd name="T23" fmla="*/ 274 h 310"/>
                <a:gd name="T24" fmla="*/ 0 w 148"/>
                <a:gd name="T25" fmla="*/ 276 h 310"/>
                <a:gd name="T26" fmla="*/ 0 w 148"/>
                <a:gd name="T27" fmla="*/ 277 h 310"/>
                <a:gd name="T28" fmla="*/ 0 w 148"/>
                <a:gd name="T29" fmla="*/ 278 h 310"/>
                <a:gd name="T30" fmla="*/ 1 w 148"/>
                <a:gd name="T31" fmla="*/ 279 h 310"/>
                <a:gd name="T32" fmla="*/ 2 w 148"/>
                <a:gd name="T33" fmla="*/ 282 h 310"/>
                <a:gd name="T34" fmla="*/ 28 w 148"/>
                <a:gd name="T35" fmla="*/ 296 h 310"/>
                <a:gd name="T36" fmla="*/ 36 w 148"/>
                <a:gd name="T37" fmla="*/ 298 h 310"/>
                <a:gd name="T38" fmla="*/ 48 w 148"/>
                <a:gd name="T39" fmla="*/ 303 h 310"/>
                <a:gd name="T40" fmla="*/ 52 w 148"/>
                <a:gd name="T41" fmla="*/ 306 h 310"/>
                <a:gd name="T42" fmla="*/ 71 w 148"/>
                <a:gd name="T43" fmla="*/ 301 h 310"/>
                <a:gd name="T44" fmla="*/ 72 w 148"/>
                <a:gd name="T45" fmla="*/ 299 h 310"/>
                <a:gd name="T46" fmla="*/ 72 w 148"/>
                <a:gd name="T47" fmla="*/ 296 h 310"/>
                <a:gd name="T48" fmla="*/ 72 w 148"/>
                <a:gd name="T49" fmla="*/ 296 h 310"/>
                <a:gd name="T50" fmla="*/ 80 w 148"/>
                <a:gd name="T51" fmla="*/ 180 h 310"/>
                <a:gd name="T52" fmla="*/ 78 w 148"/>
                <a:gd name="T53" fmla="*/ 161 h 310"/>
                <a:gd name="T54" fmla="*/ 89 w 148"/>
                <a:gd name="T55" fmla="*/ 72 h 310"/>
                <a:gd name="T56" fmla="*/ 123 w 148"/>
                <a:gd name="T57" fmla="*/ 237 h 310"/>
                <a:gd name="T58" fmla="*/ 95 w 148"/>
                <a:gd name="T59" fmla="*/ 238 h 310"/>
                <a:gd name="T60" fmla="*/ 79 w 148"/>
                <a:gd name="T61" fmla="*/ 241 h 310"/>
                <a:gd name="T62" fmla="*/ 79 w 148"/>
                <a:gd name="T63" fmla="*/ 241 h 310"/>
                <a:gd name="T64" fmla="*/ 79 w 148"/>
                <a:gd name="T65" fmla="*/ 250 h 310"/>
                <a:gd name="T66" fmla="*/ 105 w 148"/>
                <a:gd name="T67" fmla="*/ 264 h 310"/>
                <a:gd name="T68" fmla="*/ 128 w 148"/>
                <a:gd name="T69" fmla="*/ 273 h 310"/>
                <a:gd name="T70" fmla="*/ 148 w 148"/>
                <a:gd name="T71" fmla="*/ 267 h 310"/>
                <a:gd name="T72" fmla="*/ 148 w 148"/>
                <a:gd name="T73" fmla="*/ 264 h 310"/>
                <a:gd name="T74" fmla="*/ 147 w 148"/>
                <a:gd name="T75" fmla="*/ 25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8" h="310">
                  <a:moveTo>
                    <a:pt x="147" y="255"/>
                  </a:moveTo>
                  <a:cubicBezTo>
                    <a:pt x="145" y="233"/>
                    <a:pt x="140" y="175"/>
                    <a:pt x="140" y="167"/>
                  </a:cubicBezTo>
                  <a:cubicBezTo>
                    <a:pt x="140" y="159"/>
                    <a:pt x="133" y="147"/>
                    <a:pt x="133" y="147"/>
                  </a:cubicBezTo>
                  <a:cubicBezTo>
                    <a:pt x="133" y="147"/>
                    <a:pt x="132" y="67"/>
                    <a:pt x="130" y="49"/>
                  </a:cubicBezTo>
                  <a:cubicBezTo>
                    <a:pt x="128" y="25"/>
                    <a:pt x="122" y="15"/>
                    <a:pt x="119" y="0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42" y="96"/>
                    <a:pt x="42" y="179"/>
                    <a:pt x="49" y="268"/>
                  </a:cubicBezTo>
                  <a:cubicBezTo>
                    <a:pt x="39" y="272"/>
                    <a:pt x="31" y="271"/>
                    <a:pt x="18" y="269"/>
                  </a:cubicBezTo>
                  <a:cubicBezTo>
                    <a:pt x="10" y="268"/>
                    <a:pt x="4" y="269"/>
                    <a:pt x="1" y="272"/>
                  </a:cubicBezTo>
                  <a:cubicBezTo>
                    <a:pt x="1" y="272"/>
                    <a:pt x="1" y="272"/>
                    <a:pt x="1" y="272"/>
                  </a:cubicBezTo>
                  <a:cubicBezTo>
                    <a:pt x="1" y="273"/>
                    <a:pt x="1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5"/>
                    <a:pt x="0" y="275"/>
                    <a:pt x="0" y="276"/>
                  </a:cubicBezTo>
                  <a:cubicBezTo>
                    <a:pt x="0" y="276"/>
                    <a:pt x="0" y="277"/>
                    <a:pt x="0" y="277"/>
                  </a:cubicBezTo>
                  <a:cubicBezTo>
                    <a:pt x="0" y="277"/>
                    <a:pt x="0" y="278"/>
                    <a:pt x="0" y="278"/>
                  </a:cubicBezTo>
                  <a:cubicBezTo>
                    <a:pt x="1" y="279"/>
                    <a:pt x="1" y="279"/>
                    <a:pt x="1" y="279"/>
                  </a:cubicBezTo>
                  <a:cubicBezTo>
                    <a:pt x="1" y="280"/>
                    <a:pt x="1" y="281"/>
                    <a:pt x="2" y="282"/>
                  </a:cubicBezTo>
                  <a:cubicBezTo>
                    <a:pt x="7" y="291"/>
                    <a:pt x="21" y="295"/>
                    <a:pt x="28" y="296"/>
                  </a:cubicBezTo>
                  <a:cubicBezTo>
                    <a:pt x="31" y="297"/>
                    <a:pt x="34" y="297"/>
                    <a:pt x="36" y="298"/>
                  </a:cubicBezTo>
                  <a:cubicBezTo>
                    <a:pt x="41" y="300"/>
                    <a:pt x="45" y="301"/>
                    <a:pt x="48" y="303"/>
                  </a:cubicBezTo>
                  <a:cubicBezTo>
                    <a:pt x="49" y="304"/>
                    <a:pt x="51" y="305"/>
                    <a:pt x="52" y="306"/>
                  </a:cubicBezTo>
                  <a:cubicBezTo>
                    <a:pt x="60" y="310"/>
                    <a:pt x="67" y="304"/>
                    <a:pt x="71" y="301"/>
                  </a:cubicBezTo>
                  <a:cubicBezTo>
                    <a:pt x="71" y="300"/>
                    <a:pt x="72" y="299"/>
                    <a:pt x="72" y="299"/>
                  </a:cubicBezTo>
                  <a:cubicBezTo>
                    <a:pt x="72" y="298"/>
                    <a:pt x="72" y="297"/>
                    <a:pt x="72" y="296"/>
                  </a:cubicBezTo>
                  <a:cubicBezTo>
                    <a:pt x="72" y="296"/>
                    <a:pt x="72" y="296"/>
                    <a:pt x="72" y="296"/>
                  </a:cubicBezTo>
                  <a:cubicBezTo>
                    <a:pt x="72" y="296"/>
                    <a:pt x="80" y="185"/>
                    <a:pt x="80" y="180"/>
                  </a:cubicBezTo>
                  <a:cubicBezTo>
                    <a:pt x="80" y="175"/>
                    <a:pt x="78" y="161"/>
                    <a:pt x="78" y="161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89" y="72"/>
                    <a:pt x="99" y="149"/>
                    <a:pt x="123" y="237"/>
                  </a:cubicBezTo>
                  <a:cubicBezTo>
                    <a:pt x="115" y="240"/>
                    <a:pt x="107" y="239"/>
                    <a:pt x="95" y="238"/>
                  </a:cubicBezTo>
                  <a:cubicBezTo>
                    <a:pt x="87" y="236"/>
                    <a:pt x="81" y="238"/>
                    <a:pt x="79" y="241"/>
                  </a:cubicBezTo>
                  <a:cubicBezTo>
                    <a:pt x="79" y="241"/>
                    <a:pt x="79" y="241"/>
                    <a:pt x="79" y="241"/>
                  </a:cubicBezTo>
                  <a:cubicBezTo>
                    <a:pt x="77" y="243"/>
                    <a:pt x="77" y="246"/>
                    <a:pt x="79" y="250"/>
                  </a:cubicBezTo>
                  <a:cubicBezTo>
                    <a:pt x="84" y="259"/>
                    <a:pt x="98" y="263"/>
                    <a:pt x="105" y="264"/>
                  </a:cubicBezTo>
                  <a:cubicBezTo>
                    <a:pt x="117" y="267"/>
                    <a:pt x="123" y="271"/>
                    <a:pt x="128" y="273"/>
                  </a:cubicBezTo>
                  <a:cubicBezTo>
                    <a:pt x="138" y="278"/>
                    <a:pt x="147" y="269"/>
                    <a:pt x="148" y="267"/>
                  </a:cubicBezTo>
                  <a:cubicBezTo>
                    <a:pt x="148" y="266"/>
                    <a:pt x="148" y="265"/>
                    <a:pt x="148" y="264"/>
                  </a:cubicBezTo>
                  <a:cubicBezTo>
                    <a:pt x="148" y="262"/>
                    <a:pt x="148" y="259"/>
                    <a:pt x="147" y="255"/>
                  </a:cubicBezTo>
                  <a:close/>
                </a:path>
              </a:pathLst>
            </a:custGeom>
            <a:solidFill>
              <a:srgbClr val="021A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5" name="任意多边形 102">
              <a:extLst>
                <a:ext uri="{FF2B5EF4-FFF2-40B4-BE49-F238E27FC236}">
                  <a16:creationId xmlns:a16="http://schemas.microsoft.com/office/drawing/2014/main" id="{224FE142-343D-7041-950C-55B28F4C7486}"/>
                </a:ext>
              </a:extLst>
            </p:cNvPr>
            <p:cNvSpPr/>
            <p:nvPr/>
          </p:nvSpPr>
          <p:spPr bwMode="auto">
            <a:xfrm>
              <a:off x="8744552" y="3038159"/>
              <a:ext cx="248916" cy="349355"/>
            </a:xfrm>
            <a:custGeom>
              <a:avLst/>
              <a:gdLst>
                <a:gd name="T0" fmla="*/ 15 w 55"/>
                <a:gd name="T1" fmla="*/ 4 h 77"/>
                <a:gd name="T2" fmla="*/ 0 w 55"/>
                <a:gd name="T3" fmla="*/ 30 h 77"/>
                <a:gd name="T4" fmla="*/ 0 w 55"/>
                <a:gd name="T5" fmla="*/ 57 h 77"/>
                <a:gd name="T6" fmla="*/ 22 w 55"/>
                <a:gd name="T7" fmla="*/ 74 h 77"/>
                <a:gd name="T8" fmla="*/ 36 w 55"/>
                <a:gd name="T9" fmla="*/ 70 h 77"/>
                <a:gd name="T10" fmla="*/ 46 w 55"/>
                <a:gd name="T11" fmla="*/ 59 h 77"/>
                <a:gd name="T12" fmla="*/ 52 w 55"/>
                <a:gd name="T13" fmla="*/ 29 h 77"/>
                <a:gd name="T14" fmla="*/ 44 w 55"/>
                <a:gd name="T15" fmla="*/ 4 h 77"/>
                <a:gd name="T16" fmla="*/ 15 w 55"/>
                <a:gd name="T17" fmla="*/ 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77">
                  <a:moveTo>
                    <a:pt x="15" y="4"/>
                  </a:moveTo>
                  <a:cubicBezTo>
                    <a:pt x="7" y="9"/>
                    <a:pt x="0" y="21"/>
                    <a:pt x="0" y="3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9"/>
                    <a:pt x="11" y="77"/>
                    <a:pt x="22" y="74"/>
                  </a:cubicBezTo>
                  <a:cubicBezTo>
                    <a:pt x="36" y="70"/>
                    <a:pt x="36" y="70"/>
                    <a:pt x="36" y="70"/>
                  </a:cubicBezTo>
                  <a:cubicBezTo>
                    <a:pt x="41" y="68"/>
                    <a:pt x="45" y="64"/>
                    <a:pt x="46" y="5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5" y="20"/>
                    <a:pt x="52" y="9"/>
                    <a:pt x="44" y="4"/>
                  </a:cubicBezTo>
                  <a:cubicBezTo>
                    <a:pt x="36" y="0"/>
                    <a:pt x="23" y="0"/>
                    <a:pt x="15" y="4"/>
                  </a:cubicBezTo>
                  <a:close/>
                </a:path>
              </a:pathLst>
            </a:custGeom>
            <a:solidFill>
              <a:srgbClr val="FFE0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6" name="任意多边形 103">
              <a:extLst>
                <a:ext uri="{FF2B5EF4-FFF2-40B4-BE49-F238E27FC236}">
                  <a16:creationId xmlns:a16="http://schemas.microsoft.com/office/drawing/2014/main" id="{4BD26330-395F-214F-8B6B-A8F76780FAE0}"/>
                </a:ext>
              </a:extLst>
            </p:cNvPr>
            <p:cNvSpPr/>
            <p:nvPr/>
          </p:nvSpPr>
          <p:spPr bwMode="auto">
            <a:xfrm>
              <a:off x="8685597" y="3398431"/>
              <a:ext cx="382108" cy="687794"/>
            </a:xfrm>
            <a:custGeom>
              <a:avLst/>
              <a:gdLst>
                <a:gd name="T0" fmla="*/ 32 w 84"/>
                <a:gd name="T1" fmla="*/ 9 h 152"/>
                <a:gd name="T2" fmla="*/ 20 w 84"/>
                <a:gd name="T3" fmla="*/ 16 h 152"/>
                <a:gd name="T4" fmla="*/ 1 w 84"/>
                <a:gd name="T5" fmla="*/ 52 h 152"/>
                <a:gd name="T6" fmla="*/ 2 w 84"/>
                <a:gd name="T7" fmla="*/ 88 h 152"/>
                <a:gd name="T8" fmla="*/ 7 w 84"/>
                <a:gd name="T9" fmla="*/ 139 h 152"/>
                <a:gd name="T10" fmla="*/ 40 w 84"/>
                <a:gd name="T11" fmla="*/ 149 h 152"/>
                <a:gd name="T12" fmla="*/ 74 w 84"/>
                <a:gd name="T13" fmla="*/ 130 h 152"/>
                <a:gd name="T14" fmla="*/ 72 w 84"/>
                <a:gd name="T15" fmla="*/ 104 h 152"/>
                <a:gd name="T16" fmla="*/ 77 w 84"/>
                <a:gd name="T17" fmla="*/ 68 h 152"/>
                <a:gd name="T18" fmla="*/ 74 w 84"/>
                <a:gd name="T19" fmla="*/ 12 h 152"/>
                <a:gd name="T20" fmla="*/ 48 w 84"/>
                <a:gd name="T21" fmla="*/ 0 h 152"/>
                <a:gd name="T22" fmla="*/ 32 w 84"/>
                <a:gd name="T23" fmla="*/ 9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" h="152">
                  <a:moveTo>
                    <a:pt x="32" y="9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7" y="24"/>
                    <a:pt x="1" y="37"/>
                    <a:pt x="1" y="52"/>
                  </a:cubicBezTo>
                  <a:cubicBezTo>
                    <a:pt x="0" y="61"/>
                    <a:pt x="1" y="73"/>
                    <a:pt x="2" y="88"/>
                  </a:cubicBezTo>
                  <a:cubicBezTo>
                    <a:pt x="3" y="111"/>
                    <a:pt x="6" y="136"/>
                    <a:pt x="7" y="139"/>
                  </a:cubicBezTo>
                  <a:cubicBezTo>
                    <a:pt x="7" y="141"/>
                    <a:pt x="19" y="152"/>
                    <a:pt x="40" y="149"/>
                  </a:cubicBezTo>
                  <a:cubicBezTo>
                    <a:pt x="62" y="146"/>
                    <a:pt x="74" y="133"/>
                    <a:pt x="74" y="130"/>
                  </a:cubicBezTo>
                  <a:cubicBezTo>
                    <a:pt x="72" y="122"/>
                    <a:pt x="71" y="114"/>
                    <a:pt x="72" y="104"/>
                  </a:cubicBezTo>
                  <a:cubicBezTo>
                    <a:pt x="72" y="92"/>
                    <a:pt x="74" y="80"/>
                    <a:pt x="77" y="68"/>
                  </a:cubicBezTo>
                  <a:cubicBezTo>
                    <a:pt x="81" y="49"/>
                    <a:pt x="84" y="23"/>
                    <a:pt x="74" y="12"/>
                  </a:cubicBezTo>
                  <a:cubicBezTo>
                    <a:pt x="64" y="2"/>
                    <a:pt x="48" y="0"/>
                    <a:pt x="48" y="0"/>
                  </a:cubicBezTo>
                  <a:lnTo>
                    <a:pt x="32" y="9"/>
                  </a:lnTo>
                  <a:close/>
                </a:path>
              </a:pathLst>
            </a:custGeom>
            <a:solidFill>
              <a:srgbClr val="DC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7" name="任意多边形 104">
              <a:extLst>
                <a:ext uri="{FF2B5EF4-FFF2-40B4-BE49-F238E27FC236}">
                  <a16:creationId xmlns:a16="http://schemas.microsoft.com/office/drawing/2014/main" id="{9B5B982C-8E61-E346-94D7-CC3AEAB6A131}"/>
                </a:ext>
              </a:extLst>
            </p:cNvPr>
            <p:cNvSpPr/>
            <p:nvPr/>
          </p:nvSpPr>
          <p:spPr bwMode="auto">
            <a:xfrm>
              <a:off x="8820972" y="3324193"/>
              <a:ext cx="113541" cy="159394"/>
            </a:xfrm>
            <a:custGeom>
              <a:avLst/>
              <a:gdLst>
                <a:gd name="T0" fmla="*/ 25 w 25"/>
                <a:gd name="T1" fmla="*/ 0 h 35"/>
                <a:gd name="T2" fmla="*/ 24 w 25"/>
                <a:gd name="T3" fmla="*/ 22 h 35"/>
                <a:gd name="T4" fmla="*/ 12 w 25"/>
                <a:gd name="T5" fmla="*/ 32 h 35"/>
                <a:gd name="T6" fmla="*/ 2 w 25"/>
                <a:gd name="T7" fmla="*/ 29 h 35"/>
                <a:gd name="T8" fmla="*/ 1 w 25"/>
                <a:gd name="T9" fmla="*/ 12 h 35"/>
                <a:gd name="T10" fmla="*/ 8 w 25"/>
                <a:gd name="T11" fmla="*/ 2 h 35"/>
                <a:gd name="T12" fmla="*/ 25 w 25"/>
                <a:gd name="T13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5">
                  <a:moveTo>
                    <a:pt x="25" y="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23" y="29"/>
                    <a:pt x="19" y="35"/>
                    <a:pt x="12" y="32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7"/>
                    <a:pt x="3" y="3"/>
                    <a:pt x="8" y="2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FFD4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8" name="任意多边形 105">
              <a:extLst>
                <a:ext uri="{FF2B5EF4-FFF2-40B4-BE49-F238E27FC236}">
                  <a16:creationId xmlns:a16="http://schemas.microsoft.com/office/drawing/2014/main" id="{28E00113-9273-D34D-BAEC-A596100398A4}"/>
                </a:ext>
              </a:extLst>
            </p:cNvPr>
            <p:cNvSpPr/>
            <p:nvPr/>
          </p:nvSpPr>
          <p:spPr bwMode="auto">
            <a:xfrm>
              <a:off x="8718350" y="3020691"/>
              <a:ext cx="286035" cy="353722"/>
            </a:xfrm>
            <a:custGeom>
              <a:avLst/>
              <a:gdLst>
                <a:gd name="T0" fmla="*/ 28 w 63"/>
                <a:gd name="T1" fmla="*/ 42 h 78"/>
                <a:gd name="T2" fmla="*/ 28 w 63"/>
                <a:gd name="T3" fmla="*/ 51 h 78"/>
                <a:gd name="T4" fmla="*/ 24 w 63"/>
                <a:gd name="T5" fmla="*/ 49 h 78"/>
                <a:gd name="T6" fmla="*/ 21 w 63"/>
                <a:gd name="T7" fmla="*/ 33 h 78"/>
                <a:gd name="T8" fmla="*/ 14 w 63"/>
                <a:gd name="T9" fmla="*/ 23 h 78"/>
                <a:gd name="T10" fmla="*/ 2 w 63"/>
                <a:gd name="T11" fmla="*/ 16 h 78"/>
                <a:gd name="T12" fmla="*/ 36 w 63"/>
                <a:gd name="T13" fmla="*/ 1 h 78"/>
                <a:gd name="T14" fmla="*/ 62 w 63"/>
                <a:gd name="T15" fmla="*/ 27 h 78"/>
                <a:gd name="T16" fmla="*/ 53 w 63"/>
                <a:gd name="T17" fmla="*/ 70 h 78"/>
                <a:gd name="T18" fmla="*/ 34 w 63"/>
                <a:gd name="T19" fmla="*/ 76 h 78"/>
                <a:gd name="T20" fmla="*/ 31 w 63"/>
                <a:gd name="T21" fmla="*/ 60 h 78"/>
                <a:gd name="T22" fmla="*/ 28 w 63"/>
                <a:gd name="T23" fmla="*/ 4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" h="78">
                  <a:moveTo>
                    <a:pt x="28" y="42"/>
                  </a:moveTo>
                  <a:cubicBezTo>
                    <a:pt x="28" y="42"/>
                    <a:pt x="28" y="49"/>
                    <a:pt x="28" y="51"/>
                  </a:cubicBezTo>
                  <a:cubicBezTo>
                    <a:pt x="28" y="54"/>
                    <a:pt x="24" y="54"/>
                    <a:pt x="24" y="49"/>
                  </a:cubicBezTo>
                  <a:cubicBezTo>
                    <a:pt x="23" y="45"/>
                    <a:pt x="23" y="37"/>
                    <a:pt x="21" y="33"/>
                  </a:cubicBezTo>
                  <a:cubicBezTo>
                    <a:pt x="20" y="30"/>
                    <a:pt x="17" y="28"/>
                    <a:pt x="14" y="23"/>
                  </a:cubicBezTo>
                  <a:cubicBezTo>
                    <a:pt x="14" y="23"/>
                    <a:pt x="4" y="21"/>
                    <a:pt x="2" y="16"/>
                  </a:cubicBezTo>
                  <a:cubicBezTo>
                    <a:pt x="0" y="11"/>
                    <a:pt x="21" y="0"/>
                    <a:pt x="36" y="1"/>
                  </a:cubicBezTo>
                  <a:cubicBezTo>
                    <a:pt x="51" y="3"/>
                    <a:pt x="62" y="15"/>
                    <a:pt x="62" y="27"/>
                  </a:cubicBezTo>
                  <a:cubicBezTo>
                    <a:pt x="63" y="39"/>
                    <a:pt x="58" y="62"/>
                    <a:pt x="53" y="70"/>
                  </a:cubicBezTo>
                  <a:cubicBezTo>
                    <a:pt x="50" y="76"/>
                    <a:pt x="39" y="78"/>
                    <a:pt x="34" y="76"/>
                  </a:cubicBezTo>
                  <a:cubicBezTo>
                    <a:pt x="29" y="74"/>
                    <a:pt x="31" y="60"/>
                    <a:pt x="31" y="60"/>
                  </a:cubicBezTo>
                  <a:lnTo>
                    <a:pt x="28" y="42"/>
                  </a:lnTo>
                  <a:close/>
                </a:path>
              </a:pathLst>
            </a:custGeom>
            <a:solidFill>
              <a:srgbClr val="000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9" name="任意多边形 106">
              <a:extLst>
                <a:ext uri="{FF2B5EF4-FFF2-40B4-BE49-F238E27FC236}">
                  <a16:creationId xmlns:a16="http://schemas.microsoft.com/office/drawing/2014/main" id="{7B05AAD1-588C-2140-AEE4-9ED76AE22142}"/>
                </a:ext>
              </a:extLst>
            </p:cNvPr>
            <p:cNvSpPr/>
            <p:nvPr/>
          </p:nvSpPr>
          <p:spPr bwMode="auto">
            <a:xfrm>
              <a:off x="8844991" y="3188817"/>
              <a:ext cx="50221" cy="113541"/>
            </a:xfrm>
            <a:custGeom>
              <a:avLst/>
              <a:gdLst>
                <a:gd name="T0" fmla="*/ 1 w 11"/>
                <a:gd name="T1" fmla="*/ 23 h 25"/>
                <a:gd name="T2" fmla="*/ 11 w 11"/>
                <a:gd name="T3" fmla="*/ 14 h 25"/>
                <a:gd name="T4" fmla="*/ 7 w 11"/>
                <a:gd name="T5" fmla="*/ 2 h 25"/>
                <a:gd name="T6" fmla="*/ 0 w 11"/>
                <a:gd name="T7" fmla="*/ 5 h 25"/>
                <a:gd name="T8" fmla="*/ 1 w 11"/>
                <a:gd name="T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5">
                  <a:moveTo>
                    <a:pt x="1" y="23"/>
                  </a:moveTo>
                  <a:cubicBezTo>
                    <a:pt x="6" y="25"/>
                    <a:pt x="10" y="19"/>
                    <a:pt x="11" y="14"/>
                  </a:cubicBezTo>
                  <a:cubicBezTo>
                    <a:pt x="11" y="9"/>
                    <a:pt x="10" y="4"/>
                    <a:pt x="7" y="2"/>
                  </a:cubicBezTo>
                  <a:cubicBezTo>
                    <a:pt x="3" y="0"/>
                    <a:pt x="0" y="5"/>
                    <a:pt x="0" y="5"/>
                  </a:cubicBezTo>
                  <a:lnTo>
                    <a:pt x="1" y="23"/>
                  </a:lnTo>
                  <a:close/>
                </a:path>
              </a:pathLst>
            </a:custGeom>
            <a:solidFill>
              <a:srgbClr val="FFD4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0" name="任意多边形 107">
              <a:extLst>
                <a:ext uri="{FF2B5EF4-FFF2-40B4-BE49-F238E27FC236}">
                  <a16:creationId xmlns:a16="http://schemas.microsoft.com/office/drawing/2014/main" id="{FA92CDCF-21A1-8346-ADE4-009A644BAB34}"/>
                </a:ext>
              </a:extLst>
            </p:cNvPr>
            <p:cNvSpPr/>
            <p:nvPr/>
          </p:nvSpPr>
          <p:spPr bwMode="auto">
            <a:xfrm>
              <a:off x="8794771" y="3424632"/>
              <a:ext cx="185596" cy="67688"/>
            </a:xfrm>
            <a:custGeom>
              <a:avLst/>
              <a:gdLst>
                <a:gd name="T0" fmla="*/ 37 w 41"/>
                <a:gd name="T1" fmla="*/ 0 h 15"/>
                <a:gd name="T2" fmla="*/ 41 w 41"/>
                <a:gd name="T3" fmla="*/ 2 h 15"/>
                <a:gd name="T4" fmla="*/ 34 w 41"/>
                <a:gd name="T5" fmla="*/ 10 h 15"/>
                <a:gd name="T6" fmla="*/ 7 w 41"/>
                <a:gd name="T7" fmla="*/ 12 h 15"/>
                <a:gd name="T8" fmla="*/ 0 w 41"/>
                <a:gd name="T9" fmla="*/ 8 h 15"/>
                <a:gd name="T10" fmla="*/ 37 w 41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5">
                  <a:moveTo>
                    <a:pt x="37" y="0"/>
                  </a:moveTo>
                  <a:cubicBezTo>
                    <a:pt x="41" y="2"/>
                    <a:pt x="41" y="2"/>
                    <a:pt x="41" y="2"/>
                  </a:cubicBezTo>
                  <a:cubicBezTo>
                    <a:pt x="41" y="2"/>
                    <a:pt x="40" y="6"/>
                    <a:pt x="34" y="10"/>
                  </a:cubicBezTo>
                  <a:cubicBezTo>
                    <a:pt x="27" y="14"/>
                    <a:pt x="14" y="15"/>
                    <a:pt x="7" y="12"/>
                  </a:cubicBezTo>
                  <a:cubicBezTo>
                    <a:pt x="0" y="9"/>
                    <a:pt x="0" y="8"/>
                    <a:pt x="0" y="8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1" name="任意多边形 108">
              <a:extLst>
                <a:ext uri="{FF2B5EF4-FFF2-40B4-BE49-F238E27FC236}">
                  <a16:creationId xmlns:a16="http://schemas.microsoft.com/office/drawing/2014/main" id="{8A4B7451-3BB3-7441-BC4B-AF9F7505385E}"/>
                </a:ext>
              </a:extLst>
            </p:cNvPr>
            <p:cNvSpPr/>
            <p:nvPr/>
          </p:nvSpPr>
          <p:spPr bwMode="auto">
            <a:xfrm>
              <a:off x="8777303" y="3383147"/>
              <a:ext cx="198697" cy="104807"/>
            </a:xfrm>
            <a:custGeom>
              <a:avLst/>
              <a:gdLst>
                <a:gd name="T0" fmla="*/ 34 w 44"/>
                <a:gd name="T1" fmla="*/ 0 h 23"/>
                <a:gd name="T2" fmla="*/ 44 w 44"/>
                <a:gd name="T3" fmla="*/ 9 h 23"/>
                <a:gd name="T4" fmla="*/ 29 w 44"/>
                <a:gd name="T5" fmla="*/ 20 h 23"/>
                <a:gd name="T6" fmla="*/ 4 w 44"/>
                <a:gd name="T7" fmla="*/ 17 h 23"/>
                <a:gd name="T8" fmla="*/ 0 w 44"/>
                <a:gd name="T9" fmla="*/ 19 h 23"/>
                <a:gd name="T10" fmla="*/ 11 w 44"/>
                <a:gd name="T11" fmla="*/ 5 h 23"/>
                <a:gd name="T12" fmla="*/ 28 w 44"/>
                <a:gd name="T13" fmla="*/ 5 h 23"/>
                <a:gd name="T14" fmla="*/ 34 w 44"/>
                <a:gd name="T1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23">
                  <a:moveTo>
                    <a:pt x="34" y="0"/>
                  </a:moveTo>
                  <a:cubicBezTo>
                    <a:pt x="34" y="0"/>
                    <a:pt x="40" y="3"/>
                    <a:pt x="44" y="9"/>
                  </a:cubicBezTo>
                  <a:cubicBezTo>
                    <a:pt x="44" y="9"/>
                    <a:pt x="44" y="16"/>
                    <a:pt x="29" y="20"/>
                  </a:cubicBezTo>
                  <a:cubicBezTo>
                    <a:pt x="16" y="23"/>
                    <a:pt x="4" y="17"/>
                    <a:pt x="4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6" y="4"/>
                    <a:pt x="11" y="5"/>
                  </a:cubicBezTo>
                  <a:cubicBezTo>
                    <a:pt x="11" y="5"/>
                    <a:pt x="18" y="7"/>
                    <a:pt x="28" y="5"/>
                  </a:cubicBezTo>
                  <a:cubicBezTo>
                    <a:pt x="34" y="4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DC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2" name="任意多边形 109">
              <a:extLst>
                <a:ext uri="{FF2B5EF4-FFF2-40B4-BE49-F238E27FC236}">
                  <a16:creationId xmlns:a16="http://schemas.microsoft.com/office/drawing/2014/main" id="{FFC9DC5F-CF55-C74D-A84E-9F5713CAF441}"/>
                </a:ext>
              </a:extLst>
            </p:cNvPr>
            <p:cNvSpPr/>
            <p:nvPr/>
          </p:nvSpPr>
          <p:spPr bwMode="auto">
            <a:xfrm>
              <a:off x="8820972" y="3660447"/>
              <a:ext cx="222714" cy="325338"/>
            </a:xfrm>
            <a:custGeom>
              <a:avLst/>
              <a:gdLst>
                <a:gd name="T0" fmla="*/ 42 w 49"/>
                <a:gd name="T1" fmla="*/ 46 h 72"/>
                <a:gd name="T2" fmla="*/ 47 w 49"/>
                <a:gd name="T3" fmla="*/ 10 h 72"/>
                <a:gd name="T4" fmla="*/ 49 w 49"/>
                <a:gd name="T5" fmla="*/ 0 h 72"/>
                <a:gd name="T6" fmla="*/ 1 w 49"/>
                <a:gd name="T7" fmla="*/ 50 h 72"/>
                <a:gd name="T8" fmla="*/ 44 w 49"/>
                <a:gd name="T9" fmla="*/ 72 h 72"/>
                <a:gd name="T10" fmla="*/ 42 w 49"/>
                <a:gd name="T11" fmla="*/ 4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2">
                  <a:moveTo>
                    <a:pt x="42" y="46"/>
                  </a:moveTo>
                  <a:cubicBezTo>
                    <a:pt x="42" y="34"/>
                    <a:pt x="44" y="22"/>
                    <a:pt x="47" y="10"/>
                  </a:cubicBezTo>
                  <a:cubicBezTo>
                    <a:pt x="48" y="7"/>
                    <a:pt x="48" y="3"/>
                    <a:pt x="49" y="0"/>
                  </a:cubicBezTo>
                  <a:cubicBezTo>
                    <a:pt x="46" y="13"/>
                    <a:pt x="0" y="39"/>
                    <a:pt x="1" y="50"/>
                  </a:cubicBezTo>
                  <a:cubicBezTo>
                    <a:pt x="1" y="60"/>
                    <a:pt x="40" y="57"/>
                    <a:pt x="44" y="72"/>
                  </a:cubicBezTo>
                  <a:cubicBezTo>
                    <a:pt x="42" y="64"/>
                    <a:pt x="41" y="56"/>
                    <a:pt x="42" y="46"/>
                  </a:cubicBez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3" name="任意多边形 110">
              <a:extLst>
                <a:ext uri="{FF2B5EF4-FFF2-40B4-BE49-F238E27FC236}">
                  <a16:creationId xmlns:a16="http://schemas.microsoft.com/office/drawing/2014/main" id="{1C23FB22-309B-9043-8FDE-29B7B3663654}"/>
                </a:ext>
              </a:extLst>
            </p:cNvPr>
            <p:cNvSpPr/>
            <p:nvPr/>
          </p:nvSpPr>
          <p:spPr bwMode="auto">
            <a:xfrm>
              <a:off x="8235802" y="3348212"/>
              <a:ext cx="604822" cy="312237"/>
            </a:xfrm>
            <a:custGeom>
              <a:avLst/>
              <a:gdLst>
                <a:gd name="T0" fmla="*/ 42 w 133"/>
                <a:gd name="T1" fmla="*/ 69 h 69"/>
                <a:gd name="T2" fmla="*/ 118 w 133"/>
                <a:gd name="T3" fmla="*/ 64 h 69"/>
                <a:gd name="T4" fmla="*/ 133 w 133"/>
                <a:gd name="T5" fmla="*/ 48 h 69"/>
                <a:gd name="T6" fmla="*/ 133 w 133"/>
                <a:gd name="T7" fmla="*/ 48 h 69"/>
                <a:gd name="T8" fmla="*/ 117 w 133"/>
                <a:gd name="T9" fmla="*/ 33 h 69"/>
                <a:gd name="T10" fmla="*/ 50 w 133"/>
                <a:gd name="T11" fmla="*/ 42 h 69"/>
                <a:gd name="T12" fmla="*/ 11 w 133"/>
                <a:gd name="T13" fmla="*/ 0 h 69"/>
                <a:gd name="T14" fmla="*/ 0 w 133"/>
                <a:gd name="T15" fmla="*/ 8 h 69"/>
                <a:gd name="T16" fmla="*/ 42 w 133"/>
                <a:gd name="T1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69">
                  <a:moveTo>
                    <a:pt x="42" y="69"/>
                  </a:moveTo>
                  <a:cubicBezTo>
                    <a:pt x="118" y="64"/>
                    <a:pt x="118" y="64"/>
                    <a:pt x="118" y="64"/>
                  </a:cubicBezTo>
                  <a:cubicBezTo>
                    <a:pt x="126" y="64"/>
                    <a:pt x="133" y="57"/>
                    <a:pt x="133" y="48"/>
                  </a:cubicBezTo>
                  <a:cubicBezTo>
                    <a:pt x="133" y="48"/>
                    <a:pt x="133" y="48"/>
                    <a:pt x="133" y="48"/>
                  </a:cubicBezTo>
                  <a:cubicBezTo>
                    <a:pt x="133" y="40"/>
                    <a:pt x="126" y="33"/>
                    <a:pt x="117" y="33"/>
                  </a:cubicBezTo>
                  <a:cubicBezTo>
                    <a:pt x="50" y="42"/>
                    <a:pt x="50" y="42"/>
                    <a:pt x="50" y="4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8"/>
                    <a:pt x="0" y="8"/>
                    <a:pt x="0" y="8"/>
                  </a:cubicBezTo>
                  <a:lnTo>
                    <a:pt x="42" y="69"/>
                  </a:lnTo>
                  <a:close/>
                </a:path>
              </a:pathLst>
            </a:custGeom>
            <a:solidFill>
              <a:srgbClr val="EE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4" name="任意多边形 111">
              <a:extLst>
                <a:ext uri="{FF2B5EF4-FFF2-40B4-BE49-F238E27FC236}">
                  <a16:creationId xmlns:a16="http://schemas.microsoft.com/office/drawing/2014/main" id="{C101B340-17A4-624B-A5DA-C48F4B5F19D3}"/>
                </a:ext>
              </a:extLst>
            </p:cNvPr>
            <p:cNvSpPr/>
            <p:nvPr/>
          </p:nvSpPr>
          <p:spPr bwMode="auto">
            <a:xfrm>
              <a:off x="8259821" y="3383147"/>
              <a:ext cx="48036" cy="41487"/>
            </a:xfrm>
            <a:custGeom>
              <a:avLst/>
              <a:gdLst>
                <a:gd name="T0" fmla="*/ 0 w 22"/>
                <a:gd name="T1" fmla="*/ 17 h 19"/>
                <a:gd name="T2" fmla="*/ 22 w 22"/>
                <a:gd name="T3" fmla="*/ 0 h 19"/>
                <a:gd name="T4" fmla="*/ 2 w 22"/>
                <a:gd name="T5" fmla="*/ 19 h 19"/>
                <a:gd name="T6" fmla="*/ 0 w 22"/>
                <a:gd name="T7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9">
                  <a:moveTo>
                    <a:pt x="0" y="17"/>
                  </a:moveTo>
                  <a:lnTo>
                    <a:pt x="22" y="0"/>
                  </a:lnTo>
                  <a:lnTo>
                    <a:pt x="2" y="1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5" name="任意多边形 112">
              <a:extLst>
                <a:ext uri="{FF2B5EF4-FFF2-40B4-BE49-F238E27FC236}">
                  <a16:creationId xmlns:a16="http://schemas.microsoft.com/office/drawing/2014/main" id="{3FB81EAC-7111-CE46-98B6-3E074F928D2A}"/>
                </a:ext>
              </a:extLst>
            </p:cNvPr>
            <p:cNvSpPr/>
            <p:nvPr/>
          </p:nvSpPr>
          <p:spPr bwMode="auto">
            <a:xfrm>
              <a:off x="8277289" y="3361312"/>
              <a:ext cx="21835" cy="17468"/>
            </a:xfrm>
            <a:custGeom>
              <a:avLst/>
              <a:gdLst>
                <a:gd name="T0" fmla="*/ 3 w 5"/>
                <a:gd name="T1" fmla="*/ 4 h 4"/>
                <a:gd name="T2" fmla="*/ 5 w 5"/>
                <a:gd name="T3" fmla="*/ 2 h 4"/>
                <a:gd name="T4" fmla="*/ 3 w 5"/>
                <a:gd name="T5" fmla="*/ 0 h 4"/>
                <a:gd name="T6" fmla="*/ 1 w 5"/>
                <a:gd name="T7" fmla="*/ 2 h 4"/>
                <a:gd name="T8" fmla="*/ 3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3" y="4"/>
                  </a:moveTo>
                  <a:cubicBezTo>
                    <a:pt x="4" y="4"/>
                    <a:pt x="5" y="4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3"/>
                    <a:pt x="1" y="4"/>
                    <a:pt x="3" y="4"/>
                  </a:cubicBezTo>
                  <a:close/>
                </a:path>
              </a:pathLst>
            </a:custGeom>
            <a:solidFill>
              <a:srgbClr val="C1E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6" name="任意多边形 113">
              <a:extLst>
                <a:ext uri="{FF2B5EF4-FFF2-40B4-BE49-F238E27FC236}">
                  <a16:creationId xmlns:a16="http://schemas.microsoft.com/office/drawing/2014/main" id="{78496238-3A91-0E43-B3F9-BF0B907B5A53}"/>
                </a:ext>
              </a:extLst>
            </p:cNvPr>
            <p:cNvSpPr/>
            <p:nvPr/>
          </p:nvSpPr>
          <p:spPr bwMode="auto">
            <a:xfrm>
              <a:off x="8150647" y="3147332"/>
              <a:ext cx="135375" cy="235815"/>
            </a:xfrm>
            <a:custGeom>
              <a:avLst/>
              <a:gdLst>
                <a:gd name="T0" fmla="*/ 19 w 30"/>
                <a:gd name="T1" fmla="*/ 52 h 52"/>
                <a:gd name="T2" fmla="*/ 0 w 30"/>
                <a:gd name="T3" fmla="*/ 20 h 52"/>
                <a:gd name="T4" fmla="*/ 10 w 30"/>
                <a:gd name="T5" fmla="*/ 1 h 52"/>
                <a:gd name="T6" fmla="*/ 15 w 30"/>
                <a:gd name="T7" fmla="*/ 4 h 52"/>
                <a:gd name="T8" fmla="*/ 19 w 30"/>
                <a:gd name="T9" fmla="*/ 23 h 52"/>
                <a:gd name="T10" fmla="*/ 23 w 30"/>
                <a:gd name="T11" fmla="*/ 18 h 52"/>
                <a:gd name="T12" fmla="*/ 29 w 30"/>
                <a:gd name="T13" fmla="*/ 20 h 52"/>
                <a:gd name="T14" fmla="*/ 30 w 30"/>
                <a:gd name="T15" fmla="*/ 44 h 52"/>
                <a:gd name="T16" fmla="*/ 19 w 30"/>
                <a:gd name="T1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52">
                  <a:moveTo>
                    <a:pt x="19" y="52"/>
                  </a:moveTo>
                  <a:cubicBezTo>
                    <a:pt x="15" y="46"/>
                    <a:pt x="0" y="29"/>
                    <a:pt x="0" y="20"/>
                  </a:cubicBezTo>
                  <a:cubicBezTo>
                    <a:pt x="1" y="10"/>
                    <a:pt x="8" y="2"/>
                    <a:pt x="10" y="1"/>
                  </a:cubicBezTo>
                  <a:cubicBezTo>
                    <a:pt x="12" y="1"/>
                    <a:pt x="15" y="0"/>
                    <a:pt x="15" y="4"/>
                  </a:cubicBezTo>
                  <a:cubicBezTo>
                    <a:pt x="16" y="7"/>
                    <a:pt x="16" y="19"/>
                    <a:pt x="19" y="23"/>
                  </a:cubicBezTo>
                  <a:cubicBezTo>
                    <a:pt x="22" y="28"/>
                    <a:pt x="23" y="22"/>
                    <a:pt x="23" y="18"/>
                  </a:cubicBezTo>
                  <a:cubicBezTo>
                    <a:pt x="24" y="14"/>
                    <a:pt x="29" y="14"/>
                    <a:pt x="29" y="20"/>
                  </a:cubicBezTo>
                  <a:cubicBezTo>
                    <a:pt x="29" y="26"/>
                    <a:pt x="27" y="40"/>
                    <a:pt x="30" y="44"/>
                  </a:cubicBezTo>
                  <a:lnTo>
                    <a:pt x="19" y="52"/>
                  </a:lnTo>
                  <a:close/>
                </a:path>
              </a:pathLst>
            </a:custGeom>
            <a:solidFill>
              <a:srgbClr val="FFE0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39" name="任意形状 238">
            <a:extLst>
              <a:ext uri="{FF2B5EF4-FFF2-40B4-BE49-F238E27FC236}">
                <a16:creationId xmlns:a16="http://schemas.microsoft.com/office/drawing/2014/main" id="{2C47ECEF-A2C3-6E44-B7A9-DE3C1297BBE8}"/>
              </a:ext>
            </a:extLst>
          </p:cNvPr>
          <p:cNvSpPr/>
          <p:nvPr/>
        </p:nvSpPr>
        <p:spPr>
          <a:xfrm>
            <a:off x="1367930" y="6085216"/>
            <a:ext cx="3835483" cy="593756"/>
          </a:xfrm>
          <a:custGeom>
            <a:avLst/>
            <a:gdLst>
              <a:gd name="connsiteX0" fmla="*/ 0 w 3835483"/>
              <a:gd name="connsiteY0" fmla="*/ 0 h 593756"/>
              <a:gd name="connsiteX1" fmla="*/ 3835484 w 3835483"/>
              <a:gd name="connsiteY1" fmla="*/ 0 h 593756"/>
              <a:gd name="connsiteX2" fmla="*/ 3835484 w 3835483"/>
              <a:gd name="connsiteY2" fmla="*/ 593756 h 593756"/>
              <a:gd name="connsiteX3" fmla="*/ 0 w 3835483"/>
              <a:gd name="connsiteY3" fmla="*/ 593756 h 59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5483" h="593756">
                <a:moveTo>
                  <a:pt x="0" y="0"/>
                </a:moveTo>
                <a:lnTo>
                  <a:pt x="3835484" y="0"/>
                </a:lnTo>
                <a:lnTo>
                  <a:pt x="3835484" y="593756"/>
                </a:lnTo>
                <a:lnTo>
                  <a:pt x="0" y="593756"/>
                </a:lnTo>
                <a:close/>
              </a:path>
            </a:pathLst>
          </a:custGeom>
          <a:noFill/>
          <a:ln w="114546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67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01CC6E8-D6B0-AA4D-9F36-0C51AED375EB}"/>
              </a:ext>
            </a:extLst>
          </p:cNvPr>
          <p:cNvGrpSpPr>
            <a:grpSpLocks noChangeAspect="1"/>
          </p:cNvGrpSpPr>
          <p:nvPr/>
        </p:nvGrpSpPr>
        <p:grpSpPr>
          <a:xfrm>
            <a:off x="1454868" y="1679576"/>
            <a:ext cx="6215756" cy="3905251"/>
            <a:chOff x="1939822" y="1028700"/>
            <a:chExt cx="8287668" cy="5207000"/>
          </a:xfrm>
        </p:grpSpPr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00768E55-EB55-054A-96A9-78E5B2350BF8}"/>
                </a:ext>
              </a:extLst>
            </p:cNvPr>
            <p:cNvSpPr/>
            <p:nvPr/>
          </p:nvSpPr>
          <p:spPr>
            <a:xfrm>
              <a:off x="5304000" y="2645229"/>
              <a:ext cx="1567542" cy="1567542"/>
            </a:xfrm>
            <a:prstGeom prst="roundRect">
              <a:avLst/>
            </a:prstGeom>
            <a:solidFill>
              <a:schemeClr val="accent1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任意多边形 23">
              <a:extLst>
                <a:ext uri="{FF2B5EF4-FFF2-40B4-BE49-F238E27FC236}">
                  <a16:creationId xmlns:a16="http://schemas.microsoft.com/office/drawing/2014/main" id="{D5078596-D073-4942-AE11-28B194C07332}"/>
                </a:ext>
              </a:extLst>
            </p:cNvPr>
            <p:cNvSpPr/>
            <p:nvPr/>
          </p:nvSpPr>
          <p:spPr bwMode="auto">
            <a:xfrm>
              <a:off x="5782928" y="3124158"/>
              <a:ext cx="609685" cy="609685"/>
            </a:xfrm>
            <a:custGeom>
              <a:avLst/>
              <a:gdLst>
                <a:gd name="connsiteX0" fmla="*/ 266700 w 533400"/>
                <a:gd name="connsiteY0" fmla="*/ 285750 h 533400"/>
                <a:gd name="connsiteX1" fmla="*/ 409575 w 533400"/>
                <a:gd name="connsiteY1" fmla="*/ 142875 h 533400"/>
                <a:gd name="connsiteX2" fmla="*/ 266700 w 533400"/>
                <a:gd name="connsiteY2" fmla="*/ 0 h 533400"/>
                <a:gd name="connsiteX3" fmla="*/ 123825 w 533400"/>
                <a:gd name="connsiteY3" fmla="*/ 142875 h 533400"/>
                <a:gd name="connsiteX4" fmla="*/ 266700 w 533400"/>
                <a:gd name="connsiteY4" fmla="*/ 285750 h 533400"/>
                <a:gd name="connsiteX5" fmla="*/ 266700 w 533400"/>
                <a:gd name="connsiteY5" fmla="*/ 19050 h 533400"/>
                <a:gd name="connsiteX6" fmla="*/ 390525 w 533400"/>
                <a:gd name="connsiteY6" fmla="*/ 142875 h 533400"/>
                <a:gd name="connsiteX7" fmla="*/ 266700 w 533400"/>
                <a:gd name="connsiteY7" fmla="*/ 266700 h 533400"/>
                <a:gd name="connsiteX8" fmla="*/ 142875 w 533400"/>
                <a:gd name="connsiteY8" fmla="*/ 142875 h 533400"/>
                <a:gd name="connsiteX9" fmla="*/ 266700 w 533400"/>
                <a:gd name="connsiteY9" fmla="*/ 19050 h 533400"/>
                <a:gd name="connsiteX10" fmla="*/ 419100 w 533400"/>
                <a:gd name="connsiteY10" fmla="*/ 333375 h 533400"/>
                <a:gd name="connsiteX11" fmla="*/ 114300 w 533400"/>
                <a:gd name="connsiteY11" fmla="*/ 333375 h 533400"/>
                <a:gd name="connsiteX12" fmla="*/ 0 w 533400"/>
                <a:gd name="connsiteY12" fmla="*/ 447675 h 533400"/>
                <a:gd name="connsiteX13" fmla="*/ 0 w 533400"/>
                <a:gd name="connsiteY13" fmla="*/ 533400 h 533400"/>
                <a:gd name="connsiteX14" fmla="*/ 19050 w 533400"/>
                <a:gd name="connsiteY14" fmla="*/ 533400 h 533400"/>
                <a:gd name="connsiteX15" fmla="*/ 19050 w 533400"/>
                <a:gd name="connsiteY15" fmla="*/ 447675 h 533400"/>
                <a:gd name="connsiteX16" fmla="*/ 114300 w 533400"/>
                <a:gd name="connsiteY16" fmla="*/ 352425 h 533400"/>
                <a:gd name="connsiteX17" fmla="*/ 419100 w 533400"/>
                <a:gd name="connsiteY17" fmla="*/ 352425 h 533400"/>
                <a:gd name="connsiteX18" fmla="*/ 514350 w 533400"/>
                <a:gd name="connsiteY18" fmla="*/ 447675 h 533400"/>
                <a:gd name="connsiteX19" fmla="*/ 514350 w 533400"/>
                <a:gd name="connsiteY19" fmla="*/ 533400 h 533400"/>
                <a:gd name="connsiteX20" fmla="*/ 533400 w 533400"/>
                <a:gd name="connsiteY20" fmla="*/ 533400 h 533400"/>
                <a:gd name="connsiteX21" fmla="*/ 533400 w 533400"/>
                <a:gd name="connsiteY21" fmla="*/ 447675 h 533400"/>
                <a:gd name="connsiteX22" fmla="*/ 419100 w 533400"/>
                <a:gd name="connsiteY22" fmla="*/ 333375 h 533400"/>
                <a:gd name="connsiteX23" fmla="*/ 342900 w 533400"/>
                <a:gd name="connsiteY23" fmla="*/ 466725 h 533400"/>
                <a:gd name="connsiteX24" fmla="*/ 457200 w 533400"/>
                <a:gd name="connsiteY24" fmla="*/ 466725 h 533400"/>
                <a:gd name="connsiteX25" fmla="*/ 457200 w 533400"/>
                <a:gd name="connsiteY25" fmla="*/ 447675 h 533400"/>
                <a:gd name="connsiteX26" fmla="*/ 342900 w 533400"/>
                <a:gd name="connsiteY26" fmla="*/ 447675 h 533400"/>
                <a:gd name="connsiteX27" fmla="*/ 342900 w 533400"/>
                <a:gd name="connsiteY27" fmla="*/ 466725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33400" h="533400">
                  <a:moveTo>
                    <a:pt x="266700" y="285750"/>
                  </a:moveTo>
                  <a:cubicBezTo>
                    <a:pt x="345758" y="285750"/>
                    <a:pt x="409575" y="221933"/>
                    <a:pt x="409575" y="142875"/>
                  </a:cubicBezTo>
                  <a:cubicBezTo>
                    <a:pt x="409575" y="63818"/>
                    <a:pt x="345758" y="0"/>
                    <a:pt x="266700" y="0"/>
                  </a:cubicBezTo>
                  <a:cubicBezTo>
                    <a:pt x="187643" y="0"/>
                    <a:pt x="123825" y="63818"/>
                    <a:pt x="123825" y="142875"/>
                  </a:cubicBezTo>
                  <a:cubicBezTo>
                    <a:pt x="123825" y="221933"/>
                    <a:pt x="187643" y="285750"/>
                    <a:pt x="266700" y="285750"/>
                  </a:cubicBezTo>
                  <a:close/>
                  <a:moveTo>
                    <a:pt x="266700" y="19050"/>
                  </a:moveTo>
                  <a:cubicBezTo>
                    <a:pt x="335280" y="19050"/>
                    <a:pt x="390525" y="74295"/>
                    <a:pt x="390525" y="142875"/>
                  </a:cubicBezTo>
                  <a:cubicBezTo>
                    <a:pt x="390525" y="211455"/>
                    <a:pt x="335280" y="266700"/>
                    <a:pt x="266700" y="266700"/>
                  </a:cubicBezTo>
                  <a:cubicBezTo>
                    <a:pt x="198120" y="266700"/>
                    <a:pt x="142875" y="211455"/>
                    <a:pt x="142875" y="142875"/>
                  </a:cubicBezTo>
                  <a:cubicBezTo>
                    <a:pt x="142875" y="74295"/>
                    <a:pt x="198120" y="19050"/>
                    <a:pt x="266700" y="19050"/>
                  </a:cubicBezTo>
                  <a:close/>
                  <a:moveTo>
                    <a:pt x="419100" y="333375"/>
                  </a:moveTo>
                  <a:lnTo>
                    <a:pt x="114300" y="333375"/>
                  </a:lnTo>
                  <a:cubicBezTo>
                    <a:pt x="51435" y="333375"/>
                    <a:pt x="0" y="384810"/>
                    <a:pt x="0" y="447675"/>
                  </a:cubicBezTo>
                  <a:lnTo>
                    <a:pt x="0" y="533400"/>
                  </a:lnTo>
                  <a:lnTo>
                    <a:pt x="19050" y="533400"/>
                  </a:lnTo>
                  <a:lnTo>
                    <a:pt x="19050" y="447675"/>
                  </a:lnTo>
                  <a:cubicBezTo>
                    <a:pt x="19050" y="395288"/>
                    <a:pt x="61913" y="352425"/>
                    <a:pt x="114300" y="352425"/>
                  </a:cubicBezTo>
                  <a:lnTo>
                    <a:pt x="419100" y="352425"/>
                  </a:lnTo>
                  <a:cubicBezTo>
                    <a:pt x="471488" y="352425"/>
                    <a:pt x="514350" y="395288"/>
                    <a:pt x="514350" y="447675"/>
                  </a:cubicBezTo>
                  <a:lnTo>
                    <a:pt x="514350" y="533400"/>
                  </a:lnTo>
                  <a:lnTo>
                    <a:pt x="533400" y="533400"/>
                  </a:lnTo>
                  <a:lnTo>
                    <a:pt x="533400" y="447675"/>
                  </a:lnTo>
                  <a:cubicBezTo>
                    <a:pt x="533400" y="384810"/>
                    <a:pt x="481965" y="333375"/>
                    <a:pt x="419100" y="333375"/>
                  </a:cubicBezTo>
                  <a:close/>
                  <a:moveTo>
                    <a:pt x="342900" y="466725"/>
                  </a:moveTo>
                  <a:lnTo>
                    <a:pt x="457200" y="466725"/>
                  </a:lnTo>
                  <a:lnTo>
                    <a:pt x="457200" y="447675"/>
                  </a:lnTo>
                  <a:lnTo>
                    <a:pt x="342900" y="447675"/>
                  </a:lnTo>
                  <a:lnTo>
                    <a:pt x="342900" y="4667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808D306-5108-4941-B729-FF7163C109E6}"/>
                </a:ext>
              </a:extLst>
            </p:cNvPr>
            <p:cNvSpPr/>
            <p:nvPr/>
          </p:nvSpPr>
          <p:spPr>
            <a:xfrm>
              <a:off x="5295771" y="4232966"/>
              <a:ext cx="1584000" cy="1173922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2">
                      <a:lumMod val="50000"/>
                    </a:schemeClr>
                  </a:solidFill>
                </a:rPr>
                <a:t>Copy paste fonts. Choose the only option to retain text.</a:t>
              </a:r>
            </a:p>
          </p:txBody>
        </p: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324C7AD5-6FBE-BA4C-AE8F-E4CCAA361B8A}"/>
                </a:ext>
              </a:extLst>
            </p:cNvPr>
            <p:cNvSpPr/>
            <p:nvPr/>
          </p:nvSpPr>
          <p:spPr>
            <a:xfrm>
              <a:off x="6977860" y="3482601"/>
              <a:ext cx="1567542" cy="1567542"/>
            </a:xfrm>
            <a:prstGeom prst="roundRect">
              <a:avLst/>
            </a:prstGeom>
            <a:solidFill>
              <a:schemeClr val="bg2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 6">
              <a:extLst>
                <a:ext uri="{FF2B5EF4-FFF2-40B4-BE49-F238E27FC236}">
                  <a16:creationId xmlns:a16="http://schemas.microsoft.com/office/drawing/2014/main" id="{5920AEFC-C8D7-3E4D-8E92-4C5341D9D150}"/>
                </a:ext>
              </a:extLst>
            </p:cNvPr>
            <p:cNvSpPr/>
            <p:nvPr/>
          </p:nvSpPr>
          <p:spPr bwMode="auto">
            <a:xfrm>
              <a:off x="7482693" y="3961530"/>
              <a:ext cx="557876" cy="609685"/>
            </a:xfrm>
            <a:custGeom>
              <a:avLst/>
              <a:gdLst>
                <a:gd name="connsiteX0" fmla="*/ 368431 w 488073"/>
                <a:gd name="connsiteY0" fmla="*/ 621 h 533400"/>
                <a:gd name="connsiteX1" fmla="*/ 368431 w 488073"/>
                <a:gd name="connsiteY1" fmla="*/ 19671 h 533400"/>
                <a:gd name="connsiteX2" fmla="*/ 339856 w 488073"/>
                <a:gd name="connsiteY2" fmla="*/ 19671 h 533400"/>
                <a:gd name="connsiteX3" fmla="*/ 339856 w 488073"/>
                <a:gd name="connsiteY3" fmla="*/ 135876 h 533400"/>
                <a:gd name="connsiteX4" fmla="*/ 341761 w 488073"/>
                <a:gd name="connsiteY4" fmla="*/ 145401 h 533400"/>
                <a:gd name="connsiteX5" fmla="*/ 342713 w 488073"/>
                <a:gd name="connsiteY5" fmla="*/ 147306 h 533400"/>
                <a:gd name="connsiteX6" fmla="*/ 483683 w 488073"/>
                <a:gd name="connsiteY6" fmla="*/ 464489 h 533400"/>
                <a:gd name="connsiteX7" fmla="*/ 484636 w 488073"/>
                <a:gd name="connsiteY7" fmla="*/ 509256 h 533400"/>
                <a:gd name="connsiteX8" fmla="*/ 448441 w 488073"/>
                <a:gd name="connsiteY8" fmla="*/ 534021 h 533400"/>
                <a:gd name="connsiteX9" fmla="*/ 448441 w 488073"/>
                <a:gd name="connsiteY9" fmla="*/ 534021 h 533400"/>
                <a:gd name="connsiteX10" fmla="*/ 40771 w 488073"/>
                <a:gd name="connsiteY10" fmla="*/ 534021 h 533400"/>
                <a:gd name="connsiteX11" fmla="*/ 4576 w 488073"/>
                <a:gd name="connsiteY11" fmla="*/ 509256 h 533400"/>
                <a:gd name="connsiteX12" fmla="*/ 5528 w 488073"/>
                <a:gd name="connsiteY12" fmla="*/ 464489 h 533400"/>
                <a:gd name="connsiteX13" fmla="*/ 5528 w 488073"/>
                <a:gd name="connsiteY13" fmla="*/ 464489 h 533400"/>
                <a:gd name="connsiteX14" fmla="*/ 146498 w 488073"/>
                <a:gd name="connsiteY14" fmla="*/ 147306 h 533400"/>
                <a:gd name="connsiteX15" fmla="*/ 149356 w 488073"/>
                <a:gd name="connsiteY15" fmla="*/ 135876 h 533400"/>
                <a:gd name="connsiteX16" fmla="*/ 149356 w 488073"/>
                <a:gd name="connsiteY16" fmla="*/ 135876 h 533400"/>
                <a:gd name="connsiteX17" fmla="*/ 149356 w 488073"/>
                <a:gd name="connsiteY17" fmla="*/ 19671 h 533400"/>
                <a:gd name="connsiteX18" fmla="*/ 120781 w 488073"/>
                <a:gd name="connsiteY18" fmla="*/ 19671 h 533400"/>
                <a:gd name="connsiteX19" fmla="*/ 120781 w 488073"/>
                <a:gd name="connsiteY19" fmla="*/ 621 h 533400"/>
                <a:gd name="connsiteX20" fmla="*/ 368431 w 488073"/>
                <a:gd name="connsiteY20" fmla="*/ 621 h 533400"/>
                <a:gd name="connsiteX21" fmla="*/ 253178 w 488073"/>
                <a:gd name="connsiteY21" fmla="*/ 415911 h 533400"/>
                <a:gd name="connsiteX22" fmla="*/ 250321 w 488073"/>
                <a:gd name="connsiteY22" fmla="*/ 417816 h 533400"/>
                <a:gd name="connsiteX23" fmla="*/ 51248 w 488073"/>
                <a:gd name="connsiteY23" fmla="*/ 409244 h 533400"/>
                <a:gd name="connsiteX24" fmla="*/ 23626 w 488073"/>
                <a:gd name="connsiteY24" fmla="*/ 471156 h 533400"/>
                <a:gd name="connsiteX25" fmla="*/ 22673 w 488073"/>
                <a:gd name="connsiteY25" fmla="*/ 501636 h 533400"/>
                <a:gd name="connsiteX26" fmla="*/ 40771 w 488073"/>
                <a:gd name="connsiteY26" fmla="*/ 514971 h 533400"/>
                <a:gd name="connsiteX27" fmla="*/ 40771 w 488073"/>
                <a:gd name="connsiteY27" fmla="*/ 514971 h 533400"/>
                <a:gd name="connsiteX28" fmla="*/ 447488 w 488073"/>
                <a:gd name="connsiteY28" fmla="*/ 514971 h 533400"/>
                <a:gd name="connsiteX29" fmla="*/ 465586 w 488073"/>
                <a:gd name="connsiteY29" fmla="*/ 502589 h 533400"/>
                <a:gd name="connsiteX30" fmla="*/ 464633 w 488073"/>
                <a:gd name="connsiteY30" fmla="*/ 472109 h 533400"/>
                <a:gd name="connsiteX31" fmla="*/ 464633 w 488073"/>
                <a:gd name="connsiteY31" fmla="*/ 472109 h 533400"/>
                <a:gd name="connsiteX32" fmla="*/ 436058 w 488073"/>
                <a:gd name="connsiteY32" fmla="*/ 408291 h 533400"/>
                <a:gd name="connsiteX33" fmla="*/ 435106 w 488073"/>
                <a:gd name="connsiteY33" fmla="*/ 408291 h 533400"/>
                <a:gd name="connsiteX34" fmla="*/ 253178 w 488073"/>
                <a:gd name="connsiteY34" fmla="*/ 415911 h 533400"/>
                <a:gd name="connsiteX35" fmla="*/ 320806 w 488073"/>
                <a:gd name="connsiteY35" fmla="*/ 19671 h 533400"/>
                <a:gd name="connsiteX36" fmla="*/ 168406 w 488073"/>
                <a:gd name="connsiteY36" fmla="*/ 19671 h 533400"/>
                <a:gd name="connsiteX37" fmla="*/ 168406 w 488073"/>
                <a:gd name="connsiteY37" fmla="*/ 135876 h 533400"/>
                <a:gd name="connsiteX38" fmla="*/ 165548 w 488073"/>
                <a:gd name="connsiteY38" fmla="*/ 153021 h 533400"/>
                <a:gd name="connsiteX39" fmla="*/ 165548 w 488073"/>
                <a:gd name="connsiteY39" fmla="*/ 153021 h 533400"/>
                <a:gd name="connsiteX40" fmla="*/ 164596 w 488073"/>
                <a:gd name="connsiteY40" fmla="*/ 155878 h 533400"/>
                <a:gd name="connsiteX41" fmla="*/ 58868 w 488073"/>
                <a:gd name="connsiteY41" fmla="*/ 392098 h 533400"/>
                <a:gd name="connsiteX42" fmla="*/ 236033 w 488073"/>
                <a:gd name="connsiteY42" fmla="*/ 404481 h 533400"/>
                <a:gd name="connsiteX43" fmla="*/ 238891 w 488073"/>
                <a:gd name="connsiteY43" fmla="*/ 402576 h 533400"/>
                <a:gd name="connsiteX44" fmla="*/ 425581 w 488073"/>
                <a:gd name="connsiteY44" fmla="*/ 382573 h 533400"/>
                <a:gd name="connsiteX45" fmla="*/ 324616 w 488073"/>
                <a:gd name="connsiteY45" fmla="*/ 154926 h 533400"/>
                <a:gd name="connsiteX46" fmla="*/ 320806 w 488073"/>
                <a:gd name="connsiteY46" fmla="*/ 135876 h 533400"/>
                <a:gd name="connsiteX47" fmla="*/ 320806 w 488073"/>
                <a:gd name="connsiteY47" fmla="*/ 135876 h 533400"/>
                <a:gd name="connsiteX48" fmla="*/ 320806 w 488073"/>
                <a:gd name="connsiteY48" fmla="*/ 19671 h 533400"/>
                <a:gd name="connsiteX49" fmla="*/ 306518 w 488073"/>
                <a:gd name="connsiteY49" fmla="*/ 248271 h 533400"/>
                <a:gd name="connsiteX50" fmla="*/ 349381 w 488073"/>
                <a:gd name="connsiteY50" fmla="*/ 291134 h 533400"/>
                <a:gd name="connsiteX51" fmla="*/ 306518 w 488073"/>
                <a:gd name="connsiteY51" fmla="*/ 333996 h 533400"/>
                <a:gd name="connsiteX52" fmla="*/ 263656 w 488073"/>
                <a:gd name="connsiteY52" fmla="*/ 291134 h 533400"/>
                <a:gd name="connsiteX53" fmla="*/ 306518 w 488073"/>
                <a:gd name="connsiteY53" fmla="*/ 248271 h 533400"/>
                <a:gd name="connsiteX54" fmla="*/ 306518 w 488073"/>
                <a:gd name="connsiteY54" fmla="*/ 267321 h 533400"/>
                <a:gd name="connsiteX55" fmla="*/ 282706 w 488073"/>
                <a:gd name="connsiteY55" fmla="*/ 291134 h 533400"/>
                <a:gd name="connsiteX56" fmla="*/ 306518 w 488073"/>
                <a:gd name="connsiteY56" fmla="*/ 314946 h 533400"/>
                <a:gd name="connsiteX57" fmla="*/ 330331 w 488073"/>
                <a:gd name="connsiteY57" fmla="*/ 291134 h 533400"/>
                <a:gd name="connsiteX58" fmla="*/ 306518 w 488073"/>
                <a:gd name="connsiteY58" fmla="*/ 26732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88073" h="533400">
                  <a:moveTo>
                    <a:pt x="368431" y="621"/>
                  </a:moveTo>
                  <a:lnTo>
                    <a:pt x="368431" y="19671"/>
                  </a:lnTo>
                  <a:lnTo>
                    <a:pt x="339856" y="19671"/>
                  </a:lnTo>
                  <a:lnTo>
                    <a:pt x="339856" y="135876"/>
                  </a:lnTo>
                  <a:cubicBezTo>
                    <a:pt x="339856" y="138734"/>
                    <a:pt x="340808" y="142544"/>
                    <a:pt x="341761" y="145401"/>
                  </a:cubicBezTo>
                  <a:lnTo>
                    <a:pt x="342713" y="147306"/>
                  </a:lnTo>
                  <a:lnTo>
                    <a:pt x="483683" y="464489"/>
                  </a:lnTo>
                  <a:cubicBezTo>
                    <a:pt x="490351" y="478776"/>
                    <a:pt x="490351" y="494969"/>
                    <a:pt x="484636" y="509256"/>
                  </a:cubicBezTo>
                  <a:cubicBezTo>
                    <a:pt x="478921" y="524496"/>
                    <a:pt x="464633" y="534021"/>
                    <a:pt x="448441" y="534021"/>
                  </a:cubicBezTo>
                  <a:lnTo>
                    <a:pt x="448441" y="534021"/>
                  </a:lnTo>
                  <a:lnTo>
                    <a:pt x="40771" y="534021"/>
                  </a:lnTo>
                  <a:cubicBezTo>
                    <a:pt x="24578" y="534021"/>
                    <a:pt x="10291" y="524496"/>
                    <a:pt x="4576" y="509256"/>
                  </a:cubicBezTo>
                  <a:cubicBezTo>
                    <a:pt x="-1139" y="494969"/>
                    <a:pt x="-187" y="478776"/>
                    <a:pt x="5528" y="464489"/>
                  </a:cubicBezTo>
                  <a:lnTo>
                    <a:pt x="5528" y="464489"/>
                  </a:lnTo>
                  <a:lnTo>
                    <a:pt x="146498" y="147306"/>
                  </a:lnTo>
                  <a:cubicBezTo>
                    <a:pt x="148403" y="143496"/>
                    <a:pt x="149356" y="139686"/>
                    <a:pt x="149356" y="135876"/>
                  </a:cubicBezTo>
                  <a:lnTo>
                    <a:pt x="149356" y="135876"/>
                  </a:lnTo>
                  <a:lnTo>
                    <a:pt x="149356" y="19671"/>
                  </a:lnTo>
                  <a:lnTo>
                    <a:pt x="120781" y="19671"/>
                  </a:lnTo>
                  <a:lnTo>
                    <a:pt x="120781" y="621"/>
                  </a:lnTo>
                  <a:lnTo>
                    <a:pt x="368431" y="621"/>
                  </a:lnTo>
                  <a:close/>
                  <a:moveTo>
                    <a:pt x="253178" y="415911"/>
                  </a:moveTo>
                  <a:lnTo>
                    <a:pt x="250321" y="417816"/>
                  </a:lnTo>
                  <a:cubicBezTo>
                    <a:pt x="195076" y="456869"/>
                    <a:pt x="119828" y="453059"/>
                    <a:pt x="51248" y="409244"/>
                  </a:cubicBezTo>
                  <a:lnTo>
                    <a:pt x="23626" y="471156"/>
                  </a:lnTo>
                  <a:cubicBezTo>
                    <a:pt x="19816" y="480681"/>
                    <a:pt x="18863" y="491159"/>
                    <a:pt x="22673" y="501636"/>
                  </a:cubicBezTo>
                  <a:cubicBezTo>
                    <a:pt x="25531" y="510209"/>
                    <a:pt x="33151" y="514971"/>
                    <a:pt x="40771" y="514971"/>
                  </a:cubicBezTo>
                  <a:lnTo>
                    <a:pt x="40771" y="514971"/>
                  </a:lnTo>
                  <a:lnTo>
                    <a:pt x="447488" y="514971"/>
                  </a:lnTo>
                  <a:cubicBezTo>
                    <a:pt x="456061" y="514971"/>
                    <a:pt x="462728" y="510209"/>
                    <a:pt x="465586" y="502589"/>
                  </a:cubicBezTo>
                  <a:cubicBezTo>
                    <a:pt x="469396" y="493064"/>
                    <a:pt x="469396" y="481634"/>
                    <a:pt x="464633" y="472109"/>
                  </a:cubicBezTo>
                  <a:lnTo>
                    <a:pt x="464633" y="472109"/>
                  </a:lnTo>
                  <a:lnTo>
                    <a:pt x="436058" y="408291"/>
                  </a:lnTo>
                  <a:lnTo>
                    <a:pt x="435106" y="408291"/>
                  </a:lnTo>
                  <a:cubicBezTo>
                    <a:pt x="375098" y="378764"/>
                    <a:pt x="302708" y="382573"/>
                    <a:pt x="253178" y="415911"/>
                  </a:cubicBezTo>
                  <a:close/>
                  <a:moveTo>
                    <a:pt x="320806" y="19671"/>
                  </a:moveTo>
                  <a:lnTo>
                    <a:pt x="168406" y="19671"/>
                  </a:lnTo>
                  <a:lnTo>
                    <a:pt x="168406" y="135876"/>
                  </a:lnTo>
                  <a:cubicBezTo>
                    <a:pt x="168406" y="141591"/>
                    <a:pt x="167453" y="147306"/>
                    <a:pt x="165548" y="153021"/>
                  </a:cubicBezTo>
                  <a:lnTo>
                    <a:pt x="165548" y="153021"/>
                  </a:lnTo>
                  <a:lnTo>
                    <a:pt x="164596" y="155878"/>
                  </a:lnTo>
                  <a:lnTo>
                    <a:pt x="58868" y="392098"/>
                  </a:lnTo>
                  <a:cubicBezTo>
                    <a:pt x="120781" y="432103"/>
                    <a:pt x="187456" y="436866"/>
                    <a:pt x="236033" y="404481"/>
                  </a:cubicBezTo>
                  <a:lnTo>
                    <a:pt x="238891" y="402576"/>
                  </a:lnTo>
                  <a:cubicBezTo>
                    <a:pt x="290326" y="366381"/>
                    <a:pt x="361763" y="359714"/>
                    <a:pt x="425581" y="382573"/>
                  </a:cubicBezTo>
                  <a:lnTo>
                    <a:pt x="324616" y="154926"/>
                  </a:lnTo>
                  <a:cubicBezTo>
                    <a:pt x="321758" y="149211"/>
                    <a:pt x="320806" y="142544"/>
                    <a:pt x="320806" y="135876"/>
                  </a:cubicBezTo>
                  <a:lnTo>
                    <a:pt x="320806" y="135876"/>
                  </a:lnTo>
                  <a:lnTo>
                    <a:pt x="320806" y="19671"/>
                  </a:lnTo>
                  <a:close/>
                  <a:moveTo>
                    <a:pt x="306518" y="248271"/>
                  </a:moveTo>
                  <a:cubicBezTo>
                    <a:pt x="330331" y="248271"/>
                    <a:pt x="349381" y="267321"/>
                    <a:pt x="349381" y="291134"/>
                  </a:cubicBezTo>
                  <a:cubicBezTo>
                    <a:pt x="349381" y="314946"/>
                    <a:pt x="330331" y="333996"/>
                    <a:pt x="306518" y="333996"/>
                  </a:cubicBezTo>
                  <a:cubicBezTo>
                    <a:pt x="282706" y="333996"/>
                    <a:pt x="263656" y="314946"/>
                    <a:pt x="263656" y="291134"/>
                  </a:cubicBezTo>
                  <a:cubicBezTo>
                    <a:pt x="263656" y="267321"/>
                    <a:pt x="282706" y="248271"/>
                    <a:pt x="306518" y="248271"/>
                  </a:cubicBezTo>
                  <a:close/>
                  <a:moveTo>
                    <a:pt x="306518" y="267321"/>
                  </a:moveTo>
                  <a:cubicBezTo>
                    <a:pt x="293183" y="267321"/>
                    <a:pt x="282706" y="277798"/>
                    <a:pt x="282706" y="291134"/>
                  </a:cubicBezTo>
                  <a:cubicBezTo>
                    <a:pt x="282706" y="304469"/>
                    <a:pt x="293183" y="314946"/>
                    <a:pt x="306518" y="314946"/>
                  </a:cubicBezTo>
                  <a:cubicBezTo>
                    <a:pt x="319853" y="314946"/>
                    <a:pt x="330331" y="304469"/>
                    <a:pt x="330331" y="291134"/>
                  </a:cubicBezTo>
                  <a:cubicBezTo>
                    <a:pt x="330331" y="277798"/>
                    <a:pt x="319853" y="267321"/>
                    <a:pt x="306518" y="267321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AFF960B-8E17-B64E-A3F0-5541F5096FDE}"/>
                </a:ext>
              </a:extLst>
            </p:cNvPr>
            <p:cNvSpPr/>
            <p:nvPr/>
          </p:nvSpPr>
          <p:spPr>
            <a:xfrm>
              <a:off x="6961402" y="5061778"/>
              <a:ext cx="1584000" cy="1173922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2">
                      <a:lumMod val="50000"/>
                    </a:schemeClr>
                  </a:solidFill>
                </a:rPr>
                <a:t>Copy paste fonts. Choose the only option to retain text.</a:t>
              </a: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1B6F7441-9CE8-7E48-B56F-288052660292}"/>
                </a:ext>
              </a:extLst>
            </p:cNvPr>
            <p:cNvSpPr/>
            <p:nvPr/>
          </p:nvSpPr>
          <p:spPr>
            <a:xfrm>
              <a:off x="6977860" y="1824977"/>
              <a:ext cx="1567542" cy="1567542"/>
            </a:xfrm>
            <a:prstGeom prst="roundRect">
              <a:avLst/>
            </a:prstGeom>
            <a:solidFill>
              <a:schemeClr val="bg2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任意多边形 19">
              <a:extLst>
                <a:ext uri="{FF2B5EF4-FFF2-40B4-BE49-F238E27FC236}">
                  <a16:creationId xmlns:a16="http://schemas.microsoft.com/office/drawing/2014/main" id="{428E28F0-60F6-6A45-825B-590FD87583BF}"/>
                </a:ext>
              </a:extLst>
            </p:cNvPr>
            <p:cNvSpPr/>
            <p:nvPr/>
          </p:nvSpPr>
          <p:spPr bwMode="auto">
            <a:xfrm>
              <a:off x="7456788" y="2303906"/>
              <a:ext cx="609685" cy="609685"/>
            </a:xfrm>
            <a:custGeom>
              <a:avLst/>
              <a:gdLst>
                <a:gd name="connsiteX0" fmla="*/ 343764 w 533400"/>
                <a:gd name="connsiteY0" fmla="*/ 621 h 533400"/>
                <a:gd name="connsiteX1" fmla="*/ 381864 w 533400"/>
                <a:gd name="connsiteY1" fmla="*/ 38721 h 533400"/>
                <a:gd name="connsiteX2" fmla="*/ 381864 w 533400"/>
                <a:gd name="connsiteY2" fmla="*/ 38721 h 533400"/>
                <a:gd name="connsiteX3" fmla="*/ 381864 w 533400"/>
                <a:gd name="connsiteY3" fmla="*/ 114921 h 533400"/>
                <a:gd name="connsiteX4" fmla="*/ 496164 w 533400"/>
                <a:gd name="connsiteY4" fmla="*/ 114921 h 533400"/>
                <a:gd name="connsiteX5" fmla="*/ 534264 w 533400"/>
                <a:gd name="connsiteY5" fmla="*/ 151116 h 533400"/>
                <a:gd name="connsiteX6" fmla="*/ 534264 w 533400"/>
                <a:gd name="connsiteY6" fmla="*/ 153021 h 533400"/>
                <a:gd name="connsiteX7" fmla="*/ 534264 w 533400"/>
                <a:gd name="connsiteY7" fmla="*/ 381621 h 533400"/>
                <a:gd name="connsiteX8" fmla="*/ 498069 w 533400"/>
                <a:gd name="connsiteY8" fmla="*/ 419721 h 533400"/>
                <a:gd name="connsiteX9" fmla="*/ 496164 w 533400"/>
                <a:gd name="connsiteY9" fmla="*/ 419721 h 533400"/>
                <a:gd name="connsiteX10" fmla="*/ 381864 w 533400"/>
                <a:gd name="connsiteY10" fmla="*/ 419721 h 533400"/>
                <a:gd name="connsiteX11" fmla="*/ 381864 w 533400"/>
                <a:gd name="connsiteY11" fmla="*/ 495921 h 533400"/>
                <a:gd name="connsiteX12" fmla="*/ 345669 w 533400"/>
                <a:gd name="connsiteY12" fmla="*/ 534021 h 533400"/>
                <a:gd name="connsiteX13" fmla="*/ 343764 w 533400"/>
                <a:gd name="connsiteY13" fmla="*/ 534021 h 533400"/>
                <a:gd name="connsiteX14" fmla="*/ 191364 w 533400"/>
                <a:gd name="connsiteY14" fmla="*/ 534021 h 533400"/>
                <a:gd name="connsiteX15" fmla="*/ 153264 w 533400"/>
                <a:gd name="connsiteY15" fmla="*/ 495921 h 533400"/>
                <a:gd name="connsiteX16" fmla="*/ 153264 w 533400"/>
                <a:gd name="connsiteY16" fmla="*/ 495921 h 533400"/>
                <a:gd name="connsiteX17" fmla="*/ 153264 w 533400"/>
                <a:gd name="connsiteY17" fmla="*/ 419721 h 533400"/>
                <a:gd name="connsiteX18" fmla="*/ 38964 w 533400"/>
                <a:gd name="connsiteY18" fmla="*/ 419721 h 533400"/>
                <a:gd name="connsiteX19" fmla="*/ 864 w 533400"/>
                <a:gd name="connsiteY19" fmla="*/ 383526 h 533400"/>
                <a:gd name="connsiteX20" fmla="*/ 864 w 533400"/>
                <a:gd name="connsiteY20" fmla="*/ 381621 h 533400"/>
                <a:gd name="connsiteX21" fmla="*/ 864 w 533400"/>
                <a:gd name="connsiteY21" fmla="*/ 197789 h 533400"/>
                <a:gd name="connsiteX22" fmla="*/ 9436 w 533400"/>
                <a:gd name="connsiteY22" fmla="*/ 173976 h 533400"/>
                <a:gd name="connsiteX23" fmla="*/ 11342 w 533400"/>
                <a:gd name="connsiteY23" fmla="*/ 172071 h 533400"/>
                <a:gd name="connsiteX24" fmla="*/ 52299 w 533400"/>
                <a:gd name="connsiteY24" fmla="*/ 127303 h 533400"/>
                <a:gd name="connsiteX25" fmla="*/ 78017 w 533400"/>
                <a:gd name="connsiteY25" fmla="*/ 114921 h 533400"/>
                <a:gd name="connsiteX26" fmla="*/ 79921 w 533400"/>
                <a:gd name="connsiteY26" fmla="*/ 114921 h 533400"/>
                <a:gd name="connsiteX27" fmla="*/ 153264 w 533400"/>
                <a:gd name="connsiteY27" fmla="*/ 114921 h 533400"/>
                <a:gd name="connsiteX28" fmla="*/ 153264 w 533400"/>
                <a:gd name="connsiteY28" fmla="*/ 38721 h 533400"/>
                <a:gd name="connsiteX29" fmla="*/ 189459 w 533400"/>
                <a:gd name="connsiteY29" fmla="*/ 621 h 533400"/>
                <a:gd name="connsiteX30" fmla="*/ 191364 w 533400"/>
                <a:gd name="connsiteY30" fmla="*/ 621 h 533400"/>
                <a:gd name="connsiteX31" fmla="*/ 343764 w 533400"/>
                <a:gd name="connsiteY31" fmla="*/ 621 h 533400"/>
                <a:gd name="connsiteX32" fmla="*/ 343764 w 533400"/>
                <a:gd name="connsiteY32" fmla="*/ 286371 h 533400"/>
                <a:gd name="connsiteX33" fmla="*/ 191364 w 533400"/>
                <a:gd name="connsiteY33" fmla="*/ 286371 h 533400"/>
                <a:gd name="connsiteX34" fmla="*/ 172314 w 533400"/>
                <a:gd name="connsiteY34" fmla="*/ 305421 h 533400"/>
                <a:gd name="connsiteX35" fmla="*/ 172314 w 533400"/>
                <a:gd name="connsiteY35" fmla="*/ 305421 h 533400"/>
                <a:gd name="connsiteX36" fmla="*/ 172314 w 533400"/>
                <a:gd name="connsiteY36" fmla="*/ 495921 h 533400"/>
                <a:gd name="connsiteX37" fmla="*/ 191364 w 533400"/>
                <a:gd name="connsiteY37" fmla="*/ 514971 h 533400"/>
                <a:gd name="connsiteX38" fmla="*/ 191364 w 533400"/>
                <a:gd name="connsiteY38" fmla="*/ 514971 h 533400"/>
                <a:gd name="connsiteX39" fmla="*/ 343764 w 533400"/>
                <a:gd name="connsiteY39" fmla="*/ 514971 h 533400"/>
                <a:gd name="connsiteX40" fmla="*/ 362814 w 533400"/>
                <a:gd name="connsiteY40" fmla="*/ 495921 h 533400"/>
                <a:gd name="connsiteX41" fmla="*/ 362814 w 533400"/>
                <a:gd name="connsiteY41" fmla="*/ 495921 h 533400"/>
                <a:gd name="connsiteX42" fmla="*/ 362814 w 533400"/>
                <a:gd name="connsiteY42" fmla="*/ 305421 h 533400"/>
                <a:gd name="connsiteX43" fmla="*/ 343764 w 533400"/>
                <a:gd name="connsiteY43" fmla="*/ 286371 h 533400"/>
                <a:gd name="connsiteX44" fmla="*/ 343764 w 533400"/>
                <a:gd name="connsiteY44" fmla="*/ 286371 h 533400"/>
                <a:gd name="connsiteX45" fmla="*/ 496164 w 533400"/>
                <a:gd name="connsiteY45" fmla="*/ 133971 h 533400"/>
                <a:gd name="connsiteX46" fmla="*/ 79921 w 533400"/>
                <a:gd name="connsiteY46" fmla="*/ 133971 h 533400"/>
                <a:gd name="connsiteX47" fmla="*/ 67539 w 533400"/>
                <a:gd name="connsiteY47" fmla="*/ 138734 h 533400"/>
                <a:gd name="connsiteX48" fmla="*/ 66586 w 533400"/>
                <a:gd name="connsiteY48" fmla="*/ 139686 h 533400"/>
                <a:gd name="connsiteX49" fmla="*/ 25629 w 533400"/>
                <a:gd name="connsiteY49" fmla="*/ 184453 h 533400"/>
                <a:gd name="connsiteX50" fmla="*/ 19914 w 533400"/>
                <a:gd name="connsiteY50" fmla="*/ 195884 h 533400"/>
                <a:gd name="connsiteX51" fmla="*/ 19914 w 533400"/>
                <a:gd name="connsiteY51" fmla="*/ 197789 h 533400"/>
                <a:gd name="connsiteX52" fmla="*/ 19914 w 533400"/>
                <a:gd name="connsiteY52" fmla="*/ 381621 h 533400"/>
                <a:gd name="connsiteX53" fmla="*/ 38011 w 533400"/>
                <a:gd name="connsiteY53" fmla="*/ 400671 h 533400"/>
                <a:gd name="connsiteX54" fmla="*/ 38964 w 533400"/>
                <a:gd name="connsiteY54" fmla="*/ 400671 h 533400"/>
                <a:gd name="connsiteX55" fmla="*/ 153264 w 533400"/>
                <a:gd name="connsiteY55" fmla="*/ 400671 h 533400"/>
                <a:gd name="connsiteX56" fmla="*/ 153264 w 533400"/>
                <a:gd name="connsiteY56" fmla="*/ 305421 h 533400"/>
                <a:gd name="connsiteX57" fmla="*/ 189459 w 533400"/>
                <a:gd name="connsiteY57" fmla="*/ 267321 h 533400"/>
                <a:gd name="connsiteX58" fmla="*/ 191364 w 533400"/>
                <a:gd name="connsiteY58" fmla="*/ 267321 h 533400"/>
                <a:gd name="connsiteX59" fmla="*/ 343764 w 533400"/>
                <a:gd name="connsiteY59" fmla="*/ 267321 h 533400"/>
                <a:gd name="connsiteX60" fmla="*/ 381864 w 533400"/>
                <a:gd name="connsiteY60" fmla="*/ 305421 h 533400"/>
                <a:gd name="connsiteX61" fmla="*/ 381864 w 533400"/>
                <a:gd name="connsiteY61" fmla="*/ 305421 h 533400"/>
                <a:gd name="connsiteX62" fmla="*/ 381864 w 533400"/>
                <a:gd name="connsiteY62" fmla="*/ 400671 h 533400"/>
                <a:gd name="connsiteX63" fmla="*/ 496164 w 533400"/>
                <a:gd name="connsiteY63" fmla="*/ 400671 h 533400"/>
                <a:gd name="connsiteX64" fmla="*/ 515214 w 533400"/>
                <a:gd name="connsiteY64" fmla="*/ 382573 h 533400"/>
                <a:gd name="connsiteX65" fmla="*/ 515214 w 533400"/>
                <a:gd name="connsiteY65" fmla="*/ 381621 h 533400"/>
                <a:gd name="connsiteX66" fmla="*/ 515214 w 533400"/>
                <a:gd name="connsiteY66" fmla="*/ 153021 h 533400"/>
                <a:gd name="connsiteX67" fmla="*/ 497117 w 533400"/>
                <a:gd name="connsiteY67" fmla="*/ 133971 h 533400"/>
                <a:gd name="connsiteX68" fmla="*/ 496164 w 533400"/>
                <a:gd name="connsiteY68" fmla="*/ 133971 h 533400"/>
                <a:gd name="connsiteX69" fmla="*/ 462827 w 533400"/>
                <a:gd name="connsiteY69" fmla="*/ 172071 h 533400"/>
                <a:gd name="connsiteX70" fmla="*/ 477114 w 533400"/>
                <a:gd name="connsiteY70" fmla="*/ 186359 h 533400"/>
                <a:gd name="connsiteX71" fmla="*/ 462827 w 533400"/>
                <a:gd name="connsiteY71" fmla="*/ 200646 h 533400"/>
                <a:gd name="connsiteX72" fmla="*/ 448539 w 533400"/>
                <a:gd name="connsiteY72" fmla="*/ 186359 h 533400"/>
                <a:gd name="connsiteX73" fmla="*/ 462827 w 533400"/>
                <a:gd name="connsiteY73" fmla="*/ 172071 h 533400"/>
                <a:gd name="connsiteX74" fmla="*/ 343764 w 533400"/>
                <a:gd name="connsiteY74" fmla="*/ 19671 h 533400"/>
                <a:gd name="connsiteX75" fmla="*/ 191364 w 533400"/>
                <a:gd name="connsiteY75" fmla="*/ 19671 h 533400"/>
                <a:gd name="connsiteX76" fmla="*/ 172314 w 533400"/>
                <a:gd name="connsiteY76" fmla="*/ 38721 h 533400"/>
                <a:gd name="connsiteX77" fmla="*/ 172314 w 533400"/>
                <a:gd name="connsiteY77" fmla="*/ 38721 h 533400"/>
                <a:gd name="connsiteX78" fmla="*/ 172314 w 533400"/>
                <a:gd name="connsiteY78" fmla="*/ 114921 h 533400"/>
                <a:gd name="connsiteX79" fmla="*/ 362814 w 533400"/>
                <a:gd name="connsiteY79" fmla="*/ 114921 h 533400"/>
                <a:gd name="connsiteX80" fmla="*/ 362814 w 533400"/>
                <a:gd name="connsiteY80" fmla="*/ 38721 h 533400"/>
                <a:gd name="connsiteX81" fmla="*/ 344717 w 533400"/>
                <a:gd name="connsiteY81" fmla="*/ 19671 h 533400"/>
                <a:gd name="connsiteX82" fmla="*/ 344717 w 533400"/>
                <a:gd name="connsiteY82" fmla="*/ 19671 h 533400"/>
                <a:gd name="connsiteX83" fmla="*/ 343764 w 533400"/>
                <a:gd name="connsiteY83" fmla="*/ 196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533400" h="533400">
                  <a:moveTo>
                    <a:pt x="343764" y="621"/>
                  </a:moveTo>
                  <a:cubicBezTo>
                    <a:pt x="364719" y="621"/>
                    <a:pt x="381864" y="17766"/>
                    <a:pt x="381864" y="38721"/>
                  </a:cubicBezTo>
                  <a:lnTo>
                    <a:pt x="381864" y="38721"/>
                  </a:lnTo>
                  <a:lnTo>
                    <a:pt x="381864" y="114921"/>
                  </a:lnTo>
                  <a:lnTo>
                    <a:pt x="496164" y="114921"/>
                  </a:lnTo>
                  <a:cubicBezTo>
                    <a:pt x="516167" y="114921"/>
                    <a:pt x="533311" y="131114"/>
                    <a:pt x="534264" y="151116"/>
                  </a:cubicBezTo>
                  <a:lnTo>
                    <a:pt x="534264" y="153021"/>
                  </a:lnTo>
                  <a:lnTo>
                    <a:pt x="534264" y="381621"/>
                  </a:lnTo>
                  <a:cubicBezTo>
                    <a:pt x="534264" y="401623"/>
                    <a:pt x="518071" y="418769"/>
                    <a:pt x="498069" y="419721"/>
                  </a:cubicBezTo>
                  <a:lnTo>
                    <a:pt x="496164" y="419721"/>
                  </a:lnTo>
                  <a:lnTo>
                    <a:pt x="381864" y="419721"/>
                  </a:lnTo>
                  <a:lnTo>
                    <a:pt x="381864" y="495921"/>
                  </a:lnTo>
                  <a:cubicBezTo>
                    <a:pt x="381864" y="515923"/>
                    <a:pt x="365671" y="533069"/>
                    <a:pt x="345669" y="534021"/>
                  </a:cubicBezTo>
                  <a:lnTo>
                    <a:pt x="343764" y="534021"/>
                  </a:lnTo>
                  <a:lnTo>
                    <a:pt x="191364" y="534021"/>
                  </a:lnTo>
                  <a:cubicBezTo>
                    <a:pt x="170409" y="534021"/>
                    <a:pt x="153264" y="516876"/>
                    <a:pt x="153264" y="495921"/>
                  </a:cubicBezTo>
                  <a:lnTo>
                    <a:pt x="153264" y="495921"/>
                  </a:lnTo>
                  <a:lnTo>
                    <a:pt x="153264" y="419721"/>
                  </a:lnTo>
                  <a:lnTo>
                    <a:pt x="38964" y="419721"/>
                  </a:lnTo>
                  <a:cubicBezTo>
                    <a:pt x="18961" y="419721"/>
                    <a:pt x="1817" y="403528"/>
                    <a:pt x="864" y="383526"/>
                  </a:cubicBezTo>
                  <a:lnTo>
                    <a:pt x="864" y="381621"/>
                  </a:lnTo>
                  <a:lnTo>
                    <a:pt x="864" y="197789"/>
                  </a:lnTo>
                  <a:cubicBezTo>
                    <a:pt x="864" y="189216"/>
                    <a:pt x="3721" y="180644"/>
                    <a:pt x="9436" y="173976"/>
                  </a:cubicBezTo>
                  <a:lnTo>
                    <a:pt x="11342" y="172071"/>
                  </a:lnTo>
                  <a:lnTo>
                    <a:pt x="52299" y="127303"/>
                  </a:lnTo>
                  <a:cubicBezTo>
                    <a:pt x="58967" y="119684"/>
                    <a:pt x="68492" y="115873"/>
                    <a:pt x="78017" y="114921"/>
                  </a:cubicBezTo>
                  <a:lnTo>
                    <a:pt x="79921" y="114921"/>
                  </a:lnTo>
                  <a:lnTo>
                    <a:pt x="153264" y="114921"/>
                  </a:lnTo>
                  <a:lnTo>
                    <a:pt x="153264" y="38721"/>
                  </a:lnTo>
                  <a:cubicBezTo>
                    <a:pt x="153264" y="18719"/>
                    <a:pt x="169457" y="1573"/>
                    <a:pt x="189459" y="621"/>
                  </a:cubicBezTo>
                  <a:lnTo>
                    <a:pt x="191364" y="621"/>
                  </a:lnTo>
                  <a:lnTo>
                    <a:pt x="343764" y="621"/>
                  </a:lnTo>
                  <a:close/>
                  <a:moveTo>
                    <a:pt x="343764" y="286371"/>
                  </a:moveTo>
                  <a:lnTo>
                    <a:pt x="191364" y="286371"/>
                  </a:lnTo>
                  <a:cubicBezTo>
                    <a:pt x="180886" y="286371"/>
                    <a:pt x="172314" y="294944"/>
                    <a:pt x="172314" y="305421"/>
                  </a:cubicBezTo>
                  <a:lnTo>
                    <a:pt x="172314" y="305421"/>
                  </a:lnTo>
                  <a:lnTo>
                    <a:pt x="172314" y="495921"/>
                  </a:lnTo>
                  <a:cubicBezTo>
                    <a:pt x="172314" y="506398"/>
                    <a:pt x="180886" y="514971"/>
                    <a:pt x="191364" y="514971"/>
                  </a:cubicBezTo>
                  <a:lnTo>
                    <a:pt x="191364" y="514971"/>
                  </a:lnTo>
                  <a:lnTo>
                    <a:pt x="343764" y="514971"/>
                  </a:lnTo>
                  <a:cubicBezTo>
                    <a:pt x="354242" y="514971"/>
                    <a:pt x="362814" y="506398"/>
                    <a:pt x="362814" y="495921"/>
                  </a:cubicBezTo>
                  <a:lnTo>
                    <a:pt x="362814" y="495921"/>
                  </a:lnTo>
                  <a:lnTo>
                    <a:pt x="362814" y="305421"/>
                  </a:lnTo>
                  <a:cubicBezTo>
                    <a:pt x="362814" y="294944"/>
                    <a:pt x="354242" y="286371"/>
                    <a:pt x="343764" y="286371"/>
                  </a:cubicBezTo>
                  <a:lnTo>
                    <a:pt x="343764" y="286371"/>
                  </a:lnTo>
                  <a:close/>
                  <a:moveTo>
                    <a:pt x="496164" y="133971"/>
                  </a:moveTo>
                  <a:lnTo>
                    <a:pt x="79921" y="133971"/>
                  </a:lnTo>
                  <a:cubicBezTo>
                    <a:pt x="75159" y="133971"/>
                    <a:pt x="70396" y="135876"/>
                    <a:pt x="67539" y="138734"/>
                  </a:cubicBezTo>
                  <a:lnTo>
                    <a:pt x="66586" y="139686"/>
                  </a:lnTo>
                  <a:lnTo>
                    <a:pt x="25629" y="184453"/>
                  </a:lnTo>
                  <a:cubicBezTo>
                    <a:pt x="21819" y="187311"/>
                    <a:pt x="19914" y="192073"/>
                    <a:pt x="19914" y="195884"/>
                  </a:cubicBezTo>
                  <a:lnTo>
                    <a:pt x="19914" y="197789"/>
                  </a:lnTo>
                  <a:lnTo>
                    <a:pt x="19914" y="381621"/>
                  </a:lnTo>
                  <a:cubicBezTo>
                    <a:pt x="19914" y="392098"/>
                    <a:pt x="27534" y="399719"/>
                    <a:pt x="38011" y="400671"/>
                  </a:cubicBezTo>
                  <a:lnTo>
                    <a:pt x="38964" y="400671"/>
                  </a:lnTo>
                  <a:lnTo>
                    <a:pt x="153264" y="400671"/>
                  </a:lnTo>
                  <a:lnTo>
                    <a:pt x="153264" y="305421"/>
                  </a:lnTo>
                  <a:cubicBezTo>
                    <a:pt x="153264" y="285419"/>
                    <a:pt x="169457" y="268273"/>
                    <a:pt x="189459" y="267321"/>
                  </a:cubicBezTo>
                  <a:lnTo>
                    <a:pt x="191364" y="267321"/>
                  </a:lnTo>
                  <a:lnTo>
                    <a:pt x="343764" y="267321"/>
                  </a:lnTo>
                  <a:cubicBezTo>
                    <a:pt x="364719" y="267321"/>
                    <a:pt x="381864" y="284466"/>
                    <a:pt x="381864" y="305421"/>
                  </a:cubicBezTo>
                  <a:lnTo>
                    <a:pt x="381864" y="305421"/>
                  </a:lnTo>
                  <a:lnTo>
                    <a:pt x="381864" y="400671"/>
                  </a:lnTo>
                  <a:lnTo>
                    <a:pt x="496164" y="400671"/>
                  </a:lnTo>
                  <a:cubicBezTo>
                    <a:pt x="506642" y="400671"/>
                    <a:pt x="514261" y="393051"/>
                    <a:pt x="515214" y="382573"/>
                  </a:cubicBezTo>
                  <a:lnTo>
                    <a:pt x="515214" y="381621"/>
                  </a:lnTo>
                  <a:lnTo>
                    <a:pt x="515214" y="153021"/>
                  </a:lnTo>
                  <a:cubicBezTo>
                    <a:pt x="515214" y="142544"/>
                    <a:pt x="507594" y="134923"/>
                    <a:pt x="497117" y="133971"/>
                  </a:cubicBezTo>
                  <a:lnTo>
                    <a:pt x="496164" y="133971"/>
                  </a:lnTo>
                  <a:close/>
                  <a:moveTo>
                    <a:pt x="462827" y="172071"/>
                  </a:moveTo>
                  <a:cubicBezTo>
                    <a:pt x="470446" y="172071"/>
                    <a:pt x="477114" y="178739"/>
                    <a:pt x="477114" y="186359"/>
                  </a:cubicBezTo>
                  <a:cubicBezTo>
                    <a:pt x="477114" y="193978"/>
                    <a:pt x="470446" y="200646"/>
                    <a:pt x="462827" y="200646"/>
                  </a:cubicBezTo>
                  <a:cubicBezTo>
                    <a:pt x="455207" y="200646"/>
                    <a:pt x="448539" y="193978"/>
                    <a:pt x="448539" y="186359"/>
                  </a:cubicBezTo>
                  <a:cubicBezTo>
                    <a:pt x="448539" y="178739"/>
                    <a:pt x="455207" y="172071"/>
                    <a:pt x="462827" y="172071"/>
                  </a:cubicBezTo>
                  <a:close/>
                  <a:moveTo>
                    <a:pt x="343764" y="19671"/>
                  </a:moveTo>
                  <a:lnTo>
                    <a:pt x="191364" y="19671"/>
                  </a:lnTo>
                  <a:cubicBezTo>
                    <a:pt x="180886" y="19671"/>
                    <a:pt x="172314" y="28244"/>
                    <a:pt x="172314" y="38721"/>
                  </a:cubicBezTo>
                  <a:lnTo>
                    <a:pt x="172314" y="38721"/>
                  </a:lnTo>
                  <a:lnTo>
                    <a:pt x="172314" y="114921"/>
                  </a:lnTo>
                  <a:lnTo>
                    <a:pt x="362814" y="114921"/>
                  </a:lnTo>
                  <a:lnTo>
                    <a:pt x="362814" y="38721"/>
                  </a:lnTo>
                  <a:cubicBezTo>
                    <a:pt x="362814" y="28244"/>
                    <a:pt x="355194" y="20623"/>
                    <a:pt x="344717" y="19671"/>
                  </a:cubicBezTo>
                  <a:lnTo>
                    <a:pt x="344717" y="19671"/>
                  </a:lnTo>
                  <a:lnTo>
                    <a:pt x="343764" y="19671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5DE8B92D-4659-CA41-A20C-BD448EA4FD67}"/>
                </a:ext>
              </a:extLst>
            </p:cNvPr>
            <p:cNvSpPr/>
            <p:nvPr/>
          </p:nvSpPr>
          <p:spPr>
            <a:xfrm>
              <a:off x="8651720" y="2645229"/>
              <a:ext cx="1567542" cy="1567542"/>
            </a:xfrm>
            <a:prstGeom prst="roundRect">
              <a:avLst/>
            </a:prstGeom>
            <a:solidFill>
              <a:schemeClr val="bg2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任意多边形 18">
              <a:extLst>
                <a:ext uri="{FF2B5EF4-FFF2-40B4-BE49-F238E27FC236}">
                  <a16:creationId xmlns:a16="http://schemas.microsoft.com/office/drawing/2014/main" id="{0D5361AC-8F7A-A442-B589-47AB458A5310}"/>
                </a:ext>
              </a:extLst>
            </p:cNvPr>
            <p:cNvSpPr/>
            <p:nvPr/>
          </p:nvSpPr>
          <p:spPr bwMode="auto">
            <a:xfrm>
              <a:off x="9130648" y="3200368"/>
              <a:ext cx="609685" cy="457264"/>
            </a:xfrm>
            <a:custGeom>
              <a:avLst/>
              <a:gdLst>
                <a:gd name="connsiteX0" fmla="*/ 495908 w 533400"/>
                <a:gd name="connsiteY0" fmla="*/ 621 h 400050"/>
                <a:gd name="connsiteX1" fmla="*/ 534008 w 533400"/>
                <a:gd name="connsiteY1" fmla="*/ 38721 h 400050"/>
                <a:gd name="connsiteX2" fmla="*/ 534008 w 533400"/>
                <a:gd name="connsiteY2" fmla="*/ 38721 h 400050"/>
                <a:gd name="connsiteX3" fmla="*/ 534008 w 533400"/>
                <a:gd name="connsiteY3" fmla="*/ 362571 h 400050"/>
                <a:gd name="connsiteX4" fmla="*/ 495908 w 533400"/>
                <a:gd name="connsiteY4" fmla="*/ 400671 h 400050"/>
                <a:gd name="connsiteX5" fmla="*/ 495908 w 533400"/>
                <a:gd name="connsiteY5" fmla="*/ 400671 h 400050"/>
                <a:gd name="connsiteX6" fmla="*/ 38708 w 533400"/>
                <a:gd name="connsiteY6" fmla="*/ 400671 h 400050"/>
                <a:gd name="connsiteX7" fmla="*/ 608 w 533400"/>
                <a:gd name="connsiteY7" fmla="*/ 362571 h 400050"/>
                <a:gd name="connsiteX8" fmla="*/ 608 w 533400"/>
                <a:gd name="connsiteY8" fmla="*/ 362571 h 400050"/>
                <a:gd name="connsiteX9" fmla="*/ 608 w 533400"/>
                <a:gd name="connsiteY9" fmla="*/ 38721 h 400050"/>
                <a:gd name="connsiteX10" fmla="*/ 38708 w 533400"/>
                <a:gd name="connsiteY10" fmla="*/ 621 h 400050"/>
                <a:gd name="connsiteX11" fmla="*/ 38708 w 533400"/>
                <a:gd name="connsiteY11" fmla="*/ 621 h 400050"/>
                <a:gd name="connsiteX12" fmla="*/ 495908 w 533400"/>
                <a:gd name="connsiteY12" fmla="*/ 621 h 400050"/>
                <a:gd name="connsiteX13" fmla="*/ 361605 w 533400"/>
                <a:gd name="connsiteY13" fmla="*/ 173023 h 400050"/>
                <a:gd name="connsiteX14" fmla="*/ 360653 w 533400"/>
                <a:gd name="connsiteY14" fmla="*/ 173976 h 400050"/>
                <a:gd name="connsiteX15" fmla="*/ 274928 w 533400"/>
                <a:gd name="connsiteY15" fmla="*/ 285419 h 400050"/>
                <a:gd name="connsiteX16" fmla="*/ 272071 w 533400"/>
                <a:gd name="connsiteY16" fmla="*/ 289228 h 400050"/>
                <a:gd name="connsiteX17" fmla="*/ 219683 w 533400"/>
                <a:gd name="connsiteY17" fmla="*/ 291134 h 400050"/>
                <a:gd name="connsiteX18" fmla="*/ 217778 w 533400"/>
                <a:gd name="connsiteY18" fmla="*/ 290181 h 400050"/>
                <a:gd name="connsiteX19" fmla="*/ 154913 w 533400"/>
                <a:gd name="connsiteY19" fmla="*/ 229221 h 400050"/>
                <a:gd name="connsiteX20" fmla="*/ 153961 w 533400"/>
                <a:gd name="connsiteY20" fmla="*/ 228269 h 400050"/>
                <a:gd name="connsiteX21" fmla="*/ 128243 w 533400"/>
                <a:gd name="connsiteY21" fmla="*/ 229221 h 400050"/>
                <a:gd name="connsiteX22" fmla="*/ 127290 w 533400"/>
                <a:gd name="connsiteY22" fmla="*/ 230173 h 400050"/>
                <a:gd name="connsiteX23" fmla="*/ 19658 w 533400"/>
                <a:gd name="connsiteY23" fmla="*/ 355903 h 400050"/>
                <a:gd name="connsiteX24" fmla="*/ 19658 w 533400"/>
                <a:gd name="connsiteY24" fmla="*/ 362571 h 400050"/>
                <a:gd name="connsiteX25" fmla="*/ 37755 w 533400"/>
                <a:gd name="connsiteY25" fmla="*/ 381621 h 400050"/>
                <a:gd name="connsiteX26" fmla="*/ 38708 w 533400"/>
                <a:gd name="connsiteY26" fmla="*/ 381621 h 400050"/>
                <a:gd name="connsiteX27" fmla="*/ 495908 w 533400"/>
                <a:gd name="connsiteY27" fmla="*/ 381621 h 400050"/>
                <a:gd name="connsiteX28" fmla="*/ 514958 w 533400"/>
                <a:gd name="connsiteY28" fmla="*/ 362571 h 400050"/>
                <a:gd name="connsiteX29" fmla="*/ 514958 w 533400"/>
                <a:gd name="connsiteY29" fmla="*/ 362571 h 400050"/>
                <a:gd name="connsiteX30" fmla="*/ 514958 w 533400"/>
                <a:gd name="connsiteY30" fmla="*/ 338759 h 400050"/>
                <a:gd name="connsiteX31" fmla="*/ 391133 w 533400"/>
                <a:gd name="connsiteY31" fmla="*/ 173976 h 400050"/>
                <a:gd name="connsiteX32" fmla="*/ 387323 w 533400"/>
                <a:gd name="connsiteY32" fmla="*/ 170166 h 400050"/>
                <a:gd name="connsiteX33" fmla="*/ 361605 w 533400"/>
                <a:gd name="connsiteY33" fmla="*/ 173023 h 400050"/>
                <a:gd name="connsiteX34" fmla="*/ 495908 w 533400"/>
                <a:gd name="connsiteY34" fmla="*/ 19671 h 400050"/>
                <a:gd name="connsiteX35" fmla="*/ 38708 w 533400"/>
                <a:gd name="connsiteY35" fmla="*/ 19671 h 400050"/>
                <a:gd name="connsiteX36" fmla="*/ 19658 w 533400"/>
                <a:gd name="connsiteY36" fmla="*/ 38721 h 400050"/>
                <a:gd name="connsiteX37" fmla="*/ 19658 w 533400"/>
                <a:gd name="connsiteY37" fmla="*/ 38721 h 400050"/>
                <a:gd name="connsiteX38" fmla="*/ 19658 w 533400"/>
                <a:gd name="connsiteY38" fmla="*/ 327328 h 400050"/>
                <a:gd name="connsiteX39" fmla="*/ 113003 w 533400"/>
                <a:gd name="connsiteY39" fmla="*/ 217791 h 400050"/>
                <a:gd name="connsiteX40" fmla="*/ 166343 w 533400"/>
                <a:gd name="connsiteY40" fmla="*/ 213981 h 400050"/>
                <a:gd name="connsiteX41" fmla="*/ 167296 w 533400"/>
                <a:gd name="connsiteY41" fmla="*/ 214934 h 400050"/>
                <a:gd name="connsiteX42" fmla="*/ 168248 w 533400"/>
                <a:gd name="connsiteY42" fmla="*/ 215886 h 400050"/>
                <a:gd name="connsiteX43" fmla="*/ 231113 w 533400"/>
                <a:gd name="connsiteY43" fmla="*/ 276846 h 400050"/>
                <a:gd name="connsiteX44" fmla="*/ 257783 w 533400"/>
                <a:gd name="connsiteY44" fmla="*/ 276846 h 400050"/>
                <a:gd name="connsiteX45" fmla="*/ 258736 w 533400"/>
                <a:gd name="connsiteY45" fmla="*/ 275894 h 400050"/>
                <a:gd name="connsiteX46" fmla="*/ 259688 w 533400"/>
                <a:gd name="connsiteY46" fmla="*/ 274941 h 400050"/>
                <a:gd name="connsiteX47" fmla="*/ 345413 w 533400"/>
                <a:gd name="connsiteY47" fmla="*/ 163498 h 400050"/>
                <a:gd name="connsiteX48" fmla="*/ 398753 w 533400"/>
                <a:gd name="connsiteY48" fmla="*/ 156831 h 400050"/>
                <a:gd name="connsiteX49" fmla="*/ 404468 w 533400"/>
                <a:gd name="connsiteY49" fmla="*/ 162546 h 400050"/>
                <a:gd name="connsiteX50" fmla="*/ 406373 w 533400"/>
                <a:gd name="connsiteY50" fmla="*/ 164451 h 400050"/>
                <a:gd name="connsiteX51" fmla="*/ 514958 w 533400"/>
                <a:gd name="connsiteY51" fmla="*/ 307326 h 400050"/>
                <a:gd name="connsiteX52" fmla="*/ 514958 w 533400"/>
                <a:gd name="connsiteY52" fmla="*/ 38721 h 400050"/>
                <a:gd name="connsiteX53" fmla="*/ 496861 w 533400"/>
                <a:gd name="connsiteY53" fmla="*/ 19671 h 400050"/>
                <a:gd name="connsiteX54" fmla="*/ 495908 w 533400"/>
                <a:gd name="connsiteY54" fmla="*/ 19671 h 400050"/>
                <a:gd name="connsiteX55" fmla="*/ 95858 w 533400"/>
                <a:gd name="connsiteY55" fmla="*/ 48246 h 400050"/>
                <a:gd name="connsiteX56" fmla="*/ 143483 w 533400"/>
                <a:gd name="connsiteY56" fmla="*/ 95871 h 400050"/>
                <a:gd name="connsiteX57" fmla="*/ 95858 w 533400"/>
                <a:gd name="connsiteY57" fmla="*/ 143496 h 400050"/>
                <a:gd name="connsiteX58" fmla="*/ 48233 w 533400"/>
                <a:gd name="connsiteY58" fmla="*/ 95871 h 400050"/>
                <a:gd name="connsiteX59" fmla="*/ 95858 w 533400"/>
                <a:gd name="connsiteY59" fmla="*/ 48246 h 400050"/>
                <a:gd name="connsiteX60" fmla="*/ 95858 w 533400"/>
                <a:gd name="connsiteY60" fmla="*/ 67296 h 400050"/>
                <a:gd name="connsiteX61" fmla="*/ 67283 w 533400"/>
                <a:gd name="connsiteY61" fmla="*/ 95871 h 400050"/>
                <a:gd name="connsiteX62" fmla="*/ 95858 w 533400"/>
                <a:gd name="connsiteY62" fmla="*/ 124446 h 400050"/>
                <a:gd name="connsiteX63" fmla="*/ 124433 w 533400"/>
                <a:gd name="connsiteY63" fmla="*/ 95871 h 400050"/>
                <a:gd name="connsiteX64" fmla="*/ 95858 w 533400"/>
                <a:gd name="connsiteY64" fmla="*/ 6729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33400" h="400050">
                  <a:moveTo>
                    <a:pt x="495908" y="621"/>
                  </a:moveTo>
                  <a:cubicBezTo>
                    <a:pt x="516863" y="621"/>
                    <a:pt x="534008" y="17766"/>
                    <a:pt x="534008" y="38721"/>
                  </a:cubicBezTo>
                  <a:lnTo>
                    <a:pt x="534008" y="38721"/>
                  </a:lnTo>
                  <a:lnTo>
                    <a:pt x="534008" y="362571"/>
                  </a:lnTo>
                  <a:cubicBezTo>
                    <a:pt x="534008" y="383526"/>
                    <a:pt x="516863" y="400671"/>
                    <a:pt x="495908" y="400671"/>
                  </a:cubicBezTo>
                  <a:lnTo>
                    <a:pt x="495908" y="400671"/>
                  </a:lnTo>
                  <a:lnTo>
                    <a:pt x="38708" y="400671"/>
                  </a:lnTo>
                  <a:cubicBezTo>
                    <a:pt x="17753" y="400671"/>
                    <a:pt x="608" y="383526"/>
                    <a:pt x="608" y="362571"/>
                  </a:cubicBezTo>
                  <a:lnTo>
                    <a:pt x="608" y="362571"/>
                  </a:lnTo>
                  <a:lnTo>
                    <a:pt x="608" y="38721"/>
                  </a:lnTo>
                  <a:cubicBezTo>
                    <a:pt x="608" y="17766"/>
                    <a:pt x="17753" y="621"/>
                    <a:pt x="38708" y="621"/>
                  </a:cubicBezTo>
                  <a:lnTo>
                    <a:pt x="38708" y="621"/>
                  </a:lnTo>
                  <a:lnTo>
                    <a:pt x="495908" y="621"/>
                  </a:lnTo>
                  <a:close/>
                  <a:moveTo>
                    <a:pt x="361605" y="173023"/>
                  </a:moveTo>
                  <a:lnTo>
                    <a:pt x="360653" y="173976"/>
                  </a:lnTo>
                  <a:lnTo>
                    <a:pt x="274928" y="285419"/>
                  </a:lnTo>
                  <a:cubicBezTo>
                    <a:pt x="273976" y="286371"/>
                    <a:pt x="273023" y="287323"/>
                    <a:pt x="272071" y="289228"/>
                  </a:cubicBezTo>
                  <a:cubicBezTo>
                    <a:pt x="257783" y="303516"/>
                    <a:pt x="234923" y="304469"/>
                    <a:pt x="219683" y="291134"/>
                  </a:cubicBezTo>
                  <a:lnTo>
                    <a:pt x="217778" y="290181"/>
                  </a:lnTo>
                  <a:lnTo>
                    <a:pt x="154913" y="229221"/>
                  </a:lnTo>
                  <a:lnTo>
                    <a:pt x="153961" y="228269"/>
                  </a:lnTo>
                  <a:cubicBezTo>
                    <a:pt x="146340" y="221601"/>
                    <a:pt x="134911" y="222553"/>
                    <a:pt x="128243" y="229221"/>
                  </a:cubicBezTo>
                  <a:lnTo>
                    <a:pt x="127290" y="230173"/>
                  </a:lnTo>
                  <a:lnTo>
                    <a:pt x="19658" y="355903"/>
                  </a:lnTo>
                  <a:lnTo>
                    <a:pt x="19658" y="362571"/>
                  </a:lnTo>
                  <a:cubicBezTo>
                    <a:pt x="19658" y="373048"/>
                    <a:pt x="27278" y="380669"/>
                    <a:pt x="37755" y="381621"/>
                  </a:cubicBezTo>
                  <a:lnTo>
                    <a:pt x="38708" y="381621"/>
                  </a:lnTo>
                  <a:lnTo>
                    <a:pt x="495908" y="381621"/>
                  </a:lnTo>
                  <a:cubicBezTo>
                    <a:pt x="506386" y="381621"/>
                    <a:pt x="514958" y="373048"/>
                    <a:pt x="514958" y="362571"/>
                  </a:cubicBezTo>
                  <a:lnTo>
                    <a:pt x="514958" y="362571"/>
                  </a:lnTo>
                  <a:lnTo>
                    <a:pt x="514958" y="338759"/>
                  </a:lnTo>
                  <a:lnTo>
                    <a:pt x="391133" y="173976"/>
                  </a:lnTo>
                  <a:cubicBezTo>
                    <a:pt x="390180" y="173023"/>
                    <a:pt x="389228" y="171119"/>
                    <a:pt x="387323" y="170166"/>
                  </a:cubicBezTo>
                  <a:cubicBezTo>
                    <a:pt x="378751" y="164451"/>
                    <a:pt x="368273" y="165403"/>
                    <a:pt x="361605" y="173023"/>
                  </a:cubicBezTo>
                  <a:close/>
                  <a:moveTo>
                    <a:pt x="495908" y="19671"/>
                  </a:moveTo>
                  <a:lnTo>
                    <a:pt x="38708" y="19671"/>
                  </a:lnTo>
                  <a:cubicBezTo>
                    <a:pt x="28230" y="19671"/>
                    <a:pt x="19658" y="28244"/>
                    <a:pt x="19658" y="38721"/>
                  </a:cubicBezTo>
                  <a:lnTo>
                    <a:pt x="19658" y="38721"/>
                  </a:lnTo>
                  <a:lnTo>
                    <a:pt x="19658" y="327328"/>
                  </a:lnTo>
                  <a:lnTo>
                    <a:pt x="113003" y="217791"/>
                  </a:lnTo>
                  <a:cubicBezTo>
                    <a:pt x="126338" y="201598"/>
                    <a:pt x="151103" y="199694"/>
                    <a:pt x="166343" y="213981"/>
                  </a:cubicBezTo>
                  <a:lnTo>
                    <a:pt x="167296" y="214934"/>
                  </a:lnTo>
                  <a:lnTo>
                    <a:pt x="168248" y="215886"/>
                  </a:lnTo>
                  <a:lnTo>
                    <a:pt x="231113" y="276846"/>
                  </a:lnTo>
                  <a:cubicBezTo>
                    <a:pt x="238733" y="284466"/>
                    <a:pt x="251115" y="284466"/>
                    <a:pt x="257783" y="276846"/>
                  </a:cubicBezTo>
                  <a:lnTo>
                    <a:pt x="258736" y="275894"/>
                  </a:lnTo>
                  <a:lnTo>
                    <a:pt x="259688" y="274941"/>
                  </a:lnTo>
                  <a:lnTo>
                    <a:pt x="345413" y="163498"/>
                  </a:lnTo>
                  <a:cubicBezTo>
                    <a:pt x="357796" y="146353"/>
                    <a:pt x="382561" y="143496"/>
                    <a:pt x="398753" y="156831"/>
                  </a:cubicBezTo>
                  <a:cubicBezTo>
                    <a:pt x="400658" y="158736"/>
                    <a:pt x="402563" y="160641"/>
                    <a:pt x="404468" y="162546"/>
                  </a:cubicBezTo>
                  <a:lnTo>
                    <a:pt x="406373" y="164451"/>
                  </a:lnTo>
                  <a:lnTo>
                    <a:pt x="514958" y="307326"/>
                  </a:lnTo>
                  <a:lnTo>
                    <a:pt x="514958" y="38721"/>
                  </a:lnTo>
                  <a:cubicBezTo>
                    <a:pt x="514958" y="28244"/>
                    <a:pt x="507338" y="20623"/>
                    <a:pt x="496861" y="19671"/>
                  </a:cubicBezTo>
                  <a:lnTo>
                    <a:pt x="495908" y="19671"/>
                  </a:lnTo>
                  <a:close/>
                  <a:moveTo>
                    <a:pt x="95858" y="48246"/>
                  </a:moveTo>
                  <a:cubicBezTo>
                    <a:pt x="122528" y="48246"/>
                    <a:pt x="143483" y="69201"/>
                    <a:pt x="143483" y="95871"/>
                  </a:cubicBezTo>
                  <a:cubicBezTo>
                    <a:pt x="143483" y="122541"/>
                    <a:pt x="122528" y="143496"/>
                    <a:pt x="95858" y="143496"/>
                  </a:cubicBezTo>
                  <a:cubicBezTo>
                    <a:pt x="69188" y="143496"/>
                    <a:pt x="48233" y="122541"/>
                    <a:pt x="48233" y="95871"/>
                  </a:cubicBezTo>
                  <a:cubicBezTo>
                    <a:pt x="48233" y="69201"/>
                    <a:pt x="69188" y="48246"/>
                    <a:pt x="95858" y="48246"/>
                  </a:cubicBezTo>
                  <a:close/>
                  <a:moveTo>
                    <a:pt x="95858" y="67296"/>
                  </a:moveTo>
                  <a:cubicBezTo>
                    <a:pt x="79665" y="67296"/>
                    <a:pt x="67283" y="79678"/>
                    <a:pt x="67283" y="95871"/>
                  </a:cubicBezTo>
                  <a:cubicBezTo>
                    <a:pt x="67283" y="112064"/>
                    <a:pt x="79665" y="124446"/>
                    <a:pt x="95858" y="124446"/>
                  </a:cubicBezTo>
                  <a:cubicBezTo>
                    <a:pt x="112051" y="124446"/>
                    <a:pt x="124433" y="112064"/>
                    <a:pt x="124433" y="95871"/>
                  </a:cubicBezTo>
                  <a:cubicBezTo>
                    <a:pt x="124433" y="79678"/>
                    <a:pt x="112051" y="67296"/>
                    <a:pt x="95858" y="67296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3F1A3DBA-E787-F946-B170-6F877092FC6A}"/>
                </a:ext>
              </a:extLst>
            </p:cNvPr>
            <p:cNvSpPr/>
            <p:nvPr/>
          </p:nvSpPr>
          <p:spPr>
            <a:xfrm>
              <a:off x="1956280" y="2645229"/>
              <a:ext cx="1567542" cy="1567542"/>
            </a:xfrm>
            <a:prstGeom prst="roundRect">
              <a:avLst/>
            </a:prstGeom>
            <a:solidFill>
              <a:schemeClr val="bg2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任意多边形 20">
              <a:extLst>
                <a:ext uri="{FF2B5EF4-FFF2-40B4-BE49-F238E27FC236}">
                  <a16:creationId xmlns:a16="http://schemas.microsoft.com/office/drawing/2014/main" id="{8BA96170-FC6A-104F-815A-16ABC270B24F}"/>
                </a:ext>
              </a:extLst>
            </p:cNvPr>
            <p:cNvSpPr/>
            <p:nvPr/>
          </p:nvSpPr>
          <p:spPr bwMode="auto">
            <a:xfrm>
              <a:off x="2435209" y="3170991"/>
              <a:ext cx="609685" cy="516019"/>
            </a:xfrm>
            <a:custGeom>
              <a:avLst/>
              <a:gdLst>
                <a:gd name="connsiteX0" fmla="*/ 417744 w 527810"/>
                <a:gd name="connsiteY0" fmla="*/ 621 h 446722"/>
                <a:gd name="connsiteX1" fmla="*/ 493944 w 527810"/>
                <a:gd name="connsiteY1" fmla="*/ 74916 h 446722"/>
                <a:gd name="connsiteX2" fmla="*/ 493944 w 527810"/>
                <a:gd name="connsiteY2" fmla="*/ 76821 h 446722"/>
                <a:gd name="connsiteX3" fmla="*/ 493944 w 527810"/>
                <a:gd name="connsiteY3" fmla="*/ 135876 h 446722"/>
                <a:gd name="connsiteX4" fmla="*/ 529187 w 527810"/>
                <a:gd name="connsiteY4" fmla="*/ 182548 h 446722"/>
                <a:gd name="connsiteX5" fmla="*/ 529187 w 527810"/>
                <a:gd name="connsiteY5" fmla="*/ 186359 h 446722"/>
                <a:gd name="connsiteX6" fmla="*/ 529187 w 527810"/>
                <a:gd name="connsiteY6" fmla="*/ 186359 h 446722"/>
                <a:gd name="connsiteX7" fmla="*/ 515851 w 527810"/>
                <a:gd name="connsiteY7" fmla="*/ 364476 h 446722"/>
                <a:gd name="connsiteX8" fmla="*/ 477751 w 527810"/>
                <a:gd name="connsiteY8" fmla="*/ 399719 h 446722"/>
                <a:gd name="connsiteX9" fmla="*/ 477751 w 527810"/>
                <a:gd name="connsiteY9" fmla="*/ 399719 h 446722"/>
                <a:gd name="connsiteX10" fmla="*/ 455844 w 527810"/>
                <a:gd name="connsiteY10" fmla="*/ 399719 h 446722"/>
                <a:gd name="connsiteX11" fmla="*/ 455844 w 527810"/>
                <a:gd name="connsiteY11" fmla="*/ 447344 h 446722"/>
                <a:gd name="connsiteX12" fmla="*/ 436794 w 527810"/>
                <a:gd name="connsiteY12" fmla="*/ 447344 h 446722"/>
                <a:gd name="connsiteX13" fmla="*/ 436794 w 527810"/>
                <a:gd name="connsiteY13" fmla="*/ 399719 h 446722"/>
                <a:gd name="connsiteX14" fmla="*/ 93894 w 527810"/>
                <a:gd name="connsiteY14" fmla="*/ 399719 h 446722"/>
                <a:gd name="connsiteX15" fmla="*/ 93894 w 527810"/>
                <a:gd name="connsiteY15" fmla="*/ 447344 h 446722"/>
                <a:gd name="connsiteX16" fmla="*/ 74844 w 527810"/>
                <a:gd name="connsiteY16" fmla="*/ 447344 h 446722"/>
                <a:gd name="connsiteX17" fmla="*/ 74844 w 527810"/>
                <a:gd name="connsiteY17" fmla="*/ 399719 h 446722"/>
                <a:gd name="connsiteX18" fmla="*/ 53889 w 527810"/>
                <a:gd name="connsiteY18" fmla="*/ 399719 h 446722"/>
                <a:gd name="connsiteX19" fmla="*/ 15789 w 527810"/>
                <a:gd name="connsiteY19" fmla="*/ 366381 h 446722"/>
                <a:gd name="connsiteX20" fmla="*/ 15789 w 527810"/>
                <a:gd name="connsiteY20" fmla="*/ 364476 h 446722"/>
                <a:gd name="connsiteX21" fmla="*/ 1501 w 527810"/>
                <a:gd name="connsiteY21" fmla="*/ 187311 h 446722"/>
                <a:gd name="connsiteX22" fmla="*/ 47222 w 527810"/>
                <a:gd name="connsiteY22" fmla="*/ 134923 h 446722"/>
                <a:gd name="connsiteX23" fmla="*/ 46269 w 527810"/>
                <a:gd name="connsiteY23" fmla="*/ 133971 h 446722"/>
                <a:gd name="connsiteX24" fmla="*/ 46269 w 527810"/>
                <a:gd name="connsiteY24" fmla="*/ 76821 h 446722"/>
                <a:gd name="connsiteX25" fmla="*/ 120564 w 527810"/>
                <a:gd name="connsiteY25" fmla="*/ 621 h 446722"/>
                <a:gd name="connsiteX26" fmla="*/ 122469 w 527810"/>
                <a:gd name="connsiteY26" fmla="*/ 621 h 446722"/>
                <a:gd name="connsiteX27" fmla="*/ 417744 w 527810"/>
                <a:gd name="connsiteY27" fmla="*/ 621 h 446722"/>
                <a:gd name="connsiteX28" fmla="*/ 479657 w 527810"/>
                <a:gd name="connsiteY28" fmla="*/ 153021 h 446722"/>
                <a:gd name="connsiteX29" fmla="*/ 438699 w 527810"/>
                <a:gd name="connsiteY29" fmla="*/ 187311 h 446722"/>
                <a:gd name="connsiteX30" fmla="*/ 438699 w 527810"/>
                <a:gd name="connsiteY30" fmla="*/ 187311 h 446722"/>
                <a:gd name="connsiteX31" fmla="*/ 415839 w 527810"/>
                <a:gd name="connsiteY31" fmla="*/ 305421 h 446722"/>
                <a:gd name="connsiteX32" fmla="*/ 114849 w 527810"/>
                <a:gd name="connsiteY32" fmla="*/ 305421 h 446722"/>
                <a:gd name="connsiteX33" fmla="*/ 92941 w 527810"/>
                <a:gd name="connsiteY33" fmla="*/ 187311 h 446722"/>
                <a:gd name="connsiteX34" fmla="*/ 51984 w 527810"/>
                <a:gd name="connsiteY34" fmla="*/ 153021 h 446722"/>
                <a:gd name="connsiteX35" fmla="*/ 50079 w 527810"/>
                <a:gd name="connsiteY35" fmla="*/ 153021 h 446722"/>
                <a:gd name="connsiteX36" fmla="*/ 22457 w 527810"/>
                <a:gd name="connsiteY36" fmla="*/ 185406 h 446722"/>
                <a:gd name="connsiteX37" fmla="*/ 22457 w 527810"/>
                <a:gd name="connsiteY37" fmla="*/ 185406 h 446722"/>
                <a:gd name="connsiteX38" fmla="*/ 35791 w 527810"/>
                <a:gd name="connsiteY38" fmla="*/ 363523 h 446722"/>
                <a:gd name="connsiteX39" fmla="*/ 54841 w 527810"/>
                <a:gd name="connsiteY39" fmla="*/ 380669 h 446722"/>
                <a:gd name="connsiteX40" fmla="*/ 54841 w 527810"/>
                <a:gd name="connsiteY40" fmla="*/ 380669 h 446722"/>
                <a:gd name="connsiteX41" fmla="*/ 477751 w 527810"/>
                <a:gd name="connsiteY41" fmla="*/ 380669 h 446722"/>
                <a:gd name="connsiteX42" fmla="*/ 496801 w 527810"/>
                <a:gd name="connsiteY42" fmla="*/ 363523 h 446722"/>
                <a:gd name="connsiteX43" fmla="*/ 496801 w 527810"/>
                <a:gd name="connsiteY43" fmla="*/ 363523 h 446722"/>
                <a:gd name="connsiteX44" fmla="*/ 510137 w 527810"/>
                <a:gd name="connsiteY44" fmla="*/ 185406 h 446722"/>
                <a:gd name="connsiteX45" fmla="*/ 510137 w 527810"/>
                <a:gd name="connsiteY45" fmla="*/ 183501 h 446722"/>
                <a:gd name="connsiteX46" fmla="*/ 479657 w 527810"/>
                <a:gd name="connsiteY46" fmla="*/ 153021 h 446722"/>
                <a:gd name="connsiteX47" fmla="*/ 417744 w 527810"/>
                <a:gd name="connsiteY47" fmla="*/ 19671 h 446722"/>
                <a:gd name="connsiteX48" fmla="*/ 122469 w 527810"/>
                <a:gd name="connsiteY48" fmla="*/ 19671 h 446722"/>
                <a:gd name="connsiteX49" fmla="*/ 65319 w 527810"/>
                <a:gd name="connsiteY49" fmla="*/ 74916 h 446722"/>
                <a:gd name="connsiteX50" fmla="*/ 65319 w 527810"/>
                <a:gd name="connsiteY50" fmla="*/ 76821 h 446722"/>
                <a:gd name="connsiteX51" fmla="*/ 65319 w 527810"/>
                <a:gd name="connsiteY51" fmla="*/ 135876 h 446722"/>
                <a:gd name="connsiteX52" fmla="*/ 111039 w 527810"/>
                <a:gd name="connsiteY52" fmla="*/ 184453 h 446722"/>
                <a:gd name="connsiteX53" fmla="*/ 111039 w 527810"/>
                <a:gd name="connsiteY53" fmla="*/ 184453 h 446722"/>
                <a:gd name="connsiteX54" fmla="*/ 130089 w 527810"/>
                <a:gd name="connsiteY54" fmla="*/ 287323 h 446722"/>
                <a:gd name="connsiteX55" fmla="*/ 399647 w 527810"/>
                <a:gd name="connsiteY55" fmla="*/ 287323 h 446722"/>
                <a:gd name="connsiteX56" fmla="*/ 418697 w 527810"/>
                <a:gd name="connsiteY56" fmla="*/ 184453 h 446722"/>
                <a:gd name="connsiteX57" fmla="*/ 473941 w 527810"/>
                <a:gd name="connsiteY57" fmla="*/ 134923 h 446722"/>
                <a:gd name="connsiteX58" fmla="*/ 473941 w 527810"/>
                <a:gd name="connsiteY58" fmla="*/ 77773 h 446722"/>
                <a:gd name="connsiteX59" fmla="*/ 418697 w 527810"/>
                <a:gd name="connsiteY59" fmla="*/ 20623 h 446722"/>
                <a:gd name="connsiteX60" fmla="*/ 417744 w 527810"/>
                <a:gd name="connsiteY60" fmla="*/ 19671 h 44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27810" h="446722">
                  <a:moveTo>
                    <a:pt x="417744" y="621"/>
                  </a:moveTo>
                  <a:cubicBezTo>
                    <a:pt x="458701" y="621"/>
                    <a:pt x="492991" y="33006"/>
                    <a:pt x="493944" y="74916"/>
                  </a:cubicBezTo>
                  <a:lnTo>
                    <a:pt x="493944" y="76821"/>
                  </a:lnTo>
                  <a:lnTo>
                    <a:pt x="493944" y="135876"/>
                  </a:lnTo>
                  <a:cubicBezTo>
                    <a:pt x="513947" y="141591"/>
                    <a:pt x="529187" y="160641"/>
                    <a:pt x="529187" y="182548"/>
                  </a:cubicBezTo>
                  <a:cubicBezTo>
                    <a:pt x="529187" y="183501"/>
                    <a:pt x="529187" y="185406"/>
                    <a:pt x="529187" y="186359"/>
                  </a:cubicBezTo>
                  <a:lnTo>
                    <a:pt x="529187" y="186359"/>
                  </a:lnTo>
                  <a:lnTo>
                    <a:pt x="515851" y="364476"/>
                  </a:lnTo>
                  <a:cubicBezTo>
                    <a:pt x="513947" y="384478"/>
                    <a:pt x="497754" y="399719"/>
                    <a:pt x="477751" y="399719"/>
                  </a:cubicBezTo>
                  <a:lnTo>
                    <a:pt x="477751" y="399719"/>
                  </a:lnTo>
                  <a:lnTo>
                    <a:pt x="455844" y="399719"/>
                  </a:lnTo>
                  <a:lnTo>
                    <a:pt x="455844" y="447344"/>
                  </a:lnTo>
                  <a:lnTo>
                    <a:pt x="436794" y="447344"/>
                  </a:lnTo>
                  <a:lnTo>
                    <a:pt x="436794" y="399719"/>
                  </a:lnTo>
                  <a:lnTo>
                    <a:pt x="93894" y="399719"/>
                  </a:lnTo>
                  <a:lnTo>
                    <a:pt x="93894" y="447344"/>
                  </a:lnTo>
                  <a:lnTo>
                    <a:pt x="74844" y="447344"/>
                  </a:lnTo>
                  <a:lnTo>
                    <a:pt x="74844" y="399719"/>
                  </a:lnTo>
                  <a:lnTo>
                    <a:pt x="53889" y="399719"/>
                  </a:lnTo>
                  <a:cubicBezTo>
                    <a:pt x="34839" y="399719"/>
                    <a:pt x="18647" y="385431"/>
                    <a:pt x="15789" y="366381"/>
                  </a:cubicBezTo>
                  <a:lnTo>
                    <a:pt x="15789" y="364476"/>
                  </a:lnTo>
                  <a:lnTo>
                    <a:pt x="1501" y="187311"/>
                  </a:lnTo>
                  <a:cubicBezTo>
                    <a:pt x="-403" y="160641"/>
                    <a:pt x="19599" y="136828"/>
                    <a:pt x="47222" y="134923"/>
                  </a:cubicBezTo>
                  <a:lnTo>
                    <a:pt x="46269" y="133971"/>
                  </a:lnTo>
                  <a:lnTo>
                    <a:pt x="46269" y="76821"/>
                  </a:lnTo>
                  <a:cubicBezTo>
                    <a:pt x="46269" y="35864"/>
                    <a:pt x="78654" y="1573"/>
                    <a:pt x="120564" y="621"/>
                  </a:cubicBezTo>
                  <a:lnTo>
                    <a:pt x="122469" y="621"/>
                  </a:lnTo>
                  <a:lnTo>
                    <a:pt x="417744" y="621"/>
                  </a:lnTo>
                  <a:close/>
                  <a:moveTo>
                    <a:pt x="479657" y="153021"/>
                  </a:moveTo>
                  <a:cubicBezTo>
                    <a:pt x="459654" y="153021"/>
                    <a:pt x="441557" y="167309"/>
                    <a:pt x="438699" y="187311"/>
                  </a:cubicBezTo>
                  <a:lnTo>
                    <a:pt x="438699" y="187311"/>
                  </a:lnTo>
                  <a:lnTo>
                    <a:pt x="415839" y="305421"/>
                  </a:lnTo>
                  <a:lnTo>
                    <a:pt x="114849" y="305421"/>
                  </a:lnTo>
                  <a:lnTo>
                    <a:pt x="92941" y="187311"/>
                  </a:lnTo>
                  <a:cubicBezTo>
                    <a:pt x="89132" y="167309"/>
                    <a:pt x="71987" y="153021"/>
                    <a:pt x="51984" y="153021"/>
                  </a:cubicBezTo>
                  <a:cubicBezTo>
                    <a:pt x="51032" y="153021"/>
                    <a:pt x="50079" y="153021"/>
                    <a:pt x="50079" y="153021"/>
                  </a:cubicBezTo>
                  <a:cubicBezTo>
                    <a:pt x="33887" y="153973"/>
                    <a:pt x="21504" y="169214"/>
                    <a:pt x="22457" y="185406"/>
                  </a:cubicBezTo>
                  <a:lnTo>
                    <a:pt x="22457" y="185406"/>
                  </a:lnTo>
                  <a:lnTo>
                    <a:pt x="35791" y="363523"/>
                  </a:lnTo>
                  <a:cubicBezTo>
                    <a:pt x="36744" y="373048"/>
                    <a:pt x="44364" y="380669"/>
                    <a:pt x="54841" y="380669"/>
                  </a:cubicBezTo>
                  <a:lnTo>
                    <a:pt x="54841" y="380669"/>
                  </a:lnTo>
                  <a:lnTo>
                    <a:pt x="477751" y="380669"/>
                  </a:lnTo>
                  <a:cubicBezTo>
                    <a:pt x="487276" y="380669"/>
                    <a:pt x="495849" y="373048"/>
                    <a:pt x="496801" y="363523"/>
                  </a:cubicBezTo>
                  <a:lnTo>
                    <a:pt x="496801" y="363523"/>
                  </a:lnTo>
                  <a:lnTo>
                    <a:pt x="510137" y="185406"/>
                  </a:lnTo>
                  <a:cubicBezTo>
                    <a:pt x="510137" y="184453"/>
                    <a:pt x="510137" y="183501"/>
                    <a:pt x="510137" y="183501"/>
                  </a:cubicBezTo>
                  <a:cubicBezTo>
                    <a:pt x="510137" y="166356"/>
                    <a:pt x="495849" y="153021"/>
                    <a:pt x="479657" y="153021"/>
                  </a:cubicBezTo>
                  <a:close/>
                  <a:moveTo>
                    <a:pt x="417744" y="19671"/>
                  </a:moveTo>
                  <a:lnTo>
                    <a:pt x="122469" y="19671"/>
                  </a:lnTo>
                  <a:cubicBezTo>
                    <a:pt x="91989" y="19671"/>
                    <a:pt x="66272" y="44436"/>
                    <a:pt x="65319" y="74916"/>
                  </a:cubicBezTo>
                  <a:lnTo>
                    <a:pt x="65319" y="76821"/>
                  </a:lnTo>
                  <a:lnTo>
                    <a:pt x="65319" y="135876"/>
                  </a:lnTo>
                  <a:cubicBezTo>
                    <a:pt x="88179" y="141591"/>
                    <a:pt x="106276" y="159689"/>
                    <a:pt x="111039" y="184453"/>
                  </a:cubicBezTo>
                  <a:lnTo>
                    <a:pt x="111039" y="184453"/>
                  </a:lnTo>
                  <a:lnTo>
                    <a:pt x="130089" y="287323"/>
                  </a:lnTo>
                  <a:lnTo>
                    <a:pt x="399647" y="287323"/>
                  </a:lnTo>
                  <a:lnTo>
                    <a:pt x="418697" y="184453"/>
                  </a:lnTo>
                  <a:cubicBezTo>
                    <a:pt x="423459" y="156831"/>
                    <a:pt x="446319" y="136828"/>
                    <a:pt x="473941" y="134923"/>
                  </a:cubicBezTo>
                  <a:lnTo>
                    <a:pt x="473941" y="77773"/>
                  </a:lnTo>
                  <a:cubicBezTo>
                    <a:pt x="473941" y="47294"/>
                    <a:pt x="449176" y="21576"/>
                    <a:pt x="418697" y="20623"/>
                  </a:cubicBezTo>
                  <a:lnTo>
                    <a:pt x="417744" y="19671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AB11D65F-64EA-2742-96C5-C965CFA69EFF}"/>
                </a:ext>
              </a:extLst>
            </p:cNvPr>
            <p:cNvSpPr/>
            <p:nvPr/>
          </p:nvSpPr>
          <p:spPr>
            <a:xfrm>
              <a:off x="3630141" y="3482601"/>
              <a:ext cx="1567542" cy="1567542"/>
            </a:xfrm>
            <a:prstGeom prst="roundRect">
              <a:avLst/>
            </a:prstGeom>
            <a:solidFill>
              <a:schemeClr val="bg2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任意多边形 22">
              <a:extLst>
                <a:ext uri="{FF2B5EF4-FFF2-40B4-BE49-F238E27FC236}">
                  <a16:creationId xmlns:a16="http://schemas.microsoft.com/office/drawing/2014/main" id="{2F45A7DD-2FA9-5246-B079-9E6DC9140970}"/>
                </a:ext>
              </a:extLst>
            </p:cNvPr>
            <p:cNvSpPr/>
            <p:nvPr/>
          </p:nvSpPr>
          <p:spPr bwMode="auto">
            <a:xfrm>
              <a:off x="4135810" y="3961530"/>
              <a:ext cx="556204" cy="609685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4017 w 495300"/>
                <a:gd name="connsiteY2" fmla="*/ 484491 h 542925"/>
                <a:gd name="connsiteX3" fmla="*/ 346877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663 w 495300"/>
                <a:gd name="connsiteY8" fmla="*/ 524496 h 542925"/>
                <a:gd name="connsiteX9" fmla="*/ 173523 w 495300"/>
                <a:gd name="connsiteY9" fmla="*/ 484491 h 542925"/>
                <a:gd name="connsiteX10" fmla="*/ 1120 w 495300"/>
                <a:gd name="connsiteY10" fmla="*/ 252081 h 542925"/>
                <a:gd name="connsiteX11" fmla="*/ 1120 w 495300"/>
                <a:gd name="connsiteY11" fmla="*/ 248271 h 542925"/>
                <a:gd name="connsiteX12" fmla="*/ 248770 w 495300"/>
                <a:gd name="connsiteY12" fmla="*/ 621 h 542925"/>
                <a:gd name="connsiteX13" fmla="*/ 304967 w 495300"/>
                <a:gd name="connsiteY13" fmla="*/ 489253 h 542925"/>
                <a:gd name="connsiteX14" fmla="*/ 248770 w 495300"/>
                <a:gd name="connsiteY14" fmla="*/ 495921 h 542925"/>
                <a:gd name="connsiteX15" fmla="*/ 192573 w 495300"/>
                <a:gd name="connsiteY15" fmla="*/ 489253 h 542925"/>
                <a:gd name="connsiteX16" fmla="*/ 172570 w 495300"/>
                <a:gd name="connsiteY16" fmla="*/ 524496 h 542925"/>
                <a:gd name="connsiteX17" fmla="*/ 324970 w 495300"/>
                <a:gd name="connsiteY17" fmla="*/ 524496 h 542925"/>
                <a:gd name="connsiteX18" fmla="*/ 304967 w 495300"/>
                <a:gd name="connsiteY18" fmla="*/ 489253 h 542925"/>
                <a:gd name="connsiteX19" fmla="*/ 248770 w 495300"/>
                <a:gd name="connsiteY19" fmla="*/ 19671 h 542925"/>
                <a:gd name="connsiteX20" fmla="*/ 20170 w 495300"/>
                <a:gd name="connsiteY20" fmla="*/ 248271 h 542925"/>
                <a:gd name="connsiteX21" fmla="*/ 248770 w 495300"/>
                <a:gd name="connsiteY21" fmla="*/ 476871 h 542925"/>
                <a:gd name="connsiteX22" fmla="*/ 477370 w 495300"/>
                <a:gd name="connsiteY22" fmla="*/ 248271 h 542925"/>
                <a:gd name="connsiteX23" fmla="*/ 248770 w 495300"/>
                <a:gd name="connsiteY23" fmla="*/ 19671 h 542925"/>
                <a:gd name="connsiteX24" fmla="*/ 248770 w 495300"/>
                <a:gd name="connsiteY24" fmla="*/ 133971 h 542925"/>
                <a:gd name="connsiteX25" fmla="*/ 363070 w 495300"/>
                <a:gd name="connsiteY25" fmla="*/ 248271 h 542925"/>
                <a:gd name="connsiteX26" fmla="*/ 248770 w 495300"/>
                <a:gd name="connsiteY26" fmla="*/ 362571 h 542925"/>
                <a:gd name="connsiteX27" fmla="*/ 134470 w 495300"/>
                <a:gd name="connsiteY27" fmla="*/ 248271 h 542925"/>
                <a:gd name="connsiteX28" fmla="*/ 248770 w 495300"/>
                <a:gd name="connsiteY28" fmla="*/ 133971 h 542925"/>
                <a:gd name="connsiteX29" fmla="*/ 248770 w 495300"/>
                <a:gd name="connsiteY29" fmla="*/ 153021 h 542925"/>
                <a:gd name="connsiteX30" fmla="*/ 153520 w 495300"/>
                <a:gd name="connsiteY30" fmla="*/ 248271 h 542925"/>
                <a:gd name="connsiteX31" fmla="*/ 248770 w 495300"/>
                <a:gd name="connsiteY31" fmla="*/ 343521 h 542925"/>
                <a:gd name="connsiteX32" fmla="*/ 344020 w 495300"/>
                <a:gd name="connsiteY32" fmla="*/ 248271 h 542925"/>
                <a:gd name="connsiteX33" fmla="*/ 248770 w 495300"/>
                <a:gd name="connsiteY33" fmla="*/ 153021 h 542925"/>
                <a:gd name="connsiteX34" fmla="*/ 367833 w 495300"/>
                <a:gd name="connsiteY34" fmla="*/ 114921 h 542925"/>
                <a:gd name="connsiteX35" fmla="*/ 382120 w 495300"/>
                <a:gd name="connsiteY35" fmla="*/ 129209 h 542925"/>
                <a:gd name="connsiteX36" fmla="*/ 367833 w 495300"/>
                <a:gd name="connsiteY36" fmla="*/ 143496 h 542925"/>
                <a:gd name="connsiteX37" fmla="*/ 353545 w 495300"/>
                <a:gd name="connsiteY37" fmla="*/ 129209 h 542925"/>
                <a:gd name="connsiteX38" fmla="*/ 367833 w 495300"/>
                <a:gd name="connsiteY38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930" y="621"/>
                    <a:pt x="496420" y="111111"/>
                    <a:pt x="496420" y="248271"/>
                  </a:cubicBezTo>
                  <a:cubicBezTo>
                    <a:pt x="496420" y="358761"/>
                    <a:pt x="424030" y="452106"/>
                    <a:pt x="324017" y="484491"/>
                  </a:cubicBezTo>
                  <a:lnTo>
                    <a:pt x="346877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663" y="524496"/>
                  </a:lnTo>
                  <a:lnTo>
                    <a:pt x="173523" y="484491"/>
                  </a:lnTo>
                  <a:cubicBezTo>
                    <a:pt x="74463" y="453059"/>
                    <a:pt x="3025" y="361619"/>
                    <a:pt x="1120" y="252081"/>
                  </a:cubicBezTo>
                  <a:lnTo>
                    <a:pt x="1120" y="248271"/>
                  </a:lnTo>
                  <a:cubicBezTo>
                    <a:pt x="1120" y="111111"/>
                    <a:pt x="111610" y="621"/>
                    <a:pt x="248770" y="621"/>
                  </a:cubicBezTo>
                  <a:close/>
                  <a:moveTo>
                    <a:pt x="304967" y="489253"/>
                  </a:moveTo>
                  <a:cubicBezTo>
                    <a:pt x="286870" y="494016"/>
                    <a:pt x="267820" y="495921"/>
                    <a:pt x="248770" y="495921"/>
                  </a:cubicBezTo>
                  <a:cubicBezTo>
                    <a:pt x="229720" y="495921"/>
                    <a:pt x="210670" y="494016"/>
                    <a:pt x="192573" y="489253"/>
                  </a:cubicBezTo>
                  <a:lnTo>
                    <a:pt x="172570" y="524496"/>
                  </a:lnTo>
                  <a:lnTo>
                    <a:pt x="324970" y="524496"/>
                  </a:lnTo>
                  <a:lnTo>
                    <a:pt x="304967" y="489253"/>
                  </a:lnTo>
                  <a:close/>
                  <a:moveTo>
                    <a:pt x="248770" y="19671"/>
                  </a:moveTo>
                  <a:cubicBezTo>
                    <a:pt x="122088" y="19671"/>
                    <a:pt x="20170" y="121589"/>
                    <a:pt x="20170" y="248271"/>
                  </a:cubicBezTo>
                  <a:cubicBezTo>
                    <a:pt x="20170" y="374953"/>
                    <a:pt x="122088" y="476871"/>
                    <a:pt x="248770" y="476871"/>
                  </a:cubicBezTo>
                  <a:cubicBezTo>
                    <a:pt x="375452" y="476871"/>
                    <a:pt x="477370" y="374953"/>
                    <a:pt x="477370" y="248271"/>
                  </a:cubicBezTo>
                  <a:cubicBezTo>
                    <a:pt x="477370" y="121589"/>
                    <a:pt x="375452" y="19671"/>
                    <a:pt x="248770" y="19671"/>
                  </a:cubicBezTo>
                  <a:close/>
                  <a:moveTo>
                    <a:pt x="248770" y="133971"/>
                  </a:moveTo>
                  <a:cubicBezTo>
                    <a:pt x="311635" y="133971"/>
                    <a:pt x="363070" y="185406"/>
                    <a:pt x="363070" y="248271"/>
                  </a:cubicBezTo>
                  <a:cubicBezTo>
                    <a:pt x="363070" y="311136"/>
                    <a:pt x="311635" y="362571"/>
                    <a:pt x="248770" y="362571"/>
                  </a:cubicBezTo>
                  <a:cubicBezTo>
                    <a:pt x="185905" y="362571"/>
                    <a:pt x="134470" y="311136"/>
                    <a:pt x="134470" y="248271"/>
                  </a:cubicBezTo>
                  <a:cubicBezTo>
                    <a:pt x="134470" y="185406"/>
                    <a:pt x="185905" y="133971"/>
                    <a:pt x="248770" y="133971"/>
                  </a:cubicBezTo>
                  <a:close/>
                  <a:moveTo>
                    <a:pt x="248770" y="153021"/>
                  </a:moveTo>
                  <a:cubicBezTo>
                    <a:pt x="196383" y="153021"/>
                    <a:pt x="153520" y="195884"/>
                    <a:pt x="153520" y="248271"/>
                  </a:cubicBezTo>
                  <a:cubicBezTo>
                    <a:pt x="153520" y="300659"/>
                    <a:pt x="196383" y="343521"/>
                    <a:pt x="248770" y="343521"/>
                  </a:cubicBezTo>
                  <a:cubicBezTo>
                    <a:pt x="301158" y="343521"/>
                    <a:pt x="344020" y="300659"/>
                    <a:pt x="344020" y="248271"/>
                  </a:cubicBezTo>
                  <a:cubicBezTo>
                    <a:pt x="344020" y="195884"/>
                    <a:pt x="301158" y="153021"/>
                    <a:pt x="248770" y="153021"/>
                  </a:cubicBezTo>
                  <a:close/>
                  <a:moveTo>
                    <a:pt x="367833" y="114921"/>
                  </a:moveTo>
                  <a:cubicBezTo>
                    <a:pt x="375452" y="114921"/>
                    <a:pt x="382120" y="121589"/>
                    <a:pt x="382120" y="129209"/>
                  </a:cubicBezTo>
                  <a:cubicBezTo>
                    <a:pt x="382120" y="136828"/>
                    <a:pt x="375452" y="143496"/>
                    <a:pt x="367833" y="143496"/>
                  </a:cubicBezTo>
                  <a:cubicBezTo>
                    <a:pt x="360213" y="143496"/>
                    <a:pt x="353545" y="136828"/>
                    <a:pt x="353545" y="129209"/>
                  </a:cubicBezTo>
                  <a:cubicBezTo>
                    <a:pt x="353545" y="121589"/>
                    <a:pt x="360213" y="114921"/>
                    <a:pt x="367833" y="114921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7B1BCEBF-797F-4D4E-B398-6CF11089D555}"/>
                </a:ext>
              </a:extLst>
            </p:cNvPr>
            <p:cNvSpPr/>
            <p:nvPr/>
          </p:nvSpPr>
          <p:spPr>
            <a:xfrm>
              <a:off x="3630140" y="1824977"/>
              <a:ext cx="1567542" cy="1567542"/>
            </a:xfrm>
            <a:prstGeom prst="roundRect">
              <a:avLst/>
            </a:prstGeom>
            <a:solidFill>
              <a:schemeClr val="bg2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任意多边形 21">
              <a:extLst>
                <a:ext uri="{FF2B5EF4-FFF2-40B4-BE49-F238E27FC236}">
                  <a16:creationId xmlns:a16="http://schemas.microsoft.com/office/drawing/2014/main" id="{B880E377-1CAD-2241-8D43-043A33B98690}"/>
                </a:ext>
              </a:extLst>
            </p:cNvPr>
            <p:cNvSpPr/>
            <p:nvPr/>
          </p:nvSpPr>
          <p:spPr bwMode="auto">
            <a:xfrm>
              <a:off x="4130843" y="2303906"/>
              <a:ext cx="566136" cy="609685"/>
            </a:xfrm>
            <a:custGeom>
              <a:avLst/>
              <a:gdLst>
                <a:gd name="connsiteX0" fmla="*/ 362430 w 495300"/>
                <a:gd name="connsiteY0" fmla="*/ 621 h 533400"/>
                <a:gd name="connsiteX1" fmla="*/ 400530 w 495300"/>
                <a:gd name="connsiteY1" fmla="*/ 38721 h 533400"/>
                <a:gd name="connsiteX2" fmla="*/ 400530 w 495300"/>
                <a:gd name="connsiteY2" fmla="*/ 38721 h 533400"/>
                <a:gd name="connsiteX3" fmla="*/ 400530 w 495300"/>
                <a:gd name="connsiteY3" fmla="*/ 124446 h 533400"/>
                <a:gd name="connsiteX4" fmla="*/ 362430 w 495300"/>
                <a:gd name="connsiteY4" fmla="*/ 162546 h 533400"/>
                <a:gd name="connsiteX5" fmla="*/ 362430 w 495300"/>
                <a:gd name="connsiteY5" fmla="*/ 162546 h 533400"/>
                <a:gd name="connsiteX6" fmla="*/ 257655 w 495300"/>
                <a:gd name="connsiteY6" fmla="*/ 162546 h 533400"/>
                <a:gd name="connsiteX7" fmla="*/ 257655 w 495300"/>
                <a:gd name="connsiteY7" fmla="*/ 295896 h 533400"/>
                <a:gd name="connsiteX8" fmla="*/ 419580 w 495300"/>
                <a:gd name="connsiteY8" fmla="*/ 295896 h 533400"/>
                <a:gd name="connsiteX9" fmla="*/ 457680 w 495300"/>
                <a:gd name="connsiteY9" fmla="*/ 332091 h 533400"/>
                <a:gd name="connsiteX10" fmla="*/ 457680 w 495300"/>
                <a:gd name="connsiteY10" fmla="*/ 333996 h 533400"/>
                <a:gd name="connsiteX11" fmla="*/ 457680 w 495300"/>
                <a:gd name="connsiteY11" fmla="*/ 438771 h 533400"/>
                <a:gd name="connsiteX12" fmla="*/ 467205 w 495300"/>
                <a:gd name="connsiteY12" fmla="*/ 438771 h 533400"/>
                <a:gd name="connsiteX13" fmla="*/ 495780 w 495300"/>
                <a:gd name="connsiteY13" fmla="*/ 465441 h 533400"/>
                <a:gd name="connsiteX14" fmla="*/ 495780 w 495300"/>
                <a:gd name="connsiteY14" fmla="*/ 467346 h 533400"/>
                <a:gd name="connsiteX15" fmla="*/ 495780 w 495300"/>
                <a:gd name="connsiteY15" fmla="*/ 505446 h 533400"/>
                <a:gd name="connsiteX16" fmla="*/ 467205 w 495300"/>
                <a:gd name="connsiteY16" fmla="*/ 534021 h 533400"/>
                <a:gd name="connsiteX17" fmla="*/ 467205 w 495300"/>
                <a:gd name="connsiteY17" fmla="*/ 534021 h 533400"/>
                <a:gd name="connsiteX18" fmla="*/ 429105 w 495300"/>
                <a:gd name="connsiteY18" fmla="*/ 534021 h 533400"/>
                <a:gd name="connsiteX19" fmla="*/ 400530 w 495300"/>
                <a:gd name="connsiteY19" fmla="*/ 505446 h 533400"/>
                <a:gd name="connsiteX20" fmla="*/ 400530 w 495300"/>
                <a:gd name="connsiteY20" fmla="*/ 505446 h 533400"/>
                <a:gd name="connsiteX21" fmla="*/ 400530 w 495300"/>
                <a:gd name="connsiteY21" fmla="*/ 467346 h 533400"/>
                <a:gd name="connsiteX22" fmla="*/ 429105 w 495300"/>
                <a:gd name="connsiteY22" fmla="*/ 438771 h 533400"/>
                <a:gd name="connsiteX23" fmla="*/ 429105 w 495300"/>
                <a:gd name="connsiteY23" fmla="*/ 438771 h 533400"/>
                <a:gd name="connsiteX24" fmla="*/ 438630 w 495300"/>
                <a:gd name="connsiteY24" fmla="*/ 438771 h 533400"/>
                <a:gd name="connsiteX25" fmla="*/ 438630 w 495300"/>
                <a:gd name="connsiteY25" fmla="*/ 333996 h 533400"/>
                <a:gd name="connsiteX26" fmla="*/ 420533 w 495300"/>
                <a:gd name="connsiteY26" fmla="*/ 314946 h 533400"/>
                <a:gd name="connsiteX27" fmla="*/ 419580 w 495300"/>
                <a:gd name="connsiteY27" fmla="*/ 314946 h 533400"/>
                <a:gd name="connsiteX28" fmla="*/ 257655 w 495300"/>
                <a:gd name="connsiteY28" fmla="*/ 314946 h 533400"/>
                <a:gd name="connsiteX29" fmla="*/ 257655 w 495300"/>
                <a:gd name="connsiteY29" fmla="*/ 438771 h 533400"/>
                <a:gd name="connsiteX30" fmla="*/ 267180 w 495300"/>
                <a:gd name="connsiteY30" fmla="*/ 438771 h 533400"/>
                <a:gd name="connsiteX31" fmla="*/ 295755 w 495300"/>
                <a:gd name="connsiteY31" fmla="*/ 465441 h 533400"/>
                <a:gd name="connsiteX32" fmla="*/ 295755 w 495300"/>
                <a:gd name="connsiteY32" fmla="*/ 467346 h 533400"/>
                <a:gd name="connsiteX33" fmla="*/ 295755 w 495300"/>
                <a:gd name="connsiteY33" fmla="*/ 505446 h 533400"/>
                <a:gd name="connsiteX34" fmla="*/ 267180 w 495300"/>
                <a:gd name="connsiteY34" fmla="*/ 534021 h 533400"/>
                <a:gd name="connsiteX35" fmla="*/ 267180 w 495300"/>
                <a:gd name="connsiteY35" fmla="*/ 534021 h 533400"/>
                <a:gd name="connsiteX36" fmla="*/ 229080 w 495300"/>
                <a:gd name="connsiteY36" fmla="*/ 534021 h 533400"/>
                <a:gd name="connsiteX37" fmla="*/ 200505 w 495300"/>
                <a:gd name="connsiteY37" fmla="*/ 505446 h 533400"/>
                <a:gd name="connsiteX38" fmla="*/ 200505 w 495300"/>
                <a:gd name="connsiteY38" fmla="*/ 505446 h 533400"/>
                <a:gd name="connsiteX39" fmla="*/ 200505 w 495300"/>
                <a:gd name="connsiteY39" fmla="*/ 467346 h 533400"/>
                <a:gd name="connsiteX40" fmla="*/ 229080 w 495300"/>
                <a:gd name="connsiteY40" fmla="*/ 438771 h 533400"/>
                <a:gd name="connsiteX41" fmla="*/ 229080 w 495300"/>
                <a:gd name="connsiteY41" fmla="*/ 438771 h 533400"/>
                <a:gd name="connsiteX42" fmla="*/ 238605 w 495300"/>
                <a:gd name="connsiteY42" fmla="*/ 438771 h 533400"/>
                <a:gd name="connsiteX43" fmla="*/ 238605 w 495300"/>
                <a:gd name="connsiteY43" fmla="*/ 314946 h 533400"/>
                <a:gd name="connsiteX44" fmla="*/ 76680 w 495300"/>
                <a:gd name="connsiteY44" fmla="*/ 314946 h 533400"/>
                <a:gd name="connsiteX45" fmla="*/ 57630 w 495300"/>
                <a:gd name="connsiteY45" fmla="*/ 333044 h 533400"/>
                <a:gd name="connsiteX46" fmla="*/ 57630 w 495300"/>
                <a:gd name="connsiteY46" fmla="*/ 333996 h 533400"/>
                <a:gd name="connsiteX47" fmla="*/ 57630 w 495300"/>
                <a:gd name="connsiteY47" fmla="*/ 438771 h 533400"/>
                <a:gd name="connsiteX48" fmla="*/ 67155 w 495300"/>
                <a:gd name="connsiteY48" fmla="*/ 438771 h 533400"/>
                <a:gd name="connsiteX49" fmla="*/ 95730 w 495300"/>
                <a:gd name="connsiteY49" fmla="*/ 465441 h 533400"/>
                <a:gd name="connsiteX50" fmla="*/ 95730 w 495300"/>
                <a:gd name="connsiteY50" fmla="*/ 467346 h 533400"/>
                <a:gd name="connsiteX51" fmla="*/ 95730 w 495300"/>
                <a:gd name="connsiteY51" fmla="*/ 505446 h 533400"/>
                <a:gd name="connsiteX52" fmla="*/ 67155 w 495300"/>
                <a:gd name="connsiteY52" fmla="*/ 534021 h 533400"/>
                <a:gd name="connsiteX53" fmla="*/ 67155 w 495300"/>
                <a:gd name="connsiteY53" fmla="*/ 534021 h 533400"/>
                <a:gd name="connsiteX54" fmla="*/ 29055 w 495300"/>
                <a:gd name="connsiteY54" fmla="*/ 534021 h 533400"/>
                <a:gd name="connsiteX55" fmla="*/ 480 w 495300"/>
                <a:gd name="connsiteY55" fmla="*/ 505446 h 533400"/>
                <a:gd name="connsiteX56" fmla="*/ 480 w 495300"/>
                <a:gd name="connsiteY56" fmla="*/ 505446 h 533400"/>
                <a:gd name="connsiteX57" fmla="*/ 480 w 495300"/>
                <a:gd name="connsiteY57" fmla="*/ 467346 h 533400"/>
                <a:gd name="connsiteX58" fmla="*/ 29055 w 495300"/>
                <a:gd name="connsiteY58" fmla="*/ 438771 h 533400"/>
                <a:gd name="connsiteX59" fmla="*/ 29055 w 495300"/>
                <a:gd name="connsiteY59" fmla="*/ 438771 h 533400"/>
                <a:gd name="connsiteX60" fmla="*/ 38580 w 495300"/>
                <a:gd name="connsiteY60" fmla="*/ 438771 h 533400"/>
                <a:gd name="connsiteX61" fmla="*/ 38580 w 495300"/>
                <a:gd name="connsiteY61" fmla="*/ 333996 h 533400"/>
                <a:gd name="connsiteX62" fmla="*/ 74775 w 495300"/>
                <a:gd name="connsiteY62" fmla="*/ 295896 h 533400"/>
                <a:gd name="connsiteX63" fmla="*/ 76680 w 495300"/>
                <a:gd name="connsiteY63" fmla="*/ 295896 h 533400"/>
                <a:gd name="connsiteX64" fmla="*/ 238605 w 495300"/>
                <a:gd name="connsiteY64" fmla="*/ 295896 h 533400"/>
                <a:gd name="connsiteX65" fmla="*/ 238605 w 495300"/>
                <a:gd name="connsiteY65" fmla="*/ 162546 h 533400"/>
                <a:gd name="connsiteX66" fmla="*/ 133830 w 495300"/>
                <a:gd name="connsiteY66" fmla="*/ 162546 h 533400"/>
                <a:gd name="connsiteX67" fmla="*/ 95730 w 495300"/>
                <a:gd name="connsiteY67" fmla="*/ 126351 h 533400"/>
                <a:gd name="connsiteX68" fmla="*/ 95730 w 495300"/>
                <a:gd name="connsiteY68" fmla="*/ 124446 h 533400"/>
                <a:gd name="connsiteX69" fmla="*/ 95730 w 495300"/>
                <a:gd name="connsiteY69" fmla="*/ 38721 h 533400"/>
                <a:gd name="connsiteX70" fmla="*/ 133830 w 495300"/>
                <a:gd name="connsiteY70" fmla="*/ 621 h 533400"/>
                <a:gd name="connsiteX71" fmla="*/ 133830 w 495300"/>
                <a:gd name="connsiteY71" fmla="*/ 621 h 533400"/>
                <a:gd name="connsiteX72" fmla="*/ 362430 w 495300"/>
                <a:gd name="connsiteY72" fmla="*/ 621 h 533400"/>
                <a:gd name="connsiteX73" fmla="*/ 67155 w 495300"/>
                <a:gd name="connsiteY73" fmla="*/ 457821 h 533400"/>
                <a:gd name="connsiteX74" fmla="*/ 29055 w 495300"/>
                <a:gd name="connsiteY74" fmla="*/ 457821 h 533400"/>
                <a:gd name="connsiteX75" fmla="*/ 19530 w 495300"/>
                <a:gd name="connsiteY75" fmla="*/ 467346 h 533400"/>
                <a:gd name="connsiteX76" fmla="*/ 19530 w 495300"/>
                <a:gd name="connsiteY76" fmla="*/ 467346 h 533400"/>
                <a:gd name="connsiteX77" fmla="*/ 19530 w 495300"/>
                <a:gd name="connsiteY77" fmla="*/ 505446 h 533400"/>
                <a:gd name="connsiteX78" fmla="*/ 29055 w 495300"/>
                <a:gd name="connsiteY78" fmla="*/ 514971 h 533400"/>
                <a:gd name="connsiteX79" fmla="*/ 29055 w 495300"/>
                <a:gd name="connsiteY79" fmla="*/ 514971 h 533400"/>
                <a:gd name="connsiteX80" fmla="*/ 67155 w 495300"/>
                <a:gd name="connsiteY80" fmla="*/ 514971 h 533400"/>
                <a:gd name="connsiteX81" fmla="*/ 76680 w 495300"/>
                <a:gd name="connsiteY81" fmla="*/ 505446 h 533400"/>
                <a:gd name="connsiteX82" fmla="*/ 76680 w 495300"/>
                <a:gd name="connsiteY82" fmla="*/ 505446 h 533400"/>
                <a:gd name="connsiteX83" fmla="*/ 76680 w 495300"/>
                <a:gd name="connsiteY83" fmla="*/ 467346 h 533400"/>
                <a:gd name="connsiteX84" fmla="*/ 67155 w 495300"/>
                <a:gd name="connsiteY84" fmla="*/ 457821 h 533400"/>
                <a:gd name="connsiteX85" fmla="*/ 67155 w 495300"/>
                <a:gd name="connsiteY85" fmla="*/ 457821 h 533400"/>
                <a:gd name="connsiteX86" fmla="*/ 267180 w 495300"/>
                <a:gd name="connsiteY86" fmla="*/ 457821 h 533400"/>
                <a:gd name="connsiteX87" fmla="*/ 229080 w 495300"/>
                <a:gd name="connsiteY87" fmla="*/ 457821 h 533400"/>
                <a:gd name="connsiteX88" fmla="*/ 219555 w 495300"/>
                <a:gd name="connsiteY88" fmla="*/ 467346 h 533400"/>
                <a:gd name="connsiteX89" fmla="*/ 219555 w 495300"/>
                <a:gd name="connsiteY89" fmla="*/ 467346 h 533400"/>
                <a:gd name="connsiteX90" fmla="*/ 219555 w 495300"/>
                <a:gd name="connsiteY90" fmla="*/ 505446 h 533400"/>
                <a:gd name="connsiteX91" fmla="*/ 229080 w 495300"/>
                <a:gd name="connsiteY91" fmla="*/ 514971 h 533400"/>
                <a:gd name="connsiteX92" fmla="*/ 229080 w 495300"/>
                <a:gd name="connsiteY92" fmla="*/ 514971 h 533400"/>
                <a:gd name="connsiteX93" fmla="*/ 267180 w 495300"/>
                <a:gd name="connsiteY93" fmla="*/ 514971 h 533400"/>
                <a:gd name="connsiteX94" fmla="*/ 276705 w 495300"/>
                <a:gd name="connsiteY94" fmla="*/ 505446 h 533400"/>
                <a:gd name="connsiteX95" fmla="*/ 276705 w 495300"/>
                <a:gd name="connsiteY95" fmla="*/ 505446 h 533400"/>
                <a:gd name="connsiteX96" fmla="*/ 276705 w 495300"/>
                <a:gd name="connsiteY96" fmla="*/ 467346 h 533400"/>
                <a:gd name="connsiteX97" fmla="*/ 267180 w 495300"/>
                <a:gd name="connsiteY97" fmla="*/ 457821 h 533400"/>
                <a:gd name="connsiteX98" fmla="*/ 267180 w 495300"/>
                <a:gd name="connsiteY98" fmla="*/ 457821 h 533400"/>
                <a:gd name="connsiteX99" fmla="*/ 467205 w 495300"/>
                <a:gd name="connsiteY99" fmla="*/ 457821 h 533400"/>
                <a:gd name="connsiteX100" fmla="*/ 429105 w 495300"/>
                <a:gd name="connsiteY100" fmla="*/ 457821 h 533400"/>
                <a:gd name="connsiteX101" fmla="*/ 419580 w 495300"/>
                <a:gd name="connsiteY101" fmla="*/ 467346 h 533400"/>
                <a:gd name="connsiteX102" fmla="*/ 419580 w 495300"/>
                <a:gd name="connsiteY102" fmla="*/ 467346 h 533400"/>
                <a:gd name="connsiteX103" fmla="*/ 419580 w 495300"/>
                <a:gd name="connsiteY103" fmla="*/ 505446 h 533400"/>
                <a:gd name="connsiteX104" fmla="*/ 429105 w 495300"/>
                <a:gd name="connsiteY104" fmla="*/ 514971 h 533400"/>
                <a:gd name="connsiteX105" fmla="*/ 429105 w 495300"/>
                <a:gd name="connsiteY105" fmla="*/ 514971 h 533400"/>
                <a:gd name="connsiteX106" fmla="*/ 467205 w 495300"/>
                <a:gd name="connsiteY106" fmla="*/ 514971 h 533400"/>
                <a:gd name="connsiteX107" fmla="*/ 476730 w 495300"/>
                <a:gd name="connsiteY107" fmla="*/ 505446 h 533400"/>
                <a:gd name="connsiteX108" fmla="*/ 476730 w 495300"/>
                <a:gd name="connsiteY108" fmla="*/ 505446 h 533400"/>
                <a:gd name="connsiteX109" fmla="*/ 476730 w 495300"/>
                <a:gd name="connsiteY109" fmla="*/ 467346 h 533400"/>
                <a:gd name="connsiteX110" fmla="*/ 467205 w 495300"/>
                <a:gd name="connsiteY110" fmla="*/ 457821 h 533400"/>
                <a:gd name="connsiteX111" fmla="*/ 467205 w 495300"/>
                <a:gd name="connsiteY111" fmla="*/ 457821 h 533400"/>
                <a:gd name="connsiteX112" fmla="*/ 362430 w 495300"/>
                <a:gd name="connsiteY112" fmla="*/ 19671 h 533400"/>
                <a:gd name="connsiteX113" fmla="*/ 133830 w 495300"/>
                <a:gd name="connsiteY113" fmla="*/ 19671 h 533400"/>
                <a:gd name="connsiteX114" fmla="*/ 114780 w 495300"/>
                <a:gd name="connsiteY114" fmla="*/ 38721 h 533400"/>
                <a:gd name="connsiteX115" fmla="*/ 114780 w 495300"/>
                <a:gd name="connsiteY115" fmla="*/ 38721 h 533400"/>
                <a:gd name="connsiteX116" fmla="*/ 114780 w 495300"/>
                <a:gd name="connsiteY116" fmla="*/ 124446 h 533400"/>
                <a:gd name="connsiteX117" fmla="*/ 133830 w 495300"/>
                <a:gd name="connsiteY117" fmla="*/ 143496 h 533400"/>
                <a:gd name="connsiteX118" fmla="*/ 133830 w 495300"/>
                <a:gd name="connsiteY118" fmla="*/ 143496 h 533400"/>
                <a:gd name="connsiteX119" fmla="*/ 362430 w 495300"/>
                <a:gd name="connsiteY119" fmla="*/ 143496 h 533400"/>
                <a:gd name="connsiteX120" fmla="*/ 381480 w 495300"/>
                <a:gd name="connsiteY120" fmla="*/ 124446 h 533400"/>
                <a:gd name="connsiteX121" fmla="*/ 381480 w 495300"/>
                <a:gd name="connsiteY121" fmla="*/ 124446 h 533400"/>
                <a:gd name="connsiteX122" fmla="*/ 381480 w 495300"/>
                <a:gd name="connsiteY122" fmla="*/ 38721 h 533400"/>
                <a:gd name="connsiteX123" fmla="*/ 362430 w 495300"/>
                <a:gd name="connsiteY123" fmla="*/ 19671 h 533400"/>
                <a:gd name="connsiteX124" fmla="*/ 362430 w 495300"/>
                <a:gd name="connsiteY124" fmla="*/ 19671 h 533400"/>
                <a:gd name="connsiteX125" fmla="*/ 157643 w 495300"/>
                <a:gd name="connsiteY125" fmla="*/ 86346 h 533400"/>
                <a:gd name="connsiteX126" fmla="*/ 171930 w 495300"/>
                <a:gd name="connsiteY126" fmla="*/ 100634 h 533400"/>
                <a:gd name="connsiteX127" fmla="*/ 157643 w 495300"/>
                <a:gd name="connsiteY127" fmla="*/ 114921 h 533400"/>
                <a:gd name="connsiteX128" fmla="*/ 143355 w 495300"/>
                <a:gd name="connsiteY128" fmla="*/ 100634 h 533400"/>
                <a:gd name="connsiteX129" fmla="*/ 157643 w 495300"/>
                <a:gd name="connsiteY129" fmla="*/ 86346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95300" h="533400">
                  <a:moveTo>
                    <a:pt x="362430" y="621"/>
                  </a:moveTo>
                  <a:cubicBezTo>
                    <a:pt x="383385" y="621"/>
                    <a:pt x="400530" y="17766"/>
                    <a:pt x="400530" y="38721"/>
                  </a:cubicBezTo>
                  <a:lnTo>
                    <a:pt x="400530" y="38721"/>
                  </a:lnTo>
                  <a:lnTo>
                    <a:pt x="400530" y="124446"/>
                  </a:lnTo>
                  <a:cubicBezTo>
                    <a:pt x="400530" y="145401"/>
                    <a:pt x="383385" y="162546"/>
                    <a:pt x="362430" y="162546"/>
                  </a:cubicBezTo>
                  <a:lnTo>
                    <a:pt x="362430" y="162546"/>
                  </a:lnTo>
                  <a:lnTo>
                    <a:pt x="257655" y="162546"/>
                  </a:lnTo>
                  <a:lnTo>
                    <a:pt x="257655" y="295896"/>
                  </a:lnTo>
                  <a:lnTo>
                    <a:pt x="419580" y="295896"/>
                  </a:lnTo>
                  <a:cubicBezTo>
                    <a:pt x="439583" y="295896"/>
                    <a:pt x="456727" y="312089"/>
                    <a:pt x="457680" y="332091"/>
                  </a:cubicBezTo>
                  <a:lnTo>
                    <a:pt x="457680" y="333996"/>
                  </a:lnTo>
                  <a:lnTo>
                    <a:pt x="457680" y="438771"/>
                  </a:lnTo>
                  <a:lnTo>
                    <a:pt x="467205" y="438771"/>
                  </a:lnTo>
                  <a:cubicBezTo>
                    <a:pt x="482445" y="438771"/>
                    <a:pt x="494827" y="450201"/>
                    <a:pt x="495780" y="465441"/>
                  </a:cubicBezTo>
                  <a:lnTo>
                    <a:pt x="495780" y="467346"/>
                  </a:lnTo>
                  <a:lnTo>
                    <a:pt x="495780" y="505446"/>
                  </a:lnTo>
                  <a:cubicBezTo>
                    <a:pt x="495780" y="521639"/>
                    <a:pt x="483398" y="534021"/>
                    <a:pt x="467205" y="534021"/>
                  </a:cubicBezTo>
                  <a:lnTo>
                    <a:pt x="467205" y="534021"/>
                  </a:lnTo>
                  <a:lnTo>
                    <a:pt x="429105" y="534021"/>
                  </a:lnTo>
                  <a:cubicBezTo>
                    <a:pt x="412912" y="534021"/>
                    <a:pt x="400530" y="521639"/>
                    <a:pt x="400530" y="505446"/>
                  </a:cubicBezTo>
                  <a:lnTo>
                    <a:pt x="400530" y="505446"/>
                  </a:lnTo>
                  <a:lnTo>
                    <a:pt x="400530" y="467346"/>
                  </a:lnTo>
                  <a:cubicBezTo>
                    <a:pt x="400530" y="451153"/>
                    <a:pt x="412912" y="438771"/>
                    <a:pt x="429105" y="438771"/>
                  </a:cubicBezTo>
                  <a:lnTo>
                    <a:pt x="429105" y="438771"/>
                  </a:lnTo>
                  <a:lnTo>
                    <a:pt x="438630" y="438771"/>
                  </a:lnTo>
                  <a:lnTo>
                    <a:pt x="438630" y="333996"/>
                  </a:lnTo>
                  <a:cubicBezTo>
                    <a:pt x="438630" y="323519"/>
                    <a:pt x="431010" y="315898"/>
                    <a:pt x="420533" y="314946"/>
                  </a:cubicBezTo>
                  <a:lnTo>
                    <a:pt x="419580" y="314946"/>
                  </a:lnTo>
                  <a:lnTo>
                    <a:pt x="257655" y="314946"/>
                  </a:lnTo>
                  <a:lnTo>
                    <a:pt x="257655" y="438771"/>
                  </a:lnTo>
                  <a:lnTo>
                    <a:pt x="267180" y="438771"/>
                  </a:lnTo>
                  <a:cubicBezTo>
                    <a:pt x="282420" y="438771"/>
                    <a:pt x="294802" y="450201"/>
                    <a:pt x="295755" y="465441"/>
                  </a:cubicBezTo>
                  <a:lnTo>
                    <a:pt x="295755" y="467346"/>
                  </a:lnTo>
                  <a:lnTo>
                    <a:pt x="295755" y="505446"/>
                  </a:lnTo>
                  <a:cubicBezTo>
                    <a:pt x="295755" y="521639"/>
                    <a:pt x="283373" y="534021"/>
                    <a:pt x="267180" y="534021"/>
                  </a:cubicBezTo>
                  <a:lnTo>
                    <a:pt x="267180" y="534021"/>
                  </a:lnTo>
                  <a:lnTo>
                    <a:pt x="229080" y="534021"/>
                  </a:lnTo>
                  <a:cubicBezTo>
                    <a:pt x="212887" y="534021"/>
                    <a:pt x="200505" y="521639"/>
                    <a:pt x="200505" y="505446"/>
                  </a:cubicBezTo>
                  <a:lnTo>
                    <a:pt x="200505" y="505446"/>
                  </a:lnTo>
                  <a:lnTo>
                    <a:pt x="200505" y="467346"/>
                  </a:lnTo>
                  <a:cubicBezTo>
                    <a:pt x="200505" y="451153"/>
                    <a:pt x="212887" y="438771"/>
                    <a:pt x="229080" y="438771"/>
                  </a:cubicBezTo>
                  <a:lnTo>
                    <a:pt x="229080" y="438771"/>
                  </a:lnTo>
                  <a:lnTo>
                    <a:pt x="238605" y="438771"/>
                  </a:lnTo>
                  <a:lnTo>
                    <a:pt x="238605" y="314946"/>
                  </a:lnTo>
                  <a:lnTo>
                    <a:pt x="76680" y="314946"/>
                  </a:lnTo>
                  <a:cubicBezTo>
                    <a:pt x="66202" y="314946"/>
                    <a:pt x="58583" y="322566"/>
                    <a:pt x="57630" y="333044"/>
                  </a:cubicBezTo>
                  <a:lnTo>
                    <a:pt x="57630" y="333996"/>
                  </a:lnTo>
                  <a:lnTo>
                    <a:pt x="57630" y="438771"/>
                  </a:lnTo>
                  <a:lnTo>
                    <a:pt x="67155" y="438771"/>
                  </a:lnTo>
                  <a:cubicBezTo>
                    <a:pt x="82395" y="438771"/>
                    <a:pt x="94777" y="450201"/>
                    <a:pt x="95730" y="465441"/>
                  </a:cubicBezTo>
                  <a:lnTo>
                    <a:pt x="95730" y="467346"/>
                  </a:lnTo>
                  <a:lnTo>
                    <a:pt x="95730" y="505446"/>
                  </a:lnTo>
                  <a:cubicBezTo>
                    <a:pt x="95730" y="521639"/>
                    <a:pt x="83348" y="534021"/>
                    <a:pt x="67155" y="534021"/>
                  </a:cubicBezTo>
                  <a:lnTo>
                    <a:pt x="67155" y="534021"/>
                  </a:lnTo>
                  <a:lnTo>
                    <a:pt x="29055" y="534021"/>
                  </a:lnTo>
                  <a:cubicBezTo>
                    <a:pt x="12862" y="534021"/>
                    <a:pt x="480" y="521639"/>
                    <a:pt x="480" y="505446"/>
                  </a:cubicBezTo>
                  <a:lnTo>
                    <a:pt x="480" y="505446"/>
                  </a:lnTo>
                  <a:lnTo>
                    <a:pt x="480" y="467346"/>
                  </a:lnTo>
                  <a:cubicBezTo>
                    <a:pt x="480" y="451153"/>
                    <a:pt x="12862" y="438771"/>
                    <a:pt x="29055" y="438771"/>
                  </a:cubicBezTo>
                  <a:lnTo>
                    <a:pt x="29055" y="438771"/>
                  </a:lnTo>
                  <a:lnTo>
                    <a:pt x="38580" y="438771"/>
                  </a:lnTo>
                  <a:lnTo>
                    <a:pt x="38580" y="333996"/>
                  </a:lnTo>
                  <a:cubicBezTo>
                    <a:pt x="38580" y="313994"/>
                    <a:pt x="54773" y="296848"/>
                    <a:pt x="74775" y="295896"/>
                  </a:cubicBezTo>
                  <a:lnTo>
                    <a:pt x="76680" y="295896"/>
                  </a:lnTo>
                  <a:lnTo>
                    <a:pt x="238605" y="295896"/>
                  </a:lnTo>
                  <a:lnTo>
                    <a:pt x="238605" y="162546"/>
                  </a:lnTo>
                  <a:lnTo>
                    <a:pt x="133830" y="162546"/>
                  </a:lnTo>
                  <a:cubicBezTo>
                    <a:pt x="113827" y="162546"/>
                    <a:pt x="96683" y="146353"/>
                    <a:pt x="95730" y="126351"/>
                  </a:cubicBezTo>
                  <a:lnTo>
                    <a:pt x="95730" y="124446"/>
                  </a:lnTo>
                  <a:lnTo>
                    <a:pt x="95730" y="38721"/>
                  </a:lnTo>
                  <a:cubicBezTo>
                    <a:pt x="95730" y="17766"/>
                    <a:pt x="112875" y="621"/>
                    <a:pt x="133830" y="621"/>
                  </a:cubicBezTo>
                  <a:lnTo>
                    <a:pt x="133830" y="621"/>
                  </a:lnTo>
                  <a:lnTo>
                    <a:pt x="362430" y="621"/>
                  </a:lnTo>
                  <a:close/>
                  <a:moveTo>
                    <a:pt x="67155" y="457821"/>
                  </a:moveTo>
                  <a:lnTo>
                    <a:pt x="29055" y="457821"/>
                  </a:lnTo>
                  <a:cubicBezTo>
                    <a:pt x="23340" y="457821"/>
                    <a:pt x="19530" y="461631"/>
                    <a:pt x="19530" y="467346"/>
                  </a:cubicBezTo>
                  <a:lnTo>
                    <a:pt x="19530" y="467346"/>
                  </a:lnTo>
                  <a:lnTo>
                    <a:pt x="19530" y="505446"/>
                  </a:lnTo>
                  <a:cubicBezTo>
                    <a:pt x="19530" y="511161"/>
                    <a:pt x="23340" y="514971"/>
                    <a:pt x="29055" y="514971"/>
                  </a:cubicBezTo>
                  <a:lnTo>
                    <a:pt x="29055" y="514971"/>
                  </a:lnTo>
                  <a:lnTo>
                    <a:pt x="67155" y="514971"/>
                  </a:lnTo>
                  <a:cubicBezTo>
                    <a:pt x="72870" y="514971"/>
                    <a:pt x="76680" y="511161"/>
                    <a:pt x="76680" y="505446"/>
                  </a:cubicBezTo>
                  <a:lnTo>
                    <a:pt x="76680" y="505446"/>
                  </a:lnTo>
                  <a:lnTo>
                    <a:pt x="76680" y="467346"/>
                  </a:lnTo>
                  <a:cubicBezTo>
                    <a:pt x="76680" y="461631"/>
                    <a:pt x="72870" y="457821"/>
                    <a:pt x="67155" y="457821"/>
                  </a:cubicBezTo>
                  <a:lnTo>
                    <a:pt x="67155" y="457821"/>
                  </a:lnTo>
                  <a:close/>
                  <a:moveTo>
                    <a:pt x="267180" y="457821"/>
                  </a:moveTo>
                  <a:lnTo>
                    <a:pt x="229080" y="457821"/>
                  </a:lnTo>
                  <a:cubicBezTo>
                    <a:pt x="223365" y="457821"/>
                    <a:pt x="219555" y="461631"/>
                    <a:pt x="219555" y="467346"/>
                  </a:cubicBezTo>
                  <a:lnTo>
                    <a:pt x="219555" y="467346"/>
                  </a:lnTo>
                  <a:lnTo>
                    <a:pt x="219555" y="505446"/>
                  </a:lnTo>
                  <a:cubicBezTo>
                    <a:pt x="219555" y="511161"/>
                    <a:pt x="223365" y="514971"/>
                    <a:pt x="229080" y="514971"/>
                  </a:cubicBezTo>
                  <a:lnTo>
                    <a:pt x="229080" y="514971"/>
                  </a:lnTo>
                  <a:lnTo>
                    <a:pt x="267180" y="514971"/>
                  </a:lnTo>
                  <a:cubicBezTo>
                    <a:pt x="272895" y="514971"/>
                    <a:pt x="276705" y="511161"/>
                    <a:pt x="276705" y="505446"/>
                  </a:cubicBezTo>
                  <a:lnTo>
                    <a:pt x="276705" y="505446"/>
                  </a:lnTo>
                  <a:lnTo>
                    <a:pt x="276705" y="467346"/>
                  </a:lnTo>
                  <a:cubicBezTo>
                    <a:pt x="276705" y="461631"/>
                    <a:pt x="272895" y="457821"/>
                    <a:pt x="267180" y="457821"/>
                  </a:cubicBezTo>
                  <a:lnTo>
                    <a:pt x="267180" y="457821"/>
                  </a:lnTo>
                  <a:close/>
                  <a:moveTo>
                    <a:pt x="467205" y="457821"/>
                  </a:moveTo>
                  <a:lnTo>
                    <a:pt x="429105" y="457821"/>
                  </a:lnTo>
                  <a:cubicBezTo>
                    <a:pt x="423390" y="457821"/>
                    <a:pt x="419580" y="461631"/>
                    <a:pt x="419580" y="467346"/>
                  </a:cubicBezTo>
                  <a:lnTo>
                    <a:pt x="419580" y="467346"/>
                  </a:lnTo>
                  <a:lnTo>
                    <a:pt x="419580" y="505446"/>
                  </a:lnTo>
                  <a:cubicBezTo>
                    <a:pt x="419580" y="511161"/>
                    <a:pt x="423390" y="514971"/>
                    <a:pt x="429105" y="514971"/>
                  </a:cubicBezTo>
                  <a:lnTo>
                    <a:pt x="429105" y="514971"/>
                  </a:lnTo>
                  <a:lnTo>
                    <a:pt x="467205" y="514971"/>
                  </a:lnTo>
                  <a:cubicBezTo>
                    <a:pt x="472920" y="514971"/>
                    <a:pt x="476730" y="511161"/>
                    <a:pt x="476730" y="505446"/>
                  </a:cubicBezTo>
                  <a:lnTo>
                    <a:pt x="476730" y="505446"/>
                  </a:lnTo>
                  <a:lnTo>
                    <a:pt x="476730" y="467346"/>
                  </a:lnTo>
                  <a:cubicBezTo>
                    <a:pt x="476730" y="461631"/>
                    <a:pt x="472920" y="457821"/>
                    <a:pt x="467205" y="457821"/>
                  </a:cubicBezTo>
                  <a:lnTo>
                    <a:pt x="467205" y="457821"/>
                  </a:lnTo>
                  <a:close/>
                  <a:moveTo>
                    <a:pt x="362430" y="19671"/>
                  </a:moveTo>
                  <a:lnTo>
                    <a:pt x="133830" y="19671"/>
                  </a:lnTo>
                  <a:cubicBezTo>
                    <a:pt x="123352" y="19671"/>
                    <a:pt x="114780" y="28244"/>
                    <a:pt x="114780" y="38721"/>
                  </a:cubicBezTo>
                  <a:lnTo>
                    <a:pt x="114780" y="38721"/>
                  </a:lnTo>
                  <a:lnTo>
                    <a:pt x="114780" y="124446"/>
                  </a:lnTo>
                  <a:cubicBezTo>
                    <a:pt x="114780" y="134923"/>
                    <a:pt x="123352" y="143496"/>
                    <a:pt x="133830" y="143496"/>
                  </a:cubicBezTo>
                  <a:lnTo>
                    <a:pt x="133830" y="143496"/>
                  </a:lnTo>
                  <a:lnTo>
                    <a:pt x="362430" y="143496"/>
                  </a:lnTo>
                  <a:cubicBezTo>
                    <a:pt x="372908" y="143496"/>
                    <a:pt x="381480" y="134923"/>
                    <a:pt x="381480" y="124446"/>
                  </a:cubicBezTo>
                  <a:lnTo>
                    <a:pt x="381480" y="124446"/>
                  </a:lnTo>
                  <a:lnTo>
                    <a:pt x="381480" y="38721"/>
                  </a:lnTo>
                  <a:cubicBezTo>
                    <a:pt x="381480" y="28244"/>
                    <a:pt x="372908" y="19671"/>
                    <a:pt x="362430" y="19671"/>
                  </a:cubicBezTo>
                  <a:lnTo>
                    <a:pt x="362430" y="19671"/>
                  </a:lnTo>
                  <a:close/>
                  <a:moveTo>
                    <a:pt x="157643" y="86346"/>
                  </a:moveTo>
                  <a:cubicBezTo>
                    <a:pt x="165262" y="86346"/>
                    <a:pt x="171930" y="93014"/>
                    <a:pt x="171930" y="100634"/>
                  </a:cubicBezTo>
                  <a:cubicBezTo>
                    <a:pt x="171930" y="108253"/>
                    <a:pt x="165262" y="114921"/>
                    <a:pt x="157643" y="114921"/>
                  </a:cubicBezTo>
                  <a:cubicBezTo>
                    <a:pt x="150023" y="114921"/>
                    <a:pt x="143355" y="108253"/>
                    <a:pt x="143355" y="100634"/>
                  </a:cubicBezTo>
                  <a:cubicBezTo>
                    <a:pt x="143355" y="93014"/>
                    <a:pt x="150023" y="86346"/>
                    <a:pt x="157643" y="86346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D6A4E97-8FF6-0349-A5AB-C67EAF41EE6E}"/>
                </a:ext>
              </a:extLst>
            </p:cNvPr>
            <p:cNvSpPr/>
            <p:nvPr/>
          </p:nvSpPr>
          <p:spPr>
            <a:xfrm>
              <a:off x="8643490" y="4212771"/>
              <a:ext cx="1584000" cy="1173922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2">
                      <a:lumMod val="50000"/>
                    </a:schemeClr>
                  </a:solidFill>
                </a:rPr>
                <a:t>Copy paste fonts. Choose the only option to retain text.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4C0E69C-FCCE-B743-A902-B0AFFAF4FDBC}"/>
                </a:ext>
              </a:extLst>
            </p:cNvPr>
            <p:cNvSpPr/>
            <p:nvPr/>
          </p:nvSpPr>
          <p:spPr>
            <a:xfrm>
              <a:off x="1939822" y="4223028"/>
              <a:ext cx="1584000" cy="1173922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2">
                      <a:lumMod val="50000"/>
                    </a:schemeClr>
                  </a:solidFill>
                </a:rPr>
                <a:t>Copy paste fonts. Choose the only option to retain text.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904FE5F-10D7-914A-AB5D-E65C76FB984F}"/>
                </a:ext>
              </a:extLst>
            </p:cNvPr>
            <p:cNvSpPr/>
            <p:nvPr/>
          </p:nvSpPr>
          <p:spPr>
            <a:xfrm>
              <a:off x="3621912" y="5061778"/>
              <a:ext cx="1584000" cy="1173922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2">
                      <a:lumMod val="50000"/>
                    </a:schemeClr>
                  </a:solidFill>
                </a:rPr>
                <a:t>Copy paste fonts. Choose the only option to retain text.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3B786A2-5C8A-5E4A-8A3F-1E47C6D0C682}"/>
                </a:ext>
              </a:extLst>
            </p:cNvPr>
            <p:cNvSpPr/>
            <p:nvPr/>
          </p:nvSpPr>
          <p:spPr>
            <a:xfrm>
              <a:off x="6961402" y="1028700"/>
              <a:ext cx="1584000" cy="79010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b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2">
                      <a:lumMod val="50000"/>
                    </a:schemeClr>
                  </a:solidFill>
                </a:rPr>
                <a:t>Copy paste fonts. Choose the only option to retain text.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A463964-25F6-9F49-802D-9AFA1CABA89E}"/>
                </a:ext>
              </a:extLst>
            </p:cNvPr>
            <p:cNvSpPr/>
            <p:nvPr/>
          </p:nvSpPr>
          <p:spPr>
            <a:xfrm>
              <a:off x="3621912" y="1028700"/>
              <a:ext cx="1584000" cy="79010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b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2">
                      <a:lumMod val="50000"/>
                    </a:schemeClr>
                  </a:solidFill>
                </a:rPr>
                <a:t>Copy paste fonts. Choose the only option to retain text.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973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3526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MARTDIAGRAM" val="#304330;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F8557"/>
      </a:accent1>
      <a:accent2>
        <a:srgbClr val="0063B4"/>
      </a:accent2>
      <a:accent3>
        <a:srgbClr val="4B5284"/>
      </a:accent3>
      <a:accent4>
        <a:srgbClr val="FFBF5B"/>
      </a:accent4>
      <a:accent5>
        <a:srgbClr val="3B4044"/>
      </a:accent5>
      <a:accent6>
        <a:srgbClr val="57708A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【20190416更新】主题设计标准-完整版.potx" id="{CEC5E909-CBB2-4933-951C-968AD9C49C0F}" vid="{29E3E208-87A9-4E6D-BED1-1B961AFC84E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2331</TotalTime>
  <Words>84</Words>
  <Application>Microsoft Macintosh PowerPoint</Application>
  <PresentationFormat>全屏显示(4:3)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Arial</vt:lpstr>
      <vt:lpstr>Calibri</vt:lpstr>
      <vt:lpstr>主题5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Powered by Jerry Yao</dc:title>
  <dc:creator>Jerry Yao</dc:creator>
  <cp:lastModifiedBy>姚 哲宇</cp:lastModifiedBy>
  <cp:revision>8</cp:revision>
  <cp:lastPrinted>2020-01-07T16:00:00Z</cp:lastPrinted>
  <dcterms:created xsi:type="dcterms:W3CDTF">2020-01-07T16:00:00Z</dcterms:created>
  <dcterms:modified xsi:type="dcterms:W3CDTF">2020-11-03T04:59:23Z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