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Override4.xml" ContentType="application/vnd.openxmlformats-officedocument.themeOverride+xml"/>
  <Override PartName="/ppt/tags/tag11.xml" ContentType="application/vnd.openxmlformats-officedocument.presentationml.tags+xml"/>
  <Override PartName="/ppt/theme/themeOverride5.xml" ContentType="application/vnd.openxmlformats-officedocument.themeOverride+xml"/>
  <Override PartName="/ppt/tags/tag12.xml" ContentType="application/vnd.openxmlformats-officedocument.presentationml.tags+xml"/>
  <Override PartName="/ppt/theme/themeOverride6.xml" ContentType="application/vnd.openxmlformats-officedocument.themeOverride+xml"/>
  <Override PartName="/ppt/tags/tag13.xml" ContentType="application/vnd.openxmlformats-officedocument.presentationml.tags+xml"/>
  <Override PartName="/ppt/theme/themeOverride7.xml" ContentType="application/vnd.openxmlformats-officedocument.themeOverride+xml"/>
  <Override PartName="/ppt/tags/tag14.xml" ContentType="application/vnd.openxmlformats-officedocument.presentationml.tags+xml"/>
  <Override PartName="/ppt/theme/themeOverride8.xml" ContentType="application/vnd.openxmlformats-officedocument.themeOverride+xml"/>
  <Override PartName="/ppt/tags/tag15.xml" ContentType="application/vnd.openxmlformats-officedocument.presentationml.tags+xml"/>
  <Override PartName="/ppt/theme/themeOverride9.xml" ContentType="application/vnd.openxmlformats-officedocument.themeOverr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Override10.xml" ContentType="application/vnd.openxmlformats-officedocument.themeOverr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Override11.xml" ContentType="application/vnd.openxmlformats-officedocument.themeOverr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heme/themeOverride12.xml" ContentType="application/vnd.openxmlformats-officedocument.themeOverr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heme/themeOverride13.xml" ContentType="application/vnd.openxmlformats-officedocument.themeOverr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256" r:id="rId2"/>
    <p:sldId id="266" r:id="rId3"/>
    <p:sldId id="258" r:id="rId4"/>
    <p:sldId id="1778" r:id="rId5"/>
    <p:sldId id="1781" r:id="rId6"/>
    <p:sldId id="1782" r:id="rId7"/>
    <p:sldId id="1783" r:id="rId8"/>
    <p:sldId id="1780" r:id="rId9"/>
    <p:sldId id="1779" r:id="rId10"/>
    <p:sldId id="1775" r:id="rId11"/>
    <p:sldId id="1758" r:id="rId12"/>
    <p:sldId id="1763" r:id="rId13"/>
    <p:sldId id="1765" r:id="rId14"/>
    <p:sldId id="1767" r:id="rId15"/>
    <p:sldId id="262" r:id="rId16"/>
    <p:sldId id="1762" r:id="rId17"/>
    <p:sldId id="1764" r:id="rId18"/>
    <p:sldId id="1766" r:id="rId19"/>
    <p:sldId id="1771" r:id="rId20"/>
    <p:sldId id="1773" r:id="rId21"/>
    <p:sldId id="263" r:id="rId22"/>
    <p:sldId id="1774" r:id="rId23"/>
    <p:sldId id="1753" r:id="rId24"/>
    <p:sldId id="1754" r:id="rId25"/>
    <p:sldId id="1755" r:id="rId26"/>
    <p:sldId id="1760" r:id="rId27"/>
    <p:sldId id="264" r:id="rId28"/>
    <p:sldId id="1761" r:id="rId29"/>
    <p:sldId id="1768" r:id="rId30"/>
    <p:sldId id="1769" r:id="rId31"/>
    <p:sldId id="1772" r:id="rId32"/>
    <p:sldId id="1770" r:id="rId33"/>
    <p:sldId id="265" r:id="rId34"/>
    <p:sldId id="1756" r:id="rId35"/>
    <p:sldId id="1757" r:id="rId36"/>
    <p:sldId id="1759" r:id="rId37"/>
    <p:sldId id="1776" r:id="rId38"/>
    <p:sldId id="261" r:id="rId39"/>
    <p:sldId id="1777" r:id="rId40"/>
  </p:sldIdLst>
  <p:sldSz cx="12192000" cy="6858000"/>
  <p:notesSz cx="6858000" cy="9144000"/>
  <p:custDataLst>
    <p:tags r:id="rId4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8FF"/>
    <a:srgbClr val="FFEED5"/>
    <a:srgbClr val="FFC97D"/>
    <a:srgbClr val="90B5FE"/>
    <a:srgbClr val="013CB3"/>
    <a:srgbClr val="A20000"/>
    <a:srgbClr val="A40000"/>
    <a:srgbClr val="9E0000"/>
    <a:srgbClr val="C7450B"/>
    <a:srgbClr val="E24E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BDA35-7EFF-4AE0-B279-2AD35811BFD4}" v="106" dt="2021-05-31T15:03:57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6182" autoAdjust="0"/>
  </p:normalViewPr>
  <p:slideViewPr>
    <p:cSldViewPr snapToGrid="0">
      <p:cViewPr varScale="1">
        <p:scale>
          <a:sx n="92" d="100"/>
          <a:sy n="92" d="100"/>
        </p:scale>
        <p:origin x="88" y="5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howGuides="1">
      <p:cViewPr varScale="1">
        <p:scale>
          <a:sx n="83" d="100"/>
          <a:sy n="83" d="100"/>
        </p:scale>
        <p:origin x="349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姚 哲宇" userId="efb0a5b37b9734ca" providerId="LiveId" clId="{FCAC4B5E-B068-471C-A78C-5BDC5CC15DEF}"/>
    <pc:docChg chg="custSel addSld delSld modSld sldOrd">
      <pc:chgData name="姚 哲宇" userId="efb0a5b37b9734ca" providerId="LiveId" clId="{FCAC4B5E-B068-471C-A78C-5BDC5CC15DEF}" dt="2021-05-04T05:20:07.577" v="49" actId="1076"/>
      <pc:docMkLst>
        <pc:docMk/>
      </pc:docMkLst>
      <pc:sldChg chg="delSp modSp mod">
        <pc:chgData name="姚 哲宇" userId="efb0a5b37b9734ca" providerId="LiveId" clId="{FCAC4B5E-B068-471C-A78C-5BDC5CC15DEF}" dt="2021-04-28T10:53:16.699" v="4" actId="478"/>
        <pc:sldMkLst>
          <pc:docMk/>
          <pc:sldMk cId="2271741893" sldId="256"/>
        </pc:sldMkLst>
        <pc:spChg chg="mod">
          <ac:chgData name="姚 哲宇" userId="efb0a5b37b9734ca" providerId="LiveId" clId="{FCAC4B5E-B068-471C-A78C-5BDC5CC15DEF}" dt="2021-04-28T10:53:09.234" v="1" actId="20577"/>
          <ac:spMkLst>
            <pc:docMk/>
            <pc:sldMk cId="2271741893" sldId="256"/>
            <ac:spMk id="58" creationId="{1015378E-24E1-449C-A675-A68AC4213264}"/>
          </ac:spMkLst>
        </pc:spChg>
        <pc:spChg chg="mod">
          <ac:chgData name="姚 哲宇" userId="efb0a5b37b9734ca" providerId="LiveId" clId="{FCAC4B5E-B068-471C-A78C-5BDC5CC15DEF}" dt="2021-04-28T10:53:12.631" v="3" actId="20577"/>
          <ac:spMkLst>
            <pc:docMk/>
            <pc:sldMk cId="2271741893" sldId="256"/>
            <ac:spMk id="59" creationId="{D8F4E857-EC9F-4ABF-A6C2-33322D924060}"/>
          </ac:spMkLst>
        </pc:spChg>
        <pc:grpChg chg="del">
          <ac:chgData name="姚 哲宇" userId="efb0a5b37b9734ca" providerId="LiveId" clId="{FCAC4B5E-B068-471C-A78C-5BDC5CC15DEF}" dt="2021-04-28T10:53:16.699" v="4" actId="478"/>
          <ac:grpSpMkLst>
            <pc:docMk/>
            <pc:sldMk cId="2271741893" sldId="256"/>
            <ac:grpSpMk id="55" creationId="{60C05EB5-2327-4CAA-9EC0-4F5ABF23747F}"/>
          </ac:grpSpMkLst>
        </pc:grpChg>
      </pc:sldChg>
      <pc:sldChg chg="delSp modSp mod">
        <pc:chgData name="姚 哲宇" userId="efb0a5b37b9734ca" providerId="LiveId" clId="{FCAC4B5E-B068-471C-A78C-5BDC5CC15DEF}" dt="2021-05-04T05:12:21.912" v="10" actId="478"/>
        <pc:sldMkLst>
          <pc:docMk/>
          <pc:sldMk cId="545778957" sldId="1777"/>
        </pc:sldMkLst>
        <pc:spChg chg="del">
          <ac:chgData name="姚 哲宇" userId="efb0a5b37b9734ca" providerId="LiveId" clId="{FCAC4B5E-B068-471C-A78C-5BDC5CC15DEF}" dt="2021-05-04T05:12:14.620" v="7" actId="478"/>
          <ac:spMkLst>
            <pc:docMk/>
            <pc:sldMk cId="545778957" sldId="1777"/>
            <ac:spMk id="6" creationId="{821214C4-3D8B-473D-9D9C-F2F23FBFB600}"/>
          </ac:spMkLst>
        </pc:spChg>
        <pc:spChg chg="del mod">
          <ac:chgData name="姚 哲宇" userId="efb0a5b37b9734ca" providerId="LiveId" clId="{FCAC4B5E-B068-471C-A78C-5BDC5CC15DEF}" dt="2021-05-04T05:12:20.145" v="9" actId="478"/>
          <ac:spMkLst>
            <pc:docMk/>
            <pc:sldMk cId="545778957" sldId="1777"/>
            <ac:spMk id="39" creationId="{00000000-0000-0000-0000-000000000000}"/>
          </ac:spMkLst>
        </pc:spChg>
        <pc:spChg chg="del">
          <ac:chgData name="姚 哲宇" userId="efb0a5b37b9734ca" providerId="LiveId" clId="{FCAC4B5E-B068-471C-A78C-5BDC5CC15DEF}" dt="2021-05-04T05:12:13.070" v="6" actId="478"/>
          <ac:spMkLst>
            <pc:docMk/>
            <pc:sldMk cId="545778957" sldId="1777"/>
            <ac:spMk id="44" creationId="{00000000-0000-0000-0000-000000000000}"/>
          </ac:spMkLst>
        </pc:spChg>
        <pc:spChg chg="del">
          <ac:chgData name="姚 哲宇" userId="efb0a5b37b9734ca" providerId="LiveId" clId="{FCAC4B5E-B068-471C-A78C-5BDC5CC15DEF}" dt="2021-05-04T05:12:21.912" v="10" actId="478"/>
          <ac:spMkLst>
            <pc:docMk/>
            <pc:sldMk cId="545778957" sldId="1777"/>
            <ac:spMk id="51" creationId="{DB6B50C1-7119-4649-A59E-12A0D311364C}"/>
          </ac:spMkLst>
        </pc:spChg>
      </pc:sldChg>
      <pc:sldChg chg="del">
        <pc:chgData name="姚 哲宇" userId="efb0a5b37b9734ca" providerId="LiveId" clId="{FCAC4B5E-B068-471C-A78C-5BDC5CC15DEF}" dt="2021-05-04T05:12:07.641" v="5" actId="47"/>
        <pc:sldMkLst>
          <pc:docMk/>
          <pc:sldMk cId="329752134" sldId="1778"/>
        </pc:sldMkLst>
      </pc:sldChg>
      <pc:sldChg chg="addSp modSp new mod ord modClrScheme chgLayout">
        <pc:chgData name="姚 哲宇" userId="efb0a5b37b9734ca" providerId="LiveId" clId="{FCAC4B5E-B068-471C-A78C-5BDC5CC15DEF}" dt="2021-05-04T05:20:07.577" v="49" actId="1076"/>
        <pc:sldMkLst>
          <pc:docMk/>
          <pc:sldMk cId="3075921329" sldId="1778"/>
        </pc:sldMkLst>
        <pc:spChg chg="add mod">
          <ac:chgData name="姚 哲宇" userId="efb0a5b37b9734ca" providerId="LiveId" clId="{FCAC4B5E-B068-471C-A78C-5BDC5CC15DEF}" dt="2021-05-04T05:12:46.066" v="14" actId="700"/>
          <ac:spMkLst>
            <pc:docMk/>
            <pc:sldMk cId="3075921329" sldId="1778"/>
            <ac:spMk id="2" creationId="{366741A5-AD0B-496D-8A56-8BBDB84039A0}"/>
          </ac:spMkLst>
        </pc:spChg>
        <pc:spChg chg="add mod">
          <ac:chgData name="姚 哲宇" userId="efb0a5b37b9734ca" providerId="LiveId" clId="{FCAC4B5E-B068-471C-A78C-5BDC5CC15DEF}" dt="2021-05-04T05:17:44.008" v="40" actId="1076"/>
          <ac:spMkLst>
            <pc:docMk/>
            <pc:sldMk cId="3075921329" sldId="1778"/>
            <ac:spMk id="3" creationId="{F2C6D855-03B3-43BC-8217-81543934E4AA}"/>
          </ac:spMkLst>
        </pc:spChg>
        <pc:spChg chg="add mod">
          <ac:chgData name="姚 哲宇" userId="efb0a5b37b9734ca" providerId="LiveId" clId="{FCAC4B5E-B068-471C-A78C-5BDC5CC15DEF}" dt="2021-05-04T05:18:38.632" v="42" actId="1076"/>
          <ac:spMkLst>
            <pc:docMk/>
            <pc:sldMk cId="3075921329" sldId="1778"/>
            <ac:spMk id="4" creationId="{3B6583BB-144A-4800-B016-04C8D6EB350C}"/>
          </ac:spMkLst>
        </pc:spChg>
        <pc:spChg chg="add mod">
          <ac:chgData name="姚 哲宇" userId="efb0a5b37b9734ca" providerId="LiveId" clId="{FCAC4B5E-B068-471C-A78C-5BDC5CC15DEF}" dt="2021-05-04T05:19:01.510" v="44" actId="1076"/>
          <ac:spMkLst>
            <pc:docMk/>
            <pc:sldMk cId="3075921329" sldId="1778"/>
            <ac:spMk id="5" creationId="{925C0F84-F2F8-4375-9DB2-981663ED8D76}"/>
          </ac:spMkLst>
        </pc:spChg>
        <pc:spChg chg="add mod">
          <ac:chgData name="姚 哲宇" userId="efb0a5b37b9734ca" providerId="LiveId" clId="{FCAC4B5E-B068-471C-A78C-5BDC5CC15DEF}" dt="2021-05-04T05:19:15.142" v="46" actId="1076"/>
          <ac:spMkLst>
            <pc:docMk/>
            <pc:sldMk cId="3075921329" sldId="1778"/>
            <ac:spMk id="6" creationId="{D6BAA0A5-9192-4416-893A-5305F06B3EDD}"/>
          </ac:spMkLst>
        </pc:spChg>
        <pc:spChg chg="add mod">
          <ac:chgData name="姚 哲宇" userId="efb0a5b37b9734ca" providerId="LiveId" clId="{FCAC4B5E-B068-471C-A78C-5BDC5CC15DEF}" dt="2021-05-04T05:19:40.340" v="47"/>
          <ac:spMkLst>
            <pc:docMk/>
            <pc:sldMk cId="3075921329" sldId="1778"/>
            <ac:spMk id="7" creationId="{4FB681D8-46A6-43ED-B2E2-8D32F167CF0B}"/>
          </ac:spMkLst>
        </pc:spChg>
        <pc:spChg chg="add mod">
          <ac:chgData name="姚 哲宇" userId="efb0a5b37b9734ca" providerId="LiveId" clId="{FCAC4B5E-B068-471C-A78C-5BDC5CC15DEF}" dt="2021-05-04T05:20:07.577" v="49" actId="1076"/>
          <ac:spMkLst>
            <pc:docMk/>
            <pc:sldMk cId="3075921329" sldId="1778"/>
            <ac:spMk id="8" creationId="{EA55ADE4-CB72-4715-BFDB-94FE382A306C}"/>
          </ac:spMkLst>
        </pc:spChg>
      </pc:sldChg>
      <pc:sldChg chg="addSp modSp add mod">
        <pc:chgData name="姚 哲宇" userId="efb0a5b37b9734ca" providerId="LiveId" clId="{FCAC4B5E-B068-471C-A78C-5BDC5CC15DEF}" dt="2021-05-04T05:13:30.454" v="24"/>
        <pc:sldMkLst>
          <pc:docMk/>
          <pc:sldMk cId="1958630781" sldId="1779"/>
        </pc:sldMkLst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6" creationId="{E656001D-2AF0-44BB-A841-6CA293A69F98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7" creationId="{EC49476A-0917-45B4-9207-87C8FD4742FB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8" creationId="{6E530F35-2582-4F22-924B-40291F41645B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9" creationId="{DE005B3E-BAEF-49EB-9301-FF0CFF889025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10" creationId="{0DFD9BE6-9EC0-41E4-814F-F5F248F59608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11" creationId="{91A1AAC0-6C35-4FD9-A812-8FB8A2F0D92B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12" creationId="{72B29BA6-18A6-4314-B7F1-150007CD5A00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13" creationId="{36A92959-AC10-43C0-AF08-094A7F367623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14" creationId="{CA5ABF99-3D63-4437-8560-69D9B6625F75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27" creationId="{403E9AC2-C133-4C54-BC4F-5C380E0B2BFB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28" creationId="{625E9989-0797-4E6D-8551-B8881BB83E79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29" creationId="{D7EAE946-5278-4064-9EA8-2A66DF905AEE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0" creationId="{A74E8D2B-FCE5-47CA-97D7-9B038A173C0D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1" creationId="{10CF6222-ECF0-4E5E-BA37-AAE1C616980C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2" creationId="{0459DF30-7EB8-4C40-BDC6-50EEE2C28552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3" creationId="{BAE6A0A5-1586-4E15-A32E-550C59980DB9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4" creationId="{C1F93013-44B3-4EEB-914C-C8DAE67EDFCF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5" creationId="{8658B302-0BAF-4BB2-8050-4AE63279D2B3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6" creationId="{5C9CB560-3FF7-4FDB-BE33-F47F45D5F826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7" creationId="{A5BD8A8A-324E-4712-ABA7-625076B422D8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8" creationId="{724B910A-180F-4134-A4B3-D6E3B0AB63B6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39" creationId="{3E4B1A1A-4258-4278-B794-C12758A88931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0" creationId="{621FA91C-C4AB-4B87-88EA-A14948B49A8C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1" creationId="{1806D9C7-B5B7-47FD-A039-3E59F8E40A50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2" creationId="{CA708FB8-7D6D-4522-9E9F-16746C069991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3" creationId="{FA6D3075-AB82-4A19-B6EB-AA97CCF9C03E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4" creationId="{68FB8B4C-1924-44B1-974B-C2535936E58F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5" creationId="{00388A23-7229-406C-8280-29174A244B3A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6" creationId="{51CBCE9A-9D03-47A9-B4AD-9A9AD95FAD7B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7" creationId="{B5F6A815-04EA-428B-8604-135E64DDAFBE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8" creationId="{10C13F54-FBDC-4989-979E-D7770FD58BDE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49" creationId="{11DE6807-FD94-4CF9-B470-CFDDCAB00E3D}"/>
          </ac:spMkLst>
        </pc:spChg>
        <pc:spChg chg="mod">
          <ac:chgData name="姚 哲宇" userId="efb0a5b37b9734ca" providerId="LiveId" clId="{FCAC4B5E-B068-471C-A78C-5BDC5CC15DEF}" dt="2021-05-04T05:13:30.454" v="24"/>
          <ac:spMkLst>
            <pc:docMk/>
            <pc:sldMk cId="1958630781" sldId="1779"/>
            <ac:spMk id="50" creationId="{8DF51EF0-1BA9-482C-91FD-1F3D9DE57A84}"/>
          </ac:spMkLst>
        </pc:spChg>
        <pc:grpChg chg="add 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5" creationId="{FEA60EAB-7E1F-4CC9-8940-3A6E58FCF1E6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15" creationId="{BDC8E109-BDE8-4484-8C5A-B1DD2CD059A4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16" creationId="{2AFA17C1-A5A0-430F-B897-CDF426F9D6E0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17" creationId="{6EE4DCAD-9E20-4A23-AD7C-BB325419A59E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18" creationId="{52B0B209-56C0-469F-B935-1A0120BD74FB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19" creationId="{D523B01A-A858-43A4-8357-8F1D829D10C1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20" creationId="{71B4691D-624E-4F7B-8C38-2160A88FC92D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21" creationId="{64FD1EDB-07F2-46D0-992A-E284A7B9B343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22" creationId="{2A97B45C-0A79-4B57-9CAB-7B15518F85E7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23" creationId="{6B5827FC-27CC-4D0A-B88A-D57547EB0C8D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24" creationId="{3826309C-7DF9-42EE-9EA7-6666B96284F2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25" creationId="{9C7F4CA2-CF7D-4525-875B-4E8A4781C2C9}"/>
          </ac:grpSpMkLst>
        </pc:grpChg>
        <pc:grpChg chg="mod">
          <ac:chgData name="姚 哲宇" userId="efb0a5b37b9734ca" providerId="LiveId" clId="{FCAC4B5E-B068-471C-A78C-5BDC5CC15DEF}" dt="2021-05-04T05:13:30.454" v="24"/>
          <ac:grpSpMkLst>
            <pc:docMk/>
            <pc:sldMk cId="1958630781" sldId="1779"/>
            <ac:grpSpMk id="26" creationId="{6EA1C711-D796-499A-BAE2-799585EE5639}"/>
          </ac:grpSpMkLst>
        </pc:grpChg>
      </pc:sldChg>
      <pc:sldChg chg="del">
        <pc:chgData name="姚 哲宇" userId="efb0a5b37b9734ca" providerId="LiveId" clId="{FCAC4B5E-B068-471C-A78C-5BDC5CC15DEF}" dt="2021-05-04T05:12:07.641" v="5" actId="47"/>
        <pc:sldMkLst>
          <pc:docMk/>
          <pc:sldMk cId="3915218043" sldId="1779"/>
        </pc:sldMkLst>
      </pc:sldChg>
      <pc:sldChg chg="addSp modSp add">
        <pc:chgData name="姚 哲宇" userId="efb0a5b37b9734ca" providerId="LiveId" clId="{FCAC4B5E-B068-471C-A78C-5BDC5CC15DEF}" dt="2021-05-04T05:15:03.984" v="30"/>
        <pc:sldMkLst>
          <pc:docMk/>
          <pc:sldMk cId="982177210" sldId="1780"/>
        </pc:sldMkLst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17" creationId="{1DBF1959-51F2-423A-81BF-B74AF9EBD3D7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19" creationId="{6ECFC34C-51A0-4389-B942-9E4DD63CBC60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20" creationId="{8EF2A1C1-814C-49A2-987F-624A25C0371B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21" creationId="{CC7B6E1B-7A68-40D1-B2DB-5A8C50FE3D11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23" creationId="{B522802C-3388-44A8-A5F6-7CBD1DA2ACC6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24" creationId="{7C71F501-9F27-4B9D-94F6-1DBD19D4069D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25" creationId="{70535FA8-7005-4D16-B17E-F8B1FDC916B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27" creationId="{3127BED7-DD37-4BC7-9F02-248E2AE28852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28" creationId="{EFBF4B6F-ED96-4540-AEBA-86059EEC0BEF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29" creationId="{5577427C-F679-424E-9947-6C22540D53AD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31" creationId="{CBB7D791-45FF-40E3-BBD1-0DC07810F66D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32" creationId="{E3B92F7F-30D0-4869-B044-3B336DFD127C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33" creationId="{885B2D99-1822-4D2F-9EE9-24D009F6A378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35" creationId="{4999D23B-7F8D-4441-A4E1-CEC0B776D129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36" creationId="{C3506262-F8B3-4AB1-B917-DF6DD4B5F3FB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37" creationId="{00253651-A0EC-470F-853C-B32D98AC45A3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39" creationId="{F751420B-356D-43A6-B993-D4A12EB70A5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0" creationId="{5708A5EB-2F24-498C-9919-6ED5E589F6DE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1" creationId="{C9A1C35B-AD2A-4169-8E6F-D7D96C87359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2" creationId="{2BE876D3-4C0E-4163-8286-636FD2E3CACC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3" creationId="{D2E6FED0-BEA5-40EE-94B2-8C182A4A1369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4" creationId="{D2161024-6135-4033-A13A-D09B84E8A177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5" creationId="{98DC07B5-1B65-483E-AE9B-BD8F85E0AAF8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6" creationId="{DD205357-9180-4383-B770-5A0168A7C0CC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7" creationId="{BBA7B245-76C1-4BD5-88EE-C1433D2939DC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8" creationId="{15CAB186-3557-4163-B600-A3E4A43F7745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49" creationId="{CC5B2C08-6913-4EEB-AC94-D18C3B47B405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0" creationId="{C3F30BA8-48E2-4963-9A24-57FD608F8D4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1" creationId="{575FB560-1E8D-4F1D-9344-99691949D6E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2" creationId="{CF831E8C-8E95-4982-8EFD-3D9300664C71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3" creationId="{868BAD2E-810F-4234-A4D8-EC5440D3C636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4" creationId="{3BC28938-5747-42B2-9175-E00128FB9394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5" creationId="{60D06983-E8E7-4F86-AADA-4ECFD10AEDFE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6" creationId="{B5E7C917-B3CC-4C3F-A60A-2A9276671CAC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7" creationId="{F89228F7-70D2-4170-A06F-58C0A234D335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8" creationId="{68A7F594-9BE1-48B9-BA31-607C0CED6604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59" creationId="{396A55F8-08C4-430C-93F4-D1847768B6D2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0" creationId="{F3AE2CEF-AB39-46DA-AC66-62B19A994318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1" creationId="{09008CB4-7D3B-4898-9652-73B4A75AE859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2" creationId="{8DFA7036-EE82-49E7-B663-AB0B3E6CBA53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3" creationId="{CADFBCBA-78B3-48E6-8138-F08689C67C4B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4" creationId="{82380CE7-C891-40F6-8658-BE9868D53D89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5" creationId="{791BA85C-30B4-4C7B-A60F-A7137446BA8B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6" creationId="{F8876CB0-A34C-4FEA-85B0-D973C8DFA0ED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7" creationId="{D54A2985-C3FB-4FFC-B3C9-162DABA73E22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8" creationId="{01C38196-D23F-49AD-967B-12A97936CEDC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69" creationId="{A7867447-E6E3-4691-BEC6-1C5E45004FE8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0" creationId="{DC6547CE-5FC0-41E2-B366-E476119C678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1" creationId="{14305EC1-30EF-494E-8401-F4E699B01E2E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2" creationId="{27780215-BD3B-4312-8C21-2E06A4C1999F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3" creationId="{43A71502-6806-449F-8BAF-6FDEAC3A1D2D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4" creationId="{B7A937A4-7B06-48E0-8988-33FC5A81B916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5" creationId="{2CCFFF48-4A2B-472A-ACF8-21F8129212DD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6" creationId="{9FE079F7-F7AC-479A-B4B6-76A24E928143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7" creationId="{A98BC519-0A29-4EA7-AE78-FEFEC6EC0A73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8" creationId="{2D2163B0-5079-44CF-BB2B-0652306774F6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79" creationId="{109E5053-1CF0-4E51-BB3B-1C86BA74BD75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0" creationId="{AE260CC8-E8E5-4BC4-A155-E357EAF40BD3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1" creationId="{511E236D-0D01-4856-89CF-AE5F0E264095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2" creationId="{FB832CBF-E4E1-45F0-9C5A-2979C016B76F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3" creationId="{F8195940-B5AE-4869-951A-379E12FA4419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4" creationId="{1082863E-0FE9-4C5A-BD2F-EFD88F636DFE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5" creationId="{BDE1A3FE-A308-43F8-930A-6BFE29F56C8B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6" creationId="{36CBC6E7-1617-48D9-8697-9A4C58A0B8B6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7" creationId="{09F90A34-2194-45CB-9396-2A867E06C95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8" creationId="{545649EC-A084-46DE-895D-E86418924999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89" creationId="{E8997DDB-2EDE-4487-ADB7-B531B703EE6C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0" creationId="{186F6FB3-2215-482B-B5B4-9E172817862C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1" creationId="{09772309-1F85-472F-90BC-0E9DC90F267D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2" creationId="{0E81DECA-D9B6-44E3-AFA3-621DA3547E63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3" creationId="{67BEC49D-6905-4812-9F01-F0FC1AD8BFA2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4" creationId="{20397727-8D55-42EF-A5EF-2A547DD5DAE9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5" creationId="{F22A2C52-6446-4240-B82D-FDF6F16A136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6" creationId="{0BC9A6E9-0B7E-4732-A373-500193F99568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7" creationId="{A944F7A3-7CC3-4D0A-88EB-740028849439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8" creationId="{5552E6E3-B5B1-4364-9E80-B5E315AD9BC3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99" creationId="{7A32C60C-9904-4E94-8C83-89338C80E36F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100" creationId="{ACBF1CE6-5983-49B4-82A2-E48D36F2FA2A}"/>
          </ac:spMkLst>
        </pc:spChg>
        <pc:spChg chg="mod">
          <ac:chgData name="姚 哲宇" userId="efb0a5b37b9734ca" providerId="LiveId" clId="{FCAC4B5E-B068-471C-A78C-5BDC5CC15DEF}" dt="2021-05-04T05:15:03.984" v="30"/>
          <ac:spMkLst>
            <pc:docMk/>
            <pc:sldMk cId="982177210" sldId="1780"/>
            <ac:spMk id="101" creationId="{FBF015E3-B9D6-4E28-9C25-42D74DB40E53}"/>
          </ac:spMkLst>
        </pc:spChg>
        <pc:grpChg chg="add 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5" creationId="{C862A73E-1493-4577-BDE4-41B4EF3A7867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6" creationId="{7A004464-0D3D-4C61-859D-EC0C90884955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8" creationId="{E7C84BB8-3A52-47C4-858E-D4EC38CDEED4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9" creationId="{FADF81DC-30CF-4376-8584-351D95FD1A6C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10" creationId="{0151A765-E972-46BB-9C3A-FA287C801A2C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11" creationId="{386B93BD-DB0B-496A-BB51-4DC96AA82CBB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12" creationId="{CC0A1525-9028-4401-B4E2-B495C84DF4EA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18" creationId="{3B876270-8ADA-4212-B4ED-0F85ACA59B79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22" creationId="{54891C22-1299-448A-96C6-6B75F4825D20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26" creationId="{2046097D-BAD4-4BFC-B4C8-F6E3987ABAC5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30" creationId="{F76099A5-977F-47DE-B96A-EBC0D6371431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34" creationId="{8C95CFEC-3C98-4719-8FF7-45A70F58703F}"/>
          </ac:grpSpMkLst>
        </pc:grpChg>
        <pc:grpChg chg="mod">
          <ac:chgData name="姚 哲宇" userId="efb0a5b37b9734ca" providerId="LiveId" clId="{FCAC4B5E-B068-471C-A78C-5BDC5CC15DEF}" dt="2021-05-04T05:15:03.984" v="30"/>
          <ac:grpSpMkLst>
            <pc:docMk/>
            <pc:sldMk cId="982177210" sldId="1780"/>
            <ac:grpSpMk id="38" creationId="{6FFAE45A-7C34-4E29-B2FC-F41817858878}"/>
          </ac:grpSpMkLst>
        </pc:grpChg>
        <pc:cxnChg chg="mod">
          <ac:chgData name="姚 哲宇" userId="efb0a5b37b9734ca" providerId="LiveId" clId="{FCAC4B5E-B068-471C-A78C-5BDC5CC15DEF}" dt="2021-05-04T05:15:03.984" v="30"/>
          <ac:cxnSpMkLst>
            <pc:docMk/>
            <pc:sldMk cId="982177210" sldId="1780"/>
            <ac:cxnSpMk id="7" creationId="{46B93114-0091-4774-8821-BD62A5FA911D}"/>
          </ac:cxnSpMkLst>
        </pc:cxnChg>
        <pc:cxnChg chg="mod">
          <ac:chgData name="姚 哲宇" userId="efb0a5b37b9734ca" providerId="LiveId" clId="{FCAC4B5E-B068-471C-A78C-5BDC5CC15DEF}" dt="2021-05-04T05:15:03.984" v="30"/>
          <ac:cxnSpMkLst>
            <pc:docMk/>
            <pc:sldMk cId="982177210" sldId="1780"/>
            <ac:cxnSpMk id="13" creationId="{4F615B87-7486-4888-A71E-A700F63A2AC7}"/>
          </ac:cxnSpMkLst>
        </pc:cxnChg>
        <pc:cxnChg chg="mod">
          <ac:chgData name="姚 哲宇" userId="efb0a5b37b9734ca" providerId="LiveId" clId="{FCAC4B5E-B068-471C-A78C-5BDC5CC15DEF}" dt="2021-05-04T05:15:03.984" v="30"/>
          <ac:cxnSpMkLst>
            <pc:docMk/>
            <pc:sldMk cId="982177210" sldId="1780"/>
            <ac:cxnSpMk id="14" creationId="{38CA87CC-4413-4223-8FDF-7E410D68BCCC}"/>
          </ac:cxnSpMkLst>
        </pc:cxnChg>
        <pc:cxnChg chg="mod">
          <ac:chgData name="姚 哲宇" userId="efb0a5b37b9734ca" providerId="LiveId" clId="{FCAC4B5E-B068-471C-A78C-5BDC5CC15DEF}" dt="2021-05-04T05:15:03.984" v="30"/>
          <ac:cxnSpMkLst>
            <pc:docMk/>
            <pc:sldMk cId="982177210" sldId="1780"/>
            <ac:cxnSpMk id="15" creationId="{5913BA2D-045E-489B-9532-EC9778F628EE}"/>
          </ac:cxnSpMkLst>
        </pc:cxnChg>
        <pc:cxnChg chg="mod">
          <ac:chgData name="姚 哲宇" userId="efb0a5b37b9734ca" providerId="LiveId" clId="{FCAC4B5E-B068-471C-A78C-5BDC5CC15DEF}" dt="2021-05-04T05:15:03.984" v="30"/>
          <ac:cxnSpMkLst>
            <pc:docMk/>
            <pc:sldMk cId="982177210" sldId="1780"/>
            <ac:cxnSpMk id="16" creationId="{8A3C2C2D-D9CA-4C53-B4DB-6F2C2FD57D1A}"/>
          </ac:cxnSpMkLst>
        </pc:cxnChg>
      </pc:sldChg>
      <pc:sldChg chg="del">
        <pc:chgData name="姚 哲宇" userId="efb0a5b37b9734ca" providerId="LiveId" clId="{FCAC4B5E-B068-471C-A78C-5BDC5CC15DEF}" dt="2021-05-04T05:12:07.641" v="5" actId="47"/>
        <pc:sldMkLst>
          <pc:docMk/>
          <pc:sldMk cId="2562601572" sldId="1780"/>
        </pc:sldMkLst>
      </pc:sldChg>
      <pc:sldChg chg="del">
        <pc:chgData name="姚 哲宇" userId="efb0a5b37b9734ca" providerId="LiveId" clId="{FCAC4B5E-B068-471C-A78C-5BDC5CC15DEF}" dt="2021-05-04T05:12:07.641" v="5" actId="47"/>
        <pc:sldMkLst>
          <pc:docMk/>
          <pc:sldMk cId="329989085" sldId="1781"/>
        </pc:sldMkLst>
      </pc:sldChg>
      <pc:sldChg chg="addSp delSp modSp add del">
        <pc:chgData name="姚 哲宇" userId="efb0a5b37b9734ca" providerId="LiveId" clId="{FCAC4B5E-B068-471C-A78C-5BDC5CC15DEF}" dt="2021-05-04T05:15:41.640" v="38" actId="47"/>
        <pc:sldMkLst>
          <pc:docMk/>
          <pc:sldMk cId="4218016139" sldId="1781"/>
        </pc:sldMkLst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6" creationId="{480B8ED7-8763-42E3-ACD1-5CE7CFEFDE81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7" creationId="{30E998EC-7A7E-4701-B91A-3FC18BCD2D7A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8" creationId="{669DBFCE-B8DD-47B6-9D2E-FA7B678DC6E1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9" creationId="{CE674CBA-2DB1-4D9B-8E14-DBF0843CCA7B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0" creationId="{CD58B053-8DD9-4C87-8B70-CB641E0EDF34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1" creationId="{94EB3B17-870A-4133-96E6-41A670F41A0F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2" creationId="{97BF03D9-501F-4734-B8DC-9995B9792998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3" creationId="{D5C50F0C-C60B-4865-8660-6180F17311AC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4" creationId="{5D097087-49AF-473F-BCCE-526A578F970D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5" creationId="{6F873019-F21C-449B-9D35-D2436D83E959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6" creationId="{E81BB435-7CEE-4717-99FE-C0995D5672E4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7" creationId="{6C75622E-A1D3-4B25-90F6-5F01C3EC36FF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8" creationId="{73ECD076-9AE5-42F1-89F5-1E00BAE9C911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19" creationId="{3A793007-84DD-4905-A300-533D5F9B1672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20" creationId="{825056C6-C23B-48D5-A9C2-3D8593AC3672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21" creationId="{F26114E1-D570-4A29-9D31-D26FB2AF2504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22" creationId="{210FDB34-F1B1-4655-88E4-D574CB7F0320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23" creationId="{2830145C-CE47-45B5-AE08-8869F03DD8D2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24" creationId="{A474A756-D598-46AA-A791-EC779BB0015B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25" creationId="{2579B7ED-B3B1-4EB8-A6EE-298151D0BA53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26" creationId="{7379494A-B27E-4964-9568-C5695118F67A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28" creationId="{AA3E6228-A357-409A-9F17-2F84853E3EC7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0" creationId="{B72DCC36-5007-42B2-B29F-6A8C17B0705E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2" creationId="{5879E13B-EE48-42B4-A198-8000A636F906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3" creationId="{84BBD29D-2BEF-4E42-8186-2A5AB15EF9FD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4" creationId="{6C878104-0495-4898-97FF-904C54691BC6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5" creationId="{0173348F-865E-463F-92CF-0D9BD74B4C21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6" creationId="{C93BC83B-8E7E-4CF7-84BD-E00D229BE2DA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7" creationId="{01AFA905-8B2A-4E03-9376-5CE70298E8A4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8" creationId="{C94650BF-7171-444C-A310-778721604BDF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39" creationId="{5877CFFF-BC74-453A-AF39-C85D22F081C6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40" creationId="{6D6CC15A-64F7-428A-A761-AD7CE886BFFC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41" creationId="{D45C0F84-E3D7-4AA2-894D-9E3245D54334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42" creationId="{91E78D34-EB56-40B3-856C-3866B7372C71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43" creationId="{70ACB7D9-3A26-4979-A592-8E1F0921DED1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44" creationId="{9B7C7BE4-2904-4F83-A6F3-932F7B5EAF0B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46" creationId="{726B4D8B-7F7B-4F5F-903B-B05C759EC1C3}"/>
          </ac:spMkLst>
        </pc:spChg>
        <pc:spChg chg="mod">
          <ac:chgData name="姚 哲宇" userId="efb0a5b37b9734ca" providerId="LiveId" clId="{FCAC4B5E-B068-471C-A78C-5BDC5CC15DEF}" dt="2021-05-04T05:15:32.695" v="36"/>
          <ac:spMkLst>
            <pc:docMk/>
            <pc:sldMk cId="4218016139" sldId="1781"/>
            <ac:spMk id="48" creationId="{74F38DE6-E625-44CF-AA59-D8CED8AD7C51}"/>
          </ac:spMkLst>
        </pc:spChg>
        <pc:grpChg chg="add del mod">
          <ac:chgData name="姚 哲宇" userId="efb0a5b37b9734ca" providerId="LiveId" clId="{FCAC4B5E-B068-471C-A78C-5BDC5CC15DEF}" dt="2021-05-04T05:15:39.526" v="37" actId="478"/>
          <ac:grpSpMkLst>
            <pc:docMk/>
            <pc:sldMk cId="4218016139" sldId="1781"/>
            <ac:grpSpMk id="5" creationId="{E6E4731D-0BEA-4AF8-AE82-75E17C1B3BB8}"/>
          </ac:grpSpMkLst>
        </pc:grpChg>
        <pc:grpChg chg="mod">
          <ac:chgData name="姚 哲宇" userId="efb0a5b37b9734ca" providerId="LiveId" clId="{FCAC4B5E-B068-471C-A78C-5BDC5CC15DEF}" dt="2021-05-04T05:15:32.695" v="36"/>
          <ac:grpSpMkLst>
            <pc:docMk/>
            <pc:sldMk cId="4218016139" sldId="1781"/>
            <ac:grpSpMk id="27" creationId="{DA28E7C7-0E41-4320-A947-339C6CF7A231}"/>
          </ac:grpSpMkLst>
        </pc:grpChg>
        <pc:grpChg chg="mod">
          <ac:chgData name="姚 哲宇" userId="efb0a5b37b9734ca" providerId="LiveId" clId="{FCAC4B5E-B068-471C-A78C-5BDC5CC15DEF}" dt="2021-05-04T05:15:32.695" v="36"/>
          <ac:grpSpMkLst>
            <pc:docMk/>
            <pc:sldMk cId="4218016139" sldId="1781"/>
            <ac:grpSpMk id="29" creationId="{41244D72-553D-42B1-8860-E2B3E8F05B2D}"/>
          </ac:grpSpMkLst>
        </pc:grpChg>
        <pc:grpChg chg="mod">
          <ac:chgData name="姚 哲宇" userId="efb0a5b37b9734ca" providerId="LiveId" clId="{FCAC4B5E-B068-471C-A78C-5BDC5CC15DEF}" dt="2021-05-04T05:15:32.695" v="36"/>
          <ac:grpSpMkLst>
            <pc:docMk/>
            <pc:sldMk cId="4218016139" sldId="1781"/>
            <ac:grpSpMk id="31" creationId="{6C4DE4A0-9AE8-4045-963B-16320681888E}"/>
          </ac:grpSpMkLst>
        </pc:grpChg>
        <pc:cxnChg chg="mod">
          <ac:chgData name="姚 哲宇" userId="efb0a5b37b9734ca" providerId="LiveId" clId="{FCAC4B5E-B068-471C-A78C-5BDC5CC15DEF}" dt="2021-05-04T05:15:32.695" v="36"/>
          <ac:cxnSpMkLst>
            <pc:docMk/>
            <pc:sldMk cId="4218016139" sldId="1781"/>
            <ac:cxnSpMk id="45" creationId="{CA044F16-E64E-4328-9161-51DCEE57DA24}"/>
          </ac:cxnSpMkLst>
        </pc:cxnChg>
        <pc:cxnChg chg="mod">
          <ac:chgData name="姚 哲宇" userId="efb0a5b37b9734ca" providerId="LiveId" clId="{FCAC4B5E-B068-471C-A78C-5BDC5CC15DEF}" dt="2021-05-04T05:15:32.695" v="36"/>
          <ac:cxnSpMkLst>
            <pc:docMk/>
            <pc:sldMk cId="4218016139" sldId="1781"/>
            <ac:cxnSpMk id="47" creationId="{E8E99D5C-D0F3-454E-9CFC-A6785E50BEF1}"/>
          </ac:cxnSpMkLst>
        </pc:cxnChg>
        <pc:cxnChg chg="mod">
          <ac:chgData name="姚 哲宇" userId="efb0a5b37b9734ca" providerId="LiveId" clId="{FCAC4B5E-B068-471C-A78C-5BDC5CC15DEF}" dt="2021-05-04T05:15:32.695" v="36"/>
          <ac:cxnSpMkLst>
            <pc:docMk/>
            <pc:sldMk cId="4218016139" sldId="1781"/>
            <ac:cxnSpMk id="49" creationId="{107DB05D-D88E-4E11-8F6A-A78F1C6BE54E}"/>
          </ac:cxnSpMkLst>
        </pc:cxnChg>
      </pc:sldChg>
      <pc:sldChg chg="del">
        <pc:chgData name="姚 哲宇" userId="efb0a5b37b9734ca" providerId="LiveId" clId="{FCAC4B5E-B068-471C-A78C-5BDC5CC15DEF}" dt="2021-05-04T05:12:07.641" v="5" actId="47"/>
        <pc:sldMkLst>
          <pc:docMk/>
          <pc:sldMk cId="3962855674" sldId="1782"/>
        </pc:sldMkLst>
      </pc:sldChg>
      <pc:sldChg chg="del">
        <pc:chgData name="姚 哲宇" userId="efb0a5b37b9734ca" providerId="LiveId" clId="{FCAC4B5E-B068-471C-A78C-5BDC5CC15DEF}" dt="2021-05-04T05:12:07.641" v="5" actId="47"/>
        <pc:sldMkLst>
          <pc:docMk/>
          <pc:sldMk cId="1237192661" sldId="1783"/>
        </pc:sldMkLst>
      </pc:sldChg>
    </pc:docChg>
  </pc:docChgLst>
  <pc:docChgLst>
    <pc:chgData name="姚 哲宇" userId="efb0a5b37b9734ca" providerId="LiveId" clId="{39EBDA35-7EFF-4AE0-B279-2AD35811BFD4}"/>
    <pc:docChg chg="undo redo custSel addSld delSld modSld">
      <pc:chgData name="姚 哲宇" userId="efb0a5b37b9734ca" providerId="LiveId" clId="{39EBDA35-7EFF-4AE0-B279-2AD35811BFD4}" dt="2021-05-31T15:04:00.711" v="293"/>
      <pc:docMkLst>
        <pc:docMk/>
      </pc:docMkLst>
      <pc:sldChg chg="addSp modSp mod">
        <pc:chgData name="姚 哲宇" userId="efb0a5b37b9734ca" providerId="LiveId" clId="{39EBDA35-7EFF-4AE0-B279-2AD35811BFD4}" dt="2021-05-31T14:31:32.602" v="157" actId="1076"/>
        <pc:sldMkLst>
          <pc:docMk/>
          <pc:sldMk cId="3075921329" sldId="1778"/>
        </pc:sldMkLst>
        <pc:spChg chg="mod">
          <ac:chgData name="姚 哲宇" userId="efb0a5b37b9734ca" providerId="LiveId" clId="{39EBDA35-7EFF-4AE0-B279-2AD35811BFD4}" dt="2021-05-31T14:31:32.602" v="157" actId="1076"/>
          <ac:spMkLst>
            <pc:docMk/>
            <pc:sldMk cId="3075921329" sldId="1778"/>
            <ac:spMk id="7" creationId="{4FB681D8-46A6-43ED-B2E2-8D32F167CF0B}"/>
          </ac:spMkLst>
        </pc:spChg>
        <pc:spChg chg="add mod">
          <ac:chgData name="姚 哲宇" userId="efb0a5b37b9734ca" providerId="LiveId" clId="{39EBDA35-7EFF-4AE0-B279-2AD35811BFD4}" dt="2021-05-31T14:31:31.520" v="156" actId="1076"/>
          <ac:spMkLst>
            <pc:docMk/>
            <pc:sldMk cId="3075921329" sldId="1778"/>
            <ac:spMk id="9" creationId="{07B8E444-8941-40BA-B757-F00808A8474A}"/>
          </ac:spMkLst>
        </pc:spChg>
        <pc:spChg chg="add mod">
          <ac:chgData name="姚 哲宇" userId="efb0a5b37b9734ca" providerId="LiveId" clId="{39EBDA35-7EFF-4AE0-B279-2AD35811BFD4}" dt="2021-05-31T14:31:30.162" v="155" actId="1076"/>
          <ac:spMkLst>
            <pc:docMk/>
            <pc:sldMk cId="3075921329" sldId="1778"/>
            <ac:spMk id="10" creationId="{AF6BB70B-6B35-4900-8A07-130094C38ECF}"/>
          </ac:spMkLst>
        </pc:spChg>
      </pc:sldChg>
      <pc:sldChg chg="addSp delSp modSp new mod">
        <pc:chgData name="姚 哲宇" userId="efb0a5b37b9734ca" providerId="LiveId" clId="{39EBDA35-7EFF-4AE0-B279-2AD35811BFD4}" dt="2021-05-31T13:33:04.442" v="54"/>
        <pc:sldMkLst>
          <pc:docMk/>
          <pc:sldMk cId="54080059" sldId="1781"/>
        </pc:sldMkLst>
        <pc:spChg chg="mod">
          <ac:chgData name="姚 哲宇" userId="efb0a5b37b9734ca" providerId="LiveId" clId="{39EBDA35-7EFF-4AE0-B279-2AD35811BFD4}" dt="2021-05-31T13:33:04.442" v="54"/>
          <ac:spMkLst>
            <pc:docMk/>
            <pc:sldMk cId="54080059" sldId="1781"/>
            <ac:spMk id="2" creationId="{77829E44-292F-41B5-AF73-47B8EC513C2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" creationId="{333486AC-E75D-4409-903C-640F7B3F9F58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" creationId="{1743725F-F32F-48D0-AF05-7B4000E35DB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" creationId="{B2A17639-269F-4C70-8D62-AD7B71819BED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" creationId="{4F46A01C-AC61-4EB5-ACDB-89333310E51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" creationId="{644542F4-B8BB-4D23-82B4-FC0719098DA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" creationId="{7DD4A1B7-0C4E-4062-AA78-0807D3196918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" creationId="{9642B755-3E64-407F-ACFA-E9AC4C688F6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" creationId="{D7139301-5620-430B-B403-9755FDB3D575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" creationId="{DA8099E2-664C-4578-8E77-8C19921B388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5" creationId="{5138B9D7-F94F-4E14-83D4-432E98BA761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6" creationId="{F0948E4B-3D22-439F-A6F5-F7D55C4C0A38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7" creationId="{5E336C1F-4959-4344-89F2-B36BDE42350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8" creationId="{672B9876-0FEA-436E-AF3D-3B2A6ADC25B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9" creationId="{57B950F0-25AE-4DA0-BF85-D506ECA782D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0" creationId="{49C58043-2F3C-47D7-B193-35B4343AAF8C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1" creationId="{875846AD-7DEC-44B5-8ECD-DE2157740D69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2" creationId="{AC74D8C5-24C5-41CD-A09D-BF010D2D48D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3" creationId="{C9DD66E9-32EC-431A-AA28-6694C509B9CC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4" creationId="{2ACC87D8-0C8B-4583-B08A-5D07FE2693FD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5" creationId="{60B9C5EE-F782-489E-BB4D-F7C43996824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6" creationId="{1509F520-058B-4A9F-81AF-A708EAB681A4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7" creationId="{CC287B96-52FE-40CF-B0F1-EEC7B352C2A7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8" creationId="{6329DC8E-043F-4B89-860C-3354730DCA1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29" creationId="{A6368D9F-AF77-488D-93EC-A56E412C515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0" creationId="{8EB3AEBC-6461-4E1E-B6AA-5E1CF0D555C8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1" creationId="{8A042120-C5C5-4899-B557-85D8C250109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2" creationId="{4FD8DD80-D8F7-4869-94F3-FE81A5F5B73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3" creationId="{E3395C9F-22AB-4F28-ABA0-39B910E4448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4" creationId="{5B34C893-A84C-4343-AD8A-D0606F70AF8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5" creationId="{CB22ABBD-DFC9-4551-8665-BFE3BF672F4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6" creationId="{6EFF535C-47F7-42EA-B8A2-1841EB138AE4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7" creationId="{364001F4-1541-4F48-A101-2776CE5C8E3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8" creationId="{958E0986-1572-4B69-BC80-E91C5CE63F0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39" creationId="{A1704227-62D0-437C-BD7D-1D6020D18C5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0" creationId="{E0F3EFDE-94AA-4DE6-9889-3661C7917A8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1" creationId="{ACBCC601-7785-41CA-BD6E-4F5285807DF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2" creationId="{9F176EB2-F7FF-44A5-AB1B-AA75515E944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3" creationId="{F933A733-5C73-438C-9B2E-D4D45C603C6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4" creationId="{935D4C0E-F457-4A09-82DE-24BFA4E2DB0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5" creationId="{DC599342-880F-4D9A-A494-260ED42CE17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6" creationId="{65A9675A-4D65-48F9-BF67-ECD75D1EF96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7" creationId="{1F4CF4ED-A32B-4716-B8A7-BB5C0EA4E248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8" creationId="{9AB1E78A-FB0E-46DA-AA0A-83648BB05A7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49" creationId="{5B62F47D-D384-4357-AB93-4B4AB6E2E44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0" creationId="{2E865B49-4191-48FE-ACA1-2AFA47208E49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1" creationId="{0D7A0D50-37F1-4DAA-ADE8-02EB0C7545F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2" creationId="{640BD93D-D55B-4E93-B095-0BB5E41D78C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3" creationId="{7DC284BE-99EB-4A6D-88B1-B9A6CA139C3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4" creationId="{1231A9C9-0FC8-4FA7-8986-F90D83EEDDF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5" creationId="{2604A374-AC11-45F3-8766-CBC7C34B9749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6" creationId="{D4A0AA40-88E7-4322-AD64-4D65B8F8C8FF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7" creationId="{3146ED33-4AFD-4B6B-ADD5-2A5A11ADD98F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8" creationId="{19CE3489-67EC-4545-A8A9-6086982C7ED4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59" creationId="{CD398B4D-E0F8-4E67-92F4-59258BE75A8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0" creationId="{EE157474-544D-44E8-9C4E-E1C050883F4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1" creationId="{50615A7D-01C4-4206-8DBF-F772DC60E29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2" creationId="{48E96260-A8D0-42C2-9246-F9E6FD9DE6D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3" creationId="{015870A0-DC96-467B-8127-CD933F7C1BB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4" creationId="{12A4B2FE-9B9B-4DE7-90F0-3D7987635BAD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5" creationId="{BA78DCEB-DEB1-406C-B6A0-5865E1A6A3A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6" creationId="{90C8BE75-7C1C-44F5-8D5B-BE9F24DFC3E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7" creationId="{EC6DB799-2547-450C-B082-03268BF2140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8" creationId="{03D8A2A1-3135-49D8-AD99-A6AD0B61BA3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69" creationId="{CFE8A5CD-A082-42F4-A4A3-52721C02C45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0" creationId="{B57ED628-95AB-4B2C-85F7-8E43A20B979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1" creationId="{B3155E40-F6B3-4AAE-827C-F6734297F31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2" creationId="{1C9ECDA3-BD21-4B34-A976-603310226F87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3" creationId="{65153A64-F900-4B53-BBEC-502886064948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4" creationId="{DE63C5F9-0E38-4ECF-AF17-BF15E3B68D3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5" creationId="{30BEE407-33B4-4AAE-B67A-426C22A5502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6" creationId="{D1E311C0-7C5D-4A39-A4FE-CBA3838F8AB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7" creationId="{F8066942-C16E-4893-987C-2020EE5E196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8" creationId="{A060881A-2F85-43FA-8911-8183460AE44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79" creationId="{7154AFA5-6FD7-42D3-B278-52028F087949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0" creationId="{D0621E17-9656-4C4A-97F2-6548953E2D8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1" creationId="{ACB28B16-FEF1-464D-9803-C6883BBDAF9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2" creationId="{93001663-68AD-43A1-975A-FE509798EA1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3" creationId="{F0150F75-8B29-4FFF-B186-33A1F669FA5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4" creationId="{4C9B1E31-2A8B-406E-9B2E-E26F8898A91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5" creationId="{5E43DD4C-74F2-41F6-BE5D-89C86934016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6" creationId="{79DA3C6C-05C2-4ABF-BDD9-FA8181F590B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7" creationId="{F7EFADD8-F4BF-40CA-81E1-36C7EDFE0108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8" creationId="{DF6E1A84-4A6F-4E92-84B4-C18E35B7A847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89" creationId="{B3771C7E-35EB-4445-A475-E31D98A243A4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0" creationId="{E328C557-865A-40D8-A7AF-FE7903A9D4B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1" creationId="{DD6C530F-3538-4A78-B05A-770700913EF7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2" creationId="{450FE8BD-3A1F-41DD-8EC4-09F69385395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3" creationId="{F99AF7BF-D068-4A2A-9B20-241E93230BD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4" creationId="{BA610C93-8B61-4AEA-AF43-9F05D45F44B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5" creationId="{8DD51C24-44AA-4403-A3F6-A0593E21EE57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6" creationId="{A6C34FF6-0AAC-4FC1-BDDB-8BB57DD9A0D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7" creationId="{7B027345-6813-4AFE-822B-ABE7A57819E5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8" creationId="{CFDB74AF-19AD-4DAA-9ED6-89889694D58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99" creationId="{D16E5D00-41C1-4CD3-8056-3F657257B2E3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0" creationId="{B3F1BC60-438B-4DBF-AAF0-597D24BD08A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1" creationId="{903AAD34-6EBF-4748-A894-2F86FF9D96C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2" creationId="{1B0443BA-EBD5-4772-A1FE-F86E40932909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3" creationId="{777D535A-9B27-4453-B8EC-3E246505896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4" creationId="{812F2EE4-81B2-4046-AF8D-32C0E06AB2CD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5" creationId="{F7935F70-FA27-40B5-9B9C-59BD2B76E53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6" creationId="{7FAB6E76-83EB-495A-BFD8-3D6E2820D304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7" creationId="{CA90EA37-118D-43A9-9320-233099C8DD39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8" creationId="{F60A2850-A559-4916-8B4A-23D6188D3D7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09" creationId="{7B762058-03CB-4063-96FC-2427CEFF8FD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0" creationId="{DE91CE0F-A476-4450-B7B3-9B8597C596E8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1" creationId="{3167DB48-70E1-4E41-BA21-6083622C1F2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2" creationId="{04FB09E1-9748-4CDB-9F89-50C34D60141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3" creationId="{3DE093E2-FDF5-4F97-9B28-706C14FE6845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4" creationId="{6792DDD7-B7F4-4AC1-A430-690AFAC8111F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5" creationId="{E50C7997-3BBD-45AD-AC37-9F37E661FD7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6" creationId="{D9EA78C4-F542-463C-ABC6-032A1501D93F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7" creationId="{6DE77C82-E596-493E-86C7-CB4B9D29955C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8" creationId="{08B912AB-3AD8-469C-B632-06E6BC3A7D6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19" creationId="{260F9598-76AA-4B04-B0E2-D6B454F101FC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0" creationId="{4D68EDC7-8F62-4A5F-842E-092E76615CB9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1" creationId="{A50AD278-34E9-4104-89CF-C4B1E4C9055C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2" creationId="{0FD50D12-014B-4684-A1CC-3E777A0026D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3" creationId="{A7AB1DEC-DF75-437A-9144-AB22B037789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4" creationId="{8BE875D0-AFDF-442E-AD77-437ED0FA6E9C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5" creationId="{63A29F2D-9D79-47CC-872C-4B5181540B5F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6" creationId="{A7D9622F-2F89-4B21-993F-DB083D142DDC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7" creationId="{E8CE739F-3E1C-4739-8DC1-C3E393C16AF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8" creationId="{45DAA0AD-8998-4FD2-BA1C-BC9B747D25A5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29" creationId="{A2A361F6-514E-415D-810B-825337DDFA4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0" creationId="{64F2EB67-51CE-4456-AFF8-FA3E3241106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1" creationId="{D0C15A7A-F311-4B33-9983-483A3588848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2" creationId="{830C97F6-651F-4A0F-8687-93B1C80D0997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3" creationId="{7E2C5C88-E80D-459A-BA80-D18A00A5A94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4" creationId="{689792B9-0B68-4892-BDEB-69CC9205643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5" creationId="{16E251D7-F0DF-4A1F-8535-A372E7B38FB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6" creationId="{FE15C83D-85CF-4214-BC13-782A75F4FA5F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7" creationId="{34393CE5-4770-428C-8F74-3320A5E2C8BC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8" creationId="{BC63080A-E7DE-4AAD-87E9-323AF1CF6FD0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39" creationId="{01634DEE-2F7E-4D1B-B706-18AAAA069FF2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0" creationId="{956ECC59-6D8D-43FA-BA86-E949295346AB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1" creationId="{C58099E4-ACDD-4107-AF91-3BE0CE5A450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2" creationId="{02DCA1B7-947E-4B7C-A629-AF549D052EFE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3" creationId="{D0B1527A-FBE9-40D2-BC23-634B7CE3D4BF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4" creationId="{F0083FD2-CBC9-46CB-8671-1EBB7AF2599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5" creationId="{5D36966A-D11E-4DE3-A6C5-6F241654B701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6" creationId="{33D9AA3B-25C4-4220-A370-58EFB1BCDFBA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7" creationId="{80DC663A-FD38-4632-A9A3-D578CA5D7F0F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8" creationId="{EEFFA47D-1D97-4157-9C26-9A467C42AFB6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49" creationId="{9253B829-8220-4E99-BD25-DA54F359FB44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50" creationId="{D5A0184C-ACA5-468A-BC4B-EF6BEEBC1885}"/>
          </ac:spMkLst>
        </pc:spChg>
        <pc:spChg chg="mod">
          <ac:chgData name="姚 哲宇" userId="efb0a5b37b9734ca" providerId="LiveId" clId="{39EBDA35-7EFF-4AE0-B279-2AD35811BFD4}" dt="2021-05-31T13:20:13.659" v="3"/>
          <ac:spMkLst>
            <pc:docMk/>
            <pc:sldMk cId="54080059" sldId="1781"/>
            <ac:spMk id="151" creationId="{8088DFED-8966-478C-9FD3-24A1B286173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53" creationId="{8A80ABE2-ED61-4E85-B6E6-08E1C93E2693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54" creationId="{CF0C8C88-EAA9-481C-BAE9-AAD18DFA4E77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55" creationId="{C943B1CC-EE15-4236-BB60-C89F1A0E636D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56" creationId="{CD5129F1-D0C5-4CC5-AC25-FBB8307C3A26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57" creationId="{E68A10B8-B9CA-443B-8F9F-A773A811724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58" creationId="{A9FBA04F-10E7-43AE-95BF-CFB52D06B035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59" creationId="{75DC5155-B7FF-463C-8EAA-D71AADFF633E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0" creationId="{A76EFF78-2811-411D-92F3-976ABEB0EB6A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1" creationId="{D8BF1E49-6EA0-4138-A7B7-787810FF3E8B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2" creationId="{B77C3672-60B7-4321-9E7C-F75EA199041E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3" creationId="{1F1D74BC-AD73-49AE-B32F-A1A4E358FBAA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4" creationId="{678A061B-B5A1-4DA1-BEE4-C5F60C27C8DB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5" creationId="{0D4D6116-4DDB-4627-9FD1-E1719A4988DA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6" creationId="{B3781405-857C-4542-AD52-D6E2C0889904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7" creationId="{79F2C55B-B892-4A13-A099-98D7AA54F748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8" creationId="{B131BA0F-97C1-4371-9B3D-5418AD14F14D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69" creationId="{2641D7A0-4E2B-494F-A45B-8D45CEA47A81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0" creationId="{95C57EA4-50D6-4E13-8AE7-07B0A5C19B93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1" creationId="{BC42A4F8-3A4D-4FEE-9C9A-46E17289F83A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2" creationId="{DB377EF2-72B8-4DB1-8996-B0C72E71B1B4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3" creationId="{D78A02BA-FAC3-4573-9E9D-233F6478AF77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4" creationId="{946A5EEE-4311-4B92-9A19-D8EBBEA8CAD4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5" creationId="{558543F5-7AAD-4E08-8792-3A862FC43C0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6" creationId="{5A6BBF6B-0C75-4BB8-A5AE-52D2817B4863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7" creationId="{157B3FBB-F8E4-4FEE-A39E-10D209B2C8EF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8" creationId="{43D55EBA-2782-4D7A-B6B6-AB970E03E1B4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79" creationId="{B601E529-48DE-48FA-A4DD-EFF3E2A79C0F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0" creationId="{963479BE-FC2F-4CF0-A9EE-F277055B74E7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1" creationId="{CE5508C4-46D5-4277-90E9-9EDF94F060EF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2" creationId="{E5794AE0-6B87-43A1-8CBF-30D01132287E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3" creationId="{F2C09F7D-4580-4F87-B4BF-F2EB95660CA3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4" creationId="{6ACD55DE-D673-4A0D-8A39-6E3D72B6E925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5" creationId="{100A7D96-D2DE-413D-9B94-6D686028B8A9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6" creationId="{694B22FB-529C-4A50-A9A4-B63FFCDC9F89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7" creationId="{A40FD771-C86E-446E-88CA-55C29B606996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8" creationId="{86268B94-73CB-445F-8179-C9C840B27B35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89" creationId="{C9D8C5F5-22ED-4E6B-BE22-E54BA52162B1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0" creationId="{25EEB8B5-6840-4DD9-9E1A-0982C078C263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1" creationId="{8948A80A-6D32-45EB-9455-8B2312BA82D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2" creationId="{5E8F05F0-2E16-4D4D-9A80-A8E0B00AB2E6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3" creationId="{8161728A-695A-4BE4-985E-3E7E3DAE74BF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4" creationId="{EF4E88C3-EB14-44F0-B574-33E0DDF8C50A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5" creationId="{72291AD1-8340-48B2-8815-A17DE29A60D4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6" creationId="{709117CC-6152-4F26-A9DC-00BA6847FFF0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7" creationId="{95F1248E-1058-4A73-8DC6-A8DE5E7031A9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8" creationId="{7C9A89CF-C5BF-4A59-A5D6-94F37655CFE3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199" creationId="{0C6A740B-6CEE-4D1B-9FAC-604109E5731F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00" creationId="{025E689A-ADB8-4716-827D-D8DB5FA6124A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1" creationId="{FF8F8310-F136-4617-8421-B791E87F50AD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2" creationId="{3409C8EA-E7D5-4ED6-9E2C-08AEBA74557C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3" creationId="{191F8AC4-02F9-42C0-908A-7058B2F9176A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4" creationId="{74DED237-D4A6-4BD7-B359-CE29E5964CD1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5" creationId="{34A88B93-3DAB-4489-A55C-C6D5176F69BE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6" creationId="{659DAB3F-AC4A-4C95-8930-A91188A26232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7" creationId="{2196E3F4-C1CA-4F5F-B8E6-88A184DA4E05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8" creationId="{EE80A0FA-6785-41A2-8DA2-562CC58C79DE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09" creationId="{33B9EA2C-468C-464A-94C9-86FB8A149BDC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0" creationId="{A2960B98-B327-4D5E-A4B8-120B56203CB9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1" creationId="{12BE63D8-9984-49AD-932E-EDD10D0CF426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2" creationId="{3ED173BF-055B-4653-BC8E-C2C2223DF653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3" creationId="{8FCF8EC3-151C-4EBF-88EA-10C6BBC4CE76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4" creationId="{06D97A05-1683-4981-8B31-D8D14577AB47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5" creationId="{918FD0B6-5122-4CD6-85A1-9026FCE06CB7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6" creationId="{A38BFA64-FC48-4D5E-9D5D-A36C9F488A2C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7" creationId="{EAD234C4-4B43-4BB3-8506-26D9FA73F2A3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8" creationId="{AC58DA5C-F29A-4765-9B9A-8C539F9512C0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19" creationId="{CE137DF5-30F0-4392-ACFA-20DC08B5B99A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0" creationId="{57FD4713-30BC-4FD9-BB36-C8E4AAB6D70D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1" creationId="{26D2D0BD-B652-4F69-A736-00EA73B71778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2" creationId="{F2FCDD40-ED6D-4306-B063-7E2CA4524B9A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3" creationId="{15BD31B0-94C5-4A02-884C-5569FFA76D8E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4" creationId="{EE41A875-7A5A-4DAF-97E0-35A64E7AC7FE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5" creationId="{9BD6F2F0-A79A-41E0-ACF5-A0BE0CE3649B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6" creationId="{7B2FE30E-563E-4387-BD10-F0FD17F6FD47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7" creationId="{790F4916-B5C7-4F53-9AD6-FDF5FF563EEF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8" creationId="{EB526A89-C7A7-4145-BD5B-C89FAD8A7A48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29" creationId="{519EB0ED-4E5C-44A0-A950-E32B04DDEF09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0" creationId="{C0D9B6AE-57DB-4F5C-B36A-9BD0F71B539A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1" creationId="{36BE682F-A489-4A34-8172-7B4496E4E230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2" creationId="{5F9D1F8A-4BC6-4B0D-90E4-609DEAD6E383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3" creationId="{EE452A40-186A-4E09-BC90-A4B25AB13522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4" creationId="{300666F7-C1E7-4E30-B95D-85971DABF030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5" creationId="{46EE8097-9C5D-4D37-A34E-81401F5D1FB6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6" creationId="{4F57A622-8756-4BF6-85B5-854D6C9E5614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7" creationId="{82261028-D651-4EBB-8E14-E26C69EF2C5A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8" creationId="{AECE7835-3382-491D-B15F-3D6E1746DAEE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39" creationId="{57586A49-34B9-487A-88B9-D4F113CFBFAF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0" creationId="{E8EC62BA-D767-41A0-BBA4-130D20D469D5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1" creationId="{99A0069C-AB24-4D6E-A682-88116E8F8F29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2" creationId="{01017D8B-C471-47B5-9339-E2889161D8BC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3" creationId="{F1573B43-0523-4BD4-B4D4-32D56C5683CF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4" creationId="{6758615C-A413-4EF3-A51C-8354927CC180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5" creationId="{9F46428B-E006-4008-96DE-4B6BAA764348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6" creationId="{F6532936-06A4-4287-B28B-412F7D05F937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7" creationId="{F26F778A-F452-4C15-8333-7F90FAA47FCA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8" creationId="{80DC1AD0-2A4E-4856-A83E-6B31A21EDAB7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49" creationId="{1579133D-1435-46B8-B558-8DEFD921F940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50" creationId="{3A125FB8-CA2D-4476-8142-FC14022CB770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51" creationId="{224FA08D-61CE-4155-994F-E4A21ED1AB8D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52" creationId="{18549114-0223-46D2-ABB3-950BE292E754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53" creationId="{8CBB9803-0514-4D25-AB62-96E9672FADA0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54" creationId="{379391C2-B66C-4E5E-A6EB-EC505D87793E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55" creationId="{7E48CE97-841A-4A39-8A73-AB36C0C9FD2C}"/>
          </ac:spMkLst>
        </pc:spChg>
        <pc:spChg chg="del mod topLvl">
          <ac:chgData name="姚 哲宇" userId="efb0a5b37b9734ca" providerId="LiveId" clId="{39EBDA35-7EFF-4AE0-B279-2AD35811BFD4}" dt="2021-05-31T13:23:11.088" v="12" actId="478"/>
          <ac:spMkLst>
            <pc:docMk/>
            <pc:sldMk cId="54080059" sldId="1781"/>
            <ac:spMk id="256" creationId="{8AF03AB9-CF0E-4D66-BD91-7715949B5A10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57" creationId="{D397A7A1-C74F-436A-AE84-FF2C7CBD2EB8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58" creationId="{EBEE813E-57E1-4411-8EB8-7216EB445C4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59" creationId="{33947D7E-F966-48B6-924F-13FDB7A03978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0" creationId="{030F6372-B173-4D32-9C62-A39A392E5DF9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1" creationId="{EB67C1A3-59F6-48DD-A38D-696A0E2F888E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2" creationId="{240736E8-E0A8-461E-BC10-8107D7B4829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3" creationId="{2BCE5242-BDF4-4AEE-BEAF-E7020B98922E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4" creationId="{D80018A4-0A67-4CAF-933E-97B30D540337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5" creationId="{61EBEE83-42E6-4FD8-86FE-665AF1855653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6" creationId="{D00CDEFF-BF45-41B2-BB61-D8E53F845DB9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7" creationId="{7B708668-9EE5-488B-B1D7-02981277A400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8" creationId="{6D9A8AD3-713F-4D09-B216-5E8FA72BFE48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69" creationId="{60894B34-3014-4892-BD2D-890E62D09298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0" creationId="{EF9A5F68-80CD-467E-A4FD-895C71EB90ED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1" creationId="{776B611E-77CA-448B-B8CC-37C8F45C9C3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2" creationId="{3313FEE2-A00C-4FD5-B78A-BE44DF12B4FB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3" creationId="{892313CD-1B4C-40FC-8BDA-98D02528B0A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4" creationId="{B50F55E9-011C-4A11-B099-1D5242FBBC91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5" creationId="{0658841A-352A-401C-B7A4-E9C8709030B6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6" creationId="{70D77495-1714-4258-8FAA-DACEA1B28C86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7" creationId="{F4262855-87CA-4655-B6F7-6ABD14D62217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8" creationId="{5A2537B0-E725-46DB-96CA-5D96179B9267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79" creationId="{3977D9E4-A1EA-4D59-AC9A-7DA8CBBCB63F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0" creationId="{467C7309-3D12-4F7C-AB94-10E956EDC9C0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1" creationId="{902AC74B-3351-4285-9E61-4CFA84AA2C9E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2" creationId="{4E2AF808-792E-4D7D-9AFB-F974FDD304BA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3" creationId="{4E9101F1-C48E-4FF0-82B4-641EE052F863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4" creationId="{87486F51-2EF5-4AAD-9D61-D7B0A23222F1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5" creationId="{90E61CE9-344A-4A8E-81A8-AB38138FD192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6" creationId="{F437E942-6CC4-4D97-84FC-3BE235DB168D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7" creationId="{A7EFD195-2569-4F97-8622-B967C80F8E12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8" creationId="{9FA73AB3-3C9A-48AD-8F82-8EB2AC9C0C9C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89" creationId="{67371EBC-227A-447B-B41F-0B6C973446EE}"/>
          </ac:spMkLst>
        </pc:spChg>
        <pc:spChg chg="mod topLvl">
          <ac:chgData name="姚 哲宇" userId="efb0a5b37b9734ca" providerId="LiveId" clId="{39EBDA35-7EFF-4AE0-B279-2AD35811BFD4}" dt="2021-05-31T13:26:24.622" v="36"/>
          <ac:spMkLst>
            <pc:docMk/>
            <pc:sldMk cId="54080059" sldId="1781"/>
            <ac:spMk id="290" creationId="{6270C01B-087F-433D-AA14-9C32A12C19C7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293" creationId="{451C9C5C-B871-4AD7-BF0F-9A107FE24B97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294" creationId="{86124186-F3E0-491A-BF8A-F1A5078198DD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295" creationId="{18B0186A-41E7-4B7C-A097-FC1FF0236427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296" creationId="{D73DF233-ABAB-4A59-9E1A-64FED6060BD3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297" creationId="{9F2FE1EF-38B1-4208-94DA-28F8077CD677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298" creationId="{ACB44504-EACE-46A4-B1F6-A7942A95EB9C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299" creationId="{A2DB70A1-80FA-49DA-9FD7-BA68AFB4759F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0" creationId="{ACDE257E-6814-436A-B2B1-CF80459698AE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1" creationId="{9CCE8335-A10D-4818-891D-0D2DC72658CF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2" creationId="{5923C18F-4F85-49F3-9BBF-3FB8CD79337D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3" creationId="{09D09EBF-8C47-4DC0-80C2-1822B9D0732F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4" creationId="{D8C35442-A56B-4C0E-89FC-CABB709B609A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5" creationId="{61622379-8D63-47AC-B8F1-379511C27269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6" creationId="{49175BC8-5D07-463B-B820-4923D1B82BC1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7" creationId="{E1869D18-89DE-46D3-8CC8-8DDA37B888B9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8" creationId="{49D44766-E88E-48EA-81E4-E60355A70C52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09" creationId="{6A43E79A-3BCE-4014-B1D8-0EEED6DCBF37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0" creationId="{BD444532-45C9-43E5-B686-E2B0392B9B6B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1" creationId="{44C8666F-BD73-4C46-BD33-25A9223FF895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2" creationId="{573F16D9-F901-412D-A9EE-F53B234A12D3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3" creationId="{0B3E16B1-1CA9-492A-94F3-DBECC9B11625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4" creationId="{4482D6AA-BFCC-4FB0-99C9-D3D3B9D25634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5" creationId="{63D74BEA-5D6A-4A71-A840-F011315DD353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6" creationId="{D94DB479-EDF4-468D-8182-868406A68D5F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7" creationId="{B7BB3040-3A84-442F-B273-7FABC7A6697C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8" creationId="{D518AAE8-9FFB-4185-AB7A-B632B558B68B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19" creationId="{640FEE48-C46A-48DD-9C92-E5CF5B288A28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0" creationId="{22CD2676-7F2D-488D-BD40-BEE090FA2707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1" creationId="{905945B9-2D8D-43A0-9DA2-4EE91BA23DFC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2" creationId="{C7EF919E-FB3B-4C70-889E-AD6E5FEE006D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3" creationId="{03888AF3-294A-4C2B-8F92-0DAD0164299F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4" creationId="{6D949EC9-4980-47A5-A061-585407EC6AB4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5" creationId="{BFCB8103-6D50-40EC-A14A-4A681541EA40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6" creationId="{667766CD-27B2-4E05-A96D-7598E8A861D8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7" creationId="{2B0DFBD5-60CA-414D-9063-8966B6B75959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8" creationId="{F7915FAB-B245-46EA-A14D-6C337616CCA0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29" creationId="{C421E3DC-1120-43DA-A9A6-A3B48CF9CABD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30" creationId="{344D9E51-139C-4A20-A865-B83EB2660230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31" creationId="{792C0DE5-27BE-4EDC-A298-0D41980EE1C2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32" creationId="{51B5EEF2-22E5-444F-BFDA-B26CC23B17FE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33" creationId="{C7CE3075-315C-43F6-92AD-DA8983AA2965}"/>
          </ac:spMkLst>
        </pc:spChg>
        <pc:spChg chg="mod">
          <ac:chgData name="姚 哲宇" userId="efb0a5b37b9734ca" providerId="LiveId" clId="{39EBDA35-7EFF-4AE0-B279-2AD35811BFD4}" dt="2021-05-31T13:26:24.620" v="35"/>
          <ac:spMkLst>
            <pc:docMk/>
            <pc:sldMk cId="54080059" sldId="1781"/>
            <ac:spMk id="334" creationId="{342C7A04-3E7F-4FE4-853C-6E28E6C5023F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36" creationId="{96CE40A0-9D94-4677-B264-7DBF4433069C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37" creationId="{DFE3929F-5AB8-4000-8D12-E54C5FD42FA7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38" creationId="{3EC430A7-A035-4BA4-8F00-CA7328293E61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39" creationId="{5D976E45-CC89-4B0E-8BED-E81C594021E2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0" creationId="{43E6801F-9448-4D46-8FF5-6FD1C1244501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1" creationId="{53C8E8B9-3C0C-4552-9CE6-2070B7F3857E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2" creationId="{C1EF0946-A484-45B4-9106-C80E201377D3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3" creationId="{AD878D80-D666-40CA-88F1-07D251B33E84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4" creationId="{B54F0DCC-AB26-446E-A5DC-324C51847B1F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5" creationId="{CA7EEF99-5AF5-42C7-8806-85E30C3AA247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6" creationId="{6DF7A98D-239B-4D63-9C9C-52D461A6154A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7" creationId="{9F2E992A-F3B4-49BD-9F6F-A02EF97F31E2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8" creationId="{5B68FB75-6A6C-4D8C-B705-F011DAD2C725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49" creationId="{FE5DE6DD-3D1B-41B6-B3F8-3989C03EC620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50" creationId="{BCC3BE63-2B6D-459C-B83A-67A43B6E50E3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51" creationId="{7C83237C-4BCD-41D3-9B46-DA578CEC8D35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52" creationId="{A6386D65-111A-4D5A-BD34-8DFB3C082769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53" creationId="{DB68BA76-DC43-4287-A082-AA2F634E319D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54" creationId="{33EA4009-FA1C-43B6-8A02-F23111DBFA2B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55" creationId="{10337791-E3BF-4622-8405-CE5D67CD0142}"/>
          </ac:spMkLst>
        </pc:spChg>
        <pc:spChg chg="mod">
          <ac:chgData name="姚 哲宇" userId="efb0a5b37b9734ca" providerId="LiveId" clId="{39EBDA35-7EFF-4AE0-B279-2AD35811BFD4}" dt="2021-05-31T13:26:24.619" v="33"/>
          <ac:spMkLst>
            <pc:docMk/>
            <pc:sldMk cId="54080059" sldId="1781"/>
            <ac:spMk id="356" creationId="{6C4390B3-3BFC-444D-A96E-B70897BC9A56}"/>
          </ac:spMkLst>
        </pc:spChg>
        <pc:grpChg chg="add del mod">
          <ac:chgData name="姚 哲宇" userId="efb0a5b37b9734ca" providerId="LiveId" clId="{39EBDA35-7EFF-4AE0-B279-2AD35811BFD4}" dt="2021-05-31T13:22:40.307" v="10"/>
          <ac:grpSpMkLst>
            <pc:docMk/>
            <pc:sldMk cId="54080059" sldId="1781"/>
            <ac:grpSpMk id="5" creationId="{E52E08D4-B5AF-419E-B48A-3950712BC6F9}"/>
          </ac:grpSpMkLst>
        </pc:grpChg>
        <pc:grpChg chg="add del mod">
          <ac:chgData name="姚 哲宇" userId="efb0a5b37b9734ca" providerId="LiveId" clId="{39EBDA35-7EFF-4AE0-B279-2AD35811BFD4}" dt="2021-05-31T13:23:03.583" v="11" actId="165"/>
          <ac:grpSpMkLst>
            <pc:docMk/>
            <pc:sldMk cId="54080059" sldId="1781"/>
            <ac:grpSpMk id="152" creationId="{76EDCA51-79C8-4A5A-833A-DE258B106608}"/>
          </ac:grpSpMkLst>
        </pc:grpChg>
        <pc:grpChg chg="add mod">
          <ac:chgData name="姚 哲宇" userId="efb0a5b37b9734ca" providerId="LiveId" clId="{39EBDA35-7EFF-4AE0-B279-2AD35811BFD4}" dt="2021-05-31T13:26:24.622" v="36"/>
          <ac:grpSpMkLst>
            <pc:docMk/>
            <pc:sldMk cId="54080059" sldId="1781"/>
            <ac:grpSpMk id="291" creationId="{1B89268E-0542-4E5E-A8E3-1AAA87A26703}"/>
          </ac:grpSpMkLst>
        </pc:grpChg>
        <pc:grpChg chg="add mod">
          <ac:chgData name="姚 哲宇" userId="efb0a5b37b9734ca" providerId="LiveId" clId="{39EBDA35-7EFF-4AE0-B279-2AD35811BFD4}" dt="2021-05-31T13:26:24.620" v="35"/>
          <ac:grpSpMkLst>
            <pc:docMk/>
            <pc:sldMk cId="54080059" sldId="1781"/>
            <ac:grpSpMk id="292" creationId="{03A1BD30-5266-4C61-BA45-8617280AF82C}"/>
          </ac:grpSpMkLst>
        </pc:grpChg>
        <pc:grpChg chg="add mod">
          <ac:chgData name="姚 哲宇" userId="efb0a5b37b9734ca" providerId="LiveId" clId="{39EBDA35-7EFF-4AE0-B279-2AD35811BFD4}" dt="2021-05-31T13:26:53.491" v="39" actId="1076"/>
          <ac:grpSpMkLst>
            <pc:docMk/>
            <pc:sldMk cId="54080059" sldId="1781"/>
            <ac:grpSpMk id="335" creationId="{464B5D6D-FD25-4209-807E-B9E54A5AAB6C}"/>
          </ac:grpSpMkLst>
        </pc:grpChg>
      </pc:sldChg>
      <pc:sldChg chg="new del">
        <pc:chgData name="姚 哲宇" userId="efb0a5b37b9734ca" providerId="LiveId" clId="{39EBDA35-7EFF-4AE0-B279-2AD35811BFD4}" dt="2021-05-31T13:18:17.167" v="1" actId="2696"/>
        <pc:sldMkLst>
          <pc:docMk/>
          <pc:sldMk cId="3495796928" sldId="1781"/>
        </pc:sldMkLst>
      </pc:sldChg>
      <pc:sldChg chg="addSp delSp modSp new mod">
        <pc:chgData name="姚 哲宇" userId="efb0a5b37b9734ca" providerId="LiveId" clId="{39EBDA35-7EFF-4AE0-B279-2AD35811BFD4}" dt="2021-05-31T14:25:02.561" v="152" actId="1076"/>
        <pc:sldMkLst>
          <pc:docMk/>
          <pc:sldMk cId="1204905533" sldId="1782"/>
        </pc:sldMkLst>
        <pc:spChg chg="mod">
          <ac:chgData name="姚 哲宇" userId="efb0a5b37b9734ca" providerId="LiveId" clId="{39EBDA35-7EFF-4AE0-B279-2AD35811BFD4}" dt="2021-05-31T13:33:15.237" v="87"/>
          <ac:spMkLst>
            <pc:docMk/>
            <pc:sldMk cId="1204905533" sldId="1782"/>
            <ac:spMk id="2" creationId="{BB64FB53-4409-4F19-8896-6D5ACC3A568E}"/>
          </ac:spMkLst>
        </pc:spChg>
        <pc:spChg chg="add del mod">
          <ac:chgData name="姚 哲宇" userId="efb0a5b37b9734ca" providerId="LiveId" clId="{39EBDA35-7EFF-4AE0-B279-2AD35811BFD4}" dt="2021-05-31T14:18:22.730" v="93"/>
          <ac:spMkLst>
            <pc:docMk/>
            <pc:sldMk cId="1204905533" sldId="1782"/>
            <ac:spMk id="107" creationId="{C57BF4CF-05CE-4DE3-A724-479EB1650C55}"/>
          </ac:spMkLst>
        </pc:spChg>
        <pc:spChg chg="add del mod">
          <ac:chgData name="姚 哲宇" userId="efb0a5b37b9734ca" providerId="LiveId" clId="{39EBDA35-7EFF-4AE0-B279-2AD35811BFD4}" dt="2021-05-31T14:18:36.481" v="103"/>
          <ac:spMkLst>
            <pc:docMk/>
            <pc:sldMk cId="1204905533" sldId="1782"/>
            <ac:spMk id="108" creationId="{C57BF4CF-05CE-4DE3-A724-479EB1650C55}"/>
          </ac:spMkLst>
        </pc:spChg>
        <pc:spChg chg="add mod">
          <ac:chgData name="姚 哲宇" userId="efb0a5b37b9734ca" providerId="LiveId" clId="{39EBDA35-7EFF-4AE0-B279-2AD35811BFD4}" dt="2021-05-31T14:24:49.776" v="149" actId="14100"/>
          <ac:spMkLst>
            <pc:docMk/>
            <pc:sldMk cId="1204905533" sldId="1782"/>
            <ac:spMk id="109" creationId="{C57BF4CF-05CE-4DE3-A724-479EB1650C55}"/>
          </ac:spMkLst>
        </pc:spChg>
        <pc:spChg chg="add del mod">
          <ac:chgData name="姚 哲宇" userId="efb0a5b37b9734ca" providerId="LiveId" clId="{39EBDA35-7EFF-4AE0-B279-2AD35811BFD4}" dt="2021-05-31T14:20:42.874" v="113"/>
          <ac:spMkLst>
            <pc:docMk/>
            <pc:sldMk cId="1204905533" sldId="1782"/>
            <ac:spMk id="110" creationId="{798ADDD6-3251-4EB8-AC9C-2B7015960DE9}"/>
          </ac:spMkLst>
        </pc:spChg>
        <pc:spChg chg="add del mod">
          <ac:chgData name="姚 哲宇" userId="efb0a5b37b9734ca" providerId="LiveId" clId="{39EBDA35-7EFF-4AE0-B279-2AD35811BFD4}" dt="2021-05-31T14:23:18.005" v="122"/>
          <ac:spMkLst>
            <pc:docMk/>
            <pc:sldMk cId="1204905533" sldId="1782"/>
            <ac:spMk id="111" creationId="{798ADDD6-3251-4EB8-AC9C-2B7015960DE9}"/>
          </ac:spMkLst>
        </pc:spChg>
        <pc:spChg chg="add mod">
          <ac:chgData name="姚 哲宇" userId="efb0a5b37b9734ca" providerId="LiveId" clId="{39EBDA35-7EFF-4AE0-B279-2AD35811BFD4}" dt="2021-05-31T14:25:02.561" v="152" actId="1076"/>
          <ac:spMkLst>
            <pc:docMk/>
            <pc:sldMk cId="1204905533" sldId="1782"/>
            <ac:spMk id="112" creationId="{798ADDD6-3251-4EB8-AC9C-2B7015960DE9}"/>
          </ac:spMkLst>
        </pc:spChg>
        <pc:spChg chg="add mod">
          <ac:chgData name="姚 哲宇" userId="efb0a5b37b9734ca" providerId="LiveId" clId="{39EBDA35-7EFF-4AE0-B279-2AD35811BFD4}" dt="2021-05-31T14:24:58.649" v="151" actId="1076"/>
          <ac:spMkLst>
            <pc:docMk/>
            <pc:sldMk cId="1204905533" sldId="1782"/>
            <ac:spMk id="113" creationId="{AC37EF40-E634-4842-B01C-19E9E9937E80}"/>
          </ac:spMkLst>
        </pc:spChg>
        <pc:grpChg chg="add del mod">
          <ac:chgData name="姚 哲宇" userId="efb0a5b37b9734ca" providerId="LiveId" clId="{39EBDA35-7EFF-4AE0-B279-2AD35811BFD4}" dt="2021-05-31T14:16:57.595" v="89" actId="478"/>
          <ac:grpSpMkLst>
            <pc:docMk/>
            <pc:sldMk cId="1204905533" sldId="1782"/>
            <ac:grpSpMk id="5" creationId="{5F8E84A4-72A7-416E-A5E7-D63B0615F7E2}"/>
          </ac:grpSpMkLst>
        </pc:grp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" creationId="{1A5CE49C-5A02-4B7B-96C8-6BA8E3773D5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" creationId="{AF6BBE7E-7D1E-4AE0-BBDE-DE5A2E4A180A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" creationId="{31201A0C-4C22-49D0-9E99-FDE14F3170A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" creationId="{636A3117-69C4-4CD3-82D2-9EEC91A3CD3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0" creationId="{10DEC1B2-3A19-41E5-B8D0-94665E9517D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1" creationId="{5B9D1AD1-5F1D-4E3D-9689-064DFE939A50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2" creationId="{DBF7F934-D84E-4819-A355-03933EBCF0F6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3" creationId="{299688E2-9110-41D4-8F0A-194A7764FCB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4" creationId="{B1014DAD-8F5D-4F82-B8AE-A8850BF0C111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5" creationId="{A9BBA17F-E50C-4C52-887E-3CFB87D2E376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6" creationId="{518D91E0-6407-4C37-81D2-D748E029426D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7" creationId="{5F0E1A50-10A2-4887-8922-53748DFD595C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8" creationId="{6F44EEB3-4E8D-43FC-A285-0E5DC6DF36E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9" creationId="{47E00B3D-63D3-4A4C-B782-AA8CD4C7374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0" creationId="{C6393366-539A-4495-9FBC-32B389C61964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1" creationId="{58CC60F0-F0E6-4508-8366-A1B0361CA3F7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2" creationId="{3737FA98-3FA6-4CDE-9260-A65418E7EB41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3" creationId="{512E96DE-3F5A-4CF1-8B20-D30BD5BB7EE3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4" creationId="{AD7988C4-3E06-4270-8C21-35189C191B7D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5" creationId="{42FA62E4-88DC-46D4-A30C-6270C9923502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6" creationId="{16DC909B-A0F8-45FF-95EE-33F2642833F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7" creationId="{62183DE9-ED62-4823-AC82-A6BFE9C66C40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8" creationId="{2E02171A-E6C3-425A-99AF-21563033404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29" creationId="{2291F97E-8BD7-4A2F-B74C-3B89FC089797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0" creationId="{9B0025A7-2962-4F52-B6BA-1CE314F7ABE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1" creationId="{E63D3D96-AED6-4816-AAC8-93DFB2A20733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2" creationId="{5452E5CD-0E9D-40D0-9886-5B74AB482A4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3" creationId="{24FE37C0-4572-4319-83D3-4DB5A9713966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4" creationId="{C82F1ED7-1D50-4179-9D49-5F72F8706951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5" creationId="{0C774896-C311-4561-8482-7584B6A60D42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6" creationId="{DE6ACBE9-2965-4ED5-A8D1-0A5702F584E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7" creationId="{AB5A8C5B-510E-4578-84E6-4AD7ED4B03F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8" creationId="{1AD985EA-49DD-4389-A28B-7ED3C469A98F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39" creationId="{E1A885BF-5CCC-4E63-A481-2AA5A26654AF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0" creationId="{8EA1F074-4162-4631-ADFB-E4EBB64904A2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1" creationId="{EF00EB09-2EF0-4B17-8B01-2AFA4C17975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2" creationId="{EC25EBED-27C6-4D39-8263-04A38062DFC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3" creationId="{1F31DA18-AFA4-4596-8D56-C75FAB6B23F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4" creationId="{AF74A3E5-BFE2-461C-911E-BEE0E01BD8B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5" creationId="{068ECA95-2883-4671-AA01-95420AC2D396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6" creationId="{42D0417A-7F75-41B6-89BA-F006BB42150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7" creationId="{7F31A5EE-8D18-4176-B2AA-573257B63BD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8" creationId="{529DC834-4E30-405B-A706-54A21023ACC7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49" creationId="{0AE4BC10-9C78-4157-A812-519FCC394712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0" creationId="{4996F3D1-471B-47C3-905D-ABA67694BCC1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1" creationId="{2F3A2EF8-9DF2-4CA9-92FB-38E28C0CC001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2" creationId="{1B525087-646B-47D5-BE72-2421CB762962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3" creationId="{41299414-310B-494F-BED5-C5BDBC3D72A0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4" creationId="{EFE9E007-4B96-4069-B527-55A2BB2AD3D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5" creationId="{9D087491-DBD7-49D5-B7EF-BC467383BEBE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6" creationId="{6760FD3E-CB07-4D18-A021-D39301443363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7" creationId="{8FBE0CA5-AA73-4FB0-969D-D85C2D9DE643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8" creationId="{72E9907C-7ED0-4393-8180-37A852595A66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59" creationId="{B00BC2D4-CD6F-492C-9478-2471F2075A8E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0" creationId="{CBD5ED3C-B5EE-4F64-AC72-BBCF8A18753F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1" creationId="{50C4F1E8-C848-4976-BF22-ADF77DDD601D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2" creationId="{2B1F08B1-AB7C-43A6-9891-ED54C99058AF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3" creationId="{658E08AF-6F1C-4AF7-B8B7-1CE391411944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4" creationId="{94427CFE-6FFF-442A-857E-C84441EAF8D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5" creationId="{2F0B0234-C35C-4E1F-A315-635D5AAB74A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6" creationId="{C557C978-7457-4EAA-B4DB-D2A2DAE803AE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7" creationId="{1F602D2A-1101-4665-B9BD-AEA5ED867CA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8" creationId="{2789E7AF-198A-4244-95BD-9C32A6253B4E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69" creationId="{54EAFDD8-ADEA-4DE4-878D-46ECBDD248AC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0" creationId="{FC14F6E0-5F1F-4E22-9281-0878428E2A4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1" creationId="{4841673D-F6C2-479D-8FF4-D8457ABBE80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2" creationId="{CDA1FBA1-CCFF-49F8-BFBA-A24012A5C73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3" creationId="{86978A98-892F-4D98-84E4-EABB8554056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4" creationId="{A6EAAF4A-33F4-401E-85D1-D64FEB4F9A9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5" creationId="{3DC8E41E-ED49-45FD-9657-4618E67C749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6" creationId="{A4EED0F2-C86D-43FB-A46C-07990C2C1340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7" creationId="{2C2DC3E2-0C92-4A28-80DB-2FD43B1B232D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8" creationId="{881C9C7C-3AF3-45A0-8AA5-5495587F8A42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79" creationId="{3E71ADD4-2D56-4A55-AA44-E065E01134F1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0" creationId="{209B2005-7ECC-4521-A082-6215D897159A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1" creationId="{29EF9129-210D-4551-9990-1DDC846FE591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2" creationId="{7470A277-8004-476B-A563-AF05AD56425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3" creationId="{033E9DE0-979B-4DC1-A189-391898D9935D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4" creationId="{645088F3-D403-40EA-8A1A-7D6264421D1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5" creationId="{4B9BF38A-D743-41BE-96CA-6720AEA5CE5C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6" creationId="{7D696014-5519-4D0A-BA4B-B9856BF5DDC0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7" creationId="{1343974C-D4B8-435B-B157-918DE149C4B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8" creationId="{3AA68FEF-4462-4694-BFF9-EA443168A0D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89" creationId="{C18EE8F0-8992-483F-8D9F-8F2E86FC4FC0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0" creationId="{1184152A-9C8E-441C-AAAF-653B2A45A23F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1" creationId="{034E760A-C499-4097-9384-79603645A5EB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2" creationId="{0196DFA9-2586-4373-BE42-0EB769D5D40C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3" creationId="{596DC733-577E-4393-A481-F64802DEEEA8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4" creationId="{6A86F13A-81DE-4707-943A-47608954A47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5" creationId="{9BF64C1B-339C-4C21-A42C-4E4D84A3DBBA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6" creationId="{0514EF88-AA6B-44D1-9C2D-A260E9C35EB0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7" creationId="{D8FAFCEF-401D-44CF-8886-4B939A6A40E3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8" creationId="{30CE0D80-DF2F-47D5-B873-D49A760A227E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99" creationId="{0D271CAA-7DBD-41C9-8F07-565FB8711189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00" creationId="{600F79F9-81BF-436E-A7C1-E1F6BD313D6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01" creationId="{D01CBB93-5559-47F8-BB60-B47A61FEA7A5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02" creationId="{241D3950-E7FF-4B81-9287-780E6B4C46EF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03" creationId="{F7EE47BD-79B5-40B8-8DCC-EE5057F20D61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04" creationId="{E64D2C4F-06B9-4B5D-AA69-F613E077409E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05" creationId="{D702E2B6-6440-400B-AF70-3DEF9D1AAC24}"/>
          </ac:picMkLst>
        </pc:picChg>
        <pc:picChg chg="mod">
          <ac:chgData name="姚 哲宇" userId="efb0a5b37b9734ca" providerId="LiveId" clId="{39EBDA35-7EFF-4AE0-B279-2AD35811BFD4}" dt="2021-05-31T14:16:52.845" v="88"/>
          <ac:picMkLst>
            <pc:docMk/>
            <pc:sldMk cId="1204905533" sldId="1782"/>
            <ac:picMk id="106" creationId="{F4AF8410-1BD6-471A-A934-3CF0243002DE}"/>
          </ac:picMkLst>
        </pc:picChg>
      </pc:sldChg>
      <pc:sldChg chg="addSp modSp new mod">
        <pc:chgData name="姚 哲宇" userId="efb0a5b37b9734ca" providerId="LiveId" clId="{39EBDA35-7EFF-4AE0-B279-2AD35811BFD4}" dt="2021-05-31T15:04:00.711" v="293"/>
        <pc:sldMkLst>
          <pc:docMk/>
          <pc:sldMk cId="2074743919" sldId="1783"/>
        </pc:sldMkLst>
        <pc:spChg chg="mod">
          <ac:chgData name="姚 哲宇" userId="efb0a5b37b9734ca" providerId="LiveId" clId="{39EBDA35-7EFF-4AE0-B279-2AD35811BFD4}" dt="2021-05-31T14:33:56.938" v="169"/>
          <ac:spMkLst>
            <pc:docMk/>
            <pc:sldMk cId="2074743919" sldId="1783"/>
            <ac:spMk id="2" creationId="{85779584-2078-4968-B536-E178C30B6094}"/>
          </ac:spMkLst>
        </pc:spChg>
        <pc:spChg chg="add mod">
          <ac:chgData name="姚 哲宇" userId="efb0a5b37b9734ca" providerId="LiveId" clId="{39EBDA35-7EFF-4AE0-B279-2AD35811BFD4}" dt="2021-05-31T14:59:08.209" v="188"/>
          <ac:spMkLst>
            <pc:docMk/>
            <pc:sldMk cId="2074743919" sldId="1783"/>
            <ac:spMk id="5" creationId="{80985BEA-A46F-4B23-BA1C-ED7438EFF07E}"/>
          </ac:spMkLst>
        </pc:spChg>
        <pc:spChg chg="add mod">
          <ac:chgData name="姚 哲宇" userId="efb0a5b37b9734ca" providerId="LiveId" clId="{39EBDA35-7EFF-4AE0-B279-2AD35811BFD4}" dt="2021-05-31T14:59:08.209" v="188"/>
          <ac:spMkLst>
            <pc:docMk/>
            <pc:sldMk cId="2074743919" sldId="1783"/>
            <ac:spMk id="6" creationId="{44F4275A-9225-4813-9ECE-7959C9B76ABC}"/>
          </ac:spMkLst>
        </pc:spChg>
        <pc:spChg chg="add mod">
          <ac:chgData name="姚 哲宇" userId="efb0a5b37b9734ca" providerId="LiveId" clId="{39EBDA35-7EFF-4AE0-B279-2AD35811BFD4}" dt="2021-05-31T15:00:29.845" v="249"/>
          <ac:spMkLst>
            <pc:docMk/>
            <pc:sldMk cId="2074743919" sldId="1783"/>
            <ac:spMk id="7" creationId="{E7E47B93-E3FE-47E7-AF41-A447EA33736F}"/>
          </ac:spMkLst>
        </pc:spChg>
        <pc:spChg chg="add mod">
          <ac:chgData name="姚 哲宇" userId="efb0a5b37b9734ca" providerId="LiveId" clId="{39EBDA35-7EFF-4AE0-B279-2AD35811BFD4}" dt="2021-05-31T15:03:21.739" v="289" actId="14100"/>
          <ac:spMkLst>
            <pc:docMk/>
            <pc:sldMk cId="2074743919" sldId="1783"/>
            <ac:spMk id="8" creationId="{F46C01A3-EC0C-4433-BA6D-DBB1E2990549}"/>
          </ac:spMkLst>
        </pc:spChg>
        <pc:spChg chg="add mod">
          <ac:chgData name="姚 哲宇" userId="efb0a5b37b9734ca" providerId="LiveId" clId="{39EBDA35-7EFF-4AE0-B279-2AD35811BFD4}" dt="2021-05-31T15:04:00.711" v="293"/>
          <ac:spMkLst>
            <pc:docMk/>
            <pc:sldMk cId="2074743919" sldId="1783"/>
            <ac:spMk id="9" creationId="{48A1321F-64A8-4B27-A652-4EF81403803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B9A56829-66AA-42AA-918E-5C6DB1AE50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1084A9-BC5C-4420-B17C-51E328D455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78E0E4-DC06-4041-AFA7-BB6F527FFA3F}" type="datetimeFigureOut">
              <a:rPr lang="zh-CN" altLang="en-US" smtClean="0"/>
              <a:t>2021/5/31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D6F2124-7B35-4E59-B9E8-DB09EE1408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2BF8FFE-D997-4E34-9A01-CD2014B952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4B7432-8BB0-4EFA-A417-EFCDC17B28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5538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2021/5/31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981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165F2F7-32E4-4AF8-8657-36AC30D78579}"/>
              </a:ext>
            </a:extLst>
          </p:cNvPr>
          <p:cNvSpPr/>
          <p:nvPr userDrawn="1"/>
        </p:nvSpPr>
        <p:spPr>
          <a:xfrm>
            <a:off x="0" y="3214811"/>
            <a:ext cx="12191999" cy="3025651"/>
          </a:xfrm>
          <a:prstGeom prst="rect">
            <a:avLst/>
          </a:prstGeom>
          <a:solidFill>
            <a:srgbClr val="DDE8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01" name="副标题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099" y="5631878"/>
            <a:ext cx="71813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accent1">
                    <a:lumMod val="50000"/>
                  </a:schemeClr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73099" y="2784331"/>
            <a:ext cx="7181303" cy="2847548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3491D0C5-E57C-45B4-AFE5-02F7704CDCF6}"/>
              </a:ext>
            </a:extLst>
          </p:cNvPr>
          <p:cNvGrpSpPr/>
          <p:nvPr/>
        </p:nvGrpSpPr>
        <p:grpSpPr>
          <a:xfrm>
            <a:off x="6613687" y="435429"/>
            <a:ext cx="5156847" cy="6422571"/>
            <a:chOff x="4799728" y="1130300"/>
            <a:chExt cx="3634842" cy="4526998"/>
          </a:xfrm>
        </p:grpSpPr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AAEF8C50-AF93-4B64-9F64-BC188B9CC986}"/>
                </a:ext>
              </a:extLst>
            </p:cNvPr>
            <p:cNvSpPr/>
            <p:nvPr/>
          </p:nvSpPr>
          <p:spPr>
            <a:xfrm>
              <a:off x="7491718" y="1130300"/>
              <a:ext cx="942852" cy="2278559"/>
            </a:xfrm>
            <a:custGeom>
              <a:avLst/>
              <a:gdLst>
                <a:gd name="connsiteX0" fmla="*/ 531664 w 942851"/>
                <a:gd name="connsiteY0" fmla="*/ 0 h 2278558"/>
                <a:gd name="connsiteX1" fmla="*/ 0 w 942851"/>
                <a:gd name="connsiteY1" fmla="*/ 2289035 h 2278558"/>
                <a:gd name="connsiteX2" fmla="*/ 907495 w 942851"/>
                <a:gd name="connsiteY2" fmla="*/ 1250588 h 2278558"/>
                <a:gd name="connsiteX3" fmla="*/ 531664 w 942851"/>
                <a:gd name="connsiteY3" fmla="*/ 0 h 227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851" h="2278558">
                  <a:moveTo>
                    <a:pt x="531664" y="0"/>
                  </a:moveTo>
                  <a:lnTo>
                    <a:pt x="0" y="2289035"/>
                  </a:lnTo>
                  <a:cubicBezTo>
                    <a:pt x="0" y="2289035"/>
                    <a:pt x="709758" y="2260226"/>
                    <a:pt x="907495" y="1250588"/>
                  </a:cubicBezTo>
                  <a:cubicBezTo>
                    <a:pt x="1101304" y="271070"/>
                    <a:pt x="531664" y="0"/>
                    <a:pt x="531664" y="0"/>
                  </a:cubicBezTo>
                  <a:close/>
                </a:path>
              </a:pathLst>
            </a:custGeom>
            <a:solidFill>
              <a:srgbClr val="013CB3"/>
            </a:solidFill>
            <a:ln w="130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D1034528-61F0-451C-8439-59044CBBC42D}"/>
                </a:ext>
              </a:extLst>
            </p:cNvPr>
            <p:cNvSpPr/>
            <p:nvPr/>
          </p:nvSpPr>
          <p:spPr>
            <a:xfrm>
              <a:off x="5239350" y="3331493"/>
              <a:ext cx="327379" cy="130952"/>
            </a:xfrm>
            <a:custGeom>
              <a:avLst/>
              <a:gdLst>
                <a:gd name="connsiteX0" fmla="*/ 0 w 327379"/>
                <a:gd name="connsiteY0" fmla="*/ 134984 h 130951"/>
                <a:gd name="connsiteX1" fmla="*/ 132261 w 327379"/>
                <a:gd name="connsiteY1" fmla="*/ 11890 h 130951"/>
                <a:gd name="connsiteX2" fmla="*/ 336546 w 327379"/>
                <a:gd name="connsiteY2" fmla="*/ 134984 h 130951"/>
                <a:gd name="connsiteX3" fmla="*/ 168928 w 327379"/>
                <a:gd name="connsiteY3" fmla="*/ 134984 h 130951"/>
                <a:gd name="connsiteX4" fmla="*/ 182023 w 327379"/>
                <a:gd name="connsiteY4" fmla="*/ 79985 h 13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379" h="130951">
                  <a:moveTo>
                    <a:pt x="0" y="134984"/>
                  </a:moveTo>
                  <a:cubicBezTo>
                    <a:pt x="0" y="134984"/>
                    <a:pt x="37976" y="42009"/>
                    <a:pt x="132261" y="11890"/>
                  </a:cubicBezTo>
                  <a:cubicBezTo>
                    <a:pt x="225237" y="-18229"/>
                    <a:pt x="340474" y="4033"/>
                    <a:pt x="336546" y="134984"/>
                  </a:cubicBezTo>
                  <a:lnTo>
                    <a:pt x="168928" y="134984"/>
                  </a:lnTo>
                  <a:cubicBezTo>
                    <a:pt x="168928" y="134984"/>
                    <a:pt x="149285" y="98318"/>
                    <a:pt x="182023" y="79985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443590D7-CA87-4478-AB6B-8DA2AC5C485A}"/>
                </a:ext>
              </a:extLst>
            </p:cNvPr>
            <p:cNvSpPr/>
            <p:nvPr/>
          </p:nvSpPr>
          <p:spPr>
            <a:xfrm>
              <a:off x="5552096" y="3158427"/>
              <a:ext cx="366665" cy="301189"/>
            </a:xfrm>
            <a:custGeom>
              <a:avLst/>
              <a:gdLst>
                <a:gd name="connsiteX0" fmla="*/ 321060 w 366664"/>
                <a:gd name="connsiteY0" fmla="*/ 309360 h 301188"/>
                <a:gd name="connsiteX1" fmla="*/ 304036 w 366664"/>
                <a:gd name="connsiteY1" fmla="*/ 50075 h 301188"/>
                <a:gd name="connsiteX2" fmla="*/ 61775 w 366664"/>
                <a:gd name="connsiteY2" fmla="*/ 272693 h 301188"/>
                <a:gd name="connsiteX3" fmla="*/ 150822 w 366664"/>
                <a:gd name="connsiteY3" fmla="*/ 161384 h 30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664" h="301188">
                  <a:moveTo>
                    <a:pt x="321060" y="309360"/>
                  </a:moveTo>
                  <a:cubicBezTo>
                    <a:pt x="321060" y="309360"/>
                    <a:pt x="454630" y="179718"/>
                    <a:pt x="304036" y="50075"/>
                  </a:cubicBezTo>
                  <a:cubicBezTo>
                    <a:pt x="122013" y="-107066"/>
                    <a:pt x="-113700" y="144361"/>
                    <a:pt x="61775" y="272693"/>
                  </a:cubicBezTo>
                  <a:cubicBezTo>
                    <a:pt x="170465" y="352574"/>
                    <a:pt x="254274" y="196741"/>
                    <a:pt x="150822" y="161384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FD92C89C-9731-46F9-9B6E-376810BFF18B}"/>
                </a:ext>
              </a:extLst>
            </p:cNvPr>
            <p:cNvSpPr/>
            <p:nvPr/>
          </p:nvSpPr>
          <p:spPr>
            <a:xfrm>
              <a:off x="5856132" y="3091595"/>
              <a:ext cx="392855" cy="340474"/>
            </a:xfrm>
            <a:custGeom>
              <a:avLst/>
              <a:gdLst>
                <a:gd name="connsiteX0" fmla="*/ 0 w 392854"/>
                <a:gd name="connsiteY0" fmla="*/ 115598 h 340474"/>
                <a:gd name="connsiteX1" fmla="*/ 208213 w 392854"/>
                <a:gd name="connsiteY1" fmla="*/ 361 h 340474"/>
                <a:gd name="connsiteX2" fmla="*/ 383688 w 392854"/>
                <a:gd name="connsiteY2" fmla="*/ 267502 h 340474"/>
                <a:gd name="connsiteX3" fmla="*/ 210832 w 392854"/>
                <a:gd name="connsiteY3" fmla="*/ 306788 h 340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854" h="340474">
                  <a:moveTo>
                    <a:pt x="0" y="115598"/>
                  </a:moveTo>
                  <a:cubicBezTo>
                    <a:pt x="0" y="115598"/>
                    <a:pt x="51071" y="-7496"/>
                    <a:pt x="208213" y="361"/>
                  </a:cubicBezTo>
                  <a:cubicBezTo>
                    <a:pt x="365355" y="8218"/>
                    <a:pt x="426902" y="161431"/>
                    <a:pt x="383688" y="267502"/>
                  </a:cubicBezTo>
                  <a:cubicBezTo>
                    <a:pt x="340474" y="373573"/>
                    <a:pt x="214761" y="374882"/>
                    <a:pt x="210832" y="306788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A8591A9D-5538-4DEC-B405-54C510558903}"/>
                </a:ext>
              </a:extLst>
            </p:cNvPr>
            <p:cNvSpPr/>
            <p:nvPr/>
          </p:nvSpPr>
          <p:spPr>
            <a:xfrm>
              <a:off x="6068274" y="3266121"/>
              <a:ext cx="78571" cy="13095"/>
            </a:xfrm>
            <a:custGeom>
              <a:avLst/>
              <a:gdLst>
                <a:gd name="connsiteX0" fmla="*/ 79880 w 78570"/>
                <a:gd name="connsiteY0" fmla="*/ 0 h 13095"/>
                <a:gd name="connsiteX1" fmla="*/ 0 w 78570"/>
                <a:gd name="connsiteY1" fmla="*/ 22262 h 1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570" h="13095">
                  <a:moveTo>
                    <a:pt x="79880" y="0"/>
                  </a:moveTo>
                  <a:cubicBezTo>
                    <a:pt x="79880" y="0"/>
                    <a:pt x="41904" y="27500"/>
                    <a:pt x="0" y="22262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FC116EBF-5653-4BA4-837E-95BEB302B1FC}"/>
                </a:ext>
              </a:extLst>
            </p:cNvPr>
            <p:cNvSpPr/>
            <p:nvPr/>
          </p:nvSpPr>
          <p:spPr>
            <a:xfrm>
              <a:off x="6053869" y="3179693"/>
              <a:ext cx="13095" cy="209523"/>
            </a:xfrm>
            <a:custGeom>
              <a:avLst/>
              <a:gdLst>
                <a:gd name="connsiteX0" fmla="*/ 0 w 13095"/>
                <a:gd name="connsiteY0" fmla="*/ 0 h 209522"/>
                <a:gd name="connsiteX1" fmla="*/ 11786 w 13095"/>
                <a:gd name="connsiteY1" fmla="*/ 218689 h 20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95" h="209522">
                  <a:moveTo>
                    <a:pt x="0" y="0"/>
                  </a:moveTo>
                  <a:cubicBezTo>
                    <a:pt x="0" y="0"/>
                    <a:pt x="23571" y="117856"/>
                    <a:pt x="11786" y="218689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D7181733-982F-4ADC-B787-E92C178D9BE9}"/>
                </a:ext>
              </a:extLst>
            </p:cNvPr>
            <p:cNvSpPr/>
            <p:nvPr/>
          </p:nvSpPr>
          <p:spPr>
            <a:xfrm>
              <a:off x="6252121" y="3110277"/>
              <a:ext cx="340474" cy="353569"/>
            </a:xfrm>
            <a:custGeom>
              <a:avLst/>
              <a:gdLst>
                <a:gd name="connsiteX0" fmla="*/ 353055 w 340474"/>
                <a:gd name="connsiteY0" fmla="*/ 106083 h 353569"/>
                <a:gd name="connsiteX1" fmla="*/ 185437 w 340474"/>
                <a:gd name="connsiteY1" fmla="*/ 12 h 353569"/>
                <a:gd name="connsiteX2" fmla="*/ 37461 w 340474"/>
                <a:gd name="connsiteY2" fmla="*/ 289415 h 353569"/>
                <a:gd name="connsiteX3" fmla="*/ 287579 w 340474"/>
                <a:gd name="connsiteY3" fmla="*/ 250130 h 353569"/>
                <a:gd name="connsiteX4" fmla="*/ 122580 w 340474"/>
                <a:gd name="connsiteY4" fmla="*/ 213463 h 35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0474" h="353569">
                  <a:moveTo>
                    <a:pt x="353055" y="106083"/>
                  </a:moveTo>
                  <a:cubicBezTo>
                    <a:pt x="353055" y="106083"/>
                    <a:pt x="312460" y="-1298"/>
                    <a:pt x="185437" y="12"/>
                  </a:cubicBezTo>
                  <a:cubicBezTo>
                    <a:pt x="36152" y="1321"/>
                    <a:pt x="-55514" y="159773"/>
                    <a:pt x="37461" y="289415"/>
                  </a:cubicBezTo>
                  <a:cubicBezTo>
                    <a:pt x="122580" y="407272"/>
                    <a:pt x="287579" y="357510"/>
                    <a:pt x="287579" y="250130"/>
                  </a:cubicBezTo>
                  <a:cubicBezTo>
                    <a:pt x="287579" y="104773"/>
                    <a:pt x="134366" y="99535"/>
                    <a:pt x="122580" y="213463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75B1573A-D6DA-4E40-B952-FC6A6E899942}"/>
                </a:ext>
              </a:extLst>
            </p:cNvPr>
            <p:cNvSpPr/>
            <p:nvPr/>
          </p:nvSpPr>
          <p:spPr>
            <a:xfrm>
              <a:off x="6628486" y="3332240"/>
              <a:ext cx="170237" cy="104761"/>
            </a:xfrm>
            <a:custGeom>
              <a:avLst/>
              <a:gdLst>
                <a:gd name="connsiteX0" fmla="*/ 261 w 170237"/>
                <a:gd name="connsiteY0" fmla="*/ 111976 h 104761"/>
                <a:gd name="connsiteX1" fmla="*/ 81451 w 170237"/>
                <a:gd name="connsiteY1" fmla="*/ 667 h 104761"/>
                <a:gd name="connsiteX2" fmla="*/ 179665 w 170237"/>
                <a:gd name="connsiteY2" fmla="*/ 56976 h 10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237" h="104761">
                  <a:moveTo>
                    <a:pt x="261" y="111976"/>
                  </a:moveTo>
                  <a:cubicBezTo>
                    <a:pt x="261" y="111976"/>
                    <a:pt x="-8906" y="11143"/>
                    <a:pt x="81451" y="667"/>
                  </a:cubicBezTo>
                  <a:cubicBezTo>
                    <a:pt x="149546" y="-7190"/>
                    <a:pt x="179665" y="56976"/>
                    <a:pt x="179665" y="56976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A3C16CC0-0D98-42C3-ACDA-6C6B1AAA14CB}"/>
                </a:ext>
              </a:extLst>
            </p:cNvPr>
            <p:cNvSpPr/>
            <p:nvPr/>
          </p:nvSpPr>
          <p:spPr>
            <a:xfrm>
              <a:off x="6897348" y="3216353"/>
              <a:ext cx="392855" cy="248808"/>
            </a:xfrm>
            <a:custGeom>
              <a:avLst/>
              <a:gdLst>
                <a:gd name="connsiteX0" fmla="*/ 397943 w 392854"/>
                <a:gd name="connsiteY0" fmla="*/ 244886 h 248808"/>
                <a:gd name="connsiteX1" fmla="*/ 193658 w 392854"/>
                <a:gd name="connsiteY1" fmla="*/ 7 h 248808"/>
                <a:gd name="connsiteX2" fmla="*/ 53540 w 392854"/>
                <a:gd name="connsiteY2" fmla="*/ 250124 h 24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2854" h="248808">
                  <a:moveTo>
                    <a:pt x="397943" y="244886"/>
                  </a:moveTo>
                  <a:cubicBezTo>
                    <a:pt x="418895" y="183339"/>
                    <a:pt x="369134" y="-1303"/>
                    <a:pt x="193658" y="7"/>
                  </a:cubicBezTo>
                  <a:cubicBezTo>
                    <a:pt x="-35507" y="1316"/>
                    <a:pt x="-31578" y="227863"/>
                    <a:pt x="53540" y="250124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EEC5EF2-9731-49D2-8E01-4BAE06CF1807}"/>
                </a:ext>
              </a:extLst>
            </p:cNvPr>
            <p:cNvSpPr/>
            <p:nvPr/>
          </p:nvSpPr>
          <p:spPr>
            <a:xfrm>
              <a:off x="6522676" y="3196282"/>
              <a:ext cx="379760" cy="104761"/>
            </a:xfrm>
            <a:custGeom>
              <a:avLst/>
              <a:gdLst>
                <a:gd name="connsiteX0" fmla="*/ 0 w 379759"/>
                <a:gd name="connsiteY0" fmla="*/ 92101 h 104761"/>
                <a:gd name="connsiteX1" fmla="*/ 182023 w 379759"/>
                <a:gd name="connsiteY1" fmla="*/ 1744 h 104761"/>
                <a:gd name="connsiteX2" fmla="*/ 388926 w 379759"/>
                <a:gd name="connsiteY2" fmla="*/ 115672 h 10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9759" h="104761">
                  <a:moveTo>
                    <a:pt x="0" y="92101"/>
                  </a:moveTo>
                  <a:cubicBezTo>
                    <a:pt x="0" y="92101"/>
                    <a:pt x="45833" y="18768"/>
                    <a:pt x="182023" y="1744"/>
                  </a:cubicBezTo>
                  <a:cubicBezTo>
                    <a:pt x="340474" y="-16589"/>
                    <a:pt x="388926" y="115672"/>
                    <a:pt x="388926" y="115672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07D33D98-ECF4-43C9-8F9B-502B76AA375A}"/>
                </a:ext>
              </a:extLst>
            </p:cNvPr>
            <p:cNvSpPr/>
            <p:nvPr/>
          </p:nvSpPr>
          <p:spPr>
            <a:xfrm>
              <a:off x="7039935" y="3331597"/>
              <a:ext cx="39285" cy="117856"/>
            </a:xfrm>
            <a:custGeom>
              <a:avLst/>
              <a:gdLst>
                <a:gd name="connsiteX0" fmla="*/ 0 w 39285"/>
                <a:gd name="connsiteY0" fmla="*/ 0 h 117856"/>
                <a:gd name="connsiteX1" fmla="*/ 37976 w 39285"/>
                <a:gd name="connsiteY1" fmla="*/ 128332 h 11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85" h="117856">
                  <a:moveTo>
                    <a:pt x="0" y="0"/>
                  </a:moveTo>
                  <a:cubicBezTo>
                    <a:pt x="0" y="0"/>
                    <a:pt x="81190" y="17024"/>
                    <a:pt x="37976" y="128332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06AFAADD-E47D-403A-8BCE-6B991B488491}"/>
                </a:ext>
              </a:extLst>
            </p:cNvPr>
            <p:cNvSpPr/>
            <p:nvPr/>
          </p:nvSpPr>
          <p:spPr>
            <a:xfrm>
              <a:off x="7091006" y="3323740"/>
              <a:ext cx="52381" cy="52381"/>
            </a:xfrm>
            <a:custGeom>
              <a:avLst/>
              <a:gdLst>
                <a:gd name="connsiteX0" fmla="*/ 60238 w 52380"/>
                <a:gd name="connsiteY0" fmla="*/ 0 h 52380"/>
                <a:gd name="connsiteX1" fmla="*/ 0 w 52380"/>
                <a:gd name="connsiteY1" fmla="*/ 62857 h 5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0" h="52380">
                  <a:moveTo>
                    <a:pt x="60238" y="0"/>
                  </a:moveTo>
                  <a:cubicBezTo>
                    <a:pt x="60238" y="0"/>
                    <a:pt x="51071" y="51071"/>
                    <a:pt x="0" y="62857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F20679ED-F04B-48C0-86C1-4F4678D0EF44}"/>
                </a:ext>
              </a:extLst>
            </p:cNvPr>
            <p:cNvSpPr/>
            <p:nvPr/>
          </p:nvSpPr>
          <p:spPr>
            <a:xfrm>
              <a:off x="6833031" y="2752791"/>
              <a:ext cx="13095" cy="340474"/>
            </a:xfrm>
            <a:custGeom>
              <a:avLst/>
              <a:gdLst>
                <a:gd name="connsiteX0" fmla="*/ 0 w 0"/>
                <a:gd name="connsiteY0" fmla="*/ 0 h 340474"/>
                <a:gd name="connsiteX1" fmla="*/ 0 w 0"/>
                <a:gd name="connsiteY1" fmla="*/ 344403 h 340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40474">
                  <a:moveTo>
                    <a:pt x="0" y="0"/>
                  </a:moveTo>
                  <a:lnTo>
                    <a:pt x="0" y="344403"/>
                  </a:lnTo>
                </a:path>
              </a:pathLst>
            </a:custGeom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178FE26C-EAE2-489E-9818-2AD90604A6E7}"/>
                </a:ext>
              </a:extLst>
            </p:cNvPr>
            <p:cNvSpPr/>
            <p:nvPr/>
          </p:nvSpPr>
          <p:spPr>
            <a:xfrm>
              <a:off x="6661485" y="2924338"/>
              <a:ext cx="340474" cy="13095"/>
            </a:xfrm>
            <a:custGeom>
              <a:avLst/>
              <a:gdLst>
                <a:gd name="connsiteX0" fmla="*/ 343093 w 340474"/>
                <a:gd name="connsiteY0" fmla="*/ 2619 h 0"/>
                <a:gd name="connsiteX1" fmla="*/ 0 w 34047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0474">
                  <a:moveTo>
                    <a:pt x="343093" y="2619"/>
                  </a:moveTo>
                  <a:lnTo>
                    <a:pt x="0" y="0"/>
                  </a:lnTo>
                </a:path>
              </a:pathLst>
            </a:custGeom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54C937FE-182B-4B4C-8B56-94274EF8727A}"/>
                </a:ext>
              </a:extLst>
            </p:cNvPr>
            <p:cNvSpPr/>
            <p:nvPr/>
          </p:nvSpPr>
          <p:spPr>
            <a:xfrm>
              <a:off x="5408277" y="2655887"/>
              <a:ext cx="13095" cy="235713"/>
            </a:xfrm>
            <a:custGeom>
              <a:avLst/>
              <a:gdLst>
                <a:gd name="connsiteX0" fmla="*/ 0 w 0"/>
                <a:gd name="connsiteY0" fmla="*/ 0 h 235712"/>
                <a:gd name="connsiteX1" fmla="*/ 0 w 0"/>
                <a:gd name="connsiteY1" fmla="*/ 243570 h 23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35712">
                  <a:moveTo>
                    <a:pt x="0" y="0"/>
                  </a:moveTo>
                  <a:lnTo>
                    <a:pt x="0" y="243570"/>
                  </a:lnTo>
                </a:path>
              </a:pathLst>
            </a:custGeom>
            <a:ln w="25463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9EC454E6-4E34-40A0-B134-E27356DF1BD3}"/>
                </a:ext>
              </a:extLst>
            </p:cNvPr>
            <p:cNvSpPr/>
            <p:nvPr/>
          </p:nvSpPr>
          <p:spPr>
            <a:xfrm>
              <a:off x="5287802" y="2776362"/>
              <a:ext cx="235713" cy="13095"/>
            </a:xfrm>
            <a:custGeom>
              <a:avLst/>
              <a:gdLst>
                <a:gd name="connsiteX0" fmla="*/ 242261 w 235712"/>
                <a:gd name="connsiteY0" fmla="*/ 2619 h 0"/>
                <a:gd name="connsiteX1" fmla="*/ 0 w 235712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5712">
                  <a:moveTo>
                    <a:pt x="242261" y="2619"/>
                  </a:moveTo>
                  <a:lnTo>
                    <a:pt x="0" y="0"/>
                  </a:lnTo>
                </a:path>
              </a:pathLst>
            </a:custGeom>
            <a:ln w="25463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F02A9D5E-CFB2-42AA-A5C5-5E5778C6FCBE}"/>
                </a:ext>
              </a:extLst>
            </p:cNvPr>
            <p:cNvSpPr/>
            <p:nvPr/>
          </p:nvSpPr>
          <p:spPr>
            <a:xfrm>
              <a:off x="5232802" y="3076241"/>
              <a:ext cx="117856" cy="117856"/>
            </a:xfrm>
            <a:custGeom>
              <a:avLst/>
              <a:gdLst>
                <a:gd name="connsiteX0" fmla="*/ 117856 w 117856"/>
                <a:gd name="connsiteY0" fmla="*/ 58928 h 117856"/>
                <a:gd name="connsiteX1" fmla="*/ 58928 w 117856"/>
                <a:gd name="connsiteY1" fmla="*/ 0 h 117856"/>
                <a:gd name="connsiteX2" fmla="*/ 0 w 117856"/>
                <a:gd name="connsiteY2" fmla="*/ 58928 h 117856"/>
                <a:gd name="connsiteX3" fmla="*/ 58928 w 117856"/>
                <a:gd name="connsiteY3" fmla="*/ 117856 h 117856"/>
                <a:gd name="connsiteX4" fmla="*/ 117856 w 117856"/>
                <a:gd name="connsiteY4" fmla="*/ 58928 h 11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856" h="117856">
                  <a:moveTo>
                    <a:pt x="117856" y="58928"/>
                  </a:moveTo>
                  <a:cubicBezTo>
                    <a:pt x="117856" y="26190"/>
                    <a:pt x="91666" y="0"/>
                    <a:pt x="58928" y="0"/>
                  </a:cubicBezTo>
                  <a:cubicBezTo>
                    <a:pt x="26190" y="0"/>
                    <a:pt x="0" y="26190"/>
                    <a:pt x="0" y="58928"/>
                  </a:cubicBezTo>
                  <a:cubicBezTo>
                    <a:pt x="0" y="91666"/>
                    <a:pt x="26190" y="117856"/>
                    <a:pt x="58928" y="117856"/>
                  </a:cubicBezTo>
                  <a:cubicBezTo>
                    <a:pt x="91666" y="117856"/>
                    <a:pt x="117856" y="91666"/>
                    <a:pt x="117856" y="58928"/>
                  </a:cubicBezTo>
                  <a:close/>
                </a:path>
              </a:pathLst>
            </a:custGeom>
            <a:noFill/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2B76FEBA-B0C4-4066-ABF2-E33CBD44C45F}"/>
                </a:ext>
              </a:extLst>
            </p:cNvPr>
            <p:cNvSpPr/>
            <p:nvPr/>
          </p:nvSpPr>
          <p:spPr>
            <a:xfrm>
              <a:off x="7122434" y="2654577"/>
              <a:ext cx="13095" cy="39285"/>
            </a:xfrm>
            <a:custGeom>
              <a:avLst/>
              <a:gdLst>
                <a:gd name="connsiteX0" fmla="*/ 0 w 0"/>
                <a:gd name="connsiteY0" fmla="*/ 0 h 39285"/>
                <a:gd name="connsiteX1" fmla="*/ 1310 w 0"/>
                <a:gd name="connsiteY1" fmla="*/ 39286 h 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9285">
                  <a:moveTo>
                    <a:pt x="0" y="0"/>
                  </a:moveTo>
                  <a:lnTo>
                    <a:pt x="1310" y="39286"/>
                  </a:lnTo>
                </a:path>
              </a:pathLst>
            </a:custGeom>
            <a:ln w="1547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17F7742C-0E9E-453F-BF74-0A1870F594D9}"/>
                </a:ext>
              </a:extLst>
            </p:cNvPr>
            <p:cNvSpPr/>
            <p:nvPr/>
          </p:nvSpPr>
          <p:spPr>
            <a:xfrm>
              <a:off x="7125053" y="2747553"/>
              <a:ext cx="13095" cy="39285"/>
            </a:xfrm>
            <a:custGeom>
              <a:avLst/>
              <a:gdLst>
                <a:gd name="connsiteX0" fmla="*/ 0 w 0"/>
                <a:gd name="connsiteY0" fmla="*/ 0 h 39285"/>
                <a:gd name="connsiteX1" fmla="*/ 1309 w 0"/>
                <a:gd name="connsiteY1" fmla="*/ 39285 h 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9285">
                  <a:moveTo>
                    <a:pt x="0" y="0"/>
                  </a:moveTo>
                  <a:lnTo>
                    <a:pt x="1309" y="39285"/>
                  </a:lnTo>
                </a:path>
              </a:pathLst>
            </a:custGeom>
            <a:ln w="1547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3B98F7CF-64A1-4A5B-B8EC-9178705C9901}"/>
                </a:ext>
              </a:extLst>
            </p:cNvPr>
            <p:cNvSpPr/>
            <p:nvPr/>
          </p:nvSpPr>
          <p:spPr>
            <a:xfrm>
              <a:off x="7151244" y="2718743"/>
              <a:ext cx="39285" cy="13095"/>
            </a:xfrm>
            <a:custGeom>
              <a:avLst/>
              <a:gdLst>
                <a:gd name="connsiteX0" fmla="*/ 39286 w 39285"/>
                <a:gd name="connsiteY0" fmla="*/ 0 h 0"/>
                <a:gd name="connsiteX1" fmla="*/ 0 w 39285"/>
                <a:gd name="connsiteY1" fmla="*/ 131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85">
                  <a:moveTo>
                    <a:pt x="39286" y="0"/>
                  </a:moveTo>
                  <a:lnTo>
                    <a:pt x="0" y="1310"/>
                  </a:lnTo>
                </a:path>
              </a:pathLst>
            </a:custGeom>
            <a:ln w="1547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8EB33BF9-35EF-4068-A574-8FBC5EEAC895}"/>
                </a:ext>
              </a:extLst>
            </p:cNvPr>
            <p:cNvSpPr/>
            <p:nvPr/>
          </p:nvSpPr>
          <p:spPr>
            <a:xfrm>
              <a:off x="7058268" y="2721362"/>
              <a:ext cx="39285" cy="13095"/>
            </a:xfrm>
            <a:custGeom>
              <a:avLst/>
              <a:gdLst>
                <a:gd name="connsiteX0" fmla="*/ 39285 w 39285"/>
                <a:gd name="connsiteY0" fmla="*/ 0 h 0"/>
                <a:gd name="connsiteX1" fmla="*/ 0 w 39285"/>
                <a:gd name="connsiteY1" fmla="*/ 130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85">
                  <a:moveTo>
                    <a:pt x="39285" y="0"/>
                  </a:moveTo>
                  <a:lnTo>
                    <a:pt x="0" y="1309"/>
                  </a:lnTo>
                </a:path>
              </a:pathLst>
            </a:custGeom>
            <a:ln w="1547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66235EE7-FC71-4720-94D6-AE9E5A6E3B32}"/>
                </a:ext>
              </a:extLst>
            </p:cNvPr>
            <p:cNvSpPr/>
            <p:nvPr/>
          </p:nvSpPr>
          <p:spPr>
            <a:xfrm>
              <a:off x="5742204" y="2792076"/>
              <a:ext cx="13095" cy="52381"/>
            </a:xfrm>
            <a:custGeom>
              <a:avLst/>
              <a:gdLst>
                <a:gd name="connsiteX0" fmla="*/ 0 w 0"/>
                <a:gd name="connsiteY0" fmla="*/ 0 h 52380"/>
                <a:gd name="connsiteX1" fmla="*/ 1309 w 0"/>
                <a:gd name="connsiteY1" fmla="*/ 64166 h 5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2380">
                  <a:moveTo>
                    <a:pt x="0" y="0"/>
                  </a:moveTo>
                  <a:lnTo>
                    <a:pt x="1309" y="64166"/>
                  </a:lnTo>
                </a:path>
              </a:pathLst>
            </a:custGeom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464E50F4-2AD9-4646-95B0-C615F448F8D7}"/>
                </a:ext>
              </a:extLst>
            </p:cNvPr>
            <p:cNvSpPr/>
            <p:nvPr/>
          </p:nvSpPr>
          <p:spPr>
            <a:xfrm>
              <a:off x="5744823" y="2943980"/>
              <a:ext cx="13095" cy="52381"/>
            </a:xfrm>
            <a:custGeom>
              <a:avLst/>
              <a:gdLst>
                <a:gd name="connsiteX0" fmla="*/ 0 w 0"/>
                <a:gd name="connsiteY0" fmla="*/ 0 h 52380"/>
                <a:gd name="connsiteX1" fmla="*/ 2619 w 0"/>
                <a:gd name="connsiteY1" fmla="*/ 64166 h 5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2380">
                  <a:moveTo>
                    <a:pt x="0" y="0"/>
                  </a:moveTo>
                  <a:lnTo>
                    <a:pt x="2619" y="64166"/>
                  </a:lnTo>
                </a:path>
              </a:pathLst>
            </a:custGeom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08FD15B7-89FA-4BA0-832E-9B9D9FF852D5}"/>
                </a:ext>
              </a:extLst>
            </p:cNvPr>
            <p:cNvSpPr/>
            <p:nvPr/>
          </p:nvSpPr>
          <p:spPr>
            <a:xfrm>
              <a:off x="5788037" y="2898147"/>
              <a:ext cx="52381" cy="13095"/>
            </a:xfrm>
            <a:custGeom>
              <a:avLst/>
              <a:gdLst>
                <a:gd name="connsiteX0" fmla="*/ 64166 w 52380"/>
                <a:gd name="connsiteY0" fmla="*/ 0 h 0"/>
                <a:gd name="connsiteX1" fmla="*/ 0 w 52380"/>
                <a:gd name="connsiteY1" fmla="*/ 131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0">
                  <a:moveTo>
                    <a:pt x="64166" y="0"/>
                  </a:moveTo>
                  <a:lnTo>
                    <a:pt x="0" y="1310"/>
                  </a:lnTo>
                </a:path>
              </a:pathLst>
            </a:custGeom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4DACA41F-DADA-4149-8933-31488F26C8AD}"/>
                </a:ext>
              </a:extLst>
            </p:cNvPr>
            <p:cNvSpPr/>
            <p:nvPr/>
          </p:nvSpPr>
          <p:spPr>
            <a:xfrm>
              <a:off x="5636133" y="2900766"/>
              <a:ext cx="65476" cy="13095"/>
            </a:xfrm>
            <a:custGeom>
              <a:avLst/>
              <a:gdLst>
                <a:gd name="connsiteX0" fmla="*/ 65476 w 65475"/>
                <a:gd name="connsiteY0" fmla="*/ 0 h 0"/>
                <a:gd name="connsiteX1" fmla="*/ 0 w 65475"/>
                <a:gd name="connsiteY1" fmla="*/ 131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475">
                  <a:moveTo>
                    <a:pt x="65476" y="0"/>
                  </a:moveTo>
                  <a:lnTo>
                    <a:pt x="0" y="1310"/>
                  </a:lnTo>
                </a:path>
              </a:pathLst>
            </a:custGeom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C28E4710-C2A1-4505-AD75-E91E319AE73A}"/>
                </a:ext>
              </a:extLst>
            </p:cNvPr>
            <p:cNvSpPr/>
            <p:nvPr/>
          </p:nvSpPr>
          <p:spPr>
            <a:xfrm>
              <a:off x="7212733" y="2994993"/>
              <a:ext cx="91666" cy="91666"/>
            </a:xfrm>
            <a:custGeom>
              <a:avLst/>
              <a:gdLst>
                <a:gd name="connsiteX0" fmla="*/ 96962 w 91666"/>
                <a:gd name="connsiteY0" fmla="*/ 47201 h 91666"/>
                <a:gd name="connsiteX1" fmla="*/ 47201 w 91666"/>
                <a:gd name="connsiteY1" fmla="*/ 58 h 91666"/>
                <a:gd name="connsiteX2" fmla="*/ 58 w 91666"/>
                <a:gd name="connsiteY2" fmla="*/ 49820 h 91666"/>
                <a:gd name="connsiteX3" fmla="*/ 49820 w 91666"/>
                <a:gd name="connsiteY3" fmla="*/ 96963 h 91666"/>
                <a:gd name="connsiteX4" fmla="*/ 96962 w 91666"/>
                <a:gd name="connsiteY4" fmla="*/ 47201 h 9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66" h="91666">
                  <a:moveTo>
                    <a:pt x="96962" y="47201"/>
                  </a:moveTo>
                  <a:cubicBezTo>
                    <a:pt x="95653" y="19701"/>
                    <a:pt x="73391" y="-1251"/>
                    <a:pt x="47201" y="58"/>
                  </a:cubicBezTo>
                  <a:cubicBezTo>
                    <a:pt x="19701" y="1368"/>
                    <a:pt x="-1251" y="23630"/>
                    <a:pt x="58" y="49820"/>
                  </a:cubicBezTo>
                  <a:cubicBezTo>
                    <a:pt x="1368" y="77320"/>
                    <a:pt x="23630" y="98272"/>
                    <a:pt x="49820" y="96963"/>
                  </a:cubicBezTo>
                  <a:cubicBezTo>
                    <a:pt x="76010" y="96963"/>
                    <a:pt x="98272" y="74701"/>
                    <a:pt x="96962" y="47201"/>
                  </a:cubicBezTo>
                  <a:close/>
                </a:path>
              </a:pathLst>
            </a:custGeom>
            <a:noFill/>
            <a:ln w="38196" cap="rnd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C323CC97-7CC7-4FA5-A665-16F8A2FDB29A}"/>
                </a:ext>
              </a:extLst>
            </p:cNvPr>
            <p:cNvSpPr/>
            <p:nvPr/>
          </p:nvSpPr>
          <p:spPr>
            <a:xfrm>
              <a:off x="5926846" y="3336835"/>
              <a:ext cx="130952" cy="130952"/>
            </a:xfrm>
            <a:custGeom>
              <a:avLst/>
              <a:gdLst>
                <a:gd name="connsiteX0" fmla="*/ 140118 w 130951"/>
                <a:gd name="connsiteY0" fmla="*/ 130952 h 130951"/>
                <a:gd name="connsiteX1" fmla="*/ 0 w 130951"/>
                <a:gd name="connsiteY1" fmla="*/ 0 h 13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951" h="130951">
                  <a:moveTo>
                    <a:pt x="140118" y="130952"/>
                  </a:moveTo>
                  <a:cubicBezTo>
                    <a:pt x="140118" y="130952"/>
                    <a:pt x="127023" y="0"/>
                    <a:pt x="0" y="0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6A96D82-53D7-454D-B8F0-08C85B54A508}"/>
                </a:ext>
              </a:extLst>
            </p:cNvPr>
            <p:cNvSpPr/>
            <p:nvPr/>
          </p:nvSpPr>
          <p:spPr>
            <a:xfrm>
              <a:off x="5830723" y="1628929"/>
              <a:ext cx="890471" cy="1113089"/>
            </a:xfrm>
            <a:custGeom>
              <a:avLst/>
              <a:gdLst>
                <a:gd name="connsiteX0" fmla="*/ 898856 w 890471"/>
                <a:gd name="connsiteY0" fmla="*/ 449461 h 1113088"/>
                <a:gd name="connsiteX1" fmla="*/ 431359 w 890471"/>
                <a:gd name="connsiteY1" fmla="*/ 297 h 1113088"/>
                <a:gd name="connsiteX2" fmla="*/ 528 w 890471"/>
                <a:gd name="connsiteY2" fmla="*/ 427199 h 1113088"/>
                <a:gd name="connsiteX3" fmla="*/ 89575 w 890471"/>
                <a:gd name="connsiteY3" fmla="*/ 720531 h 1113088"/>
                <a:gd name="connsiteX4" fmla="*/ 233622 w 890471"/>
                <a:gd name="connsiteY4" fmla="*/ 1096362 h 1113088"/>
                <a:gd name="connsiteX5" fmla="*/ 233622 w 890471"/>
                <a:gd name="connsiteY5" fmla="*/ 1113386 h 1113088"/>
                <a:gd name="connsiteX6" fmla="*/ 664453 w 890471"/>
                <a:gd name="connsiteY6" fmla="*/ 1113386 h 1113088"/>
                <a:gd name="connsiteX7" fmla="*/ 664453 w 890471"/>
                <a:gd name="connsiteY7" fmla="*/ 1108148 h 1113088"/>
                <a:gd name="connsiteX8" fmla="*/ 804571 w 890471"/>
                <a:gd name="connsiteY8" fmla="*/ 725769 h 1113088"/>
                <a:gd name="connsiteX9" fmla="*/ 898856 w 890471"/>
                <a:gd name="connsiteY9" fmla="*/ 449461 h 111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471" h="1113088">
                  <a:moveTo>
                    <a:pt x="898856" y="449461"/>
                  </a:moveTo>
                  <a:cubicBezTo>
                    <a:pt x="898856" y="195415"/>
                    <a:pt x="688024" y="-8870"/>
                    <a:pt x="431359" y="297"/>
                  </a:cubicBezTo>
                  <a:cubicBezTo>
                    <a:pt x="200884" y="9464"/>
                    <a:pt x="12313" y="195415"/>
                    <a:pt x="528" y="427199"/>
                  </a:cubicBezTo>
                  <a:cubicBezTo>
                    <a:pt x="-4710" y="537199"/>
                    <a:pt x="29337" y="639341"/>
                    <a:pt x="89575" y="720531"/>
                  </a:cubicBezTo>
                  <a:cubicBezTo>
                    <a:pt x="181241" y="841007"/>
                    <a:pt x="233622" y="944458"/>
                    <a:pt x="233622" y="1096362"/>
                  </a:cubicBezTo>
                  <a:lnTo>
                    <a:pt x="233622" y="1113386"/>
                  </a:lnTo>
                  <a:lnTo>
                    <a:pt x="664453" y="1113386"/>
                  </a:lnTo>
                  <a:lnTo>
                    <a:pt x="664453" y="1108148"/>
                  </a:lnTo>
                  <a:cubicBezTo>
                    <a:pt x="664453" y="954934"/>
                    <a:pt x="711595" y="847554"/>
                    <a:pt x="804571" y="725769"/>
                  </a:cubicBezTo>
                  <a:cubicBezTo>
                    <a:pt x="863499" y="648508"/>
                    <a:pt x="898856" y="552913"/>
                    <a:pt x="898856" y="449461"/>
                  </a:cubicBezTo>
                  <a:close/>
                </a:path>
              </a:pathLst>
            </a:custGeom>
            <a:solidFill>
              <a:schemeClr val="accent3"/>
            </a:solidFill>
            <a:ln w="130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00A55C22-40A5-4BCE-AB5C-0DBD7B43CF15}"/>
                </a:ext>
              </a:extLst>
            </p:cNvPr>
            <p:cNvSpPr/>
            <p:nvPr/>
          </p:nvSpPr>
          <p:spPr>
            <a:xfrm>
              <a:off x="6066964" y="2827433"/>
              <a:ext cx="419045" cy="13095"/>
            </a:xfrm>
            <a:custGeom>
              <a:avLst/>
              <a:gdLst>
                <a:gd name="connsiteX0" fmla="*/ 0 w 419045"/>
                <a:gd name="connsiteY0" fmla="*/ 0 h 0"/>
                <a:gd name="connsiteX1" fmla="*/ 425593 w 41904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045">
                  <a:moveTo>
                    <a:pt x="0" y="0"/>
                  </a:moveTo>
                  <a:lnTo>
                    <a:pt x="425593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1E7E1B5A-4BA7-4930-AB12-641C32CB9B5D}"/>
                </a:ext>
              </a:extLst>
            </p:cNvPr>
            <p:cNvSpPr/>
            <p:nvPr/>
          </p:nvSpPr>
          <p:spPr>
            <a:xfrm>
              <a:off x="6148154" y="2925647"/>
              <a:ext cx="261903" cy="13095"/>
            </a:xfrm>
            <a:custGeom>
              <a:avLst/>
              <a:gdLst>
                <a:gd name="connsiteX0" fmla="*/ 0 w 261903"/>
                <a:gd name="connsiteY0" fmla="*/ 0 h 0"/>
                <a:gd name="connsiteX1" fmla="*/ 263213 w 2619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903">
                  <a:moveTo>
                    <a:pt x="0" y="0"/>
                  </a:moveTo>
                  <a:lnTo>
                    <a:pt x="263213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463C39C0-BA97-46C8-947C-6A6BB4E7C9D1}"/>
                </a:ext>
              </a:extLst>
            </p:cNvPr>
            <p:cNvSpPr/>
            <p:nvPr/>
          </p:nvSpPr>
          <p:spPr>
            <a:xfrm>
              <a:off x="5520896" y="1967081"/>
              <a:ext cx="196427" cy="13095"/>
            </a:xfrm>
            <a:custGeom>
              <a:avLst/>
              <a:gdLst>
                <a:gd name="connsiteX0" fmla="*/ 0 w 196427"/>
                <a:gd name="connsiteY0" fmla="*/ 0 h 0"/>
                <a:gd name="connsiteX1" fmla="*/ 206904 w 19642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6427">
                  <a:moveTo>
                    <a:pt x="0" y="0"/>
                  </a:moveTo>
                  <a:lnTo>
                    <a:pt x="206904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DF04E304-5F07-4415-828B-0989704C8FE6}"/>
                </a:ext>
              </a:extLst>
            </p:cNvPr>
            <p:cNvSpPr/>
            <p:nvPr/>
          </p:nvSpPr>
          <p:spPr>
            <a:xfrm>
              <a:off x="6826484" y="1967081"/>
              <a:ext cx="196427" cy="13095"/>
            </a:xfrm>
            <a:custGeom>
              <a:avLst/>
              <a:gdLst>
                <a:gd name="connsiteX0" fmla="*/ 0 w 196427"/>
                <a:gd name="connsiteY0" fmla="*/ 0 h 0"/>
                <a:gd name="connsiteX1" fmla="*/ 206904 w 19642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6427">
                  <a:moveTo>
                    <a:pt x="0" y="0"/>
                  </a:moveTo>
                  <a:lnTo>
                    <a:pt x="206904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9DE34A69-BC75-47AD-8DE0-15FDFEF5D179}"/>
                </a:ext>
              </a:extLst>
            </p:cNvPr>
            <p:cNvSpPr/>
            <p:nvPr/>
          </p:nvSpPr>
          <p:spPr>
            <a:xfrm>
              <a:off x="6636604" y="1559821"/>
              <a:ext cx="78571" cy="78571"/>
            </a:xfrm>
            <a:custGeom>
              <a:avLst/>
              <a:gdLst>
                <a:gd name="connsiteX0" fmla="*/ 89047 w 78570"/>
                <a:gd name="connsiteY0" fmla="*/ 0 h 78570"/>
                <a:gd name="connsiteX1" fmla="*/ 0 w 78570"/>
                <a:gd name="connsiteY1" fmla="*/ 89047 h 7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570" h="78570">
                  <a:moveTo>
                    <a:pt x="89047" y="0"/>
                  </a:moveTo>
                  <a:lnTo>
                    <a:pt x="0" y="89047"/>
                  </a:lnTo>
                </a:path>
              </a:pathLst>
            </a:custGeom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F19E1891-22A9-4238-9A0E-D54742EB9A67}"/>
                </a:ext>
              </a:extLst>
            </p:cNvPr>
            <p:cNvSpPr/>
            <p:nvPr/>
          </p:nvSpPr>
          <p:spPr>
            <a:xfrm>
              <a:off x="5856132" y="1559821"/>
              <a:ext cx="78571" cy="78571"/>
            </a:xfrm>
            <a:custGeom>
              <a:avLst/>
              <a:gdLst>
                <a:gd name="connsiteX0" fmla="*/ 0 w 78570"/>
                <a:gd name="connsiteY0" fmla="*/ 0 h 78570"/>
                <a:gd name="connsiteX1" fmla="*/ 89047 w 78570"/>
                <a:gd name="connsiteY1" fmla="*/ 89047 h 7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570" h="78570">
                  <a:moveTo>
                    <a:pt x="0" y="0"/>
                  </a:moveTo>
                  <a:lnTo>
                    <a:pt x="89047" y="89047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26F87FC7-C5C8-4289-A0E2-8F0511BE4D0F}"/>
                </a:ext>
              </a:extLst>
            </p:cNvPr>
            <p:cNvSpPr/>
            <p:nvPr/>
          </p:nvSpPr>
          <p:spPr>
            <a:xfrm>
              <a:off x="6254225" y="1330656"/>
              <a:ext cx="13095" cy="196427"/>
            </a:xfrm>
            <a:custGeom>
              <a:avLst/>
              <a:gdLst>
                <a:gd name="connsiteX0" fmla="*/ 0 w 0"/>
                <a:gd name="connsiteY0" fmla="*/ 196427 h 196427"/>
                <a:gd name="connsiteX1" fmla="*/ 0 w 0"/>
                <a:gd name="connsiteY1" fmla="*/ 0 h 196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6427">
                  <a:moveTo>
                    <a:pt x="0" y="196427"/>
                  </a:move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>
              <a:extLst>
                <a:ext uri="{FF2B5EF4-FFF2-40B4-BE49-F238E27FC236}">
                  <a16:creationId xmlns:a16="http://schemas.microsoft.com/office/drawing/2014/main" id="{AF3C94AB-652D-4CCA-BFC8-3BC7A5181E1F}"/>
                </a:ext>
              </a:extLst>
            </p:cNvPr>
            <p:cNvSpPr/>
            <p:nvPr/>
          </p:nvSpPr>
          <p:spPr>
            <a:xfrm>
              <a:off x="6048631" y="2171366"/>
              <a:ext cx="144047" cy="445236"/>
            </a:xfrm>
            <a:custGeom>
              <a:avLst/>
              <a:gdLst>
                <a:gd name="connsiteX0" fmla="*/ 153213 w 144046"/>
                <a:gd name="connsiteY0" fmla="*/ 455712 h 445235"/>
                <a:gd name="connsiteX1" fmla="*/ 153213 w 144046"/>
                <a:gd name="connsiteY1" fmla="*/ 208213 h 445235"/>
                <a:gd name="connsiteX2" fmla="*/ 0 w 144046"/>
                <a:gd name="connsiteY2" fmla="*/ 0 h 44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046" h="445235">
                  <a:moveTo>
                    <a:pt x="153213" y="455712"/>
                  </a:moveTo>
                  <a:lnTo>
                    <a:pt x="153213" y="208213"/>
                  </a:lnTo>
                  <a:lnTo>
                    <a:pt x="0" y="0"/>
                  </a:lnTo>
                </a:path>
              </a:pathLst>
            </a:custGeom>
            <a:noFill/>
            <a:ln w="5092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>
              <a:extLst>
                <a:ext uri="{FF2B5EF4-FFF2-40B4-BE49-F238E27FC236}">
                  <a16:creationId xmlns:a16="http://schemas.microsoft.com/office/drawing/2014/main" id="{10BC1FCD-F8F1-411F-8B4C-46E128380494}"/>
                </a:ext>
              </a:extLst>
            </p:cNvPr>
            <p:cNvSpPr/>
            <p:nvPr/>
          </p:nvSpPr>
          <p:spPr>
            <a:xfrm>
              <a:off x="6360296" y="2171366"/>
              <a:ext cx="144047" cy="445236"/>
            </a:xfrm>
            <a:custGeom>
              <a:avLst/>
              <a:gdLst>
                <a:gd name="connsiteX0" fmla="*/ 0 w 144046"/>
                <a:gd name="connsiteY0" fmla="*/ 455712 h 445235"/>
                <a:gd name="connsiteX1" fmla="*/ 0 w 144046"/>
                <a:gd name="connsiteY1" fmla="*/ 208213 h 445235"/>
                <a:gd name="connsiteX2" fmla="*/ 153213 w 144046"/>
                <a:gd name="connsiteY2" fmla="*/ 0 h 44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046" h="445235">
                  <a:moveTo>
                    <a:pt x="0" y="455712"/>
                  </a:moveTo>
                  <a:lnTo>
                    <a:pt x="0" y="208213"/>
                  </a:lnTo>
                  <a:lnTo>
                    <a:pt x="153213" y="0"/>
                  </a:lnTo>
                </a:path>
              </a:pathLst>
            </a:custGeom>
            <a:noFill/>
            <a:ln w="5092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D6954D73-841B-4674-94DA-57899B5C83FA}"/>
                </a:ext>
              </a:extLst>
            </p:cNvPr>
            <p:cNvSpPr/>
            <p:nvPr/>
          </p:nvSpPr>
          <p:spPr>
            <a:xfrm>
              <a:off x="4799728" y="3431120"/>
              <a:ext cx="2723794" cy="2226178"/>
            </a:xfrm>
            <a:custGeom>
              <a:avLst/>
              <a:gdLst>
                <a:gd name="connsiteX0" fmla="*/ 2671038 w 2723794"/>
                <a:gd name="connsiteY0" fmla="*/ 0 h 2226177"/>
                <a:gd name="connsiteX1" fmla="*/ 303432 w 2723794"/>
                <a:gd name="connsiteY1" fmla="*/ 17024 h 2226177"/>
                <a:gd name="connsiteX2" fmla="*/ 278551 w 2723794"/>
                <a:gd name="connsiteY2" fmla="*/ 310355 h 2226177"/>
                <a:gd name="connsiteX3" fmla="*/ 192123 w 2723794"/>
                <a:gd name="connsiteY3" fmla="*/ 680949 h 2226177"/>
                <a:gd name="connsiteX4" fmla="*/ 10101 w 2723794"/>
                <a:gd name="connsiteY4" fmla="*/ 1013566 h 2226177"/>
                <a:gd name="connsiteX5" fmla="*/ 209147 w 2723794"/>
                <a:gd name="connsiteY5" fmla="*/ 1196898 h 2226177"/>
                <a:gd name="connsiteX6" fmla="*/ 416051 w 2723794"/>
                <a:gd name="connsiteY6" fmla="*/ 1667015 h 2226177"/>
                <a:gd name="connsiteX7" fmla="*/ 837715 w 2723794"/>
                <a:gd name="connsiteY7" fmla="*/ 1855585 h 2226177"/>
                <a:gd name="connsiteX8" fmla="*/ 897953 w 2723794"/>
                <a:gd name="connsiteY8" fmla="*/ 2236654 h 2226177"/>
                <a:gd name="connsiteX9" fmla="*/ 2169493 w 2723794"/>
                <a:gd name="connsiteY9" fmla="*/ 2227487 h 2226177"/>
                <a:gd name="connsiteX10" fmla="*/ 2344969 w 2723794"/>
                <a:gd name="connsiteY10" fmla="*/ 1487611 h 2226177"/>
                <a:gd name="connsiteX11" fmla="*/ 2671038 w 2723794"/>
                <a:gd name="connsiteY11" fmla="*/ 0 h 222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3794" h="2226177">
                  <a:moveTo>
                    <a:pt x="2671038" y="0"/>
                  </a:moveTo>
                  <a:lnTo>
                    <a:pt x="303432" y="17024"/>
                  </a:lnTo>
                  <a:cubicBezTo>
                    <a:pt x="303432" y="17024"/>
                    <a:pt x="270694" y="157142"/>
                    <a:pt x="278551" y="310355"/>
                  </a:cubicBezTo>
                  <a:cubicBezTo>
                    <a:pt x="286409" y="463569"/>
                    <a:pt x="261528" y="559164"/>
                    <a:pt x="192123" y="680949"/>
                  </a:cubicBezTo>
                  <a:cubicBezTo>
                    <a:pt x="122719" y="802734"/>
                    <a:pt x="-42280" y="919281"/>
                    <a:pt x="10101" y="1013566"/>
                  </a:cubicBezTo>
                  <a:cubicBezTo>
                    <a:pt x="74267" y="1131422"/>
                    <a:pt x="189504" y="1076423"/>
                    <a:pt x="209147" y="1196898"/>
                  </a:cubicBezTo>
                  <a:cubicBezTo>
                    <a:pt x="228790" y="1317373"/>
                    <a:pt x="142362" y="1643443"/>
                    <a:pt x="416051" y="1667015"/>
                  </a:cubicBezTo>
                  <a:cubicBezTo>
                    <a:pt x="570574" y="1680110"/>
                    <a:pt x="768311" y="1722014"/>
                    <a:pt x="837715" y="1855585"/>
                  </a:cubicBezTo>
                  <a:cubicBezTo>
                    <a:pt x="908429" y="1989156"/>
                    <a:pt x="897953" y="2236654"/>
                    <a:pt x="897953" y="2236654"/>
                  </a:cubicBezTo>
                  <a:lnTo>
                    <a:pt x="2169493" y="2227487"/>
                  </a:lnTo>
                  <a:cubicBezTo>
                    <a:pt x="2169493" y="2227487"/>
                    <a:pt x="2177351" y="1735110"/>
                    <a:pt x="2344969" y="1487611"/>
                  </a:cubicBezTo>
                  <a:cubicBezTo>
                    <a:pt x="2529610" y="1215231"/>
                    <a:pt x="2880561" y="769996"/>
                    <a:pt x="2671038" y="0"/>
                  </a:cubicBezTo>
                  <a:close/>
                </a:path>
              </a:pathLst>
            </a:custGeom>
            <a:solidFill>
              <a:srgbClr val="013CB3"/>
            </a:solidFill>
            <a:ln w="13088" cap="flat">
              <a:noFill/>
              <a:prstDash val="solid"/>
              <a:miter/>
            </a:ln>
          </p:spPr>
          <p:txBody>
            <a:bodyPr rtlCol="0" anchor="ctr"/>
            <a:lstStyle/>
            <a:p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54275" y="5039338"/>
            <a:ext cx="3778609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54275" y="5335609"/>
            <a:ext cx="3778609" cy="296271"/>
          </a:xfrm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2586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1"/>
          </p:cNvSpPr>
          <p:nvPr userDrawn="1">
            <p:ph type="title"/>
          </p:nvPr>
        </p:nvSpPr>
        <p:spPr>
          <a:xfrm>
            <a:off x="5624196" y="3011412"/>
            <a:ext cx="5419185" cy="895350"/>
          </a:xfrm>
        </p:spPr>
        <p:txBody>
          <a:bodyPr anchor="b">
            <a:normAutofit/>
          </a:bodyPr>
          <a:lstStyle>
            <a:lvl1pPr algn="l"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5625312" y="3906762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accent1">
                    <a:lumMod val="50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629003E-14DA-4608-82C8-F702B03C8C62}"/>
              </a:ext>
            </a:extLst>
          </p:cNvPr>
          <p:cNvGrpSpPr/>
          <p:nvPr userDrawn="1"/>
        </p:nvGrpSpPr>
        <p:grpSpPr>
          <a:xfrm>
            <a:off x="319314" y="2036404"/>
            <a:ext cx="4072838" cy="4821596"/>
            <a:chOff x="8076387" y="719679"/>
            <a:chExt cx="1691389" cy="2002337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80A47D5A-673E-4EDC-8FB1-C2A2486C802A}"/>
                </a:ext>
              </a:extLst>
            </p:cNvPr>
            <p:cNvSpPr/>
            <p:nvPr userDrawn="1"/>
          </p:nvSpPr>
          <p:spPr>
            <a:xfrm>
              <a:off x="8076387" y="1142847"/>
              <a:ext cx="1263335" cy="1579169"/>
            </a:xfrm>
            <a:custGeom>
              <a:avLst/>
              <a:gdLst>
                <a:gd name="connsiteX0" fmla="*/ 898856 w 890471"/>
                <a:gd name="connsiteY0" fmla="*/ 449461 h 1113088"/>
                <a:gd name="connsiteX1" fmla="*/ 431359 w 890471"/>
                <a:gd name="connsiteY1" fmla="*/ 297 h 1113088"/>
                <a:gd name="connsiteX2" fmla="*/ 528 w 890471"/>
                <a:gd name="connsiteY2" fmla="*/ 427199 h 1113088"/>
                <a:gd name="connsiteX3" fmla="*/ 89575 w 890471"/>
                <a:gd name="connsiteY3" fmla="*/ 720531 h 1113088"/>
                <a:gd name="connsiteX4" fmla="*/ 233622 w 890471"/>
                <a:gd name="connsiteY4" fmla="*/ 1096362 h 1113088"/>
                <a:gd name="connsiteX5" fmla="*/ 233622 w 890471"/>
                <a:gd name="connsiteY5" fmla="*/ 1113386 h 1113088"/>
                <a:gd name="connsiteX6" fmla="*/ 664453 w 890471"/>
                <a:gd name="connsiteY6" fmla="*/ 1113386 h 1113088"/>
                <a:gd name="connsiteX7" fmla="*/ 664453 w 890471"/>
                <a:gd name="connsiteY7" fmla="*/ 1108148 h 1113088"/>
                <a:gd name="connsiteX8" fmla="*/ 804571 w 890471"/>
                <a:gd name="connsiteY8" fmla="*/ 725769 h 1113088"/>
                <a:gd name="connsiteX9" fmla="*/ 898856 w 890471"/>
                <a:gd name="connsiteY9" fmla="*/ 449461 h 111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471" h="1113088">
                  <a:moveTo>
                    <a:pt x="898856" y="449461"/>
                  </a:moveTo>
                  <a:cubicBezTo>
                    <a:pt x="898856" y="195415"/>
                    <a:pt x="688024" y="-8870"/>
                    <a:pt x="431359" y="297"/>
                  </a:cubicBezTo>
                  <a:cubicBezTo>
                    <a:pt x="200884" y="9464"/>
                    <a:pt x="12313" y="195415"/>
                    <a:pt x="528" y="427199"/>
                  </a:cubicBezTo>
                  <a:cubicBezTo>
                    <a:pt x="-4710" y="537199"/>
                    <a:pt x="29337" y="639341"/>
                    <a:pt x="89575" y="720531"/>
                  </a:cubicBezTo>
                  <a:cubicBezTo>
                    <a:pt x="181241" y="841007"/>
                    <a:pt x="233622" y="944458"/>
                    <a:pt x="233622" y="1096362"/>
                  </a:cubicBezTo>
                  <a:lnTo>
                    <a:pt x="233622" y="1113386"/>
                  </a:lnTo>
                  <a:lnTo>
                    <a:pt x="664453" y="1113386"/>
                  </a:lnTo>
                  <a:lnTo>
                    <a:pt x="664453" y="1108148"/>
                  </a:lnTo>
                  <a:cubicBezTo>
                    <a:pt x="664453" y="954934"/>
                    <a:pt x="711595" y="847554"/>
                    <a:pt x="804571" y="725769"/>
                  </a:cubicBezTo>
                  <a:cubicBezTo>
                    <a:pt x="863499" y="648508"/>
                    <a:pt x="898856" y="552913"/>
                    <a:pt x="898856" y="449461"/>
                  </a:cubicBezTo>
                  <a:close/>
                </a:path>
              </a:pathLst>
            </a:custGeom>
            <a:grpFill/>
            <a:ln w="130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DCD89878-3878-44CD-816E-D1DB497D642B}"/>
                </a:ext>
              </a:extLst>
            </p:cNvPr>
            <p:cNvSpPr/>
            <p:nvPr userDrawn="1"/>
          </p:nvSpPr>
          <p:spPr>
            <a:xfrm>
              <a:off x="9489100" y="1622592"/>
              <a:ext cx="278676" cy="18578"/>
            </a:xfrm>
            <a:custGeom>
              <a:avLst/>
              <a:gdLst>
                <a:gd name="connsiteX0" fmla="*/ 0 w 196427"/>
                <a:gd name="connsiteY0" fmla="*/ 0 h 0"/>
                <a:gd name="connsiteX1" fmla="*/ 206904 w 19642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6427">
                  <a:moveTo>
                    <a:pt x="0" y="0"/>
                  </a:moveTo>
                  <a:lnTo>
                    <a:pt x="206904" y="0"/>
                  </a:lnTo>
                </a:path>
              </a:pathLst>
            </a:custGeom>
            <a:grpFill/>
            <a:ln w="50928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927A350C-74E8-4289-AD50-D152B2F20760}"/>
                </a:ext>
              </a:extLst>
            </p:cNvPr>
            <p:cNvSpPr/>
            <p:nvPr userDrawn="1"/>
          </p:nvSpPr>
          <p:spPr>
            <a:xfrm>
              <a:off x="9219712" y="1044802"/>
              <a:ext cx="111471" cy="111471"/>
            </a:xfrm>
            <a:custGeom>
              <a:avLst/>
              <a:gdLst>
                <a:gd name="connsiteX0" fmla="*/ 89047 w 78570"/>
                <a:gd name="connsiteY0" fmla="*/ 0 h 78570"/>
                <a:gd name="connsiteX1" fmla="*/ 0 w 78570"/>
                <a:gd name="connsiteY1" fmla="*/ 89047 h 7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570" h="78570">
                  <a:moveTo>
                    <a:pt x="89047" y="0"/>
                  </a:moveTo>
                  <a:lnTo>
                    <a:pt x="0" y="89047"/>
                  </a:lnTo>
                </a:path>
              </a:pathLst>
            </a:custGeom>
            <a:grpFill/>
            <a:ln w="50928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FA1565F5-351B-46F7-94BA-8DE2B624E1D4}"/>
                </a:ext>
              </a:extLst>
            </p:cNvPr>
            <p:cNvSpPr/>
            <p:nvPr userDrawn="1"/>
          </p:nvSpPr>
          <p:spPr>
            <a:xfrm>
              <a:off x="8112435" y="1044802"/>
              <a:ext cx="111471" cy="111471"/>
            </a:xfrm>
            <a:custGeom>
              <a:avLst/>
              <a:gdLst>
                <a:gd name="connsiteX0" fmla="*/ 0 w 78570"/>
                <a:gd name="connsiteY0" fmla="*/ 0 h 78570"/>
                <a:gd name="connsiteX1" fmla="*/ 89047 w 78570"/>
                <a:gd name="connsiteY1" fmla="*/ 89047 h 7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570" h="78570">
                  <a:moveTo>
                    <a:pt x="0" y="0"/>
                  </a:moveTo>
                  <a:lnTo>
                    <a:pt x="89047" y="89047"/>
                  </a:lnTo>
                </a:path>
              </a:pathLst>
            </a:custGeom>
            <a:grpFill/>
            <a:ln w="50928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F46A0CCC-6110-407E-8E6D-A1E655B7B10A}"/>
                </a:ext>
              </a:extLst>
            </p:cNvPr>
            <p:cNvSpPr/>
            <p:nvPr userDrawn="1"/>
          </p:nvSpPr>
          <p:spPr>
            <a:xfrm>
              <a:off x="8677221" y="719679"/>
              <a:ext cx="18578" cy="278676"/>
            </a:xfrm>
            <a:custGeom>
              <a:avLst/>
              <a:gdLst>
                <a:gd name="connsiteX0" fmla="*/ 0 w 0"/>
                <a:gd name="connsiteY0" fmla="*/ 196427 h 196427"/>
                <a:gd name="connsiteX1" fmla="*/ 0 w 0"/>
                <a:gd name="connsiteY1" fmla="*/ 0 h 196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6427">
                  <a:moveTo>
                    <a:pt x="0" y="196427"/>
                  </a:moveTo>
                  <a:lnTo>
                    <a:pt x="0" y="0"/>
                  </a:lnTo>
                </a:path>
              </a:pathLst>
            </a:custGeom>
            <a:grpFill/>
            <a:ln w="50928" cap="flat">
              <a:solidFill>
                <a:schemeClr val="accent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D83D0A40-C194-4C9B-8119-3AA087712412}"/>
                </a:ext>
              </a:extLst>
            </p:cNvPr>
            <p:cNvSpPr/>
            <p:nvPr userDrawn="1"/>
          </p:nvSpPr>
          <p:spPr>
            <a:xfrm>
              <a:off x="8385539" y="1912417"/>
              <a:ext cx="204363" cy="631668"/>
            </a:xfrm>
            <a:custGeom>
              <a:avLst/>
              <a:gdLst>
                <a:gd name="connsiteX0" fmla="*/ 153213 w 144046"/>
                <a:gd name="connsiteY0" fmla="*/ 455712 h 445235"/>
                <a:gd name="connsiteX1" fmla="*/ 153213 w 144046"/>
                <a:gd name="connsiteY1" fmla="*/ 208213 h 445235"/>
                <a:gd name="connsiteX2" fmla="*/ 0 w 144046"/>
                <a:gd name="connsiteY2" fmla="*/ 0 h 44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046" h="445235">
                  <a:moveTo>
                    <a:pt x="153213" y="455712"/>
                  </a:moveTo>
                  <a:lnTo>
                    <a:pt x="153213" y="208213"/>
                  </a:lnTo>
                  <a:lnTo>
                    <a:pt x="0" y="0"/>
                  </a:lnTo>
                </a:path>
              </a:pathLst>
            </a:custGeom>
            <a:grpFill/>
            <a:ln w="5092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DE854E02-9D47-4D10-A040-E952102AC62D}"/>
                </a:ext>
              </a:extLst>
            </p:cNvPr>
            <p:cNvSpPr/>
            <p:nvPr userDrawn="1"/>
          </p:nvSpPr>
          <p:spPr>
            <a:xfrm>
              <a:off x="8827706" y="1912417"/>
              <a:ext cx="204363" cy="631668"/>
            </a:xfrm>
            <a:custGeom>
              <a:avLst/>
              <a:gdLst>
                <a:gd name="connsiteX0" fmla="*/ 0 w 144046"/>
                <a:gd name="connsiteY0" fmla="*/ 455712 h 445235"/>
                <a:gd name="connsiteX1" fmla="*/ 0 w 144046"/>
                <a:gd name="connsiteY1" fmla="*/ 208213 h 445235"/>
                <a:gd name="connsiteX2" fmla="*/ 153213 w 144046"/>
                <a:gd name="connsiteY2" fmla="*/ 0 h 44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046" h="445235">
                  <a:moveTo>
                    <a:pt x="0" y="455712"/>
                  </a:moveTo>
                  <a:lnTo>
                    <a:pt x="0" y="208213"/>
                  </a:lnTo>
                  <a:lnTo>
                    <a:pt x="153213" y="0"/>
                  </a:lnTo>
                </a:path>
              </a:pathLst>
            </a:custGeom>
            <a:grpFill/>
            <a:ln w="5092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3334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7593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176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72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bg>
      <p:bgPr>
        <a:solidFill>
          <a:srgbClr val="DD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1339913" y="2235120"/>
            <a:ext cx="6608595" cy="1999306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339913" y="4919152"/>
            <a:ext cx="660859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accent1">
                    <a:lumMod val="50000"/>
                  </a:schemeClr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13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39915" y="4622881"/>
            <a:ext cx="6608595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5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5B77603F-656A-4E2F-9228-E30568A2F1D6}"/>
              </a:ext>
            </a:extLst>
          </p:cNvPr>
          <p:cNvGrpSpPr/>
          <p:nvPr userDrawn="1"/>
        </p:nvGrpSpPr>
        <p:grpSpPr>
          <a:xfrm>
            <a:off x="7610406" y="1210239"/>
            <a:ext cx="3563000" cy="4437522"/>
            <a:chOff x="4799728" y="1130300"/>
            <a:chExt cx="3634842" cy="4526998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61BDFEB9-90AA-43E9-A12B-EFFF9287F99D}"/>
                </a:ext>
              </a:extLst>
            </p:cNvPr>
            <p:cNvSpPr/>
            <p:nvPr/>
          </p:nvSpPr>
          <p:spPr>
            <a:xfrm>
              <a:off x="7491718" y="1130300"/>
              <a:ext cx="942852" cy="2278559"/>
            </a:xfrm>
            <a:custGeom>
              <a:avLst/>
              <a:gdLst>
                <a:gd name="connsiteX0" fmla="*/ 531664 w 942851"/>
                <a:gd name="connsiteY0" fmla="*/ 0 h 2278558"/>
                <a:gd name="connsiteX1" fmla="*/ 0 w 942851"/>
                <a:gd name="connsiteY1" fmla="*/ 2289035 h 2278558"/>
                <a:gd name="connsiteX2" fmla="*/ 907495 w 942851"/>
                <a:gd name="connsiteY2" fmla="*/ 1250588 h 2278558"/>
                <a:gd name="connsiteX3" fmla="*/ 531664 w 942851"/>
                <a:gd name="connsiteY3" fmla="*/ 0 h 227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851" h="2278558">
                  <a:moveTo>
                    <a:pt x="531664" y="0"/>
                  </a:moveTo>
                  <a:lnTo>
                    <a:pt x="0" y="2289035"/>
                  </a:lnTo>
                  <a:cubicBezTo>
                    <a:pt x="0" y="2289035"/>
                    <a:pt x="709758" y="2260226"/>
                    <a:pt x="907495" y="1250588"/>
                  </a:cubicBezTo>
                  <a:cubicBezTo>
                    <a:pt x="1101304" y="271070"/>
                    <a:pt x="531664" y="0"/>
                    <a:pt x="531664" y="0"/>
                  </a:cubicBezTo>
                  <a:close/>
                </a:path>
              </a:pathLst>
            </a:custGeom>
            <a:solidFill>
              <a:srgbClr val="013CB3"/>
            </a:solidFill>
            <a:ln w="130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D6E33435-E28A-463E-9EC6-4FEF1432AC96}"/>
                </a:ext>
              </a:extLst>
            </p:cNvPr>
            <p:cNvSpPr/>
            <p:nvPr/>
          </p:nvSpPr>
          <p:spPr>
            <a:xfrm>
              <a:off x="5239350" y="3331493"/>
              <a:ext cx="327379" cy="130952"/>
            </a:xfrm>
            <a:custGeom>
              <a:avLst/>
              <a:gdLst>
                <a:gd name="connsiteX0" fmla="*/ 0 w 327379"/>
                <a:gd name="connsiteY0" fmla="*/ 134984 h 130951"/>
                <a:gd name="connsiteX1" fmla="*/ 132261 w 327379"/>
                <a:gd name="connsiteY1" fmla="*/ 11890 h 130951"/>
                <a:gd name="connsiteX2" fmla="*/ 336546 w 327379"/>
                <a:gd name="connsiteY2" fmla="*/ 134984 h 130951"/>
                <a:gd name="connsiteX3" fmla="*/ 168928 w 327379"/>
                <a:gd name="connsiteY3" fmla="*/ 134984 h 130951"/>
                <a:gd name="connsiteX4" fmla="*/ 182023 w 327379"/>
                <a:gd name="connsiteY4" fmla="*/ 79985 h 13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379" h="130951">
                  <a:moveTo>
                    <a:pt x="0" y="134984"/>
                  </a:moveTo>
                  <a:cubicBezTo>
                    <a:pt x="0" y="134984"/>
                    <a:pt x="37976" y="42009"/>
                    <a:pt x="132261" y="11890"/>
                  </a:cubicBezTo>
                  <a:cubicBezTo>
                    <a:pt x="225237" y="-18229"/>
                    <a:pt x="340474" y="4033"/>
                    <a:pt x="336546" y="134984"/>
                  </a:cubicBezTo>
                  <a:lnTo>
                    <a:pt x="168928" y="134984"/>
                  </a:lnTo>
                  <a:cubicBezTo>
                    <a:pt x="168928" y="134984"/>
                    <a:pt x="149285" y="98318"/>
                    <a:pt x="182023" y="79985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9304A826-F780-4CF2-AEA1-5EB7122B87CE}"/>
                </a:ext>
              </a:extLst>
            </p:cNvPr>
            <p:cNvSpPr/>
            <p:nvPr/>
          </p:nvSpPr>
          <p:spPr>
            <a:xfrm>
              <a:off x="5552096" y="3158427"/>
              <a:ext cx="366665" cy="301189"/>
            </a:xfrm>
            <a:custGeom>
              <a:avLst/>
              <a:gdLst>
                <a:gd name="connsiteX0" fmla="*/ 321060 w 366664"/>
                <a:gd name="connsiteY0" fmla="*/ 309360 h 301188"/>
                <a:gd name="connsiteX1" fmla="*/ 304036 w 366664"/>
                <a:gd name="connsiteY1" fmla="*/ 50075 h 301188"/>
                <a:gd name="connsiteX2" fmla="*/ 61775 w 366664"/>
                <a:gd name="connsiteY2" fmla="*/ 272693 h 301188"/>
                <a:gd name="connsiteX3" fmla="*/ 150822 w 366664"/>
                <a:gd name="connsiteY3" fmla="*/ 161384 h 301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6664" h="301188">
                  <a:moveTo>
                    <a:pt x="321060" y="309360"/>
                  </a:moveTo>
                  <a:cubicBezTo>
                    <a:pt x="321060" y="309360"/>
                    <a:pt x="454630" y="179718"/>
                    <a:pt x="304036" y="50075"/>
                  </a:cubicBezTo>
                  <a:cubicBezTo>
                    <a:pt x="122013" y="-107066"/>
                    <a:pt x="-113700" y="144361"/>
                    <a:pt x="61775" y="272693"/>
                  </a:cubicBezTo>
                  <a:cubicBezTo>
                    <a:pt x="170465" y="352574"/>
                    <a:pt x="254274" y="196741"/>
                    <a:pt x="150822" y="161384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276A2E36-748D-419C-9EE2-5DF2A51BE0C6}"/>
                </a:ext>
              </a:extLst>
            </p:cNvPr>
            <p:cNvSpPr/>
            <p:nvPr/>
          </p:nvSpPr>
          <p:spPr>
            <a:xfrm>
              <a:off x="5856132" y="3091595"/>
              <a:ext cx="392855" cy="340474"/>
            </a:xfrm>
            <a:custGeom>
              <a:avLst/>
              <a:gdLst>
                <a:gd name="connsiteX0" fmla="*/ 0 w 392854"/>
                <a:gd name="connsiteY0" fmla="*/ 115598 h 340474"/>
                <a:gd name="connsiteX1" fmla="*/ 208213 w 392854"/>
                <a:gd name="connsiteY1" fmla="*/ 361 h 340474"/>
                <a:gd name="connsiteX2" fmla="*/ 383688 w 392854"/>
                <a:gd name="connsiteY2" fmla="*/ 267502 h 340474"/>
                <a:gd name="connsiteX3" fmla="*/ 210832 w 392854"/>
                <a:gd name="connsiteY3" fmla="*/ 306788 h 340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2854" h="340474">
                  <a:moveTo>
                    <a:pt x="0" y="115598"/>
                  </a:moveTo>
                  <a:cubicBezTo>
                    <a:pt x="0" y="115598"/>
                    <a:pt x="51071" y="-7496"/>
                    <a:pt x="208213" y="361"/>
                  </a:cubicBezTo>
                  <a:cubicBezTo>
                    <a:pt x="365355" y="8218"/>
                    <a:pt x="426902" y="161431"/>
                    <a:pt x="383688" y="267502"/>
                  </a:cubicBezTo>
                  <a:cubicBezTo>
                    <a:pt x="340474" y="373573"/>
                    <a:pt x="214761" y="374882"/>
                    <a:pt x="210832" y="306788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20A4A09F-DE16-4168-819D-7F31D973EC1A}"/>
                </a:ext>
              </a:extLst>
            </p:cNvPr>
            <p:cNvSpPr/>
            <p:nvPr/>
          </p:nvSpPr>
          <p:spPr>
            <a:xfrm>
              <a:off x="6068274" y="3266121"/>
              <a:ext cx="78571" cy="13095"/>
            </a:xfrm>
            <a:custGeom>
              <a:avLst/>
              <a:gdLst>
                <a:gd name="connsiteX0" fmla="*/ 79880 w 78570"/>
                <a:gd name="connsiteY0" fmla="*/ 0 h 13095"/>
                <a:gd name="connsiteX1" fmla="*/ 0 w 78570"/>
                <a:gd name="connsiteY1" fmla="*/ 22262 h 13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570" h="13095">
                  <a:moveTo>
                    <a:pt x="79880" y="0"/>
                  </a:moveTo>
                  <a:cubicBezTo>
                    <a:pt x="79880" y="0"/>
                    <a:pt x="41904" y="27500"/>
                    <a:pt x="0" y="22262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F8657E4E-B533-4A5A-9F5F-E5BE8ACB5AD2}"/>
                </a:ext>
              </a:extLst>
            </p:cNvPr>
            <p:cNvSpPr/>
            <p:nvPr/>
          </p:nvSpPr>
          <p:spPr>
            <a:xfrm>
              <a:off x="6053869" y="3179693"/>
              <a:ext cx="13095" cy="209523"/>
            </a:xfrm>
            <a:custGeom>
              <a:avLst/>
              <a:gdLst>
                <a:gd name="connsiteX0" fmla="*/ 0 w 13095"/>
                <a:gd name="connsiteY0" fmla="*/ 0 h 209522"/>
                <a:gd name="connsiteX1" fmla="*/ 11786 w 13095"/>
                <a:gd name="connsiteY1" fmla="*/ 218689 h 20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95" h="209522">
                  <a:moveTo>
                    <a:pt x="0" y="0"/>
                  </a:moveTo>
                  <a:cubicBezTo>
                    <a:pt x="0" y="0"/>
                    <a:pt x="23571" y="117856"/>
                    <a:pt x="11786" y="218689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FD71861F-C75F-4733-AFC9-3907B077276A}"/>
                </a:ext>
              </a:extLst>
            </p:cNvPr>
            <p:cNvSpPr/>
            <p:nvPr/>
          </p:nvSpPr>
          <p:spPr>
            <a:xfrm>
              <a:off x="6252121" y="3110277"/>
              <a:ext cx="340474" cy="353569"/>
            </a:xfrm>
            <a:custGeom>
              <a:avLst/>
              <a:gdLst>
                <a:gd name="connsiteX0" fmla="*/ 353055 w 340474"/>
                <a:gd name="connsiteY0" fmla="*/ 106083 h 353569"/>
                <a:gd name="connsiteX1" fmla="*/ 185437 w 340474"/>
                <a:gd name="connsiteY1" fmla="*/ 12 h 353569"/>
                <a:gd name="connsiteX2" fmla="*/ 37461 w 340474"/>
                <a:gd name="connsiteY2" fmla="*/ 289415 h 353569"/>
                <a:gd name="connsiteX3" fmla="*/ 287579 w 340474"/>
                <a:gd name="connsiteY3" fmla="*/ 250130 h 353569"/>
                <a:gd name="connsiteX4" fmla="*/ 122580 w 340474"/>
                <a:gd name="connsiteY4" fmla="*/ 213463 h 353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40474" h="353569">
                  <a:moveTo>
                    <a:pt x="353055" y="106083"/>
                  </a:moveTo>
                  <a:cubicBezTo>
                    <a:pt x="353055" y="106083"/>
                    <a:pt x="312460" y="-1298"/>
                    <a:pt x="185437" y="12"/>
                  </a:cubicBezTo>
                  <a:cubicBezTo>
                    <a:pt x="36152" y="1321"/>
                    <a:pt x="-55514" y="159773"/>
                    <a:pt x="37461" y="289415"/>
                  </a:cubicBezTo>
                  <a:cubicBezTo>
                    <a:pt x="122580" y="407272"/>
                    <a:pt x="287579" y="357510"/>
                    <a:pt x="287579" y="250130"/>
                  </a:cubicBezTo>
                  <a:cubicBezTo>
                    <a:pt x="287579" y="104773"/>
                    <a:pt x="134366" y="99535"/>
                    <a:pt x="122580" y="213463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C5F246DD-0425-467A-8E23-DF1922ED4240}"/>
                </a:ext>
              </a:extLst>
            </p:cNvPr>
            <p:cNvSpPr/>
            <p:nvPr/>
          </p:nvSpPr>
          <p:spPr>
            <a:xfrm>
              <a:off x="6628486" y="3332240"/>
              <a:ext cx="170237" cy="104761"/>
            </a:xfrm>
            <a:custGeom>
              <a:avLst/>
              <a:gdLst>
                <a:gd name="connsiteX0" fmla="*/ 261 w 170237"/>
                <a:gd name="connsiteY0" fmla="*/ 111976 h 104761"/>
                <a:gd name="connsiteX1" fmla="*/ 81451 w 170237"/>
                <a:gd name="connsiteY1" fmla="*/ 667 h 104761"/>
                <a:gd name="connsiteX2" fmla="*/ 179665 w 170237"/>
                <a:gd name="connsiteY2" fmla="*/ 56976 h 10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0237" h="104761">
                  <a:moveTo>
                    <a:pt x="261" y="111976"/>
                  </a:moveTo>
                  <a:cubicBezTo>
                    <a:pt x="261" y="111976"/>
                    <a:pt x="-8906" y="11143"/>
                    <a:pt x="81451" y="667"/>
                  </a:cubicBezTo>
                  <a:cubicBezTo>
                    <a:pt x="149546" y="-7190"/>
                    <a:pt x="179665" y="56976"/>
                    <a:pt x="179665" y="56976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EB196468-BCAE-4BF5-B491-B37AF459C2E0}"/>
                </a:ext>
              </a:extLst>
            </p:cNvPr>
            <p:cNvSpPr/>
            <p:nvPr/>
          </p:nvSpPr>
          <p:spPr>
            <a:xfrm>
              <a:off x="6897348" y="3216353"/>
              <a:ext cx="392855" cy="248808"/>
            </a:xfrm>
            <a:custGeom>
              <a:avLst/>
              <a:gdLst>
                <a:gd name="connsiteX0" fmla="*/ 397943 w 392854"/>
                <a:gd name="connsiteY0" fmla="*/ 244886 h 248808"/>
                <a:gd name="connsiteX1" fmla="*/ 193658 w 392854"/>
                <a:gd name="connsiteY1" fmla="*/ 7 h 248808"/>
                <a:gd name="connsiteX2" fmla="*/ 53540 w 392854"/>
                <a:gd name="connsiteY2" fmla="*/ 250124 h 248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2854" h="248808">
                  <a:moveTo>
                    <a:pt x="397943" y="244886"/>
                  </a:moveTo>
                  <a:cubicBezTo>
                    <a:pt x="418895" y="183339"/>
                    <a:pt x="369134" y="-1303"/>
                    <a:pt x="193658" y="7"/>
                  </a:cubicBezTo>
                  <a:cubicBezTo>
                    <a:pt x="-35507" y="1316"/>
                    <a:pt x="-31578" y="227863"/>
                    <a:pt x="53540" y="250124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9A980BB4-0B9C-4CE7-B965-86D1DCCFF04C}"/>
                </a:ext>
              </a:extLst>
            </p:cNvPr>
            <p:cNvSpPr/>
            <p:nvPr/>
          </p:nvSpPr>
          <p:spPr>
            <a:xfrm>
              <a:off x="6522676" y="3196282"/>
              <a:ext cx="379760" cy="104761"/>
            </a:xfrm>
            <a:custGeom>
              <a:avLst/>
              <a:gdLst>
                <a:gd name="connsiteX0" fmla="*/ 0 w 379759"/>
                <a:gd name="connsiteY0" fmla="*/ 92101 h 104761"/>
                <a:gd name="connsiteX1" fmla="*/ 182023 w 379759"/>
                <a:gd name="connsiteY1" fmla="*/ 1744 h 104761"/>
                <a:gd name="connsiteX2" fmla="*/ 388926 w 379759"/>
                <a:gd name="connsiteY2" fmla="*/ 115672 h 10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9759" h="104761">
                  <a:moveTo>
                    <a:pt x="0" y="92101"/>
                  </a:moveTo>
                  <a:cubicBezTo>
                    <a:pt x="0" y="92101"/>
                    <a:pt x="45833" y="18768"/>
                    <a:pt x="182023" y="1744"/>
                  </a:cubicBezTo>
                  <a:cubicBezTo>
                    <a:pt x="340474" y="-16589"/>
                    <a:pt x="388926" y="115672"/>
                    <a:pt x="388926" y="115672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D932A797-F983-471B-BFA8-F7F77258FAF6}"/>
                </a:ext>
              </a:extLst>
            </p:cNvPr>
            <p:cNvSpPr/>
            <p:nvPr/>
          </p:nvSpPr>
          <p:spPr>
            <a:xfrm>
              <a:off x="7039935" y="3331597"/>
              <a:ext cx="39285" cy="117856"/>
            </a:xfrm>
            <a:custGeom>
              <a:avLst/>
              <a:gdLst>
                <a:gd name="connsiteX0" fmla="*/ 0 w 39285"/>
                <a:gd name="connsiteY0" fmla="*/ 0 h 117856"/>
                <a:gd name="connsiteX1" fmla="*/ 37976 w 39285"/>
                <a:gd name="connsiteY1" fmla="*/ 128332 h 11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85" h="117856">
                  <a:moveTo>
                    <a:pt x="0" y="0"/>
                  </a:moveTo>
                  <a:cubicBezTo>
                    <a:pt x="0" y="0"/>
                    <a:pt x="81190" y="17024"/>
                    <a:pt x="37976" y="128332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14E4C1FF-2C4A-414E-B7C1-76FC09803579}"/>
                </a:ext>
              </a:extLst>
            </p:cNvPr>
            <p:cNvSpPr/>
            <p:nvPr/>
          </p:nvSpPr>
          <p:spPr>
            <a:xfrm>
              <a:off x="7091006" y="3323740"/>
              <a:ext cx="52381" cy="52381"/>
            </a:xfrm>
            <a:custGeom>
              <a:avLst/>
              <a:gdLst>
                <a:gd name="connsiteX0" fmla="*/ 60238 w 52380"/>
                <a:gd name="connsiteY0" fmla="*/ 0 h 52380"/>
                <a:gd name="connsiteX1" fmla="*/ 0 w 52380"/>
                <a:gd name="connsiteY1" fmla="*/ 62857 h 5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0" h="52380">
                  <a:moveTo>
                    <a:pt x="60238" y="0"/>
                  </a:moveTo>
                  <a:cubicBezTo>
                    <a:pt x="60238" y="0"/>
                    <a:pt x="51071" y="51071"/>
                    <a:pt x="0" y="62857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22AC134A-B7EA-4D73-BF21-DE75251C3AB3}"/>
                </a:ext>
              </a:extLst>
            </p:cNvPr>
            <p:cNvSpPr/>
            <p:nvPr/>
          </p:nvSpPr>
          <p:spPr>
            <a:xfrm>
              <a:off x="6833031" y="2752791"/>
              <a:ext cx="13095" cy="340474"/>
            </a:xfrm>
            <a:custGeom>
              <a:avLst/>
              <a:gdLst>
                <a:gd name="connsiteX0" fmla="*/ 0 w 0"/>
                <a:gd name="connsiteY0" fmla="*/ 0 h 340474"/>
                <a:gd name="connsiteX1" fmla="*/ 0 w 0"/>
                <a:gd name="connsiteY1" fmla="*/ 344403 h 340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40474">
                  <a:moveTo>
                    <a:pt x="0" y="0"/>
                  </a:moveTo>
                  <a:lnTo>
                    <a:pt x="0" y="344403"/>
                  </a:lnTo>
                </a:path>
              </a:pathLst>
            </a:custGeom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B2525ADC-09FA-43DB-8CDF-85CDAC67D7D6}"/>
                </a:ext>
              </a:extLst>
            </p:cNvPr>
            <p:cNvSpPr/>
            <p:nvPr/>
          </p:nvSpPr>
          <p:spPr>
            <a:xfrm>
              <a:off x="6661485" y="2924338"/>
              <a:ext cx="340474" cy="13095"/>
            </a:xfrm>
            <a:custGeom>
              <a:avLst/>
              <a:gdLst>
                <a:gd name="connsiteX0" fmla="*/ 343093 w 340474"/>
                <a:gd name="connsiteY0" fmla="*/ 2619 h 0"/>
                <a:gd name="connsiteX1" fmla="*/ 0 w 340474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40474">
                  <a:moveTo>
                    <a:pt x="343093" y="2619"/>
                  </a:moveTo>
                  <a:lnTo>
                    <a:pt x="0" y="0"/>
                  </a:lnTo>
                </a:path>
              </a:pathLst>
            </a:custGeom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5797D739-E4EF-4020-8521-6BC146B06A4D}"/>
                </a:ext>
              </a:extLst>
            </p:cNvPr>
            <p:cNvSpPr/>
            <p:nvPr/>
          </p:nvSpPr>
          <p:spPr>
            <a:xfrm>
              <a:off x="5408277" y="2655887"/>
              <a:ext cx="13095" cy="235713"/>
            </a:xfrm>
            <a:custGeom>
              <a:avLst/>
              <a:gdLst>
                <a:gd name="connsiteX0" fmla="*/ 0 w 0"/>
                <a:gd name="connsiteY0" fmla="*/ 0 h 235712"/>
                <a:gd name="connsiteX1" fmla="*/ 0 w 0"/>
                <a:gd name="connsiteY1" fmla="*/ 243570 h 235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235712">
                  <a:moveTo>
                    <a:pt x="0" y="0"/>
                  </a:moveTo>
                  <a:lnTo>
                    <a:pt x="0" y="243570"/>
                  </a:lnTo>
                </a:path>
              </a:pathLst>
            </a:custGeom>
            <a:ln w="25463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20139AB-8C14-45D0-B524-2B38E2B5CC4C}"/>
                </a:ext>
              </a:extLst>
            </p:cNvPr>
            <p:cNvSpPr/>
            <p:nvPr/>
          </p:nvSpPr>
          <p:spPr>
            <a:xfrm>
              <a:off x="5287802" y="2776362"/>
              <a:ext cx="235713" cy="13095"/>
            </a:xfrm>
            <a:custGeom>
              <a:avLst/>
              <a:gdLst>
                <a:gd name="connsiteX0" fmla="*/ 242261 w 235712"/>
                <a:gd name="connsiteY0" fmla="*/ 2619 h 0"/>
                <a:gd name="connsiteX1" fmla="*/ 0 w 235712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5712">
                  <a:moveTo>
                    <a:pt x="242261" y="2619"/>
                  </a:moveTo>
                  <a:lnTo>
                    <a:pt x="0" y="0"/>
                  </a:lnTo>
                </a:path>
              </a:pathLst>
            </a:custGeom>
            <a:ln w="25463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C2086326-1FF1-4885-9F22-89D180415FAD}"/>
                </a:ext>
              </a:extLst>
            </p:cNvPr>
            <p:cNvSpPr/>
            <p:nvPr/>
          </p:nvSpPr>
          <p:spPr>
            <a:xfrm>
              <a:off x="5232802" y="3076241"/>
              <a:ext cx="117856" cy="117856"/>
            </a:xfrm>
            <a:custGeom>
              <a:avLst/>
              <a:gdLst>
                <a:gd name="connsiteX0" fmla="*/ 117856 w 117856"/>
                <a:gd name="connsiteY0" fmla="*/ 58928 h 117856"/>
                <a:gd name="connsiteX1" fmla="*/ 58928 w 117856"/>
                <a:gd name="connsiteY1" fmla="*/ 0 h 117856"/>
                <a:gd name="connsiteX2" fmla="*/ 0 w 117856"/>
                <a:gd name="connsiteY2" fmla="*/ 58928 h 117856"/>
                <a:gd name="connsiteX3" fmla="*/ 58928 w 117856"/>
                <a:gd name="connsiteY3" fmla="*/ 117856 h 117856"/>
                <a:gd name="connsiteX4" fmla="*/ 117856 w 117856"/>
                <a:gd name="connsiteY4" fmla="*/ 58928 h 117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856" h="117856">
                  <a:moveTo>
                    <a:pt x="117856" y="58928"/>
                  </a:moveTo>
                  <a:cubicBezTo>
                    <a:pt x="117856" y="26190"/>
                    <a:pt x="91666" y="0"/>
                    <a:pt x="58928" y="0"/>
                  </a:cubicBezTo>
                  <a:cubicBezTo>
                    <a:pt x="26190" y="0"/>
                    <a:pt x="0" y="26190"/>
                    <a:pt x="0" y="58928"/>
                  </a:cubicBezTo>
                  <a:cubicBezTo>
                    <a:pt x="0" y="91666"/>
                    <a:pt x="26190" y="117856"/>
                    <a:pt x="58928" y="117856"/>
                  </a:cubicBezTo>
                  <a:cubicBezTo>
                    <a:pt x="91666" y="117856"/>
                    <a:pt x="117856" y="91666"/>
                    <a:pt x="117856" y="58928"/>
                  </a:cubicBezTo>
                  <a:close/>
                </a:path>
              </a:pathLst>
            </a:custGeom>
            <a:noFill/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6DB36021-5313-40A9-920B-CBDED876EF45}"/>
                </a:ext>
              </a:extLst>
            </p:cNvPr>
            <p:cNvSpPr/>
            <p:nvPr/>
          </p:nvSpPr>
          <p:spPr>
            <a:xfrm>
              <a:off x="7122434" y="2654577"/>
              <a:ext cx="13095" cy="39285"/>
            </a:xfrm>
            <a:custGeom>
              <a:avLst/>
              <a:gdLst>
                <a:gd name="connsiteX0" fmla="*/ 0 w 0"/>
                <a:gd name="connsiteY0" fmla="*/ 0 h 39285"/>
                <a:gd name="connsiteX1" fmla="*/ 1310 w 0"/>
                <a:gd name="connsiteY1" fmla="*/ 39286 h 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9285">
                  <a:moveTo>
                    <a:pt x="0" y="0"/>
                  </a:moveTo>
                  <a:lnTo>
                    <a:pt x="1310" y="39286"/>
                  </a:lnTo>
                </a:path>
              </a:pathLst>
            </a:custGeom>
            <a:ln w="1547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6E199C5B-BAA8-49E4-BEB5-B476BF8BC2B1}"/>
                </a:ext>
              </a:extLst>
            </p:cNvPr>
            <p:cNvSpPr/>
            <p:nvPr/>
          </p:nvSpPr>
          <p:spPr>
            <a:xfrm>
              <a:off x="7125053" y="2747553"/>
              <a:ext cx="13095" cy="39285"/>
            </a:xfrm>
            <a:custGeom>
              <a:avLst/>
              <a:gdLst>
                <a:gd name="connsiteX0" fmla="*/ 0 w 0"/>
                <a:gd name="connsiteY0" fmla="*/ 0 h 39285"/>
                <a:gd name="connsiteX1" fmla="*/ 1309 w 0"/>
                <a:gd name="connsiteY1" fmla="*/ 39285 h 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39285">
                  <a:moveTo>
                    <a:pt x="0" y="0"/>
                  </a:moveTo>
                  <a:lnTo>
                    <a:pt x="1309" y="39285"/>
                  </a:lnTo>
                </a:path>
              </a:pathLst>
            </a:custGeom>
            <a:ln w="1547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6D1C2096-6C60-4112-830E-BF0A8DBC9AFC}"/>
                </a:ext>
              </a:extLst>
            </p:cNvPr>
            <p:cNvSpPr/>
            <p:nvPr/>
          </p:nvSpPr>
          <p:spPr>
            <a:xfrm>
              <a:off x="7151244" y="2718743"/>
              <a:ext cx="39285" cy="13095"/>
            </a:xfrm>
            <a:custGeom>
              <a:avLst/>
              <a:gdLst>
                <a:gd name="connsiteX0" fmla="*/ 39286 w 39285"/>
                <a:gd name="connsiteY0" fmla="*/ 0 h 0"/>
                <a:gd name="connsiteX1" fmla="*/ 0 w 39285"/>
                <a:gd name="connsiteY1" fmla="*/ 131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85">
                  <a:moveTo>
                    <a:pt x="39286" y="0"/>
                  </a:moveTo>
                  <a:lnTo>
                    <a:pt x="0" y="1310"/>
                  </a:lnTo>
                </a:path>
              </a:pathLst>
            </a:custGeom>
            <a:ln w="1547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E2F55A0-1F8B-4DF8-9692-0E52FB38C449}"/>
                </a:ext>
              </a:extLst>
            </p:cNvPr>
            <p:cNvSpPr/>
            <p:nvPr/>
          </p:nvSpPr>
          <p:spPr>
            <a:xfrm>
              <a:off x="7058268" y="2721362"/>
              <a:ext cx="39285" cy="13095"/>
            </a:xfrm>
            <a:custGeom>
              <a:avLst/>
              <a:gdLst>
                <a:gd name="connsiteX0" fmla="*/ 39285 w 39285"/>
                <a:gd name="connsiteY0" fmla="*/ 0 h 0"/>
                <a:gd name="connsiteX1" fmla="*/ 0 w 39285"/>
                <a:gd name="connsiteY1" fmla="*/ 130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285">
                  <a:moveTo>
                    <a:pt x="39285" y="0"/>
                  </a:moveTo>
                  <a:lnTo>
                    <a:pt x="0" y="1309"/>
                  </a:lnTo>
                </a:path>
              </a:pathLst>
            </a:custGeom>
            <a:ln w="1547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FAEFDB25-C311-444C-8211-CA9D0D3E76C7}"/>
                </a:ext>
              </a:extLst>
            </p:cNvPr>
            <p:cNvSpPr/>
            <p:nvPr/>
          </p:nvSpPr>
          <p:spPr>
            <a:xfrm>
              <a:off x="5742204" y="2792076"/>
              <a:ext cx="13095" cy="52381"/>
            </a:xfrm>
            <a:custGeom>
              <a:avLst/>
              <a:gdLst>
                <a:gd name="connsiteX0" fmla="*/ 0 w 0"/>
                <a:gd name="connsiteY0" fmla="*/ 0 h 52380"/>
                <a:gd name="connsiteX1" fmla="*/ 1309 w 0"/>
                <a:gd name="connsiteY1" fmla="*/ 64166 h 5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2380">
                  <a:moveTo>
                    <a:pt x="0" y="0"/>
                  </a:moveTo>
                  <a:lnTo>
                    <a:pt x="1309" y="64166"/>
                  </a:lnTo>
                </a:path>
              </a:pathLst>
            </a:custGeom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6F7FE01D-44F0-4E78-AA22-48B1A54F44A8}"/>
                </a:ext>
              </a:extLst>
            </p:cNvPr>
            <p:cNvSpPr/>
            <p:nvPr/>
          </p:nvSpPr>
          <p:spPr>
            <a:xfrm>
              <a:off x="5744823" y="2943980"/>
              <a:ext cx="13095" cy="52381"/>
            </a:xfrm>
            <a:custGeom>
              <a:avLst/>
              <a:gdLst>
                <a:gd name="connsiteX0" fmla="*/ 0 w 0"/>
                <a:gd name="connsiteY0" fmla="*/ 0 h 52380"/>
                <a:gd name="connsiteX1" fmla="*/ 2619 w 0"/>
                <a:gd name="connsiteY1" fmla="*/ 64166 h 52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52380">
                  <a:moveTo>
                    <a:pt x="0" y="0"/>
                  </a:moveTo>
                  <a:lnTo>
                    <a:pt x="2619" y="64166"/>
                  </a:lnTo>
                </a:path>
              </a:pathLst>
            </a:custGeom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E43ABFED-9DCE-4780-A17B-F275913025D6}"/>
                </a:ext>
              </a:extLst>
            </p:cNvPr>
            <p:cNvSpPr/>
            <p:nvPr/>
          </p:nvSpPr>
          <p:spPr>
            <a:xfrm>
              <a:off x="5788037" y="2898147"/>
              <a:ext cx="52381" cy="13095"/>
            </a:xfrm>
            <a:custGeom>
              <a:avLst/>
              <a:gdLst>
                <a:gd name="connsiteX0" fmla="*/ 64166 w 52380"/>
                <a:gd name="connsiteY0" fmla="*/ 0 h 0"/>
                <a:gd name="connsiteX1" fmla="*/ 0 w 52380"/>
                <a:gd name="connsiteY1" fmla="*/ 131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0">
                  <a:moveTo>
                    <a:pt x="64166" y="0"/>
                  </a:moveTo>
                  <a:lnTo>
                    <a:pt x="0" y="1310"/>
                  </a:lnTo>
                </a:path>
              </a:pathLst>
            </a:custGeom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764B5643-59A7-4278-9C6C-C0772E988BD1}"/>
                </a:ext>
              </a:extLst>
            </p:cNvPr>
            <p:cNvSpPr/>
            <p:nvPr/>
          </p:nvSpPr>
          <p:spPr>
            <a:xfrm>
              <a:off x="5636133" y="2900766"/>
              <a:ext cx="65476" cy="13095"/>
            </a:xfrm>
            <a:custGeom>
              <a:avLst/>
              <a:gdLst>
                <a:gd name="connsiteX0" fmla="*/ 65476 w 65475"/>
                <a:gd name="connsiteY0" fmla="*/ 0 h 0"/>
                <a:gd name="connsiteX1" fmla="*/ 0 w 65475"/>
                <a:gd name="connsiteY1" fmla="*/ 131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475">
                  <a:moveTo>
                    <a:pt x="65476" y="0"/>
                  </a:moveTo>
                  <a:lnTo>
                    <a:pt x="0" y="1310"/>
                  </a:lnTo>
                </a:path>
              </a:pathLst>
            </a:custGeom>
            <a:ln w="38196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A35CCFB0-B280-422B-A372-F1E8A7B37BB7}"/>
                </a:ext>
              </a:extLst>
            </p:cNvPr>
            <p:cNvSpPr/>
            <p:nvPr/>
          </p:nvSpPr>
          <p:spPr>
            <a:xfrm>
              <a:off x="7212733" y="2994993"/>
              <a:ext cx="91666" cy="91666"/>
            </a:xfrm>
            <a:custGeom>
              <a:avLst/>
              <a:gdLst>
                <a:gd name="connsiteX0" fmla="*/ 96962 w 91666"/>
                <a:gd name="connsiteY0" fmla="*/ 47201 h 91666"/>
                <a:gd name="connsiteX1" fmla="*/ 47201 w 91666"/>
                <a:gd name="connsiteY1" fmla="*/ 58 h 91666"/>
                <a:gd name="connsiteX2" fmla="*/ 58 w 91666"/>
                <a:gd name="connsiteY2" fmla="*/ 49820 h 91666"/>
                <a:gd name="connsiteX3" fmla="*/ 49820 w 91666"/>
                <a:gd name="connsiteY3" fmla="*/ 96963 h 91666"/>
                <a:gd name="connsiteX4" fmla="*/ 96962 w 91666"/>
                <a:gd name="connsiteY4" fmla="*/ 47201 h 91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666" h="91666">
                  <a:moveTo>
                    <a:pt x="96962" y="47201"/>
                  </a:moveTo>
                  <a:cubicBezTo>
                    <a:pt x="95653" y="19701"/>
                    <a:pt x="73391" y="-1251"/>
                    <a:pt x="47201" y="58"/>
                  </a:cubicBezTo>
                  <a:cubicBezTo>
                    <a:pt x="19701" y="1368"/>
                    <a:pt x="-1251" y="23630"/>
                    <a:pt x="58" y="49820"/>
                  </a:cubicBezTo>
                  <a:cubicBezTo>
                    <a:pt x="1368" y="77320"/>
                    <a:pt x="23630" y="98272"/>
                    <a:pt x="49820" y="96963"/>
                  </a:cubicBezTo>
                  <a:cubicBezTo>
                    <a:pt x="76010" y="96963"/>
                    <a:pt x="98272" y="74701"/>
                    <a:pt x="96962" y="47201"/>
                  </a:cubicBezTo>
                  <a:close/>
                </a:path>
              </a:pathLst>
            </a:custGeom>
            <a:noFill/>
            <a:ln w="38196" cap="rnd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7F0DCF35-E893-4225-90D5-FBFE48B4C496}"/>
                </a:ext>
              </a:extLst>
            </p:cNvPr>
            <p:cNvSpPr/>
            <p:nvPr/>
          </p:nvSpPr>
          <p:spPr>
            <a:xfrm>
              <a:off x="5926846" y="3336835"/>
              <a:ext cx="130952" cy="130952"/>
            </a:xfrm>
            <a:custGeom>
              <a:avLst/>
              <a:gdLst>
                <a:gd name="connsiteX0" fmla="*/ 140118 w 130951"/>
                <a:gd name="connsiteY0" fmla="*/ 130952 h 130951"/>
                <a:gd name="connsiteX1" fmla="*/ 0 w 130951"/>
                <a:gd name="connsiteY1" fmla="*/ 0 h 130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951" h="130951">
                  <a:moveTo>
                    <a:pt x="140118" y="130952"/>
                  </a:moveTo>
                  <a:cubicBezTo>
                    <a:pt x="140118" y="130952"/>
                    <a:pt x="127023" y="0"/>
                    <a:pt x="0" y="0"/>
                  </a:cubicBezTo>
                </a:path>
              </a:pathLst>
            </a:custGeom>
            <a:noFill/>
            <a:ln w="50928" cap="flat">
              <a:solidFill>
                <a:srgbClr val="013CB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A4220D05-442F-428F-ACAE-0BDB7327EE45}"/>
                </a:ext>
              </a:extLst>
            </p:cNvPr>
            <p:cNvSpPr/>
            <p:nvPr/>
          </p:nvSpPr>
          <p:spPr>
            <a:xfrm>
              <a:off x="5830723" y="1628929"/>
              <a:ext cx="890471" cy="1113089"/>
            </a:xfrm>
            <a:custGeom>
              <a:avLst/>
              <a:gdLst>
                <a:gd name="connsiteX0" fmla="*/ 898856 w 890471"/>
                <a:gd name="connsiteY0" fmla="*/ 449461 h 1113088"/>
                <a:gd name="connsiteX1" fmla="*/ 431359 w 890471"/>
                <a:gd name="connsiteY1" fmla="*/ 297 h 1113088"/>
                <a:gd name="connsiteX2" fmla="*/ 528 w 890471"/>
                <a:gd name="connsiteY2" fmla="*/ 427199 h 1113088"/>
                <a:gd name="connsiteX3" fmla="*/ 89575 w 890471"/>
                <a:gd name="connsiteY3" fmla="*/ 720531 h 1113088"/>
                <a:gd name="connsiteX4" fmla="*/ 233622 w 890471"/>
                <a:gd name="connsiteY4" fmla="*/ 1096362 h 1113088"/>
                <a:gd name="connsiteX5" fmla="*/ 233622 w 890471"/>
                <a:gd name="connsiteY5" fmla="*/ 1113386 h 1113088"/>
                <a:gd name="connsiteX6" fmla="*/ 664453 w 890471"/>
                <a:gd name="connsiteY6" fmla="*/ 1113386 h 1113088"/>
                <a:gd name="connsiteX7" fmla="*/ 664453 w 890471"/>
                <a:gd name="connsiteY7" fmla="*/ 1108148 h 1113088"/>
                <a:gd name="connsiteX8" fmla="*/ 804571 w 890471"/>
                <a:gd name="connsiteY8" fmla="*/ 725769 h 1113088"/>
                <a:gd name="connsiteX9" fmla="*/ 898856 w 890471"/>
                <a:gd name="connsiteY9" fmla="*/ 449461 h 1113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90471" h="1113088">
                  <a:moveTo>
                    <a:pt x="898856" y="449461"/>
                  </a:moveTo>
                  <a:cubicBezTo>
                    <a:pt x="898856" y="195415"/>
                    <a:pt x="688024" y="-8870"/>
                    <a:pt x="431359" y="297"/>
                  </a:cubicBezTo>
                  <a:cubicBezTo>
                    <a:pt x="200884" y="9464"/>
                    <a:pt x="12313" y="195415"/>
                    <a:pt x="528" y="427199"/>
                  </a:cubicBezTo>
                  <a:cubicBezTo>
                    <a:pt x="-4710" y="537199"/>
                    <a:pt x="29337" y="639341"/>
                    <a:pt x="89575" y="720531"/>
                  </a:cubicBezTo>
                  <a:cubicBezTo>
                    <a:pt x="181241" y="841007"/>
                    <a:pt x="233622" y="944458"/>
                    <a:pt x="233622" y="1096362"/>
                  </a:cubicBezTo>
                  <a:lnTo>
                    <a:pt x="233622" y="1113386"/>
                  </a:lnTo>
                  <a:lnTo>
                    <a:pt x="664453" y="1113386"/>
                  </a:lnTo>
                  <a:lnTo>
                    <a:pt x="664453" y="1108148"/>
                  </a:lnTo>
                  <a:cubicBezTo>
                    <a:pt x="664453" y="954934"/>
                    <a:pt x="711595" y="847554"/>
                    <a:pt x="804571" y="725769"/>
                  </a:cubicBezTo>
                  <a:cubicBezTo>
                    <a:pt x="863499" y="648508"/>
                    <a:pt x="898856" y="552913"/>
                    <a:pt x="898856" y="449461"/>
                  </a:cubicBezTo>
                  <a:close/>
                </a:path>
              </a:pathLst>
            </a:custGeom>
            <a:solidFill>
              <a:schemeClr val="accent3"/>
            </a:solidFill>
            <a:ln w="1308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CA00A810-C422-493F-8762-928602E1666F}"/>
                </a:ext>
              </a:extLst>
            </p:cNvPr>
            <p:cNvSpPr/>
            <p:nvPr/>
          </p:nvSpPr>
          <p:spPr>
            <a:xfrm>
              <a:off x="6066964" y="2827433"/>
              <a:ext cx="419045" cy="13095"/>
            </a:xfrm>
            <a:custGeom>
              <a:avLst/>
              <a:gdLst>
                <a:gd name="connsiteX0" fmla="*/ 0 w 419045"/>
                <a:gd name="connsiteY0" fmla="*/ 0 h 0"/>
                <a:gd name="connsiteX1" fmla="*/ 425593 w 419045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19045">
                  <a:moveTo>
                    <a:pt x="0" y="0"/>
                  </a:moveTo>
                  <a:lnTo>
                    <a:pt x="425593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8731F971-066B-40AA-B136-58B67564B7ED}"/>
                </a:ext>
              </a:extLst>
            </p:cNvPr>
            <p:cNvSpPr/>
            <p:nvPr/>
          </p:nvSpPr>
          <p:spPr>
            <a:xfrm>
              <a:off x="6148154" y="2925647"/>
              <a:ext cx="261903" cy="13095"/>
            </a:xfrm>
            <a:custGeom>
              <a:avLst/>
              <a:gdLst>
                <a:gd name="connsiteX0" fmla="*/ 0 w 261903"/>
                <a:gd name="connsiteY0" fmla="*/ 0 h 0"/>
                <a:gd name="connsiteX1" fmla="*/ 263213 w 261903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1903">
                  <a:moveTo>
                    <a:pt x="0" y="0"/>
                  </a:moveTo>
                  <a:lnTo>
                    <a:pt x="263213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2AABD586-6310-40FF-82C3-735CEE851897}"/>
                </a:ext>
              </a:extLst>
            </p:cNvPr>
            <p:cNvSpPr/>
            <p:nvPr/>
          </p:nvSpPr>
          <p:spPr>
            <a:xfrm>
              <a:off x="5520896" y="1967081"/>
              <a:ext cx="196427" cy="13095"/>
            </a:xfrm>
            <a:custGeom>
              <a:avLst/>
              <a:gdLst>
                <a:gd name="connsiteX0" fmla="*/ 0 w 196427"/>
                <a:gd name="connsiteY0" fmla="*/ 0 h 0"/>
                <a:gd name="connsiteX1" fmla="*/ 206904 w 19642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6427">
                  <a:moveTo>
                    <a:pt x="0" y="0"/>
                  </a:moveTo>
                  <a:lnTo>
                    <a:pt x="206904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>
              <a:extLst>
                <a:ext uri="{FF2B5EF4-FFF2-40B4-BE49-F238E27FC236}">
                  <a16:creationId xmlns:a16="http://schemas.microsoft.com/office/drawing/2014/main" id="{0BDE1E9B-62A3-46F4-AB87-D02F1D6E213F}"/>
                </a:ext>
              </a:extLst>
            </p:cNvPr>
            <p:cNvSpPr/>
            <p:nvPr/>
          </p:nvSpPr>
          <p:spPr>
            <a:xfrm>
              <a:off x="6826484" y="1967081"/>
              <a:ext cx="196427" cy="13095"/>
            </a:xfrm>
            <a:custGeom>
              <a:avLst/>
              <a:gdLst>
                <a:gd name="connsiteX0" fmla="*/ 0 w 196427"/>
                <a:gd name="connsiteY0" fmla="*/ 0 h 0"/>
                <a:gd name="connsiteX1" fmla="*/ 206904 w 196427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6427">
                  <a:moveTo>
                    <a:pt x="0" y="0"/>
                  </a:moveTo>
                  <a:lnTo>
                    <a:pt x="206904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>
              <a:extLst>
                <a:ext uri="{FF2B5EF4-FFF2-40B4-BE49-F238E27FC236}">
                  <a16:creationId xmlns:a16="http://schemas.microsoft.com/office/drawing/2014/main" id="{1846F9CF-B441-4677-B6B7-A82071C6A24C}"/>
                </a:ext>
              </a:extLst>
            </p:cNvPr>
            <p:cNvSpPr/>
            <p:nvPr/>
          </p:nvSpPr>
          <p:spPr>
            <a:xfrm>
              <a:off x="6636604" y="1559821"/>
              <a:ext cx="78571" cy="78571"/>
            </a:xfrm>
            <a:custGeom>
              <a:avLst/>
              <a:gdLst>
                <a:gd name="connsiteX0" fmla="*/ 89047 w 78570"/>
                <a:gd name="connsiteY0" fmla="*/ 0 h 78570"/>
                <a:gd name="connsiteX1" fmla="*/ 0 w 78570"/>
                <a:gd name="connsiteY1" fmla="*/ 89047 h 7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570" h="78570">
                  <a:moveTo>
                    <a:pt x="89047" y="0"/>
                  </a:moveTo>
                  <a:lnTo>
                    <a:pt x="0" y="89047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>
              <a:extLst>
                <a:ext uri="{FF2B5EF4-FFF2-40B4-BE49-F238E27FC236}">
                  <a16:creationId xmlns:a16="http://schemas.microsoft.com/office/drawing/2014/main" id="{E6025A34-46AE-457E-AC6F-3CE06D5B4606}"/>
                </a:ext>
              </a:extLst>
            </p:cNvPr>
            <p:cNvSpPr/>
            <p:nvPr/>
          </p:nvSpPr>
          <p:spPr>
            <a:xfrm>
              <a:off x="5856132" y="1559821"/>
              <a:ext cx="78571" cy="78571"/>
            </a:xfrm>
            <a:custGeom>
              <a:avLst/>
              <a:gdLst>
                <a:gd name="connsiteX0" fmla="*/ 0 w 78570"/>
                <a:gd name="connsiteY0" fmla="*/ 0 h 78570"/>
                <a:gd name="connsiteX1" fmla="*/ 89047 w 78570"/>
                <a:gd name="connsiteY1" fmla="*/ 89047 h 78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8570" h="78570">
                  <a:moveTo>
                    <a:pt x="0" y="0"/>
                  </a:moveTo>
                  <a:lnTo>
                    <a:pt x="89047" y="89047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B3B1207A-F631-4D74-AF71-25164BFA4732}"/>
                </a:ext>
              </a:extLst>
            </p:cNvPr>
            <p:cNvSpPr/>
            <p:nvPr/>
          </p:nvSpPr>
          <p:spPr>
            <a:xfrm>
              <a:off x="6254225" y="1330656"/>
              <a:ext cx="13095" cy="196427"/>
            </a:xfrm>
            <a:custGeom>
              <a:avLst/>
              <a:gdLst>
                <a:gd name="connsiteX0" fmla="*/ 0 w 0"/>
                <a:gd name="connsiteY0" fmla="*/ 196427 h 196427"/>
                <a:gd name="connsiteX1" fmla="*/ 0 w 0"/>
                <a:gd name="connsiteY1" fmla="*/ 0 h 196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96427">
                  <a:moveTo>
                    <a:pt x="0" y="196427"/>
                  </a:moveTo>
                  <a:lnTo>
                    <a:pt x="0" y="0"/>
                  </a:lnTo>
                </a:path>
              </a:pathLst>
            </a:custGeom>
            <a:solidFill>
              <a:schemeClr val="accent3"/>
            </a:solidFill>
            <a:ln w="50928" cap="flat">
              <a:solidFill>
                <a:schemeClr val="accent3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>
              <a:extLst>
                <a:ext uri="{FF2B5EF4-FFF2-40B4-BE49-F238E27FC236}">
                  <a16:creationId xmlns:a16="http://schemas.microsoft.com/office/drawing/2014/main" id="{BD4629EF-6FD7-495B-BABC-2117635C362D}"/>
                </a:ext>
              </a:extLst>
            </p:cNvPr>
            <p:cNvSpPr/>
            <p:nvPr/>
          </p:nvSpPr>
          <p:spPr>
            <a:xfrm>
              <a:off x="6048631" y="2171366"/>
              <a:ext cx="144047" cy="445236"/>
            </a:xfrm>
            <a:custGeom>
              <a:avLst/>
              <a:gdLst>
                <a:gd name="connsiteX0" fmla="*/ 153213 w 144046"/>
                <a:gd name="connsiteY0" fmla="*/ 455712 h 445235"/>
                <a:gd name="connsiteX1" fmla="*/ 153213 w 144046"/>
                <a:gd name="connsiteY1" fmla="*/ 208213 h 445235"/>
                <a:gd name="connsiteX2" fmla="*/ 0 w 144046"/>
                <a:gd name="connsiteY2" fmla="*/ 0 h 44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046" h="445235">
                  <a:moveTo>
                    <a:pt x="153213" y="455712"/>
                  </a:moveTo>
                  <a:lnTo>
                    <a:pt x="153213" y="208213"/>
                  </a:lnTo>
                  <a:lnTo>
                    <a:pt x="0" y="0"/>
                  </a:lnTo>
                </a:path>
              </a:pathLst>
            </a:custGeom>
            <a:noFill/>
            <a:ln w="5092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CEEE656F-2B58-452E-8C4C-A5DC9C34C5FE}"/>
                </a:ext>
              </a:extLst>
            </p:cNvPr>
            <p:cNvSpPr/>
            <p:nvPr/>
          </p:nvSpPr>
          <p:spPr>
            <a:xfrm>
              <a:off x="6360296" y="2171366"/>
              <a:ext cx="144047" cy="445236"/>
            </a:xfrm>
            <a:custGeom>
              <a:avLst/>
              <a:gdLst>
                <a:gd name="connsiteX0" fmla="*/ 0 w 144046"/>
                <a:gd name="connsiteY0" fmla="*/ 455712 h 445235"/>
                <a:gd name="connsiteX1" fmla="*/ 0 w 144046"/>
                <a:gd name="connsiteY1" fmla="*/ 208213 h 445235"/>
                <a:gd name="connsiteX2" fmla="*/ 153213 w 144046"/>
                <a:gd name="connsiteY2" fmla="*/ 0 h 44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44046" h="445235">
                  <a:moveTo>
                    <a:pt x="0" y="455712"/>
                  </a:moveTo>
                  <a:lnTo>
                    <a:pt x="0" y="208213"/>
                  </a:lnTo>
                  <a:lnTo>
                    <a:pt x="153213" y="0"/>
                  </a:lnTo>
                </a:path>
              </a:pathLst>
            </a:custGeom>
            <a:noFill/>
            <a:ln w="50928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>
              <a:extLst>
                <a:ext uri="{FF2B5EF4-FFF2-40B4-BE49-F238E27FC236}">
                  <a16:creationId xmlns:a16="http://schemas.microsoft.com/office/drawing/2014/main" id="{30046525-C92C-4D8E-AA3B-B52FFA1759D5}"/>
                </a:ext>
              </a:extLst>
            </p:cNvPr>
            <p:cNvSpPr/>
            <p:nvPr/>
          </p:nvSpPr>
          <p:spPr>
            <a:xfrm>
              <a:off x="4799728" y="3431120"/>
              <a:ext cx="2723794" cy="2226178"/>
            </a:xfrm>
            <a:custGeom>
              <a:avLst/>
              <a:gdLst>
                <a:gd name="connsiteX0" fmla="*/ 2671038 w 2723794"/>
                <a:gd name="connsiteY0" fmla="*/ 0 h 2226177"/>
                <a:gd name="connsiteX1" fmla="*/ 303432 w 2723794"/>
                <a:gd name="connsiteY1" fmla="*/ 17024 h 2226177"/>
                <a:gd name="connsiteX2" fmla="*/ 278551 w 2723794"/>
                <a:gd name="connsiteY2" fmla="*/ 310355 h 2226177"/>
                <a:gd name="connsiteX3" fmla="*/ 192123 w 2723794"/>
                <a:gd name="connsiteY3" fmla="*/ 680949 h 2226177"/>
                <a:gd name="connsiteX4" fmla="*/ 10101 w 2723794"/>
                <a:gd name="connsiteY4" fmla="*/ 1013566 h 2226177"/>
                <a:gd name="connsiteX5" fmla="*/ 209147 w 2723794"/>
                <a:gd name="connsiteY5" fmla="*/ 1196898 h 2226177"/>
                <a:gd name="connsiteX6" fmla="*/ 416051 w 2723794"/>
                <a:gd name="connsiteY6" fmla="*/ 1667015 h 2226177"/>
                <a:gd name="connsiteX7" fmla="*/ 837715 w 2723794"/>
                <a:gd name="connsiteY7" fmla="*/ 1855585 h 2226177"/>
                <a:gd name="connsiteX8" fmla="*/ 897953 w 2723794"/>
                <a:gd name="connsiteY8" fmla="*/ 2236654 h 2226177"/>
                <a:gd name="connsiteX9" fmla="*/ 2169493 w 2723794"/>
                <a:gd name="connsiteY9" fmla="*/ 2227487 h 2226177"/>
                <a:gd name="connsiteX10" fmla="*/ 2344969 w 2723794"/>
                <a:gd name="connsiteY10" fmla="*/ 1487611 h 2226177"/>
                <a:gd name="connsiteX11" fmla="*/ 2671038 w 2723794"/>
                <a:gd name="connsiteY11" fmla="*/ 0 h 2226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723794" h="2226177">
                  <a:moveTo>
                    <a:pt x="2671038" y="0"/>
                  </a:moveTo>
                  <a:lnTo>
                    <a:pt x="303432" y="17024"/>
                  </a:lnTo>
                  <a:cubicBezTo>
                    <a:pt x="303432" y="17024"/>
                    <a:pt x="270694" y="157142"/>
                    <a:pt x="278551" y="310355"/>
                  </a:cubicBezTo>
                  <a:cubicBezTo>
                    <a:pt x="286409" y="463569"/>
                    <a:pt x="261528" y="559164"/>
                    <a:pt x="192123" y="680949"/>
                  </a:cubicBezTo>
                  <a:cubicBezTo>
                    <a:pt x="122719" y="802734"/>
                    <a:pt x="-42280" y="919281"/>
                    <a:pt x="10101" y="1013566"/>
                  </a:cubicBezTo>
                  <a:cubicBezTo>
                    <a:pt x="74267" y="1131422"/>
                    <a:pt x="189504" y="1076423"/>
                    <a:pt x="209147" y="1196898"/>
                  </a:cubicBezTo>
                  <a:cubicBezTo>
                    <a:pt x="228790" y="1317373"/>
                    <a:pt x="142362" y="1643443"/>
                    <a:pt x="416051" y="1667015"/>
                  </a:cubicBezTo>
                  <a:cubicBezTo>
                    <a:pt x="570574" y="1680110"/>
                    <a:pt x="768311" y="1722014"/>
                    <a:pt x="837715" y="1855585"/>
                  </a:cubicBezTo>
                  <a:cubicBezTo>
                    <a:pt x="908429" y="1989156"/>
                    <a:pt x="897953" y="2236654"/>
                    <a:pt x="897953" y="2236654"/>
                  </a:cubicBezTo>
                  <a:lnTo>
                    <a:pt x="2169493" y="2227487"/>
                  </a:lnTo>
                  <a:cubicBezTo>
                    <a:pt x="2169493" y="2227487"/>
                    <a:pt x="2177351" y="1735110"/>
                    <a:pt x="2344969" y="1487611"/>
                  </a:cubicBezTo>
                  <a:cubicBezTo>
                    <a:pt x="2529610" y="1215231"/>
                    <a:pt x="2880561" y="769996"/>
                    <a:pt x="2671038" y="0"/>
                  </a:cubicBezTo>
                  <a:close/>
                </a:path>
              </a:pathLst>
            </a:custGeom>
            <a:solidFill>
              <a:srgbClr val="013CB3"/>
            </a:solidFill>
            <a:ln w="13088" cap="flat">
              <a:noFill/>
              <a:prstDash val="solid"/>
              <a:miter/>
            </a:ln>
          </p:spPr>
          <p:txBody>
            <a:bodyPr rtlCol="0" anchor="ctr"/>
            <a:lstStyle/>
            <a:p>
              <a:r>
                <a:rPr lang="en-US" altLang="zh-CN" dirty="0"/>
                <a:t> 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86584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27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69" r:id="rId3"/>
    <p:sldLayoutId id="2147483662" r:id="rId4"/>
    <p:sldLayoutId id="2147483655" r:id="rId5"/>
    <p:sldLayoutId id="2147483661" r:id="rId6"/>
  </p:sldLayoutIdLst>
  <p:hf hdr="0" dt="0"/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 userDrawn="1">
          <p15:clr>
            <a:srgbClr val="F26B43"/>
          </p15:clr>
        </p15:guide>
        <p15:guide id="2" pos="7257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31" userDrawn="1">
          <p15:clr>
            <a:srgbClr val="F26B43"/>
          </p15:clr>
        </p15:guide>
        <p15:guide id="6" orient="horz" pos="386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1.xml"/><Relationship Id="rId1" Type="http://schemas.openxmlformats.org/officeDocument/2006/relationships/themeOverride" Target="../theme/themeOverrid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2.xml"/><Relationship Id="rId1" Type="http://schemas.openxmlformats.org/officeDocument/2006/relationships/themeOverride" Target="../theme/themeOverrid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3.xml"/><Relationship Id="rId1" Type="http://schemas.openxmlformats.org/officeDocument/2006/relationships/themeOverride" Target="../theme/themeOverr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4.xml"/><Relationship Id="rId1" Type="http://schemas.openxmlformats.org/officeDocument/2006/relationships/themeOverride" Target="../theme/themeOverrid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15.xml"/><Relationship Id="rId1" Type="http://schemas.openxmlformats.org/officeDocument/2006/relationships/themeOverride" Target="../theme/themeOverr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hemeOverride" Target="../theme/themeOverride1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hemeOverride" Target="../theme/themeOverride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4.xml"/><Relationship Id="rId1" Type="http://schemas.openxmlformats.org/officeDocument/2006/relationships/themeOverride" Target="../theme/themeOverride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39.xml"/><Relationship Id="rId1" Type="http://schemas.openxmlformats.org/officeDocument/2006/relationships/themeOverride" Target="../theme/themeOverride1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3C326D0B-7DAB-41B6-8030-2E4A18CC94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40861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3C326D0B-7DAB-41B6-8030-2E4A18CC94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EC933494-1B63-4A32-964F-D05236799BAA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4000" b="1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pc="2000">
                <a:solidFill>
                  <a:schemeClr val="tx2"/>
                </a:solidFill>
              </a:rPr>
              <a:t>SUBT</a:t>
            </a:r>
            <a:r>
              <a:rPr lang="en-US" altLang="zh-CN" sz="100" spc="2000">
                <a:solidFill>
                  <a:schemeClr val="tx2"/>
                </a:solidFill>
              </a:rPr>
              <a:t> </a:t>
            </a:r>
            <a:r>
              <a:rPr lang="en-US" altLang="zh-CN" spc="2000">
                <a:solidFill>
                  <a:schemeClr val="tx2"/>
                </a:solidFill>
              </a:rPr>
              <a:t>ITLE </a:t>
            </a:r>
            <a:r>
              <a:rPr lang="en-US" altLang="zh-CN" spc="2000" dirty="0">
                <a:solidFill>
                  <a:schemeClr val="tx2"/>
                </a:solidFill>
              </a:rPr>
              <a:t>HERE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000" b="0" dirty="0"/>
              <a:t>ISLIDE</a:t>
            </a:r>
            <a:r>
              <a:rPr lang="en-US" altLang="zh-CN" sz="3000" b="0" baseline="30000" dirty="0"/>
              <a:t>®</a:t>
            </a:r>
            <a:r>
              <a:rPr lang="en-US" altLang="zh-CN" sz="3000" b="0" dirty="0"/>
              <a:t> </a:t>
            </a:r>
            <a:br>
              <a:rPr lang="en-US" altLang="zh-CN" sz="3000" b="0" dirty="0"/>
            </a:br>
            <a:r>
              <a:rPr lang="en-US" altLang="zh-CN" sz="3000" b="0" dirty="0"/>
              <a:t>POWE</a:t>
            </a:r>
            <a:r>
              <a:rPr lang="en-US" altLang="zh-CN" sz="100" b="0" dirty="0"/>
              <a:t> </a:t>
            </a:r>
            <a:r>
              <a:rPr lang="en-US" altLang="zh-CN" sz="3000" b="0" dirty="0"/>
              <a:t>RPOINT STANDARD </a:t>
            </a:r>
            <a:br>
              <a:rPr lang="en-US" altLang="zh-CN" sz="6000" dirty="0"/>
            </a:br>
            <a:r>
              <a:rPr lang="en-US" altLang="zh-CN" sz="7200" dirty="0">
                <a:solidFill>
                  <a:schemeClr val="accent1"/>
                </a:solidFill>
              </a:rPr>
              <a:t>TEMPLATE</a:t>
            </a:r>
            <a:endParaRPr lang="zh-CN" altLang="en-US" sz="6000" dirty="0">
              <a:solidFill>
                <a:schemeClr val="accent1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Speaker </a:t>
            </a:r>
            <a:r>
              <a:rPr lang="en-US" altLang="zh-CN" sz="100" dirty="0"/>
              <a:t> </a:t>
            </a:r>
            <a:r>
              <a:rPr lang="en-US" altLang="zh-CN" dirty="0"/>
              <a:t>name and title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/>
              <a:t>www.</a:t>
            </a:r>
            <a:r>
              <a:rPr lang="en-US" altLang="zh-CN" sz="100"/>
              <a:t> </a:t>
            </a:r>
            <a:r>
              <a:rPr lang="en-US" altLang="zh-CN"/>
              <a:t>islide.cc</a:t>
            </a:r>
            <a:endParaRPr lang="en-US" altLang="en-US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27174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326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0BD2C91B-C28A-4C6E-B95D-B3D8DA28C01F}"/>
              </a:ext>
            </a:extLst>
          </p:cNvPr>
          <p:cNvGrpSpPr>
            <a:grpSpLocks noChangeAspect="1"/>
          </p:cNvGrpSpPr>
          <p:nvPr/>
        </p:nvGrpSpPr>
        <p:grpSpPr>
          <a:xfrm>
            <a:off x="3400768" y="334390"/>
            <a:ext cx="5390464" cy="6523610"/>
            <a:chOff x="3400768" y="334390"/>
            <a:chExt cx="5390464" cy="652361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7FA1691-C252-43BE-94C7-528534849796}"/>
                </a:ext>
              </a:extLst>
            </p:cNvPr>
            <p:cNvCxnSpPr/>
            <p:nvPr/>
          </p:nvCxnSpPr>
          <p:spPr>
            <a:xfrm>
              <a:off x="6096000" y="1224036"/>
              <a:ext cx="0" cy="5633964"/>
            </a:xfrm>
            <a:prstGeom prst="line">
              <a:avLst/>
            </a:prstGeom>
            <a:ln w="190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íšlídé">
              <a:extLst>
                <a:ext uri="{FF2B5EF4-FFF2-40B4-BE49-F238E27FC236}">
                  <a16:creationId xmlns:a16="http://schemas.microsoft.com/office/drawing/2014/main" id="{1FEE96DD-A958-40B2-AEFC-CDFB622703DC}"/>
                </a:ext>
              </a:extLst>
            </p:cNvPr>
            <p:cNvGrpSpPr/>
            <p:nvPr/>
          </p:nvGrpSpPr>
          <p:grpSpPr>
            <a:xfrm>
              <a:off x="5411924" y="334390"/>
              <a:ext cx="1368152" cy="1525504"/>
              <a:chOff x="5411924" y="0"/>
              <a:chExt cx="1368152" cy="1525504"/>
            </a:xfrm>
          </p:grpSpPr>
          <p:sp>
            <p:nvSpPr>
              <p:cNvPr id="28" name="íṩḷîďê">
                <a:extLst>
                  <a:ext uri="{FF2B5EF4-FFF2-40B4-BE49-F238E27FC236}">
                    <a16:creationId xmlns:a16="http://schemas.microsoft.com/office/drawing/2014/main" id="{42FAD356-60E0-46E7-8669-A0C012FF9CFE}"/>
                  </a:ext>
                </a:extLst>
              </p:cNvPr>
              <p:cNvSpPr/>
              <p:nvPr/>
            </p:nvSpPr>
            <p:spPr>
              <a:xfrm>
                <a:off x="5411924" y="0"/>
                <a:ext cx="1368152" cy="1525504"/>
              </a:xfrm>
              <a:custGeom>
                <a:avLst/>
                <a:gdLst>
                  <a:gd name="connsiteX0" fmla="*/ 1124365 w 2248729"/>
                  <a:gd name="connsiteY0" fmla="*/ 0 h 2507353"/>
                  <a:gd name="connsiteX1" fmla="*/ 1257442 w 2248729"/>
                  <a:gd name="connsiteY1" fmla="*/ 31576 h 2507353"/>
                  <a:gd name="connsiteX2" fmla="*/ 2115652 w 2248729"/>
                  <a:gd name="connsiteY2" fmla="*/ 527274 h 2507353"/>
                  <a:gd name="connsiteX3" fmla="*/ 2248729 w 2248729"/>
                  <a:gd name="connsiteY3" fmla="*/ 758148 h 2507353"/>
                  <a:gd name="connsiteX4" fmla="*/ 2248729 w 2248729"/>
                  <a:gd name="connsiteY4" fmla="*/ 1749546 h 2507353"/>
                  <a:gd name="connsiteX5" fmla="*/ 2115652 w 2248729"/>
                  <a:gd name="connsiteY5" fmla="*/ 1980419 h 2507353"/>
                  <a:gd name="connsiteX6" fmla="*/ 1257442 w 2248729"/>
                  <a:gd name="connsiteY6" fmla="*/ 2474760 h 2507353"/>
                  <a:gd name="connsiteX7" fmla="*/ 991288 w 2248729"/>
                  <a:gd name="connsiteY7" fmla="*/ 2474760 h 2507353"/>
                  <a:gd name="connsiteX8" fmla="*/ 133077 w 2248729"/>
                  <a:gd name="connsiteY8" fmla="*/ 1980419 h 2507353"/>
                  <a:gd name="connsiteX9" fmla="*/ 0 w 2248729"/>
                  <a:gd name="connsiteY9" fmla="*/ 1749546 h 2507353"/>
                  <a:gd name="connsiteX10" fmla="*/ 0 w 2248729"/>
                  <a:gd name="connsiteY10" fmla="*/ 758148 h 2507353"/>
                  <a:gd name="connsiteX11" fmla="*/ 133077 w 2248729"/>
                  <a:gd name="connsiteY11" fmla="*/ 527274 h 2507353"/>
                  <a:gd name="connsiteX12" fmla="*/ 991288 w 2248729"/>
                  <a:gd name="connsiteY12" fmla="*/ 31576 h 2507353"/>
                  <a:gd name="connsiteX13" fmla="*/ 1124365 w 2248729"/>
                  <a:gd name="connsiteY13" fmla="*/ 0 h 2507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248729" h="2507353">
                    <a:moveTo>
                      <a:pt x="1124365" y="0"/>
                    </a:moveTo>
                    <a:cubicBezTo>
                      <a:pt x="1172571" y="0"/>
                      <a:pt x="1220778" y="10526"/>
                      <a:pt x="1257442" y="31576"/>
                    </a:cubicBezTo>
                    <a:cubicBezTo>
                      <a:pt x="2115652" y="527274"/>
                      <a:pt x="2115652" y="527274"/>
                      <a:pt x="2115652" y="527274"/>
                    </a:cubicBezTo>
                    <a:cubicBezTo>
                      <a:pt x="2188980" y="569375"/>
                      <a:pt x="2248729" y="672589"/>
                      <a:pt x="2248729" y="758148"/>
                    </a:cubicBezTo>
                    <a:cubicBezTo>
                      <a:pt x="2248729" y="1749546"/>
                      <a:pt x="2248729" y="1749546"/>
                      <a:pt x="2248729" y="1749546"/>
                    </a:cubicBezTo>
                    <a:cubicBezTo>
                      <a:pt x="2248729" y="1833746"/>
                      <a:pt x="2188980" y="1936960"/>
                      <a:pt x="2115652" y="1980419"/>
                    </a:cubicBezTo>
                    <a:cubicBezTo>
                      <a:pt x="1257442" y="2474760"/>
                      <a:pt x="1257442" y="2474760"/>
                      <a:pt x="1257442" y="2474760"/>
                    </a:cubicBezTo>
                    <a:cubicBezTo>
                      <a:pt x="1184114" y="2518218"/>
                      <a:pt x="1064616" y="2518218"/>
                      <a:pt x="991288" y="2474760"/>
                    </a:cubicBezTo>
                    <a:cubicBezTo>
                      <a:pt x="133077" y="1980419"/>
                      <a:pt x="133077" y="1980419"/>
                      <a:pt x="133077" y="1980419"/>
                    </a:cubicBezTo>
                    <a:cubicBezTo>
                      <a:pt x="59749" y="1936960"/>
                      <a:pt x="0" y="1833746"/>
                      <a:pt x="0" y="1749546"/>
                    </a:cubicBezTo>
                    <a:lnTo>
                      <a:pt x="0" y="758148"/>
                    </a:lnTo>
                    <a:cubicBezTo>
                      <a:pt x="0" y="672589"/>
                      <a:pt x="59749" y="569375"/>
                      <a:pt x="133077" y="527274"/>
                    </a:cubicBezTo>
                    <a:cubicBezTo>
                      <a:pt x="991288" y="31576"/>
                      <a:pt x="991288" y="31576"/>
                      <a:pt x="991288" y="31576"/>
                    </a:cubicBezTo>
                    <a:cubicBezTo>
                      <a:pt x="1027952" y="10526"/>
                      <a:pt x="1076158" y="0"/>
                      <a:pt x="1124365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22225">
                <a:noFill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grpSp>
            <p:nvGrpSpPr>
              <p:cNvPr id="29" name="ïśḷïḍê">
                <a:extLst>
                  <a:ext uri="{FF2B5EF4-FFF2-40B4-BE49-F238E27FC236}">
                    <a16:creationId xmlns:a16="http://schemas.microsoft.com/office/drawing/2014/main" id="{5812A2C0-AC7B-41B7-B1BB-B98D07E81616}"/>
                  </a:ext>
                </a:extLst>
              </p:cNvPr>
              <p:cNvGrpSpPr/>
              <p:nvPr/>
            </p:nvGrpSpPr>
            <p:grpSpPr>
              <a:xfrm>
                <a:off x="5512436" y="301468"/>
                <a:ext cx="1167129" cy="855428"/>
                <a:chOff x="5517168" y="298487"/>
                <a:chExt cx="1167129" cy="855428"/>
              </a:xfrm>
            </p:grpSpPr>
            <p:sp>
              <p:nvSpPr>
                <p:cNvPr id="30" name="isľídê">
                  <a:extLst>
                    <a:ext uri="{FF2B5EF4-FFF2-40B4-BE49-F238E27FC236}">
                      <a16:creationId xmlns:a16="http://schemas.microsoft.com/office/drawing/2014/main" id="{D30C17EE-BCCF-4FC7-95BC-DBBCDA7827A7}"/>
                    </a:ext>
                  </a:extLst>
                </p:cNvPr>
                <p:cNvSpPr txBox="1"/>
                <p:nvPr/>
              </p:nvSpPr>
              <p:spPr>
                <a:xfrm>
                  <a:off x="5517168" y="907847"/>
                  <a:ext cx="1167129" cy="246068"/>
                </a:xfrm>
                <a:prstGeom prst="rect">
                  <a:avLst/>
                </a:prstGeom>
                <a:noFill/>
              </p:spPr>
              <p:txBody>
                <a:bodyPr wrap="square" lIns="90000" tIns="46800" rIns="90000" bIns="46800" anchor="ctr">
                  <a:normAutofit fontScale="85000" lnSpcReduction="20000"/>
                </a:bodyPr>
                <a:lstStyle/>
                <a:p>
                  <a:pPr algn="ctr"/>
                  <a:r>
                    <a:rPr lang="en-US" altLang="zh-CN" sz="1400">
                      <a:solidFill>
                        <a:schemeClr val="bg1"/>
                      </a:solidFill>
                    </a:rPr>
                    <a:t>CON</a:t>
                  </a:r>
                  <a:r>
                    <a:rPr lang="en-US" altLang="zh-CN" sz="100">
                      <a:solidFill>
                        <a:schemeClr val="bg1"/>
                      </a:solidFill>
                    </a:rPr>
                    <a:t> </a:t>
                  </a:r>
                  <a:r>
                    <a:rPr lang="en-US" altLang="zh-CN" sz="1400">
                      <a:solidFill>
                        <a:schemeClr val="bg1"/>
                      </a:solidFill>
                    </a:rPr>
                    <a:t>TENTS</a:t>
                  </a:r>
                  <a:endParaRPr lang="en-US" altLang="zh-CN" sz="1400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1" name="ïṡḻïḋè">
                  <a:extLst>
                    <a:ext uri="{FF2B5EF4-FFF2-40B4-BE49-F238E27FC236}">
                      <a16:creationId xmlns:a16="http://schemas.microsoft.com/office/drawing/2014/main" id="{427C9FD4-4C1B-4CD0-8449-3F0DBA98CBAC}"/>
                    </a:ext>
                  </a:extLst>
                </p:cNvPr>
                <p:cNvSpPr/>
                <p:nvPr/>
              </p:nvSpPr>
              <p:spPr bwMode="auto">
                <a:xfrm>
                  <a:off x="5885515" y="298487"/>
                  <a:ext cx="430432" cy="430432"/>
                </a:xfrm>
                <a:custGeom>
                  <a:avLst/>
                  <a:gdLst>
                    <a:gd name="connsiteX0" fmla="*/ 158750 w 508000"/>
                    <a:gd name="connsiteY0" fmla="*/ 345281 h 508000"/>
                    <a:gd name="connsiteX1" fmla="*/ 158750 w 508000"/>
                    <a:gd name="connsiteY1" fmla="*/ 377031 h 508000"/>
                    <a:gd name="connsiteX2" fmla="*/ 349250 w 508000"/>
                    <a:gd name="connsiteY2" fmla="*/ 377031 h 508000"/>
                    <a:gd name="connsiteX3" fmla="*/ 349250 w 508000"/>
                    <a:gd name="connsiteY3" fmla="*/ 345281 h 508000"/>
                    <a:gd name="connsiteX4" fmla="*/ 99219 w 508000"/>
                    <a:gd name="connsiteY4" fmla="*/ 257969 h 508000"/>
                    <a:gd name="connsiteX5" fmla="*/ 416719 w 508000"/>
                    <a:gd name="connsiteY5" fmla="*/ 257969 h 508000"/>
                    <a:gd name="connsiteX6" fmla="*/ 416719 w 508000"/>
                    <a:gd name="connsiteY6" fmla="*/ 285750 h 508000"/>
                    <a:gd name="connsiteX7" fmla="*/ 99219 w 508000"/>
                    <a:gd name="connsiteY7" fmla="*/ 285750 h 508000"/>
                    <a:gd name="connsiteX8" fmla="*/ 99219 w 508000"/>
                    <a:gd name="connsiteY8" fmla="*/ 186531 h 508000"/>
                    <a:gd name="connsiteX9" fmla="*/ 416719 w 508000"/>
                    <a:gd name="connsiteY9" fmla="*/ 186531 h 508000"/>
                    <a:gd name="connsiteX10" fmla="*/ 416719 w 508000"/>
                    <a:gd name="connsiteY10" fmla="*/ 218281 h 508000"/>
                    <a:gd name="connsiteX11" fmla="*/ 99219 w 508000"/>
                    <a:gd name="connsiteY11" fmla="*/ 218281 h 508000"/>
                    <a:gd name="connsiteX12" fmla="*/ 130969 w 508000"/>
                    <a:gd name="connsiteY12" fmla="*/ 127000 h 508000"/>
                    <a:gd name="connsiteX13" fmla="*/ 377032 w 508000"/>
                    <a:gd name="connsiteY13" fmla="*/ 127000 h 508000"/>
                    <a:gd name="connsiteX14" fmla="*/ 377032 w 508000"/>
                    <a:gd name="connsiteY14" fmla="*/ 158750 h 508000"/>
                    <a:gd name="connsiteX15" fmla="*/ 130969 w 508000"/>
                    <a:gd name="connsiteY15" fmla="*/ 158750 h 508000"/>
                    <a:gd name="connsiteX16" fmla="*/ 130969 w 508000"/>
                    <a:gd name="connsiteY16" fmla="*/ 59531 h 508000"/>
                    <a:gd name="connsiteX17" fmla="*/ 377032 w 508000"/>
                    <a:gd name="connsiteY17" fmla="*/ 59531 h 508000"/>
                    <a:gd name="connsiteX18" fmla="*/ 377032 w 508000"/>
                    <a:gd name="connsiteY18" fmla="*/ 99219 h 508000"/>
                    <a:gd name="connsiteX19" fmla="*/ 130969 w 508000"/>
                    <a:gd name="connsiteY19" fmla="*/ 99219 h 508000"/>
                    <a:gd name="connsiteX20" fmla="*/ 99219 w 508000"/>
                    <a:gd name="connsiteY20" fmla="*/ 27781 h 508000"/>
                    <a:gd name="connsiteX21" fmla="*/ 31750 w 508000"/>
                    <a:gd name="connsiteY21" fmla="*/ 317500 h 508000"/>
                    <a:gd name="connsiteX22" fmla="*/ 480219 w 508000"/>
                    <a:gd name="connsiteY22" fmla="*/ 317500 h 508000"/>
                    <a:gd name="connsiteX23" fmla="*/ 416719 w 508000"/>
                    <a:gd name="connsiteY23" fmla="*/ 27781 h 508000"/>
                    <a:gd name="connsiteX24" fmla="*/ 59531 w 508000"/>
                    <a:gd name="connsiteY24" fmla="*/ 0 h 508000"/>
                    <a:gd name="connsiteX25" fmla="*/ 448469 w 508000"/>
                    <a:gd name="connsiteY25" fmla="*/ 0 h 508000"/>
                    <a:gd name="connsiteX26" fmla="*/ 508000 w 508000"/>
                    <a:gd name="connsiteY26" fmla="*/ 317500 h 508000"/>
                    <a:gd name="connsiteX27" fmla="*/ 480219 w 508000"/>
                    <a:gd name="connsiteY27" fmla="*/ 508000 h 508000"/>
                    <a:gd name="connsiteX28" fmla="*/ 31750 w 508000"/>
                    <a:gd name="connsiteY28" fmla="*/ 508000 h 508000"/>
                    <a:gd name="connsiteX29" fmla="*/ 0 w 508000"/>
                    <a:gd name="connsiteY29" fmla="*/ 317500 h 508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508000" h="508000">
                      <a:moveTo>
                        <a:pt x="158750" y="345281"/>
                      </a:moveTo>
                      <a:lnTo>
                        <a:pt x="158750" y="377031"/>
                      </a:lnTo>
                      <a:lnTo>
                        <a:pt x="349250" y="377031"/>
                      </a:lnTo>
                      <a:lnTo>
                        <a:pt x="349250" y="345281"/>
                      </a:lnTo>
                      <a:close/>
                      <a:moveTo>
                        <a:pt x="99219" y="257969"/>
                      </a:moveTo>
                      <a:lnTo>
                        <a:pt x="416719" y="257969"/>
                      </a:lnTo>
                      <a:lnTo>
                        <a:pt x="416719" y="285750"/>
                      </a:lnTo>
                      <a:lnTo>
                        <a:pt x="99219" y="285750"/>
                      </a:lnTo>
                      <a:close/>
                      <a:moveTo>
                        <a:pt x="99219" y="186531"/>
                      </a:moveTo>
                      <a:lnTo>
                        <a:pt x="416719" y="186531"/>
                      </a:lnTo>
                      <a:lnTo>
                        <a:pt x="416719" y="218281"/>
                      </a:lnTo>
                      <a:lnTo>
                        <a:pt x="99219" y="218281"/>
                      </a:lnTo>
                      <a:close/>
                      <a:moveTo>
                        <a:pt x="130969" y="127000"/>
                      </a:moveTo>
                      <a:lnTo>
                        <a:pt x="377032" y="127000"/>
                      </a:lnTo>
                      <a:lnTo>
                        <a:pt x="377032" y="158750"/>
                      </a:lnTo>
                      <a:lnTo>
                        <a:pt x="130969" y="158750"/>
                      </a:lnTo>
                      <a:close/>
                      <a:moveTo>
                        <a:pt x="130969" y="59531"/>
                      </a:moveTo>
                      <a:lnTo>
                        <a:pt x="377032" y="59531"/>
                      </a:lnTo>
                      <a:lnTo>
                        <a:pt x="377032" y="99219"/>
                      </a:lnTo>
                      <a:lnTo>
                        <a:pt x="130969" y="99219"/>
                      </a:lnTo>
                      <a:close/>
                      <a:moveTo>
                        <a:pt x="99219" y="27781"/>
                      </a:moveTo>
                      <a:lnTo>
                        <a:pt x="31750" y="317500"/>
                      </a:lnTo>
                      <a:lnTo>
                        <a:pt x="480219" y="317500"/>
                      </a:lnTo>
                      <a:lnTo>
                        <a:pt x="416719" y="27781"/>
                      </a:lnTo>
                      <a:close/>
                      <a:moveTo>
                        <a:pt x="59531" y="0"/>
                      </a:moveTo>
                      <a:lnTo>
                        <a:pt x="448469" y="0"/>
                      </a:lnTo>
                      <a:lnTo>
                        <a:pt x="508000" y="317500"/>
                      </a:lnTo>
                      <a:lnTo>
                        <a:pt x="480219" y="508000"/>
                      </a:lnTo>
                      <a:lnTo>
                        <a:pt x="31750" y="508000"/>
                      </a:lnTo>
                      <a:lnTo>
                        <a:pt x="0" y="31750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</p:grpSp>
        </p:grpSp>
        <p:sp>
          <p:nvSpPr>
            <p:cNvPr id="8" name="îsḻíḋê">
              <a:extLst>
                <a:ext uri="{FF2B5EF4-FFF2-40B4-BE49-F238E27FC236}">
                  <a16:creationId xmlns:a16="http://schemas.microsoft.com/office/drawing/2014/main" id="{35D94037-4B09-4110-B8C8-0E5E4A49B9B2}"/>
                </a:ext>
              </a:extLst>
            </p:cNvPr>
            <p:cNvSpPr/>
            <p:nvPr/>
          </p:nvSpPr>
          <p:spPr bwMode="auto">
            <a:xfrm>
              <a:off x="5987988" y="2129428"/>
              <a:ext cx="216024" cy="216024"/>
            </a:xfrm>
            <a:prstGeom prst="ellipse">
              <a:avLst/>
            </a:prstGeom>
            <a:solidFill>
              <a:schemeClr val="accent1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sḻiďé">
              <a:extLst>
                <a:ext uri="{FF2B5EF4-FFF2-40B4-BE49-F238E27FC236}">
                  <a16:creationId xmlns:a16="http://schemas.microsoft.com/office/drawing/2014/main" id="{BC645157-C035-4146-AA3A-C391FAE83786}"/>
                </a:ext>
              </a:extLst>
            </p:cNvPr>
            <p:cNvSpPr/>
            <p:nvPr/>
          </p:nvSpPr>
          <p:spPr bwMode="auto">
            <a:xfrm>
              <a:off x="5987988" y="2949376"/>
              <a:ext cx="216024" cy="216024"/>
            </a:xfrm>
            <a:prstGeom prst="ellipse">
              <a:avLst/>
            </a:prstGeom>
            <a:solidFill>
              <a:schemeClr val="accent2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íSlïdè">
              <a:extLst>
                <a:ext uri="{FF2B5EF4-FFF2-40B4-BE49-F238E27FC236}">
                  <a16:creationId xmlns:a16="http://schemas.microsoft.com/office/drawing/2014/main" id="{24221228-A83F-4FC8-8852-BE5E5E3FC57D}"/>
                </a:ext>
              </a:extLst>
            </p:cNvPr>
            <p:cNvSpPr/>
            <p:nvPr/>
          </p:nvSpPr>
          <p:spPr bwMode="auto">
            <a:xfrm>
              <a:off x="5987988" y="3769324"/>
              <a:ext cx="216024" cy="216024"/>
            </a:xfrm>
            <a:prstGeom prst="ellipse">
              <a:avLst/>
            </a:prstGeom>
            <a:solidFill>
              <a:schemeClr val="accent3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îšľiḋe">
              <a:extLst>
                <a:ext uri="{FF2B5EF4-FFF2-40B4-BE49-F238E27FC236}">
                  <a16:creationId xmlns:a16="http://schemas.microsoft.com/office/drawing/2014/main" id="{E3E1331C-CFED-4AC2-B0AF-E216BEDB3597}"/>
                </a:ext>
              </a:extLst>
            </p:cNvPr>
            <p:cNvSpPr/>
            <p:nvPr/>
          </p:nvSpPr>
          <p:spPr bwMode="auto">
            <a:xfrm>
              <a:off x="5987988" y="4589272"/>
              <a:ext cx="216024" cy="216024"/>
            </a:xfrm>
            <a:prstGeom prst="ellipse">
              <a:avLst/>
            </a:prstGeom>
            <a:solidFill>
              <a:schemeClr val="accent4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íṣḷíde">
              <a:extLst>
                <a:ext uri="{FF2B5EF4-FFF2-40B4-BE49-F238E27FC236}">
                  <a16:creationId xmlns:a16="http://schemas.microsoft.com/office/drawing/2014/main" id="{38615FFC-5D15-4262-A69E-C741A638819F}"/>
                </a:ext>
              </a:extLst>
            </p:cNvPr>
            <p:cNvSpPr/>
            <p:nvPr/>
          </p:nvSpPr>
          <p:spPr bwMode="auto">
            <a:xfrm>
              <a:off x="5987988" y="5409220"/>
              <a:ext cx="216024" cy="216024"/>
            </a:xfrm>
            <a:prstGeom prst="ellipse">
              <a:avLst/>
            </a:prstGeom>
            <a:solidFill>
              <a:schemeClr val="accent5">
                <a:lumMod val="100000"/>
              </a:schemeClr>
            </a:solidFill>
            <a:ln w="19050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grpSp>
          <p:nvGrpSpPr>
            <p:cNvPr id="13" name="îṥļiḍê">
              <a:extLst>
                <a:ext uri="{FF2B5EF4-FFF2-40B4-BE49-F238E27FC236}">
                  <a16:creationId xmlns:a16="http://schemas.microsoft.com/office/drawing/2014/main" id="{492D5646-92FA-44A6-B016-D6C8553E5AB2}"/>
                </a:ext>
              </a:extLst>
            </p:cNvPr>
            <p:cNvGrpSpPr/>
            <p:nvPr/>
          </p:nvGrpSpPr>
          <p:grpSpPr>
            <a:xfrm>
              <a:off x="6204012" y="1900350"/>
              <a:ext cx="2587220" cy="939978"/>
              <a:chOff x="6204012" y="1900350"/>
              <a:chExt cx="2587220" cy="939978"/>
            </a:xfrm>
          </p:grpSpPr>
          <p:sp>
            <p:nvSpPr>
              <p:cNvPr id="26" name="ïṧ1ïḑe">
                <a:extLst>
                  <a:ext uri="{FF2B5EF4-FFF2-40B4-BE49-F238E27FC236}">
                    <a16:creationId xmlns:a16="http://schemas.microsoft.com/office/drawing/2014/main" id="{29A99A9A-8F87-4A2A-9CA1-CA2B53A5865B}"/>
                  </a:ext>
                </a:extLst>
              </p:cNvPr>
              <p:cNvSpPr/>
              <p:nvPr/>
            </p:nvSpPr>
            <p:spPr>
              <a:xfrm>
                <a:off x="6204012" y="1900350"/>
                <a:ext cx="2587220" cy="403967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/>
              </a:bodyPr>
              <a:lstStyle/>
              <a:p>
                <a:r>
                  <a:rPr lang="en-US" altLang="zh-CN" sz="1600" b="1"/>
                  <a:t>Te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xt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27" name="îS1ïďê">
                <a:extLst>
                  <a:ext uri="{FF2B5EF4-FFF2-40B4-BE49-F238E27FC236}">
                    <a16:creationId xmlns:a16="http://schemas.microsoft.com/office/drawing/2014/main" id="{D03CA4DF-D94F-4B24-BAEA-1DD61955AD10}"/>
                  </a:ext>
                </a:extLst>
              </p:cNvPr>
              <p:cNvSpPr/>
              <p:nvPr/>
            </p:nvSpPr>
            <p:spPr>
              <a:xfrm>
                <a:off x="6204012" y="2304317"/>
                <a:ext cx="2587220" cy="536011"/>
              </a:xfrm>
              <a:prstGeom prst="rect">
                <a:avLst/>
              </a:prstGeom>
            </p:spPr>
            <p:txBody>
              <a:bodyPr wrap="square" lIns="90000" tIns="46800" rIns="90000" bIns="4680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</a:t>
                </a:r>
                <a:r>
                  <a:rPr lang="en-US" altLang="zh-CN" sz="1100"/>
                  <a:t>paste 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fonts</a:t>
                </a:r>
                <a:r>
                  <a:rPr lang="en-US" altLang="zh-CN" sz="1100" dirty="0"/>
                  <a:t>. Choose the only option to retain text.</a:t>
                </a:r>
              </a:p>
            </p:txBody>
          </p:sp>
        </p:grpSp>
        <p:grpSp>
          <p:nvGrpSpPr>
            <p:cNvPr id="14" name="î$ľîḓè">
              <a:extLst>
                <a:ext uri="{FF2B5EF4-FFF2-40B4-BE49-F238E27FC236}">
                  <a16:creationId xmlns:a16="http://schemas.microsoft.com/office/drawing/2014/main" id="{0CBBC122-8961-4773-AB84-C7A654E43FB6}"/>
                </a:ext>
              </a:extLst>
            </p:cNvPr>
            <p:cNvGrpSpPr/>
            <p:nvPr/>
          </p:nvGrpSpPr>
          <p:grpSpPr>
            <a:xfrm>
              <a:off x="6204012" y="3521572"/>
              <a:ext cx="2587220" cy="939978"/>
              <a:chOff x="6204012" y="3769324"/>
              <a:chExt cx="2587220" cy="939978"/>
            </a:xfrm>
          </p:grpSpPr>
          <p:sp>
            <p:nvSpPr>
              <p:cNvPr id="24" name="iS1ïde">
                <a:extLst>
                  <a:ext uri="{FF2B5EF4-FFF2-40B4-BE49-F238E27FC236}">
                    <a16:creationId xmlns:a16="http://schemas.microsoft.com/office/drawing/2014/main" id="{CE71C4E0-6BC3-4081-AE89-36DA3C068DC2}"/>
                  </a:ext>
                </a:extLst>
              </p:cNvPr>
              <p:cNvSpPr/>
              <p:nvPr/>
            </p:nvSpPr>
            <p:spPr>
              <a:xfrm>
                <a:off x="6204012" y="3769324"/>
                <a:ext cx="2587220" cy="403967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/>
              </a:bodyPr>
              <a:lstStyle/>
              <a:p>
                <a:r>
                  <a:rPr lang="en-US" altLang="zh-CN" sz="1600" b="1"/>
                  <a:t>Te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xt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25" name="îšlîḍè">
                <a:extLst>
                  <a:ext uri="{FF2B5EF4-FFF2-40B4-BE49-F238E27FC236}">
                    <a16:creationId xmlns:a16="http://schemas.microsoft.com/office/drawing/2014/main" id="{D9C4882C-B404-42D5-8691-BF5D721A7164}"/>
                  </a:ext>
                </a:extLst>
              </p:cNvPr>
              <p:cNvSpPr/>
              <p:nvPr/>
            </p:nvSpPr>
            <p:spPr>
              <a:xfrm>
                <a:off x="6204012" y="4173291"/>
                <a:ext cx="2587220" cy="536011"/>
              </a:xfrm>
              <a:prstGeom prst="rect">
                <a:avLst/>
              </a:prstGeom>
            </p:spPr>
            <p:txBody>
              <a:bodyPr wrap="square" lIns="90000" tIns="46800" rIns="90000" bIns="4680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</a:t>
                </a:r>
                <a:r>
                  <a:rPr lang="en-US" altLang="zh-CN" sz="1100"/>
                  <a:t>paste 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fonts</a:t>
                </a:r>
                <a:r>
                  <a:rPr lang="en-US" altLang="zh-CN" sz="1100" dirty="0"/>
                  <a:t>. Choose the only option to retain text.</a:t>
                </a:r>
              </a:p>
            </p:txBody>
          </p:sp>
        </p:grpSp>
        <p:grpSp>
          <p:nvGrpSpPr>
            <p:cNvPr id="15" name="i$ľïďe">
              <a:extLst>
                <a:ext uri="{FF2B5EF4-FFF2-40B4-BE49-F238E27FC236}">
                  <a16:creationId xmlns:a16="http://schemas.microsoft.com/office/drawing/2014/main" id="{82AEE0D1-988C-4FEF-9A6C-7B0D45D227DF}"/>
                </a:ext>
              </a:extLst>
            </p:cNvPr>
            <p:cNvGrpSpPr/>
            <p:nvPr/>
          </p:nvGrpSpPr>
          <p:grpSpPr>
            <a:xfrm>
              <a:off x="6204012" y="5142793"/>
              <a:ext cx="2587220" cy="939978"/>
              <a:chOff x="6204012" y="5409220"/>
              <a:chExt cx="2587220" cy="939978"/>
            </a:xfrm>
          </p:grpSpPr>
          <p:sp>
            <p:nvSpPr>
              <p:cNvPr id="22" name="ïṡḻîḓé">
                <a:extLst>
                  <a:ext uri="{FF2B5EF4-FFF2-40B4-BE49-F238E27FC236}">
                    <a16:creationId xmlns:a16="http://schemas.microsoft.com/office/drawing/2014/main" id="{14602AA9-F3C0-4578-AA76-62C088B22EC3}"/>
                  </a:ext>
                </a:extLst>
              </p:cNvPr>
              <p:cNvSpPr/>
              <p:nvPr/>
            </p:nvSpPr>
            <p:spPr>
              <a:xfrm>
                <a:off x="6204012" y="5409220"/>
                <a:ext cx="2587220" cy="403967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/>
              </a:bodyPr>
              <a:lstStyle/>
              <a:p>
                <a:r>
                  <a:rPr lang="en-US" altLang="zh-CN" sz="1600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23" name="ï$1ïḋe">
                <a:extLst>
                  <a:ext uri="{FF2B5EF4-FFF2-40B4-BE49-F238E27FC236}">
                    <a16:creationId xmlns:a16="http://schemas.microsoft.com/office/drawing/2014/main" id="{ACE9758A-406F-49E1-9E83-AA9783F8025C}"/>
                  </a:ext>
                </a:extLst>
              </p:cNvPr>
              <p:cNvSpPr/>
              <p:nvPr/>
            </p:nvSpPr>
            <p:spPr>
              <a:xfrm>
                <a:off x="6204012" y="5813187"/>
                <a:ext cx="2587220" cy="536011"/>
              </a:xfrm>
              <a:prstGeom prst="rect">
                <a:avLst/>
              </a:prstGeom>
            </p:spPr>
            <p:txBody>
              <a:bodyPr wrap="square" lIns="90000" tIns="46800" rIns="90000" bIns="4680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paste fonts. Choose </a:t>
                </a:r>
                <a:r>
                  <a:rPr lang="en-US" altLang="zh-CN" sz="1100"/>
                  <a:t>the o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nly </a:t>
                </a:r>
                <a:r>
                  <a:rPr lang="en-US" altLang="zh-CN" sz="1100" dirty="0"/>
                  <a:t>option to retain text.</a:t>
                </a:r>
              </a:p>
            </p:txBody>
          </p:sp>
        </p:grpSp>
        <p:grpSp>
          <p:nvGrpSpPr>
            <p:cNvPr id="16" name="îṧ1iḓè">
              <a:extLst>
                <a:ext uri="{FF2B5EF4-FFF2-40B4-BE49-F238E27FC236}">
                  <a16:creationId xmlns:a16="http://schemas.microsoft.com/office/drawing/2014/main" id="{F029AC7F-979D-4322-A5E2-DDC0B02EF979}"/>
                </a:ext>
              </a:extLst>
            </p:cNvPr>
            <p:cNvGrpSpPr/>
            <p:nvPr/>
          </p:nvGrpSpPr>
          <p:grpSpPr>
            <a:xfrm>
              <a:off x="3400768" y="2710961"/>
              <a:ext cx="2587220" cy="939978"/>
              <a:chOff x="3400768" y="2639041"/>
              <a:chExt cx="2587220" cy="939978"/>
            </a:xfrm>
          </p:grpSpPr>
          <p:sp>
            <p:nvSpPr>
              <p:cNvPr id="20" name="íśľiḋe">
                <a:extLst>
                  <a:ext uri="{FF2B5EF4-FFF2-40B4-BE49-F238E27FC236}">
                    <a16:creationId xmlns:a16="http://schemas.microsoft.com/office/drawing/2014/main" id="{5379B7CC-19E5-48D7-84C9-5349E55D800C}"/>
                  </a:ext>
                </a:extLst>
              </p:cNvPr>
              <p:cNvSpPr/>
              <p:nvPr/>
            </p:nvSpPr>
            <p:spPr>
              <a:xfrm>
                <a:off x="3400768" y="2639041"/>
                <a:ext cx="2587220" cy="403967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/>
              </a:bodyPr>
              <a:lstStyle/>
              <a:p>
                <a:pPr algn="r"/>
                <a:r>
                  <a:rPr lang="en-US" altLang="zh-CN" sz="1600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21" name="iṥḻîde">
                <a:extLst>
                  <a:ext uri="{FF2B5EF4-FFF2-40B4-BE49-F238E27FC236}">
                    <a16:creationId xmlns:a16="http://schemas.microsoft.com/office/drawing/2014/main" id="{55456F97-D8B6-4F1B-9EE7-604DBFF2326B}"/>
                  </a:ext>
                </a:extLst>
              </p:cNvPr>
              <p:cNvSpPr/>
              <p:nvPr/>
            </p:nvSpPr>
            <p:spPr>
              <a:xfrm>
                <a:off x="3400768" y="3043008"/>
                <a:ext cx="2587220" cy="536011"/>
              </a:xfrm>
              <a:prstGeom prst="rect">
                <a:avLst/>
              </a:prstGeom>
            </p:spPr>
            <p:txBody>
              <a:bodyPr wrap="square" lIns="90000" tIns="46800" rIns="90000" bIns="4680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</a:t>
                </a:r>
                <a:r>
                  <a:rPr lang="en-US" altLang="zh-CN" sz="1100"/>
                  <a:t>to retain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text.</a:t>
                </a:r>
              </a:p>
            </p:txBody>
          </p:sp>
        </p:grpSp>
        <p:grpSp>
          <p:nvGrpSpPr>
            <p:cNvPr id="17" name="ïṧļiḓé">
              <a:extLst>
                <a:ext uri="{FF2B5EF4-FFF2-40B4-BE49-F238E27FC236}">
                  <a16:creationId xmlns:a16="http://schemas.microsoft.com/office/drawing/2014/main" id="{1D85D507-5F01-45CC-9C77-40C5264BAD81}"/>
                </a:ext>
              </a:extLst>
            </p:cNvPr>
            <p:cNvGrpSpPr/>
            <p:nvPr/>
          </p:nvGrpSpPr>
          <p:grpSpPr>
            <a:xfrm>
              <a:off x="3400768" y="4332183"/>
              <a:ext cx="2587220" cy="939978"/>
              <a:chOff x="3400768" y="4551556"/>
              <a:chExt cx="2587220" cy="939978"/>
            </a:xfrm>
          </p:grpSpPr>
          <p:sp>
            <p:nvSpPr>
              <p:cNvPr id="18" name="iṥļîďè">
                <a:extLst>
                  <a:ext uri="{FF2B5EF4-FFF2-40B4-BE49-F238E27FC236}">
                    <a16:creationId xmlns:a16="http://schemas.microsoft.com/office/drawing/2014/main" id="{4F8EBE58-5646-4CE0-9E88-04B9B9C2399D}"/>
                  </a:ext>
                </a:extLst>
              </p:cNvPr>
              <p:cNvSpPr/>
              <p:nvPr/>
            </p:nvSpPr>
            <p:spPr>
              <a:xfrm>
                <a:off x="3400768" y="4551556"/>
                <a:ext cx="2587220" cy="403967"/>
              </a:xfrm>
              <a:prstGeom prst="rect">
                <a:avLst/>
              </a:prstGeom>
            </p:spPr>
            <p:txBody>
              <a:bodyPr wrap="none" lIns="90000" tIns="46800" rIns="90000" bIns="46800">
                <a:normAutofit/>
              </a:bodyPr>
              <a:lstStyle/>
              <a:p>
                <a:pPr algn="r"/>
                <a:r>
                  <a:rPr lang="en-US" altLang="zh-CN" sz="1600" b="1"/>
                  <a:t>Text he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re</a:t>
                </a:r>
                <a:endParaRPr lang="zh-CN" altLang="en-US" sz="1600" b="1" dirty="0"/>
              </a:p>
            </p:txBody>
          </p:sp>
          <p:sp>
            <p:nvSpPr>
              <p:cNvPr id="19" name="ïśľîde">
                <a:extLst>
                  <a:ext uri="{FF2B5EF4-FFF2-40B4-BE49-F238E27FC236}">
                    <a16:creationId xmlns:a16="http://schemas.microsoft.com/office/drawing/2014/main" id="{5CBFF4C9-3960-483F-8FC9-C1C8AD36F148}"/>
                  </a:ext>
                </a:extLst>
              </p:cNvPr>
              <p:cNvSpPr/>
              <p:nvPr/>
            </p:nvSpPr>
            <p:spPr>
              <a:xfrm>
                <a:off x="3400768" y="4955523"/>
                <a:ext cx="2587220" cy="536011"/>
              </a:xfrm>
              <a:prstGeom prst="rect">
                <a:avLst/>
              </a:prstGeom>
            </p:spPr>
            <p:txBody>
              <a:bodyPr wrap="square" lIns="90000" tIns="46800" rIns="90000" bIns="4680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</a:t>
                </a:r>
                <a:r>
                  <a:rPr lang="en-US" altLang="zh-CN" sz="1100"/>
                  <a:t>to retain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text.</a:t>
                </a:r>
              </a:p>
            </p:txBody>
          </p:sp>
        </p:grpSp>
      </p:grpSp>
    </p:spTree>
    <p:custDataLst>
      <p:tags r:id="rId2"/>
    </p:custDataLst>
    <p:extLst>
      <p:ext uri="{BB962C8B-B14F-4D97-AF65-F5344CB8AC3E}">
        <p14:creationId xmlns:p14="http://schemas.microsoft.com/office/powerpoint/2010/main" val="221642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</a:t>
            </a:r>
            <a:r>
              <a:rPr lang="en-US" altLang="zh-CN" sz="100"/>
              <a:t> </a:t>
            </a:r>
            <a:r>
              <a:rPr lang="en-US" altLang="zh-CN"/>
              <a:t>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&amp; paste, choose "keep text </a:t>
            </a:r>
            <a:r>
              <a:rPr lang="en-US" altLang="zh-CN"/>
              <a:t>only"</a:t>
            </a:r>
            <a:r>
              <a:rPr lang="en-US" altLang="zh-CN" sz="100"/>
              <a:t> </a:t>
            </a:r>
            <a:r>
              <a:rPr lang="en-US" altLang="zh-CN"/>
              <a:t> </a:t>
            </a:r>
            <a:r>
              <a:rPr lang="en-US" altLang="zh-CN" dirty="0"/>
              <a:t>option.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732004" y="2313213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00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 </a:t>
            </a:r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01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371597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6741A5-AD0B-496D-8A56-8BBDB8403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cone_112244">
            <a:extLst>
              <a:ext uri="{FF2B5EF4-FFF2-40B4-BE49-F238E27FC236}">
                <a16:creationId xmlns:a16="http://schemas.microsoft.com/office/drawing/2014/main" id="{F2C6D855-03B3-43BC-8217-81543934E4AA}"/>
              </a:ext>
            </a:extLst>
          </p:cNvPr>
          <p:cNvSpPr/>
          <p:nvPr/>
        </p:nvSpPr>
        <p:spPr>
          <a:xfrm>
            <a:off x="1902566" y="1683285"/>
            <a:ext cx="545193" cy="609685"/>
          </a:xfrm>
          <a:custGeom>
            <a:avLst/>
            <a:gdLst>
              <a:gd name="connsiteX0" fmla="*/ 100291 w 541660"/>
              <a:gd name="connsiteY0" fmla="*/ 402929 h 605734"/>
              <a:gd name="connsiteX1" fmla="*/ 446235 w 541660"/>
              <a:gd name="connsiteY1" fmla="*/ 402929 h 605734"/>
              <a:gd name="connsiteX2" fmla="*/ 486648 w 541660"/>
              <a:gd name="connsiteY2" fmla="*/ 515528 h 605734"/>
              <a:gd name="connsiteX3" fmla="*/ 541660 w 541660"/>
              <a:gd name="connsiteY3" fmla="*/ 515528 h 605734"/>
              <a:gd name="connsiteX4" fmla="*/ 541660 w 541660"/>
              <a:gd name="connsiteY4" fmla="*/ 605734 h 605734"/>
              <a:gd name="connsiteX5" fmla="*/ 0 w 541660"/>
              <a:gd name="connsiteY5" fmla="*/ 605734 h 605734"/>
              <a:gd name="connsiteX6" fmla="*/ 0 w 541660"/>
              <a:gd name="connsiteY6" fmla="*/ 515528 h 605734"/>
              <a:gd name="connsiteX7" fmla="*/ 59879 w 541660"/>
              <a:gd name="connsiteY7" fmla="*/ 515528 h 605734"/>
              <a:gd name="connsiteX8" fmla="*/ 175400 w 541660"/>
              <a:gd name="connsiteY8" fmla="*/ 194408 h 605734"/>
              <a:gd name="connsiteX9" fmla="*/ 371128 w 541660"/>
              <a:gd name="connsiteY9" fmla="*/ 194408 h 605734"/>
              <a:gd name="connsiteX10" fmla="*/ 425932 w 541660"/>
              <a:gd name="connsiteY10" fmla="*/ 346477 h 605734"/>
              <a:gd name="connsiteX11" fmla="*/ 120596 w 541660"/>
              <a:gd name="connsiteY11" fmla="*/ 346477 h 605734"/>
              <a:gd name="connsiteX12" fmla="*/ 245192 w 541660"/>
              <a:gd name="connsiteY12" fmla="*/ 0 h 605734"/>
              <a:gd name="connsiteX13" fmla="*/ 301266 w 541660"/>
              <a:gd name="connsiteY13" fmla="*/ 0 h 605734"/>
              <a:gd name="connsiteX14" fmla="*/ 350780 w 541660"/>
              <a:gd name="connsiteY14" fmla="*/ 137955 h 605734"/>
              <a:gd name="connsiteX15" fmla="*/ 195466 w 541660"/>
              <a:gd name="connsiteY15" fmla="*/ 137955 h 60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41660" h="605734">
                <a:moveTo>
                  <a:pt x="100291" y="402929"/>
                </a:moveTo>
                <a:lnTo>
                  <a:pt x="446235" y="402929"/>
                </a:lnTo>
                <a:lnTo>
                  <a:pt x="486648" y="515528"/>
                </a:lnTo>
                <a:lnTo>
                  <a:pt x="541660" y="515528"/>
                </a:lnTo>
                <a:lnTo>
                  <a:pt x="541660" y="605734"/>
                </a:lnTo>
                <a:lnTo>
                  <a:pt x="0" y="605734"/>
                </a:lnTo>
                <a:lnTo>
                  <a:pt x="0" y="515528"/>
                </a:lnTo>
                <a:lnTo>
                  <a:pt x="59879" y="515528"/>
                </a:lnTo>
                <a:close/>
                <a:moveTo>
                  <a:pt x="175400" y="194408"/>
                </a:moveTo>
                <a:lnTo>
                  <a:pt x="371128" y="194408"/>
                </a:lnTo>
                <a:lnTo>
                  <a:pt x="425932" y="346477"/>
                </a:lnTo>
                <a:lnTo>
                  <a:pt x="120596" y="346477"/>
                </a:lnTo>
                <a:close/>
                <a:moveTo>
                  <a:pt x="245192" y="0"/>
                </a:moveTo>
                <a:lnTo>
                  <a:pt x="301266" y="0"/>
                </a:lnTo>
                <a:lnTo>
                  <a:pt x="350780" y="137955"/>
                </a:lnTo>
                <a:lnTo>
                  <a:pt x="195466" y="13795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long-jumping_72965">
            <a:extLst>
              <a:ext uri="{FF2B5EF4-FFF2-40B4-BE49-F238E27FC236}">
                <a16:creationId xmlns:a16="http://schemas.microsoft.com/office/drawing/2014/main" id="{3B6583BB-144A-4800-B016-04C8D6EB350C}"/>
              </a:ext>
            </a:extLst>
          </p:cNvPr>
          <p:cNvSpPr/>
          <p:nvPr/>
        </p:nvSpPr>
        <p:spPr>
          <a:xfrm>
            <a:off x="1080611" y="3034891"/>
            <a:ext cx="609684" cy="594254"/>
          </a:xfrm>
          <a:custGeom>
            <a:avLst/>
            <a:gdLst>
              <a:gd name="connsiteX0" fmla="*/ 7537 w 605945"/>
              <a:gd name="connsiteY0" fmla="*/ 536274 h 590609"/>
              <a:gd name="connsiteX1" fmla="*/ 43363 w 605945"/>
              <a:gd name="connsiteY1" fmla="*/ 536274 h 590609"/>
              <a:gd name="connsiteX2" fmla="*/ 50900 w 605945"/>
              <a:gd name="connsiteY2" fmla="*/ 543904 h 590609"/>
              <a:gd name="connsiteX3" fmla="*/ 50900 w 605945"/>
              <a:gd name="connsiteY3" fmla="*/ 544935 h 590609"/>
              <a:gd name="connsiteX4" fmla="*/ 59779 w 605945"/>
              <a:gd name="connsiteY4" fmla="*/ 547512 h 590609"/>
              <a:gd name="connsiteX5" fmla="*/ 72994 w 605945"/>
              <a:gd name="connsiteY5" fmla="*/ 549781 h 590609"/>
              <a:gd name="connsiteX6" fmla="*/ 86106 w 605945"/>
              <a:gd name="connsiteY6" fmla="*/ 547512 h 590609"/>
              <a:gd name="connsiteX7" fmla="*/ 105826 w 605945"/>
              <a:gd name="connsiteY7" fmla="*/ 544007 h 590609"/>
              <a:gd name="connsiteX8" fmla="*/ 125443 w 605945"/>
              <a:gd name="connsiteY8" fmla="*/ 547512 h 590609"/>
              <a:gd name="connsiteX9" fmla="*/ 138658 w 605945"/>
              <a:gd name="connsiteY9" fmla="*/ 549781 h 590609"/>
              <a:gd name="connsiteX10" fmla="*/ 151770 w 605945"/>
              <a:gd name="connsiteY10" fmla="*/ 547512 h 590609"/>
              <a:gd name="connsiteX11" fmla="*/ 171490 w 605945"/>
              <a:gd name="connsiteY11" fmla="*/ 544007 h 590609"/>
              <a:gd name="connsiteX12" fmla="*/ 191107 w 605945"/>
              <a:gd name="connsiteY12" fmla="*/ 547512 h 590609"/>
              <a:gd name="connsiteX13" fmla="*/ 204322 w 605945"/>
              <a:gd name="connsiteY13" fmla="*/ 549781 h 590609"/>
              <a:gd name="connsiteX14" fmla="*/ 217434 w 605945"/>
              <a:gd name="connsiteY14" fmla="*/ 547512 h 590609"/>
              <a:gd name="connsiteX15" fmla="*/ 237154 w 605945"/>
              <a:gd name="connsiteY15" fmla="*/ 544007 h 590609"/>
              <a:gd name="connsiteX16" fmla="*/ 256770 w 605945"/>
              <a:gd name="connsiteY16" fmla="*/ 547512 h 590609"/>
              <a:gd name="connsiteX17" fmla="*/ 269986 w 605945"/>
              <a:gd name="connsiteY17" fmla="*/ 549781 h 590609"/>
              <a:gd name="connsiteX18" fmla="*/ 283098 w 605945"/>
              <a:gd name="connsiteY18" fmla="*/ 547512 h 590609"/>
              <a:gd name="connsiteX19" fmla="*/ 302818 w 605945"/>
              <a:gd name="connsiteY19" fmla="*/ 544007 h 590609"/>
              <a:gd name="connsiteX20" fmla="*/ 322434 w 605945"/>
              <a:gd name="connsiteY20" fmla="*/ 547512 h 590609"/>
              <a:gd name="connsiteX21" fmla="*/ 335650 w 605945"/>
              <a:gd name="connsiteY21" fmla="*/ 549781 h 590609"/>
              <a:gd name="connsiteX22" fmla="*/ 348762 w 605945"/>
              <a:gd name="connsiteY22" fmla="*/ 547512 h 590609"/>
              <a:gd name="connsiteX23" fmla="*/ 368481 w 605945"/>
              <a:gd name="connsiteY23" fmla="*/ 544007 h 590609"/>
              <a:gd name="connsiteX24" fmla="*/ 388098 w 605945"/>
              <a:gd name="connsiteY24" fmla="*/ 547512 h 590609"/>
              <a:gd name="connsiteX25" fmla="*/ 401313 w 605945"/>
              <a:gd name="connsiteY25" fmla="*/ 549781 h 590609"/>
              <a:gd name="connsiteX26" fmla="*/ 414426 w 605945"/>
              <a:gd name="connsiteY26" fmla="*/ 547512 h 590609"/>
              <a:gd name="connsiteX27" fmla="*/ 434145 w 605945"/>
              <a:gd name="connsiteY27" fmla="*/ 544007 h 590609"/>
              <a:gd name="connsiteX28" fmla="*/ 453762 w 605945"/>
              <a:gd name="connsiteY28" fmla="*/ 547512 h 590609"/>
              <a:gd name="connsiteX29" fmla="*/ 466977 w 605945"/>
              <a:gd name="connsiteY29" fmla="*/ 549781 h 590609"/>
              <a:gd name="connsiteX30" fmla="*/ 480089 w 605945"/>
              <a:gd name="connsiteY30" fmla="*/ 547512 h 590609"/>
              <a:gd name="connsiteX31" fmla="*/ 499809 w 605945"/>
              <a:gd name="connsiteY31" fmla="*/ 544007 h 590609"/>
              <a:gd name="connsiteX32" fmla="*/ 519426 w 605945"/>
              <a:gd name="connsiteY32" fmla="*/ 547512 h 590609"/>
              <a:gd name="connsiteX33" fmla="*/ 532641 w 605945"/>
              <a:gd name="connsiteY33" fmla="*/ 549781 h 590609"/>
              <a:gd name="connsiteX34" fmla="*/ 545856 w 605945"/>
              <a:gd name="connsiteY34" fmla="*/ 547512 h 590609"/>
              <a:gd name="connsiteX35" fmla="*/ 565473 w 605945"/>
              <a:gd name="connsiteY35" fmla="*/ 544007 h 590609"/>
              <a:gd name="connsiteX36" fmla="*/ 585090 w 605945"/>
              <a:gd name="connsiteY36" fmla="*/ 547512 h 590609"/>
              <a:gd name="connsiteX37" fmla="*/ 598305 w 605945"/>
              <a:gd name="connsiteY37" fmla="*/ 549781 h 590609"/>
              <a:gd name="connsiteX38" fmla="*/ 605945 w 605945"/>
              <a:gd name="connsiteY38" fmla="*/ 557410 h 590609"/>
              <a:gd name="connsiteX39" fmla="*/ 605945 w 605945"/>
              <a:gd name="connsiteY39" fmla="*/ 583083 h 590609"/>
              <a:gd name="connsiteX40" fmla="*/ 598305 w 605945"/>
              <a:gd name="connsiteY40" fmla="*/ 590609 h 590609"/>
              <a:gd name="connsiteX41" fmla="*/ 7537 w 605945"/>
              <a:gd name="connsiteY41" fmla="*/ 590609 h 590609"/>
              <a:gd name="connsiteX42" fmla="*/ 0 w 605945"/>
              <a:gd name="connsiteY42" fmla="*/ 583083 h 590609"/>
              <a:gd name="connsiteX43" fmla="*/ 0 w 605945"/>
              <a:gd name="connsiteY43" fmla="*/ 543904 h 590609"/>
              <a:gd name="connsiteX44" fmla="*/ 7537 w 605945"/>
              <a:gd name="connsiteY44" fmla="*/ 536274 h 590609"/>
              <a:gd name="connsiteX45" fmla="*/ 83864 w 605945"/>
              <a:gd name="connsiteY45" fmla="*/ 60618 h 590609"/>
              <a:gd name="connsiteX46" fmla="*/ 311495 w 605945"/>
              <a:gd name="connsiteY46" fmla="*/ 132993 h 590609"/>
              <a:gd name="connsiteX47" fmla="*/ 318825 w 605945"/>
              <a:gd name="connsiteY47" fmla="*/ 289085 h 590609"/>
              <a:gd name="connsiteX48" fmla="*/ 414936 w 605945"/>
              <a:gd name="connsiteY48" fmla="*/ 306509 h 590609"/>
              <a:gd name="connsiteX49" fmla="*/ 416485 w 605945"/>
              <a:gd name="connsiteY49" fmla="*/ 306818 h 590609"/>
              <a:gd name="connsiteX50" fmla="*/ 426085 w 605945"/>
              <a:gd name="connsiteY50" fmla="*/ 310530 h 590609"/>
              <a:gd name="connsiteX51" fmla="*/ 525810 w 605945"/>
              <a:gd name="connsiteY51" fmla="*/ 374451 h 590609"/>
              <a:gd name="connsiteX52" fmla="*/ 534068 w 605945"/>
              <a:gd name="connsiteY52" fmla="*/ 412082 h 590609"/>
              <a:gd name="connsiteX53" fmla="*/ 497317 w 605945"/>
              <a:gd name="connsiteY53" fmla="*/ 420846 h 590609"/>
              <a:gd name="connsiteX54" fmla="*/ 401000 w 605945"/>
              <a:gd name="connsiteY54" fmla="*/ 364244 h 590609"/>
              <a:gd name="connsiteX55" fmla="*/ 379527 w 605945"/>
              <a:gd name="connsiteY55" fmla="*/ 361667 h 590609"/>
              <a:gd name="connsiteX56" fmla="*/ 449210 w 605945"/>
              <a:gd name="connsiteY56" fmla="*/ 455281 h 590609"/>
              <a:gd name="connsiteX57" fmla="*/ 443635 w 605945"/>
              <a:gd name="connsiteY57" fmla="*/ 493324 h 590609"/>
              <a:gd name="connsiteX58" fmla="*/ 405955 w 605945"/>
              <a:gd name="connsiteY58" fmla="*/ 488479 h 590609"/>
              <a:gd name="connsiteX59" fmla="*/ 329561 w 605945"/>
              <a:gd name="connsiteY59" fmla="*/ 392906 h 590609"/>
              <a:gd name="connsiteX60" fmla="*/ 203616 w 605945"/>
              <a:gd name="connsiteY60" fmla="*/ 343831 h 590609"/>
              <a:gd name="connsiteX61" fmla="*/ 184001 w 605945"/>
              <a:gd name="connsiteY61" fmla="*/ 299292 h 590609"/>
              <a:gd name="connsiteX62" fmla="*/ 204338 w 605945"/>
              <a:gd name="connsiteY62" fmla="*/ 238154 h 590609"/>
              <a:gd name="connsiteX63" fmla="*/ 101104 w 605945"/>
              <a:gd name="connsiteY63" fmla="*/ 305684 h 590609"/>
              <a:gd name="connsiteX64" fmla="*/ 70753 w 605945"/>
              <a:gd name="connsiteY64" fmla="*/ 299395 h 590609"/>
              <a:gd name="connsiteX65" fmla="*/ 74882 w 605945"/>
              <a:gd name="connsiteY65" fmla="*/ 270734 h 590609"/>
              <a:gd name="connsiteX66" fmla="*/ 200828 w 605945"/>
              <a:gd name="connsiteY66" fmla="*/ 163201 h 590609"/>
              <a:gd name="connsiteX67" fmla="*/ 65901 w 605945"/>
              <a:gd name="connsiteY67" fmla="*/ 112064 h 590609"/>
              <a:gd name="connsiteX68" fmla="*/ 50106 w 605945"/>
              <a:gd name="connsiteY68" fmla="*/ 76908 h 590609"/>
              <a:gd name="connsiteX69" fmla="*/ 83864 w 605945"/>
              <a:gd name="connsiteY69" fmla="*/ 60618 h 590609"/>
              <a:gd name="connsiteX70" fmla="*/ 341052 w 605945"/>
              <a:gd name="connsiteY70" fmla="*/ 333 h 590609"/>
              <a:gd name="connsiteX71" fmla="*/ 373526 w 605945"/>
              <a:gd name="connsiteY71" fmla="*/ 5074 h 590609"/>
              <a:gd name="connsiteX72" fmla="*/ 413383 w 605945"/>
              <a:gd name="connsiteY72" fmla="*/ 53109 h 590609"/>
              <a:gd name="connsiteX73" fmla="*/ 395107 w 605945"/>
              <a:gd name="connsiteY73" fmla="*/ 114337 h 590609"/>
              <a:gd name="connsiteX74" fmla="*/ 334909 w 605945"/>
              <a:gd name="connsiteY74" fmla="*/ 132789 h 590609"/>
              <a:gd name="connsiteX75" fmla="*/ 334805 w 605945"/>
              <a:gd name="connsiteY75" fmla="*/ 132789 h 590609"/>
              <a:gd name="connsiteX76" fmla="*/ 310127 w 605945"/>
              <a:gd name="connsiteY76" fmla="*/ 122584 h 590609"/>
              <a:gd name="connsiteX77" fmla="*/ 280493 w 605945"/>
              <a:gd name="connsiteY77" fmla="*/ 67643 h 590609"/>
              <a:gd name="connsiteX78" fmla="*/ 310127 w 605945"/>
              <a:gd name="connsiteY78" fmla="*/ 11362 h 590609"/>
              <a:gd name="connsiteX79" fmla="*/ 341052 w 605945"/>
              <a:gd name="connsiteY79" fmla="*/ 333 h 590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605945" h="590609">
                <a:moveTo>
                  <a:pt x="7537" y="536274"/>
                </a:moveTo>
                <a:lnTo>
                  <a:pt x="43363" y="536274"/>
                </a:lnTo>
                <a:cubicBezTo>
                  <a:pt x="47596" y="536274"/>
                  <a:pt x="50900" y="539677"/>
                  <a:pt x="50900" y="543904"/>
                </a:cubicBezTo>
                <a:lnTo>
                  <a:pt x="50900" y="544935"/>
                </a:lnTo>
                <a:cubicBezTo>
                  <a:pt x="54617" y="545657"/>
                  <a:pt x="57404" y="546688"/>
                  <a:pt x="59779" y="547512"/>
                </a:cubicBezTo>
                <a:cubicBezTo>
                  <a:pt x="63496" y="548750"/>
                  <a:pt x="66387" y="549781"/>
                  <a:pt x="72994" y="549781"/>
                </a:cubicBezTo>
                <a:cubicBezTo>
                  <a:pt x="79499" y="549781"/>
                  <a:pt x="82390" y="548750"/>
                  <a:pt x="86106" y="547512"/>
                </a:cubicBezTo>
                <a:cubicBezTo>
                  <a:pt x="90752" y="545863"/>
                  <a:pt x="95915" y="544007"/>
                  <a:pt x="105826" y="544007"/>
                </a:cubicBezTo>
                <a:cubicBezTo>
                  <a:pt x="115634" y="544007"/>
                  <a:pt x="120900" y="545863"/>
                  <a:pt x="125443" y="547512"/>
                </a:cubicBezTo>
                <a:cubicBezTo>
                  <a:pt x="129160" y="548750"/>
                  <a:pt x="132050" y="549781"/>
                  <a:pt x="138658" y="549781"/>
                </a:cubicBezTo>
                <a:cubicBezTo>
                  <a:pt x="145162" y="549781"/>
                  <a:pt x="148053" y="548750"/>
                  <a:pt x="151770" y="547512"/>
                </a:cubicBezTo>
                <a:cubicBezTo>
                  <a:pt x="156416" y="545863"/>
                  <a:pt x="161578" y="544007"/>
                  <a:pt x="171490" y="544007"/>
                </a:cubicBezTo>
                <a:cubicBezTo>
                  <a:pt x="181298" y="544007"/>
                  <a:pt x="186564" y="545863"/>
                  <a:pt x="191107" y="547512"/>
                </a:cubicBezTo>
                <a:cubicBezTo>
                  <a:pt x="194823" y="548750"/>
                  <a:pt x="197714" y="549781"/>
                  <a:pt x="204322" y="549781"/>
                </a:cubicBezTo>
                <a:cubicBezTo>
                  <a:pt x="210826" y="549781"/>
                  <a:pt x="213717" y="548750"/>
                  <a:pt x="217434" y="547512"/>
                </a:cubicBezTo>
                <a:cubicBezTo>
                  <a:pt x="222080" y="545863"/>
                  <a:pt x="227242" y="544007"/>
                  <a:pt x="237154" y="544007"/>
                </a:cubicBezTo>
                <a:cubicBezTo>
                  <a:pt x="246962" y="544007"/>
                  <a:pt x="252228" y="545863"/>
                  <a:pt x="256770" y="547512"/>
                </a:cubicBezTo>
                <a:cubicBezTo>
                  <a:pt x="260487" y="548750"/>
                  <a:pt x="263378" y="549781"/>
                  <a:pt x="269986" y="549781"/>
                </a:cubicBezTo>
                <a:cubicBezTo>
                  <a:pt x="276490" y="549781"/>
                  <a:pt x="279381" y="548750"/>
                  <a:pt x="283098" y="547512"/>
                </a:cubicBezTo>
                <a:cubicBezTo>
                  <a:pt x="287744" y="545863"/>
                  <a:pt x="292906" y="544007"/>
                  <a:pt x="302818" y="544007"/>
                </a:cubicBezTo>
                <a:cubicBezTo>
                  <a:pt x="312626" y="544007"/>
                  <a:pt x="317891" y="545863"/>
                  <a:pt x="322434" y="547512"/>
                </a:cubicBezTo>
                <a:cubicBezTo>
                  <a:pt x="326151" y="548750"/>
                  <a:pt x="329042" y="549781"/>
                  <a:pt x="335650" y="549781"/>
                </a:cubicBezTo>
                <a:cubicBezTo>
                  <a:pt x="342154" y="549781"/>
                  <a:pt x="345045" y="548750"/>
                  <a:pt x="348762" y="547512"/>
                </a:cubicBezTo>
                <a:cubicBezTo>
                  <a:pt x="353408" y="545863"/>
                  <a:pt x="358570" y="544007"/>
                  <a:pt x="368481" y="544007"/>
                </a:cubicBezTo>
                <a:cubicBezTo>
                  <a:pt x="378290" y="544007"/>
                  <a:pt x="383555" y="545863"/>
                  <a:pt x="388098" y="547512"/>
                </a:cubicBezTo>
                <a:cubicBezTo>
                  <a:pt x="391815" y="548750"/>
                  <a:pt x="394706" y="549781"/>
                  <a:pt x="401313" y="549781"/>
                </a:cubicBezTo>
                <a:cubicBezTo>
                  <a:pt x="407818" y="549781"/>
                  <a:pt x="410709" y="548750"/>
                  <a:pt x="414426" y="547512"/>
                </a:cubicBezTo>
                <a:cubicBezTo>
                  <a:pt x="419072" y="545863"/>
                  <a:pt x="424234" y="544007"/>
                  <a:pt x="434145" y="544007"/>
                </a:cubicBezTo>
                <a:cubicBezTo>
                  <a:pt x="443954" y="544007"/>
                  <a:pt x="449219" y="545863"/>
                  <a:pt x="453762" y="547512"/>
                </a:cubicBezTo>
                <a:cubicBezTo>
                  <a:pt x="457479" y="548750"/>
                  <a:pt x="460370" y="549781"/>
                  <a:pt x="466977" y="549781"/>
                </a:cubicBezTo>
                <a:cubicBezTo>
                  <a:pt x="473482" y="549781"/>
                  <a:pt x="476476" y="548750"/>
                  <a:pt x="480089" y="547512"/>
                </a:cubicBezTo>
                <a:cubicBezTo>
                  <a:pt x="484735" y="545863"/>
                  <a:pt x="489898" y="544007"/>
                  <a:pt x="499809" y="544007"/>
                </a:cubicBezTo>
                <a:cubicBezTo>
                  <a:pt x="509721" y="544007"/>
                  <a:pt x="514883" y="545863"/>
                  <a:pt x="519426" y="547512"/>
                </a:cubicBezTo>
                <a:cubicBezTo>
                  <a:pt x="523142" y="548750"/>
                  <a:pt x="526137" y="549781"/>
                  <a:pt x="532641" y="549781"/>
                </a:cubicBezTo>
                <a:cubicBezTo>
                  <a:pt x="539146" y="549781"/>
                  <a:pt x="542140" y="548750"/>
                  <a:pt x="545856" y="547512"/>
                </a:cubicBezTo>
                <a:cubicBezTo>
                  <a:pt x="550399" y="545863"/>
                  <a:pt x="555561" y="544007"/>
                  <a:pt x="565473" y="544007"/>
                </a:cubicBezTo>
                <a:cubicBezTo>
                  <a:pt x="575384" y="544007"/>
                  <a:pt x="580547" y="545863"/>
                  <a:pt x="585090" y="547512"/>
                </a:cubicBezTo>
                <a:cubicBezTo>
                  <a:pt x="588806" y="548750"/>
                  <a:pt x="591800" y="549781"/>
                  <a:pt x="598305" y="549781"/>
                </a:cubicBezTo>
                <a:cubicBezTo>
                  <a:pt x="602538" y="549781"/>
                  <a:pt x="605945" y="553183"/>
                  <a:pt x="605945" y="557410"/>
                </a:cubicBezTo>
                <a:lnTo>
                  <a:pt x="605945" y="583083"/>
                </a:lnTo>
                <a:cubicBezTo>
                  <a:pt x="605945" y="587207"/>
                  <a:pt x="602538" y="590609"/>
                  <a:pt x="598305" y="590609"/>
                </a:cubicBezTo>
                <a:lnTo>
                  <a:pt x="7537" y="590609"/>
                </a:lnTo>
                <a:cubicBezTo>
                  <a:pt x="3407" y="590609"/>
                  <a:pt x="0" y="587207"/>
                  <a:pt x="0" y="583083"/>
                </a:cubicBezTo>
                <a:lnTo>
                  <a:pt x="0" y="543904"/>
                </a:lnTo>
                <a:cubicBezTo>
                  <a:pt x="0" y="539677"/>
                  <a:pt x="3407" y="536274"/>
                  <a:pt x="7537" y="536274"/>
                </a:cubicBezTo>
                <a:close/>
                <a:moveTo>
                  <a:pt x="83864" y="60618"/>
                </a:moveTo>
                <a:lnTo>
                  <a:pt x="311495" y="132993"/>
                </a:lnTo>
                <a:cubicBezTo>
                  <a:pt x="363629" y="157119"/>
                  <a:pt x="318825" y="289085"/>
                  <a:pt x="318825" y="289085"/>
                </a:cubicBezTo>
                <a:lnTo>
                  <a:pt x="414936" y="306509"/>
                </a:lnTo>
                <a:lnTo>
                  <a:pt x="416485" y="306818"/>
                </a:lnTo>
                <a:cubicBezTo>
                  <a:pt x="419995" y="307437"/>
                  <a:pt x="423298" y="308777"/>
                  <a:pt x="426085" y="310530"/>
                </a:cubicBezTo>
                <a:lnTo>
                  <a:pt x="525810" y="374451"/>
                </a:lnTo>
                <a:cubicBezTo>
                  <a:pt x="538508" y="382596"/>
                  <a:pt x="542224" y="399401"/>
                  <a:pt x="534068" y="412082"/>
                </a:cubicBezTo>
                <a:cubicBezTo>
                  <a:pt x="526119" y="424454"/>
                  <a:pt x="509808" y="428269"/>
                  <a:pt x="497317" y="420846"/>
                </a:cubicBezTo>
                <a:lnTo>
                  <a:pt x="401000" y="364244"/>
                </a:lnTo>
                <a:lnTo>
                  <a:pt x="379527" y="361667"/>
                </a:lnTo>
                <a:lnTo>
                  <a:pt x="449210" y="455281"/>
                </a:lnTo>
                <a:cubicBezTo>
                  <a:pt x="458191" y="467343"/>
                  <a:pt x="455714" y="484355"/>
                  <a:pt x="443635" y="493324"/>
                </a:cubicBezTo>
                <a:cubicBezTo>
                  <a:pt x="431763" y="502191"/>
                  <a:pt x="415143" y="499923"/>
                  <a:pt x="405955" y="488479"/>
                </a:cubicBezTo>
                <a:lnTo>
                  <a:pt x="329561" y="392906"/>
                </a:lnTo>
                <a:lnTo>
                  <a:pt x="203616" y="343831"/>
                </a:lnTo>
                <a:cubicBezTo>
                  <a:pt x="185859" y="336923"/>
                  <a:pt x="177188" y="317025"/>
                  <a:pt x="184001" y="299292"/>
                </a:cubicBezTo>
                <a:cubicBezTo>
                  <a:pt x="185550" y="295477"/>
                  <a:pt x="204338" y="238154"/>
                  <a:pt x="204338" y="238154"/>
                </a:cubicBezTo>
                <a:lnTo>
                  <a:pt x="101104" y="305684"/>
                </a:lnTo>
                <a:cubicBezTo>
                  <a:pt x="90987" y="312282"/>
                  <a:pt x="77360" y="309499"/>
                  <a:pt x="70753" y="299395"/>
                </a:cubicBezTo>
                <a:cubicBezTo>
                  <a:pt x="64662" y="290013"/>
                  <a:pt x="66624" y="277744"/>
                  <a:pt x="74882" y="270734"/>
                </a:cubicBezTo>
                <a:lnTo>
                  <a:pt x="200828" y="163201"/>
                </a:lnTo>
                <a:lnTo>
                  <a:pt x="65901" y="112064"/>
                </a:lnTo>
                <a:cubicBezTo>
                  <a:pt x="51861" y="106703"/>
                  <a:pt x="44738" y="90929"/>
                  <a:pt x="50106" y="76908"/>
                </a:cubicBezTo>
                <a:cubicBezTo>
                  <a:pt x="55268" y="63298"/>
                  <a:pt x="70237" y="56288"/>
                  <a:pt x="83864" y="60618"/>
                </a:cubicBezTo>
                <a:close/>
                <a:moveTo>
                  <a:pt x="341052" y="333"/>
                </a:moveTo>
                <a:cubicBezTo>
                  <a:pt x="351997" y="-750"/>
                  <a:pt x="363200" y="797"/>
                  <a:pt x="373526" y="5074"/>
                </a:cubicBezTo>
                <a:cubicBezTo>
                  <a:pt x="393765" y="13424"/>
                  <a:pt x="408840" y="31772"/>
                  <a:pt x="413383" y="53109"/>
                </a:cubicBezTo>
                <a:cubicBezTo>
                  <a:pt x="418030" y="75065"/>
                  <a:pt x="411009" y="98566"/>
                  <a:pt x="395107" y="114337"/>
                </a:cubicBezTo>
                <a:cubicBezTo>
                  <a:pt x="379515" y="130005"/>
                  <a:pt x="356592" y="137015"/>
                  <a:pt x="334909" y="132789"/>
                </a:cubicBezTo>
                <a:lnTo>
                  <a:pt x="334805" y="132789"/>
                </a:lnTo>
                <a:cubicBezTo>
                  <a:pt x="326029" y="131036"/>
                  <a:pt x="317562" y="127532"/>
                  <a:pt x="310127" y="122584"/>
                </a:cubicBezTo>
                <a:cubicBezTo>
                  <a:pt x="292057" y="110421"/>
                  <a:pt x="280699" y="89496"/>
                  <a:pt x="280493" y="67643"/>
                </a:cubicBezTo>
                <a:cubicBezTo>
                  <a:pt x="280286" y="45275"/>
                  <a:pt x="291541" y="23835"/>
                  <a:pt x="310127" y="11362"/>
                </a:cubicBezTo>
                <a:cubicBezTo>
                  <a:pt x="319420" y="5126"/>
                  <a:pt x="330107" y="1415"/>
                  <a:pt x="341052" y="33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n-lifting-weight_75929">
            <a:extLst>
              <a:ext uri="{FF2B5EF4-FFF2-40B4-BE49-F238E27FC236}">
                <a16:creationId xmlns:a16="http://schemas.microsoft.com/office/drawing/2014/main" id="{925C0F84-F2F8-4375-9DB2-981663ED8D76}"/>
              </a:ext>
            </a:extLst>
          </p:cNvPr>
          <p:cNvSpPr/>
          <p:nvPr/>
        </p:nvSpPr>
        <p:spPr>
          <a:xfrm>
            <a:off x="3680847" y="3019460"/>
            <a:ext cx="479975" cy="609685"/>
          </a:xfrm>
          <a:custGeom>
            <a:avLst/>
            <a:gdLst>
              <a:gd name="connsiteX0" fmla="*/ 238759 w 477587"/>
              <a:gd name="connsiteY0" fmla="*/ 87289 h 606651"/>
              <a:gd name="connsiteX1" fmla="*/ 299481 w 477587"/>
              <a:gd name="connsiteY1" fmla="*/ 147905 h 606651"/>
              <a:gd name="connsiteX2" fmla="*/ 238759 w 477587"/>
              <a:gd name="connsiteY2" fmla="*/ 208521 h 606651"/>
              <a:gd name="connsiteX3" fmla="*/ 178037 w 477587"/>
              <a:gd name="connsiteY3" fmla="*/ 147905 h 606651"/>
              <a:gd name="connsiteX4" fmla="*/ 238759 w 477587"/>
              <a:gd name="connsiteY4" fmla="*/ 87289 h 606651"/>
              <a:gd name="connsiteX5" fmla="*/ 146171 w 477587"/>
              <a:gd name="connsiteY5" fmla="*/ 71592 h 606651"/>
              <a:gd name="connsiteX6" fmla="*/ 146171 w 477587"/>
              <a:gd name="connsiteY6" fmla="*/ 170926 h 606651"/>
              <a:gd name="connsiteX7" fmla="*/ 147157 w 477587"/>
              <a:gd name="connsiteY7" fmla="*/ 173342 h 606651"/>
              <a:gd name="connsiteX8" fmla="*/ 194925 w 477587"/>
              <a:gd name="connsiteY8" fmla="*/ 223277 h 606651"/>
              <a:gd name="connsiteX9" fmla="*/ 282753 w 477587"/>
              <a:gd name="connsiteY9" fmla="*/ 223277 h 606651"/>
              <a:gd name="connsiteX10" fmla="*/ 330520 w 477587"/>
              <a:gd name="connsiteY10" fmla="*/ 173342 h 606651"/>
              <a:gd name="connsiteX11" fmla="*/ 331416 w 477587"/>
              <a:gd name="connsiteY11" fmla="*/ 170926 h 606651"/>
              <a:gd name="connsiteX12" fmla="*/ 331416 w 477587"/>
              <a:gd name="connsiteY12" fmla="*/ 71592 h 606651"/>
              <a:gd name="connsiteX13" fmla="*/ 60763 w 477587"/>
              <a:gd name="connsiteY13" fmla="*/ 0 h 606651"/>
              <a:gd name="connsiteX14" fmla="*/ 84154 w 477587"/>
              <a:gd name="connsiteY14" fmla="*/ 23357 h 606651"/>
              <a:gd name="connsiteX15" fmla="*/ 84154 w 477587"/>
              <a:gd name="connsiteY15" fmla="*/ 44387 h 606651"/>
              <a:gd name="connsiteX16" fmla="*/ 96790 w 477587"/>
              <a:gd name="connsiteY16" fmla="*/ 44387 h 606651"/>
              <a:gd name="connsiteX17" fmla="*/ 120898 w 477587"/>
              <a:gd name="connsiteY17" fmla="*/ 26668 h 606651"/>
              <a:gd name="connsiteX18" fmla="*/ 145006 w 477587"/>
              <a:gd name="connsiteY18" fmla="*/ 44387 h 606651"/>
              <a:gd name="connsiteX19" fmla="*/ 332581 w 477587"/>
              <a:gd name="connsiteY19" fmla="*/ 44387 h 606651"/>
              <a:gd name="connsiteX20" fmla="*/ 356689 w 477587"/>
              <a:gd name="connsiteY20" fmla="*/ 26668 h 606651"/>
              <a:gd name="connsiteX21" fmla="*/ 380797 w 477587"/>
              <a:gd name="connsiteY21" fmla="*/ 44387 h 606651"/>
              <a:gd name="connsiteX22" fmla="*/ 393434 w 477587"/>
              <a:gd name="connsiteY22" fmla="*/ 44387 h 606651"/>
              <a:gd name="connsiteX23" fmla="*/ 393434 w 477587"/>
              <a:gd name="connsiteY23" fmla="*/ 23357 h 606651"/>
              <a:gd name="connsiteX24" fmla="*/ 416825 w 477587"/>
              <a:gd name="connsiteY24" fmla="*/ 0 h 606651"/>
              <a:gd name="connsiteX25" fmla="*/ 437437 w 477587"/>
              <a:gd name="connsiteY25" fmla="*/ 12171 h 606651"/>
              <a:gd name="connsiteX26" fmla="*/ 445503 w 477587"/>
              <a:gd name="connsiteY26" fmla="*/ 10292 h 606651"/>
              <a:gd name="connsiteX27" fmla="*/ 464144 w 477587"/>
              <a:gd name="connsiteY27" fmla="*/ 28905 h 606651"/>
              <a:gd name="connsiteX28" fmla="*/ 464144 w 477587"/>
              <a:gd name="connsiteY28" fmla="*/ 44387 h 606651"/>
              <a:gd name="connsiteX29" fmla="*/ 477587 w 477587"/>
              <a:gd name="connsiteY29" fmla="*/ 57990 h 606651"/>
              <a:gd name="connsiteX30" fmla="*/ 464144 w 477587"/>
              <a:gd name="connsiteY30" fmla="*/ 71592 h 606651"/>
              <a:gd name="connsiteX31" fmla="*/ 464144 w 477587"/>
              <a:gd name="connsiteY31" fmla="*/ 86984 h 606651"/>
              <a:gd name="connsiteX32" fmla="*/ 445503 w 477587"/>
              <a:gd name="connsiteY32" fmla="*/ 105688 h 606651"/>
              <a:gd name="connsiteX33" fmla="*/ 437348 w 477587"/>
              <a:gd name="connsiteY33" fmla="*/ 103808 h 606651"/>
              <a:gd name="connsiteX34" fmla="*/ 416825 w 477587"/>
              <a:gd name="connsiteY34" fmla="*/ 115979 h 606651"/>
              <a:gd name="connsiteX35" fmla="*/ 393434 w 477587"/>
              <a:gd name="connsiteY35" fmla="*/ 92622 h 606651"/>
              <a:gd name="connsiteX36" fmla="*/ 393434 w 477587"/>
              <a:gd name="connsiteY36" fmla="*/ 71592 h 606651"/>
              <a:gd name="connsiteX37" fmla="*/ 381962 w 477587"/>
              <a:gd name="connsiteY37" fmla="*/ 71592 h 606651"/>
              <a:gd name="connsiteX38" fmla="*/ 381962 w 477587"/>
              <a:gd name="connsiteY38" fmla="*/ 171463 h 606651"/>
              <a:gd name="connsiteX39" fmla="*/ 367444 w 477587"/>
              <a:gd name="connsiteY39" fmla="*/ 207795 h 606651"/>
              <a:gd name="connsiteX40" fmla="*/ 312327 w 477587"/>
              <a:gd name="connsiteY40" fmla="*/ 265427 h 606651"/>
              <a:gd name="connsiteX41" fmla="*/ 312238 w 477587"/>
              <a:gd name="connsiteY41" fmla="*/ 575867 h 606651"/>
              <a:gd name="connsiteX42" fmla="*/ 281587 w 477587"/>
              <a:gd name="connsiteY42" fmla="*/ 606472 h 606651"/>
              <a:gd name="connsiteX43" fmla="*/ 250848 w 477587"/>
              <a:gd name="connsiteY43" fmla="*/ 575867 h 606651"/>
              <a:gd name="connsiteX44" fmla="*/ 250848 w 477587"/>
              <a:gd name="connsiteY44" fmla="*/ 423018 h 606651"/>
              <a:gd name="connsiteX45" fmla="*/ 226650 w 477587"/>
              <a:gd name="connsiteY45" fmla="*/ 423018 h 606651"/>
              <a:gd name="connsiteX46" fmla="*/ 226650 w 477587"/>
              <a:gd name="connsiteY46" fmla="*/ 576046 h 606651"/>
              <a:gd name="connsiteX47" fmla="*/ 196000 w 477587"/>
              <a:gd name="connsiteY47" fmla="*/ 606651 h 606651"/>
              <a:gd name="connsiteX48" fmla="*/ 165350 w 477587"/>
              <a:gd name="connsiteY48" fmla="*/ 576046 h 606651"/>
              <a:gd name="connsiteX49" fmla="*/ 165350 w 477587"/>
              <a:gd name="connsiteY49" fmla="*/ 265427 h 606651"/>
              <a:gd name="connsiteX50" fmla="*/ 110233 w 477587"/>
              <a:gd name="connsiteY50" fmla="*/ 207795 h 606651"/>
              <a:gd name="connsiteX51" fmla="*/ 95625 w 477587"/>
              <a:gd name="connsiteY51" fmla="*/ 171463 h 606651"/>
              <a:gd name="connsiteX52" fmla="*/ 95625 w 477587"/>
              <a:gd name="connsiteY52" fmla="*/ 71592 h 606651"/>
              <a:gd name="connsiteX53" fmla="*/ 84154 w 477587"/>
              <a:gd name="connsiteY53" fmla="*/ 71592 h 606651"/>
              <a:gd name="connsiteX54" fmla="*/ 84154 w 477587"/>
              <a:gd name="connsiteY54" fmla="*/ 92622 h 606651"/>
              <a:gd name="connsiteX55" fmla="*/ 60763 w 477587"/>
              <a:gd name="connsiteY55" fmla="*/ 115979 h 606651"/>
              <a:gd name="connsiteX56" fmla="*/ 40240 w 477587"/>
              <a:gd name="connsiteY56" fmla="*/ 103808 h 606651"/>
              <a:gd name="connsiteX57" fmla="*/ 32174 w 477587"/>
              <a:gd name="connsiteY57" fmla="*/ 105688 h 606651"/>
              <a:gd name="connsiteX58" fmla="*/ 13443 w 477587"/>
              <a:gd name="connsiteY58" fmla="*/ 86984 h 606651"/>
              <a:gd name="connsiteX59" fmla="*/ 13443 w 477587"/>
              <a:gd name="connsiteY59" fmla="*/ 71592 h 606651"/>
              <a:gd name="connsiteX60" fmla="*/ 0 w 477587"/>
              <a:gd name="connsiteY60" fmla="*/ 57990 h 606651"/>
              <a:gd name="connsiteX61" fmla="*/ 13443 w 477587"/>
              <a:gd name="connsiteY61" fmla="*/ 44387 h 606651"/>
              <a:gd name="connsiteX62" fmla="*/ 13443 w 477587"/>
              <a:gd name="connsiteY62" fmla="*/ 28905 h 606651"/>
              <a:gd name="connsiteX63" fmla="*/ 32174 w 477587"/>
              <a:gd name="connsiteY63" fmla="*/ 10292 h 606651"/>
              <a:gd name="connsiteX64" fmla="*/ 40240 w 477587"/>
              <a:gd name="connsiteY64" fmla="*/ 12171 h 606651"/>
              <a:gd name="connsiteX65" fmla="*/ 60763 w 477587"/>
              <a:gd name="connsiteY65" fmla="*/ 0 h 606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477587" h="606651">
                <a:moveTo>
                  <a:pt x="238759" y="87289"/>
                </a:moveTo>
                <a:cubicBezTo>
                  <a:pt x="272295" y="87289"/>
                  <a:pt x="299481" y="114428"/>
                  <a:pt x="299481" y="147905"/>
                </a:cubicBezTo>
                <a:cubicBezTo>
                  <a:pt x="299481" y="181382"/>
                  <a:pt x="272295" y="208521"/>
                  <a:pt x="238759" y="208521"/>
                </a:cubicBezTo>
                <a:cubicBezTo>
                  <a:pt x="205223" y="208521"/>
                  <a:pt x="178037" y="181382"/>
                  <a:pt x="178037" y="147905"/>
                </a:cubicBezTo>
                <a:cubicBezTo>
                  <a:pt x="178037" y="114428"/>
                  <a:pt x="205223" y="87289"/>
                  <a:pt x="238759" y="87289"/>
                </a:cubicBezTo>
                <a:close/>
                <a:moveTo>
                  <a:pt x="146171" y="71592"/>
                </a:moveTo>
                <a:lnTo>
                  <a:pt x="146171" y="170926"/>
                </a:lnTo>
                <a:cubicBezTo>
                  <a:pt x="146350" y="171552"/>
                  <a:pt x="146798" y="172805"/>
                  <a:pt x="147157" y="173342"/>
                </a:cubicBezTo>
                <a:lnTo>
                  <a:pt x="194925" y="223277"/>
                </a:lnTo>
                <a:lnTo>
                  <a:pt x="282753" y="223277"/>
                </a:lnTo>
                <a:lnTo>
                  <a:pt x="330520" y="173342"/>
                </a:lnTo>
                <a:cubicBezTo>
                  <a:pt x="330789" y="172805"/>
                  <a:pt x="331327" y="171552"/>
                  <a:pt x="331416" y="170926"/>
                </a:cubicBezTo>
                <a:lnTo>
                  <a:pt x="331416" y="71592"/>
                </a:lnTo>
                <a:close/>
                <a:moveTo>
                  <a:pt x="60763" y="0"/>
                </a:moveTo>
                <a:cubicBezTo>
                  <a:pt x="73668" y="0"/>
                  <a:pt x="84154" y="10471"/>
                  <a:pt x="84154" y="23357"/>
                </a:cubicBezTo>
                <a:lnTo>
                  <a:pt x="84154" y="44387"/>
                </a:lnTo>
                <a:lnTo>
                  <a:pt x="96790" y="44387"/>
                </a:lnTo>
                <a:cubicBezTo>
                  <a:pt x="100017" y="34096"/>
                  <a:pt x="109606" y="26668"/>
                  <a:pt x="120898" y="26668"/>
                </a:cubicBezTo>
                <a:cubicBezTo>
                  <a:pt x="132190" y="26668"/>
                  <a:pt x="141780" y="34096"/>
                  <a:pt x="145006" y="44387"/>
                </a:cubicBezTo>
                <a:lnTo>
                  <a:pt x="332581" y="44387"/>
                </a:lnTo>
                <a:cubicBezTo>
                  <a:pt x="335808" y="34096"/>
                  <a:pt x="345397" y="26668"/>
                  <a:pt x="356689" y="26668"/>
                </a:cubicBezTo>
                <a:cubicBezTo>
                  <a:pt x="367982" y="26668"/>
                  <a:pt x="377571" y="34096"/>
                  <a:pt x="380797" y="44387"/>
                </a:cubicBezTo>
                <a:lnTo>
                  <a:pt x="393434" y="44387"/>
                </a:lnTo>
                <a:lnTo>
                  <a:pt x="393434" y="23357"/>
                </a:lnTo>
                <a:cubicBezTo>
                  <a:pt x="393434" y="10471"/>
                  <a:pt x="403919" y="0"/>
                  <a:pt x="416825" y="0"/>
                </a:cubicBezTo>
                <a:cubicBezTo>
                  <a:pt x="425697" y="0"/>
                  <a:pt x="433404" y="4922"/>
                  <a:pt x="437437" y="12171"/>
                </a:cubicBezTo>
                <a:cubicBezTo>
                  <a:pt x="439857" y="11007"/>
                  <a:pt x="442546" y="10292"/>
                  <a:pt x="445503" y="10292"/>
                </a:cubicBezTo>
                <a:cubicBezTo>
                  <a:pt x="455809" y="10292"/>
                  <a:pt x="464144" y="18704"/>
                  <a:pt x="464144" y="28905"/>
                </a:cubicBezTo>
                <a:lnTo>
                  <a:pt x="464144" y="44387"/>
                </a:lnTo>
                <a:cubicBezTo>
                  <a:pt x="471583" y="44477"/>
                  <a:pt x="477587" y="50562"/>
                  <a:pt x="477587" y="57990"/>
                </a:cubicBezTo>
                <a:cubicBezTo>
                  <a:pt x="477587" y="65417"/>
                  <a:pt x="471583" y="71503"/>
                  <a:pt x="464144" y="71592"/>
                </a:cubicBezTo>
                <a:lnTo>
                  <a:pt x="464144" y="86984"/>
                </a:lnTo>
                <a:cubicBezTo>
                  <a:pt x="464144" y="97276"/>
                  <a:pt x="455809" y="105688"/>
                  <a:pt x="445503" y="105688"/>
                </a:cubicBezTo>
                <a:cubicBezTo>
                  <a:pt x="442546" y="105688"/>
                  <a:pt x="439857" y="104972"/>
                  <a:pt x="437348" y="103808"/>
                </a:cubicBezTo>
                <a:cubicBezTo>
                  <a:pt x="433404" y="111057"/>
                  <a:pt x="425697" y="115979"/>
                  <a:pt x="416825" y="115979"/>
                </a:cubicBezTo>
                <a:cubicBezTo>
                  <a:pt x="403919" y="115979"/>
                  <a:pt x="393434" y="105509"/>
                  <a:pt x="393434" y="92622"/>
                </a:cubicBezTo>
                <a:lnTo>
                  <a:pt x="393434" y="71592"/>
                </a:lnTo>
                <a:lnTo>
                  <a:pt x="381962" y="71592"/>
                </a:lnTo>
                <a:lnTo>
                  <a:pt x="381962" y="171463"/>
                </a:lnTo>
                <a:cubicBezTo>
                  <a:pt x="381962" y="183902"/>
                  <a:pt x="375958" y="198846"/>
                  <a:pt x="367444" y="207795"/>
                </a:cubicBezTo>
                <a:lnTo>
                  <a:pt x="312327" y="265427"/>
                </a:lnTo>
                <a:lnTo>
                  <a:pt x="312238" y="575867"/>
                </a:lnTo>
                <a:cubicBezTo>
                  <a:pt x="312238" y="592780"/>
                  <a:pt x="298436" y="606472"/>
                  <a:pt x="281587" y="606472"/>
                </a:cubicBezTo>
                <a:cubicBezTo>
                  <a:pt x="264649" y="606472"/>
                  <a:pt x="250848" y="592780"/>
                  <a:pt x="250848" y="575867"/>
                </a:cubicBezTo>
                <a:lnTo>
                  <a:pt x="250848" y="423018"/>
                </a:lnTo>
                <a:lnTo>
                  <a:pt x="226650" y="423018"/>
                </a:lnTo>
                <a:lnTo>
                  <a:pt x="226650" y="576046"/>
                </a:lnTo>
                <a:cubicBezTo>
                  <a:pt x="226650" y="592959"/>
                  <a:pt x="212938" y="606651"/>
                  <a:pt x="196000" y="606651"/>
                </a:cubicBezTo>
                <a:cubicBezTo>
                  <a:pt x="179062" y="606651"/>
                  <a:pt x="165350" y="592959"/>
                  <a:pt x="165350" y="576046"/>
                </a:cubicBezTo>
                <a:lnTo>
                  <a:pt x="165350" y="265427"/>
                </a:lnTo>
                <a:lnTo>
                  <a:pt x="110233" y="207795"/>
                </a:lnTo>
                <a:cubicBezTo>
                  <a:pt x="101630" y="198846"/>
                  <a:pt x="95625" y="183902"/>
                  <a:pt x="95625" y="171463"/>
                </a:cubicBezTo>
                <a:lnTo>
                  <a:pt x="95625" y="71592"/>
                </a:lnTo>
                <a:lnTo>
                  <a:pt x="84154" y="71592"/>
                </a:lnTo>
                <a:lnTo>
                  <a:pt x="84154" y="92622"/>
                </a:lnTo>
                <a:cubicBezTo>
                  <a:pt x="84154" y="105509"/>
                  <a:pt x="73668" y="115979"/>
                  <a:pt x="60763" y="115979"/>
                </a:cubicBezTo>
                <a:cubicBezTo>
                  <a:pt x="51890" y="115979"/>
                  <a:pt x="44183" y="111057"/>
                  <a:pt x="40240" y="103808"/>
                </a:cubicBezTo>
                <a:cubicBezTo>
                  <a:pt x="37820" y="104972"/>
                  <a:pt x="35042" y="105688"/>
                  <a:pt x="32174" y="105688"/>
                </a:cubicBezTo>
                <a:cubicBezTo>
                  <a:pt x="21868" y="105688"/>
                  <a:pt x="13443" y="97276"/>
                  <a:pt x="13443" y="86984"/>
                </a:cubicBezTo>
                <a:lnTo>
                  <a:pt x="13443" y="71592"/>
                </a:lnTo>
                <a:cubicBezTo>
                  <a:pt x="6005" y="71503"/>
                  <a:pt x="0" y="65417"/>
                  <a:pt x="0" y="57990"/>
                </a:cubicBezTo>
                <a:cubicBezTo>
                  <a:pt x="0" y="50562"/>
                  <a:pt x="6005" y="44477"/>
                  <a:pt x="13443" y="44387"/>
                </a:cubicBezTo>
                <a:lnTo>
                  <a:pt x="13443" y="28905"/>
                </a:lnTo>
                <a:cubicBezTo>
                  <a:pt x="13443" y="18704"/>
                  <a:pt x="21868" y="10292"/>
                  <a:pt x="32174" y="10292"/>
                </a:cubicBezTo>
                <a:cubicBezTo>
                  <a:pt x="35042" y="10292"/>
                  <a:pt x="37820" y="11007"/>
                  <a:pt x="40240" y="12171"/>
                </a:cubicBezTo>
                <a:cubicBezTo>
                  <a:pt x="44183" y="4922"/>
                  <a:pt x="51890" y="0"/>
                  <a:pt x="607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iconfont-11899-5651487">
            <a:extLst>
              <a:ext uri="{FF2B5EF4-FFF2-40B4-BE49-F238E27FC236}">
                <a16:creationId xmlns:a16="http://schemas.microsoft.com/office/drawing/2014/main" id="{D6BAA0A5-9192-4416-893A-5305F06B3EDD}"/>
              </a:ext>
            </a:extLst>
          </p:cNvPr>
          <p:cNvSpPr/>
          <p:nvPr/>
        </p:nvSpPr>
        <p:spPr>
          <a:xfrm>
            <a:off x="3598833" y="4087049"/>
            <a:ext cx="609685" cy="609685"/>
          </a:xfrm>
          <a:custGeom>
            <a:avLst/>
            <a:gdLst>
              <a:gd name="T0" fmla="*/ 2016 w 10372"/>
              <a:gd name="T1" fmla="*/ 2932 h 10373"/>
              <a:gd name="T2" fmla="*/ 2931 w 10372"/>
              <a:gd name="T3" fmla="*/ 8357 h 10373"/>
              <a:gd name="T4" fmla="*/ 7441 w 10372"/>
              <a:gd name="T5" fmla="*/ 8357 h 10373"/>
              <a:gd name="T6" fmla="*/ 2016 w 10372"/>
              <a:gd name="T7" fmla="*/ 2932 h 10373"/>
              <a:gd name="T8" fmla="*/ 2931 w 10372"/>
              <a:gd name="T9" fmla="*/ 2016 h 10373"/>
              <a:gd name="T10" fmla="*/ 8356 w 10372"/>
              <a:gd name="T11" fmla="*/ 7441 h 10373"/>
              <a:gd name="T12" fmla="*/ 7441 w 10372"/>
              <a:gd name="T13" fmla="*/ 2016 h 10373"/>
              <a:gd name="T14" fmla="*/ 2931 w 10372"/>
              <a:gd name="T15" fmla="*/ 2016 h 10373"/>
              <a:gd name="T16" fmla="*/ 5186 w 10372"/>
              <a:gd name="T17" fmla="*/ 10373 h 10373"/>
              <a:gd name="T18" fmla="*/ 0 w 10372"/>
              <a:gd name="T19" fmla="*/ 5187 h 10373"/>
              <a:gd name="T20" fmla="*/ 5186 w 10372"/>
              <a:gd name="T21" fmla="*/ 0 h 10373"/>
              <a:gd name="T22" fmla="*/ 10372 w 10372"/>
              <a:gd name="T23" fmla="*/ 5187 h 10373"/>
              <a:gd name="T24" fmla="*/ 5186 w 10372"/>
              <a:gd name="T25" fmla="*/ 10373 h 103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372" h="10373">
                <a:moveTo>
                  <a:pt x="2016" y="2932"/>
                </a:moveTo>
                <a:cubicBezTo>
                  <a:pt x="771" y="4683"/>
                  <a:pt x="1181" y="7112"/>
                  <a:pt x="2931" y="8357"/>
                </a:cubicBezTo>
                <a:cubicBezTo>
                  <a:pt x="4281" y="9317"/>
                  <a:pt x="6091" y="9317"/>
                  <a:pt x="7441" y="8357"/>
                </a:cubicBezTo>
                <a:lnTo>
                  <a:pt x="2016" y="2932"/>
                </a:lnTo>
                <a:close/>
                <a:moveTo>
                  <a:pt x="2931" y="2016"/>
                </a:moveTo>
                <a:lnTo>
                  <a:pt x="8356" y="7441"/>
                </a:lnTo>
                <a:cubicBezTo>
                  <a:pt x="9601" y="5690"/>
                  <a:pt x="9192" y="3261"/>
                  <a:pt x="7441" y="2016"/>
                </a:cubicBezTo>
                <a:cubicBezTo>
                  <a:pt x="6091" y="1056"/>
                  <a:pt x="4281" y="1056"/>
                  <a:pt x="2931" y="2016"/>
                </a:cubicBezTo>
                <a:close/>
                <a:moveTo>
                  <a:pt x="5186" y="10373"/>
                </a:moveTo>
                <a:cubicBezTo>
                  <a:pt x="2321" y="10373"/>
                  <a:pt x="0" y="8051"/>
                  <a:pt x="0" y="5187"/>
                </a:cubicBezTo>
                <a:cubicBezTo>
                  <a:pt x="0" y="2323"/>
                  <a:pt x="2321" y="0"/>
                  <a:pt x="5186" y="0"/>
                </a:cubicBezTo>
                <a:cubicBezTo>
                  <a:pt x="8051" y="0"/>
                  <a:pt x="10372" y="2322"/>
                  <a:pt x="10372" y="5187"/>
                </a:cubicBezTo>
                <a:cubicBezTo>
                  <a:pt x="10372" y="8052"/>
                  <a:pt x="8051" y="10373"/>
                  <a:pt x="5186" y="1037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rophy_159553">
            <a:extLst>
              <a:ext uri="{FF2B5EF4-FFF2-40B4-BE49-F238E27FC236}">
                <a16:creationId xmlns:a16="http://schemas.microsoft.com/office/drawing/2014/main" id="{4FB681D8-46A6-43ED-B2E2-8D32F167CF0B}"/>
              </a:ext>
            </a:extLst>
          </p:cNvPr>
          <p:cNvSpPr/>
          <p:nvPr/>
        </p:nvSpPr>
        <p:spPr>
          <a:xfrm>
            <a:off x="5816334" y="3124157"/>
            <a:ext cx="557741" cy="609685"/>
          </a:xfrm>
          <a:custGeom>
            <a:avLst/>
            <a:gdLst>
              <a:gd name="T0" fmla="*/ 84 w 5965"/>
              <a:gd name="T1" fmla="*/ 2653 h 6531"/>
              <a:gd name="T2" fmla="*/ 509 w 5965"/>
              <a:gd name="T3" fmla="*/ 3669 h 6531"/>
              <a:gd name="T4" fmla="*/ 1174 w 5965"/>
              <a:gd name="T5" fmla="*/ 4943 h 6531"/>
              <a:gd name="T6" fmla="*/ 1294 w 5965"/>
              <a:gd name="T7" fmla="*/ 4913 h 6531"/>
              <a:gd name="T8" fmla="*/ 1141 w 5965"/>
              <a:gd name="T9" fmla="*/ 3817 h 6531"/>
              <a:gd name="T10" fmla="*/ 2452 w 5965"/>
              <a:gd name="T11" fmla="*/ 5580 h 6531"/>
              <a:gd name="T12" fmla="*/ 2456 w 5965"/>
              <a:gd name="T13" fmla="*/ 5681 h 6531"/>
              <a:gd name="T14" fmla="*/ 2334 w 5965"/>
              <a:gd name="T15" fmla="*/ 6531 h 6531"/>
              <a:gd name="T16" fmla="*/ 1305 w 5965"/>
              <a:gd name="T17" fmla="*/ 5955 h 6531"/>
              <a:gd name="T18" fmla="*/ 162 w 5965"/>
              <a:gd name="T19" fmla="*/ 4347 h 6531"/>
              <a:gd name="T20" fmla="*/ 676 w 5965"/>
              <a:gd name="T21" fmla="*/ 3568 h 6531"/>
              <a:gd name="T22" fmla="*/ 821 w 5965"/>
              <a:gd name="T23" fmla="*/ 3535 h 6531"/>
              <a:gd name="T24" fmla="*/ 568 w 5965"/>
              <a:gd name="T25" fmla="*/ 2773 h 6531"/>
              <a:gd name="T26" fmla="*/ 976 w 5965"/>
              <a:gd name="T27" fmla="*/ 3489 h 6531"/>
              <a:gd name="T28" fmla="*/ 1002 w 5965"/>
              <a:gd name="T29" fmla="*/ 3144 h 6531"/>
              <a:gd name="T30" fmla="*/ 5526 w 5965"/>
              <a:gd name="T31" fmla="*/ 2995 h 6531"/>
              <a:gd name="T32" fmla="*/ 5392 w 5965"/>
              <a:gd name="T33" fmla="*/ 3960 h 6531"/>
              <a:gd name="T34" fmla="*/ 4692 w 5965"/>
              <a:gd name="T35" fmla="*/ 4995 h 6531"/>
              <a:gd name="T36" fmla="*/ 5121 w 5965"/>
              <a:gd name="T37" fmla="*/ 3752 h 6531"/>
              <a:gd name="T38" fmla="*/ 4120 w 5965"/>
              <a:gd name="T39" fmla="*/ 4675 h 6531"/>
              <a:gd name="T40" fmla="*/ 3509 w 5965"/>
              <a:gd name="T41" fmla="*/ 5681 h 6531"/>
              <a:gd name="T42" fmla="*/ 3630 w 5965"/>
              <a:gd name="T43" fmla="*/ 6531 h 6531"/>
              <a:gd name="T44" fmla="*/ 4660 w 5965"/>
              <a:gd name="T45" fmla="*/ 5955 h 6531"/>
              <a:gd name="T46" fmla="*/ 5802 w 5965"/>
              <a:gd name="T47" fmla="*/ 4349 h 6531"/>
              <a:gd name="T48" fmla="*/ 5621 w 5965"/>
              <a:gd name="T49" fmla="*/ 2669 h 6531"/>
              <a:gd name="T50" fmla="*/ 5229 w 5965"/>
              <a:gd name="T51" fmla="*/ 3572 h 6531"/>
              <a:gd name="T52" fmla="*/ 5364 w 5965"/>
              <a:gd name="T53" fmla="*/ 2929 h 6531"/>
              <a:gd name="T54" fmla="*/ 5141 w 5965"/>
              <a:gd name="T55" fmla="*/ 3528 h 6531"/>
              <a:gd name="T56" fmla="*/ 4989 w 5965"/>
              <a:gd name="T57" fmla="*/ 3489 h 6531"/>
              <a:gd name="T58" fmla="*/ 4962 w 5965"/>
              <a:gd name="T59" fmla="*/ 3144 h 6531"/>
              <a:gd name="T60" fmla="*/ 4256 w 5965"/>
              <a:gd name="T61" fmla="*/ 1945 h 6531"/>
              <a:gd name="T62" fmla="*/ 3250 w 5965"/>
              <a:gd name="T63" fmla="*/ 3212 h 6531"/>
              <a:gd name="T64" fmla="*/ 3737 w 5965"/>
              <a:gd name="T65" fmla="*/ 3616 h 6531"/>
              <a:gd name="T66" fmla="*/ 1961 w 5965"/>
              <a:gd name="T67" fmla="*/ 4433 h 6531"/>
              <a:gd name="T68" fmla="*/ 2228 w 5965"/>
              <a:gd name="T69" fmla="*/ 3387 h 6531"/>
              <a:gd name="T70" fmla="*/ 2714 w 5965"/>
              <a:gd name="T71" fmla="*/ 2665 h 6531"/>
              <a:gd name="T72" fmla="*/ 838 w 5965"/>
              <a:gd name="T73" fmla="*/ 1075 h 6531"/>
              <a:gd name="T74" fmla="*/ 1709 w 5965"/>
              <a:gd name="T75" fmla="*/ 0 h 6531"/>
              <a:gd name="T76" fmla="*/ 5125 w 5965"/>
              <a:gd name="T77" fmla="*/ 407 h 6531"/>
              <a:gd name="T78" fmla="*/ 1713 w 5965"/>
              <a:gd name="T79" fmla="*/ 1505 h 6531"/>
              <a:gd name="T80" fmla="*/ 1281 w 5965"/>
              <a:gd name="T81" fmla="*/ 848 h 6531"/>
              <a:gd name="T82" fmla="*/ 1713 w 5965"/>
              <a:gd name="T83" fmla="*/ 1505 h 6531"/>
              <a:gd name="T84" fmla="*/ 3336 w 5965"/>
              <a:gd name="T85" fmla="*/ 4095 h 6531"/>
              <a:gd name="T86" fmla="*/ 3688 w 5965"/>
              <a:gd name="T87" fmla="*/ 1033 h 6531"/>
              <a:gd name="T88" fmla="*/ 3152 w 5965"/>
              <a:gd name="T89" fmla="*/ 635 h 6531"/>
              <a:gd name="T90" fmla="*/ 2713 w 5965"/>
              <a:gd name="T91" fmla="*/ 888 h 6531"/>
              <a:gd name="T92" fmla="*/ 2336 w 5965"/>
              <a:gd name="T93" fmla="*/ 1228 h 6531"/>
              <a:gd name="T94" fmla="*/ 2513 w 5965"/>
              <a:gd name="T95" fmla="*/ 1825 h 6531"/>
              <a:gd name="T96" fmla="*/ 3217 w 5965"/>
              <a:gd name="T97" fmla="*/ 1868 h 6531"/>
              <a:gd name="T98" fmla="*/ 3490 w 5965"/>
              <a:gd name="T99" fmla="*/ 1669 h 6531"/>
              <a:gd name="T100" fmla="*/ 3688 w 5965"/>
              <a:gd name="T101" fmla="*/ 1033 h 6531"/>
              <a:gd name="T102" fmla="*/ 4256 w 5965"/>
              <a:gd name="T103" fmla="*/ 1423 h 6531"/>
              <a:gd name="T104" fmla="*/ 4685 w 5965"/>
              <a:gd name="T105" fmla="*/ 1076 h 6531"/>
              <a:gd name="T106" fmla="*/ 2864 w 5965"/>
              <a:gd name="T107" fmla="*/ 1099 h 6531"/>
              <a:gd name="T108" fmla="*/ 2713 w 5965"/>
              <a:gd name="T109" fmla="*/ 1632 h 6531"/>
              <a:gd name="T110" fmla="*/ 3176 w 5965"/>
              <a:gd name="T111" fmla="*/ 1325 h 6531"/>
              <a:gd name="T112" fmla="*/ 2982 w 5965"/>
              <a:gd name="T113" fmla="*/ 805 h 6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965" h="6531">
                <a:moveTo>
                  <a:pt x="162" y="4347"/>
                </a:moveTo>
                <a:lnTo>
                  <a:pt x="8" y="2849"/>
                </a:lnTo>
                <a:cubicBezTo>
                  <a:pt x="0" y="2776"/>
                  <a:pt x="26" y="2700"/>
                  <a:pt x="84" y="2653"/>
                </a:cubicBezTo>
                <a:cubicBezTo>
                  <a:pt x="153" y="2597"/>
                  <a:pt x="262" y="2577"/>
                  <a:pt x="344" y="2669"/>
                </a:cubicBezTo>
                <a:cubicBezTo>
                  <a:pt x="401" y="2735"/>
                  <a:pt x="429" y="2940"/>
                  <a:pt x="438" y="2995"/>
                </a:cubicBezTo>
                <a:cubicBezTo>
                  <a:pt x="472" y="3191"/>
                  <a:pt x="504" y="3472"/>
                  <a:pt x="509" y="3669"/>
                </a:cubicBezTo>
                <a:cubicBezTo>
                  <a:pt x="509" y="3683"/>
                  <a:pt x="510" y="3701"/>
                  <a:pt x="512" y="3715"/>
                </a:cubicBezTo>
                <a:cubicBezTo>
                  <a:pt x="517" y="3801"/>
                  <a:pt x="537" y="3881"/>
                  <a:pt x="573" y="3960"/>
                </a:cubicBezTo>
                <a:cubicBezTo>
                  <a:pt x="773" y="4393"/>
                  <a:pt x="1174" y="4943"/>
                  <a:pt x="1174" y="4943"/>
                </a:cubicBezTo>
                <a:lnTo>
                  <a:pt x="1197" y="4976"/>
                </a:lnTo>
                <a:cubicBezTo>
                  <a:pt x="1214" y="5001"/>
                  <a:pt x="1248" y="5009"/>
                  <a:pt x="1273" y="4995"/>
                </a:cubicBezTo>
                <a:cubicBezTo>
                  <a:pt x="1302" y="4979"/>
                  <a:pt x="1312" y="4941"/>
                  <a:pt x="1294" y="4913"/>
                </a:cubicBezTo>
                <a:lnTo>
                  <a:pt x="764" y="4048"/>
                </a:lnTo>
                <a:cubicBezTo>
                  <a:pt x="706" y="3952"/>
                  <a:pt x="740" y="3816"/>
                  <a:pt x="844" y="3752"/>
                </a:cubicBezTo>
                <a:cubicBezTo>
                  <a:pt x="948" y="3688"/>
                  <a:pt x="1084" y="3721"/>
                  <a:pt x="1141" y="3817"/>
                </a:cubicBezTo>
                <a:lnTo>
                  <a:pt x="1693" y="4527"/>
                </a:lnTo>
                <a:cubicBezTo>
                  <a:pt x="1729" y="4573"/>
                  <a:pt x="1797" y="4640"/>
                  <a:pt x="1845" y="4675"/>
                </a:cubicBezTo>
                <a:cubicBezTo>
                  <a:pt x="2341" y="5032"/>
                  <a:pt x="2408" y="5395"/>
                  <a:pt x="2452" y="5580"/>
                </a:cubicBezTo>
                <a:cubicBezTo>
                  <a:pt x="2452" y="5580"/>
                  <a:pt x="2456" y="5621"/>
                  <a:pt x="2456" y="5681"/>
                </a:cubicBezTo>
                <a:lnTo>
                  <a:pt x="2456" y="5681"/>
                </a:lnTo>
                <a:lnTo>
                  <a:pt x="2456" y="5681"/>
                </a:lnTo>
                <a:cubicBezTo>
                  <a:pt x="2456" y="5731"/>
                  <a:pt x="2454" y="5793"/>
                  <a:pt x="2446" y="5856"/>
                </a:cubicBezTo>
                <a:lnTo>
                  <a:pt x="2414" y="6452"/>
                </a:lnTo>
                <a:cubicBezTo>
                  <a:pt x="2414" y="6496"/>
                  <a:pt x="2378" y="6531"/>
                  <a:pt x="2334" y="6531"/>
                </a:cubicBezTo>
                <a:lnTo>
                  <a:pt x="1401" y="6527"/>
                </a:lnTo>
                <a:cubicBezTo>
                  <a:pt x="1357" y="6527"/>
                  <a:pt x="1322" y="6491"/>
                  <a:pt x="1322" y="6447"/>
                </a:cubicBezTo>
                <a:lnTo>
                  <a:pt x="1305" y="5955"/>
                </a:lnTo>
                <a:lnTo>
                  <a:pt x="418" y="4887"/>
                </a:lnTo>
                <a:cubicBezTo>
                  <a:pt x="288" y="4748"/>
                  <a:pt x="198" y="4592"/>
                  <a:pt x="170" y="4404"/>
                </a:cubicBezTo>
                <a:lnTo>
                  <a:pt x="162" y="4347"/>
                </a:lnTo>
                <a:close/>
                <a:moveTo>
                  <a:pt x="568" y="2773"/>
                </a:moveTo>
                <a:cubicBezTo>
                  <a:pt x="584" y="2827"/>
                  <a:pt x="594" y="2879"/>
                  <a:pt x="602" y="2931"/>
                </a:cubicBezTo>
                <a:cubicBezTo>
                  <a:pt x="630" y="3100"/>
                  <a:pt x="673" y="3405"/>
                  <a:pt x="676" y="3568"/>
                </a:cubicBezTo>
                <a:cubicBezTo>
                  <a:pt x="676" y="3584"/>
                  <a:pt x="677" y="3601"/>
                  <a:pt x="677" y="3617"/>
                </a:cubicBezTo>
                <a:cubicBezTo>
                  <a:pt x="696" y="3601"/>
                  <a:pt x="716" y="3585"/>
                  <a:pt x="737" y="3573"/>
                </a:cubicBezTo>
                <a:cubicBezTo>
                  <a:pt x="764" y="3557"/>
                  <a:pt x="792" y="3544"/>
                  <a:pt x="821" y="3535"/>
                </a:cubicBezTo>
                <a:cubicBezTo>
                  <a:pt x="822" y="3533"/>
                  <a:pt x="824" y="3531"/>
                  <a:pt x="824" y="3529"/>
                </a:cubicBezTo>
                <a:cubicBezTo>
                  <a:pt x="802" y="3375"/>
                  <a:pt x="749" y="3083"/>
                  <a:pt x="709" y="2931"/>
                </a:cubicBezTo>
                <a:cubicBezTo>
                  <a:pt x="688" y="2855"/>
                  <a:pt x="644" y="2799"/>
                  <a:pt x="568" y="2773"/>
                </a:cubicBezTo>
                <a:close/>
                <a:moveTo>
                  <a:pt x="864" y="2988"/>
                </a:moveTo>
                <a:cubicBezTo>
                  <a:pt x="889" y="3100"/>
                  <a:pt x="952" y="3307"/>
                  <a:pt x="966" y="3415"/>
                </a:cubicBezTo>
                <a:lnTo>
                  <a:pt x="976" y="3489"/>
                </a:lnTo>
                <a:cubicBezTo>
                  <a:pt x="977" y="3496"/>
                  <a:pt x="976" y="3504"/>
                  <a:pt x="977" y="3511"/>
                </a:cubicBezTo>
                <a:cubicBezTo>
                  <a:pt x="1022" y="3512"/>
                  <a:pt x="1068" y="3521"/>
                  <a:pt x="1109" y="3537"/>
                </a:cubicBezTo>
                <a:cubicBezTo>
                  <a:pt x="1094" y="3437"/>
                  <a:pt x="1028" y="3237"/>
                  <a:pt x="1002" y="3144"/>
                </a:cubicBezTo>
                <a:cubicBezTo>
                  <a:pt x="984" y="3068"/>
                  <a:pt x="940" y="3013"/>
                  <a:pt x="864" y="2988"/>
                </a:cubicBezTo>
                <a:close/>
                <a:moveTo>
                  <a:pt x="5621" y="2669"/>
                </a:moveTo>
                <a:cubicBezTo>
                  <a:pt x="5564" y="2735"/>
                  <a:pt x="5536" y="2940"/>
                  <a:pt x="5526" y="2995"/>
                </a:cubicBezTo>
                <a:cubicBezTo>
                  <a:pt x="5493" y="3191"/>
                  <a:pt x="5461" y="3472"/>
                  <a:pt x="5456" y="3669"/>
                </a:cubicBezTo>
                <a:cubicBezTo>
                  <a:pt x="5456" y="3683"/>
                  <a:pt x="5454" y="3701"/>
                  <a:pt x="5453" y="3715"/>
                </a:cubicBezTo>
                <a:cubicBezTo>
                  <a:pt x="5448" y="3801"/>
                  <a:pt x="5428" y="3881"/>
                  <a:pt x="5392" y="3960"/>
                </a:cubicBezTo>
                <a:cubicBezTo>
                  <a:pt x="5192" y="4393"/>
                  <a:pt x="4790" y="4943"/>
                  <a:pt x="4790" y="4943"/>
                </a:cubicBezTo>
                <a:lnTo>
                  <a:pt x="4768" y="4976"/>
                </a:lnTo>
                <a:cubicBezTo>
                  <a:pt x="4750" y="5001"/>
                  <a:pt x="4717" y="5009"/>
                  <a:pt x="4692" y="4995"/>
                </a:cubicBezTo>
                <a:cubicBezTo>
                  <a:pt x="4662" y="4979"/>
                  <a:pt x="4653" y="4941"/>
                  <a:pt x="4670" y="4913"/>
                </a:cubicBezTo>
                <a:lnTo>
                  <a:pt x="5201" y="4048"/>
                </a:lnTo>
                <a:cubicBezTo>
                  <a:pt x="5258" y="3952"/>
                  <a:pt x="5225" y="3816"/>
                  <a:pt x="5121" y="3752"/>
                </a:cubicBezTo>
                <a:cubicBezTo>
                  <a:pt x="5017" y="3688"/>
                  <a:pt x="4881" y="3721"/>
                  <a:pt x="4824" y="3817"/>
                </a:cubicBezTo>
                <a:lnTo>
                  <a:pt x="4272" y="4527"/>
                </a:lnTo>
                <a:cubicBezTo>
                  <a:pt x="4236" y="4573"/>
                  <a:pt x="4168" y="4640"/>
                  <a:pt x="4120" y="4675"/>
                </a:cubicBezTo>
                <a:cubicBezTo>
                  <a:pt x="3624" y="5032"/>
                  <a:pt x="3557" y="5395"/>
                  <a:pt x="3513" y="5580"/>
                </a:cubicBezTo>
                <a:cubicBezTo>
                  <a:pt x="3513" y="5580"/>
                  <a:pt x="3509" y="5621"/>
                  <a:pt x="3509" y="5681"/>
                </a:cubicBezTo>
                <a:lnTo>
                  <a:pt x="3509" y="5681"/>
                </a:lnTo>
                <a:cubicBezTo>
                  <a:pt x="3509" y="5731"/>
                  <a:pt x="3510" y="5793"/>
                  <a:pt x="3518" y="5856"/>
                </a:cubicBezTo>
                <a:lnTo>
                  <a:pt x="3550" y="6452"/>
                </a:lnTo>
                <a:cubicBezTo>
                  <a:pt x="3550" y="6496"/>
                  <a:pt x="3586" y="6531"/>
                  <a:pt x="3630" y="6531"/>
                </a:cubicBezTo>
                <a:lnTo>
                  <a:pt x="4564" y="6527"/>
                </a:lnTo>
                <a:cubicBezTo>
                  <a:pt x="4608" y="6527"/>
                  <a:pt x="4642" y="6491"/>
                  <a:pt x="4642" y="6447"/>
                </a:cubicBezTo>
                <a:lnTo>
                  <a:pt x="4660" y="5955"/>
                </a:lnTo>
                <a:lnTo>
                  <a:pt x="5546" y="4887"/>
                </a:lnTo>
                <a:cubicBezTo>
                  <a:pt x="5677" y="4748"/>
                  <a:pt x="5766" y="4592"/>
                  <a:pt x="5794" y="4404"/>
                </a:cubicBezTo>
                <a:lnTo>
                  <a:pt x="5802" y="4349"/>
                </a:lnTo>
                <a:lnTo>
                  <a:pt x="5957" y="2852"/>
                </a:lnTo>
                <a:cubicBezTo>
                  <a:pt x="5965" y="2779"/>
                  <a:pt x="5938" y="2703"/>
                  <a:pt x="5881" y="2656"/>
                </a:cubicBezTo>
                <a:cubicBezTo>
                  <a:pt x="5812" y="2597"/>
                  <a:pt x="5702" y="2577"/>
                  <a:pt x="5621" y="2669"/>
                </a:cubicBezTo>
                <a:close/>
                <a:moveTo>
                  <a:pt x="5141" y="3528"/>
                </a:moveTo>
                <a:cubicBezTo>
                  <a:pt x="5142" y="3529"/>
                  <a:pt x="5144" y="3532"/>
                  <a:pt x="5145" y="3533"/>
                </a:cubicBezTo>
                <a:cubicBezTo>
                  <a:pt x="5174" y="3543"/>
                  <a:pt x="5202" y="3556"/>
                  <a:pt x="5229" y="3572"/>
                </a:cubicBezTo>
                <a:cubicBezTo>
                  <a:pt x="5250" y="3585"/>
                  <a:pt x="5270" y="3600"/>
                  <a:pt x="5289" y="3616"/>
                </a:cubicBezTo>
                <a:cubicBezTo>
                  <a:pt x="5289" y="3600"/>
                  <a:pt x="5290" y="3583"/>
                  <a:pt x="5290" y="3567"/>
                </a:cubicBezTo>
                <a:cubicBezTo>
                  <a:pt x="5293" y="3404"/>
                  <a:pt x="5336" y="3099"/>
                  <a:pt x="5364" y="2929"/>
                </a:cubicBezTo>
                <a:cubicBezTo>
                  <a:pt x="5372" y="2879"/>
                  <a:pt x="5382" y="2825"/>
                  <a:pt x="5398" y="2772"/>
                </a:cubicBezTo>
                <a:cubicBezTo>
                  <a:pt x="5321" y="2797"/>
                  <a:pt x="5277" y="2852"/>
                  <a:pt x="5257" y="2928"/>
                </a:cubicBezTo>
                <a:cubicBezTo>
                  <a:pt x="5216" y="3081"/>
                  <a:pt x="5161" y="3375"/>
                  <a:pt x="5141" y="3528"/>
                </a:cubicBezTo>
                <a:close/>
                <a:moveTo>
                  <a:pt x="4856" y="3537"/>
                </a:moveTo>
                <a:cubicBezTo>
                  <a:pt x="4898" y="3521"/>
                  <a:pt x="4942" y="3513"/>
                  <a:pt x="4988" y="3511"/>
                </a:cubicBezTo>
                <a:cubicBezTo>
                  <a:pt x="4988" y="3504"/>
                  <a:pt x="4988" y="3496"/>
                  <a:pt x="4989" y="3489"/>
                </a:cubicBezTo>
                <a:lnTo>
                  <a:pt x="4998" y="3415"/>
                </a:lnTo>
                <a:cubicBezTo>
                  <a:pt x="5013" y="3305"/>
                  <a:pt x="5076" y="3100"/>
                  <a:pt x="5101" y="2988"/>
                </a:cubicBezTo>
                <a:cubicBezTo>
                  <a:pt x="5026" y="3013"/>
                  <a:pt x="4982" y="3068"/>
                  <a:pt x="4962" y="3144"/>
                </a:cubicBezTo>
                <a:cubicBezTo>
                  <a:pt x="4937" y="3237"/>
                  <a:pt x="4870" y="3437"/>
                  <a:pt x="4856" y="3537"/>
                </a:cubicBezTo>
                <a:close/>
                <a:moveTo>
                  <a:pt x="5126" y="1075"/>
                </a:moveTo>
                <a:cubicBezTo>
                  <a:pt x="5126" y="1555"/>
                  <a:pt x="4736" y="1945"/>
                  <a:pt x="4256" y="1945"/>
                </a:cubicBezTo>
                <a:lnTo>
                  <a:pt x="4142" y="1945"/>
                </a:lnTo>
                <a:cubicBezTo>
                  <a:pt x="3978" y="2308"/>
                  <a:pt x="3649" y="2580"/>
                  <a:pt x="3250" y="2665"/>
                </a:cubicBezTo>
                <a:lnTo>
                  <a:pt x="3250" y="3212"/>
                </a:lnTo>
                <a:lnTo>
                  <a:pt x="3562" y="3212"/>
                </a:lnTo>
                <a:cubicBezTo>
                  <a:pt x="3658" y="3212"/>
                  <a:pt x="3737" y="3291"/>
                  <a:pt x="3737" y="3387"/>
                </a:cubicBezTo>
                <a:lnTo>
                  <a:pt x="3737" y="3616"/>
                </a:lnTo>
                <a:lnTo>
                  <a:pt x="4004" y="3616"/>
                </a:lnTo>
                <a:lnTo>
                  <a:pt x="4004" y="4433"/>
                </a:lnTo>
                <a:lnTo>
                  <a:pt x="1961" y="4433"/>
                </a:lnTo>
                <a:lnTo>
                  <a:pt x="1961" y="3616"/>
                </a:lnTo>
                <a:lnTo>
                  <a:pt x="2228" y="3616"/>
                </a:lnTo>
                <a:lnTo>
                  <a:pt x="2228" y="3387"/>
                </a:lnTo>
                <a:cubicBezTo>
                  <a:pt x="2228" y="3291"/>
                  <a:pt x="2306" y="3212"/>
                  <a:pt x="2402" y="3212"/>
                </a:cubicBezTo>
                <a:lnTo>
                  <a:pt x="2714" y="3212"/>
                </a:lnTo>
                <a:lnTo>
                  <a:pt x="2714" y="2665"/>
                </a:lnTo>
                <a:cubicBezTo>
                  <a:pt x="2316" y="2580"/>
                  <a:pt x="1986" y="2308"/>
                  <a:pt x="1822" y="1945"/>
                </a:cubicBezTo>
                <a:lnTo>
                  <a:pt x="1709" y="1945"/>
                </a:lnTo>
                <a:cubicBezTo>
                  <a:pt x="1229" y="1945"/>
                  <a:pt x="838" y="1555"/>
                  <a:pt x="838" y="1075"/>
                </a:cubicBezTo>
                <a:lnTo>
                  <a:pt x="838" y="407"/>
                </a:lnTo>
                <a:lnTo>
                  <a:pt x="1709" y="407"/>
                </a:lnTo>
                <a:lnTo>
                  <a:pt x="1709" y="0"/>
                </a:lnTo>
                <a:lnTo>
                  <a:pt x="4254" y="0"/>
                </a:lnTo>
                <a:lnTo>
                  <a:pt x="4254" y="407"/>
                </a:lnTo>
                <a:lnTo>
                  <a:pt x="5125" y="407"/>
                </a:lnTo>
                <a:lnTo>
                  <a:pt x="5125" y="1075"/>
                </a:lnTo>
                <a:lnTo>
                  <a:pt x="5126" y="1075"/>
                </a:lnTo>
                <a:close/>
                <a:moveTo>
                  <a:pt x="1713" y="1505"/>
                </a:moveTo>
                <a:cubicBezTo>
                  <a:pt x="1712" y="1477"/>
                  <a:pt x="1710" y="1451"/>
                  <a:pt x="1710" y="1423"/>
                </a:cubicBezTo>
                <a:lnTo>
                  <a:pt x="1710" y="848"/>
                </a:lnTo>
                <a:lnTo>
                  <a:pt x="1281" y="848"/>
                </a:lnTo>
                <a:lnTo>
                  <a:pt x="1281" y="1076"/>
                </a:lnTo>
                <a:cubicBezTo>
                  <a:pt x="1281" y="1313"/>
                  <a:pt x="1474" y="1505"/>
                  <a:pt x="1710" y="1505"/>
                </a:cubicBezTo>
                <a:lnTo>
                  <a:pt x="1713" y="1505"/>
                </a:lnTo>
                <a:close/>
                <a:moveTo>
                  <a:pt x="2629" y="3657"/>
                </a:moveTo>
                <a:lnTo>
                  <a:pt x="2629" y="4095"/>
                </a:lnTo>
                <a:lnTo>
                  <a:pt x="3336" y="4095"/>
                </a:lnTo>
                <a:lnTo>
                  <a:pt x="3336" y="3657"/>
                </a:lnTo>
                <a:lnTo>
                  <a:pt x="2629" y="3657"/>
                </a:lnTo>
                <a:close/>
                <a:moveTo>
                  <a:pt x="3688" y="1033"/>
                </a:moveTo>
                <a:cubicBezTo>
                  <a:pt x="3665" y="963"/>
                  <a:pt x="3602" y="913"/>
                  <a:pt x="3528" y="908"/>
                </a:cubicBezTo>
                <a:lnTo>
                  <a:pt x="3254" y="888"/>
                </a:lnTo>
                <a:lnTo>
                  <a:pt x="3152" y="635"/>
                </a:lnTo>
                <a:cubicBezTo>
                  <a:pt x="3124" y="565"/>
                  <a:pt x="3057" y="521"/>
                  <a:pt x="2984" y="521"/>
                </a:cubicBezTo>
                <a:cubicBezTo>
                  <a:pt x="2909" y="521"/>
                  <a:pt x="2844" y="565"/>
                  <a:pt x="2816" y="635"/>
                </a:cubicBezTo>
                <a:lnTo>
                  <a:pt x="2713" y="888"/>
                </a:lnTo>
                <a:lnTo>
                  <a:pt x="2440" y="908"/>
                </a:lnTo>
                <a:cubicBezTo>
                  <a:pt x="2365" y="913"/>
                  <a:pt x="2302" y="963"/>
                  <a:pt x="2280" y="1033"/>
                </a:cubicBezTo>
                <a:cubicBezTo>
                  <a:pt x="2257" y="1104"/>
                  <a:pt x="2278" y="1181"/>
                  <a:pt x="2336" y="1228"/>
                </a:cubicBezTo>
                <a:lnTo>
                  <a:pt x="2545" y="1404"/>
                </a:lnTo>
                <a:lnTo>
                  <a:pt x="2480" y="1669"/>
                </a:lnTo>
                <a:cubicBezTo>
                  <a:pt x="2466" y="1724"/>
                  <a:pt x="2478" y="1781"/>
                  <a:pt x="2513" y="1825"/>
                </a:cubicBezTo>
                <a:cubicBezTo>
                  <a:pt x="2569" y="1896"/>
                  <a:pt x="2676" y="1916"/>
                  <a:pt x="2753" y="1868"/>
                </a:cubicBezTo>
                <a:lnTo>
                  <a:pt x="2985" y="1724"/>
                </a:lnTo>
                <a:lnTo>
                  <a:pt x="3217" y="1868"/>
                </a:lnTo>
                <a:cubicBezTo>
                  <a:pt x="3246" y="1887"/>
                  <a:pt x="3280" y="1896"/>
                  <a:pt x="3313" y="1896"/>
                </a:cubicBezTo>
                <a:cubicBezTo>
                  <a:pt x="3369" y="1896"/>
                  <a:pt x="3422" y="1869"/>
                  <a:pt x="3457" y="1825"/>
                </a:cubicBezTo>
                <a:cubicBezTo>
                  <a:pt x="3492" y="1781"/>
                  <a:pt x="3504" y="1724"/>
                  <a:pt x="3490" y="1669"/>
                </a:cubicBezTo>
                <a:lnTo>
                  <a:pt x="3425" y="1404"/>
                </a:lnTo>
                <a:lnTo>
                  <a:pt x="3634" y="1228"/>
                </a:lnTo>
                <a:cubicBezTo>
                  <a:pt x="3688" y="1180"/>
                  <a:pt x="3710" y="1104"/>
                  <a:pt x="3688" y="1033"/>
                </a:cubicBezTo>
                <a:close/>
                <a:moveTo>
                  <a:pt x="4685" y="848"/>
                </a:moveTo>
                <a:lnTo>
                  <a:pt x="4256" y="848"/>
                </a:lnTo>
                <a:lnTo>
                  <a:pt x="4256" y="1423"/>
                </a:lnTo>
                <a:cubicBezTo>
                  <a:pt x="4256" y="1451"/>
                  <a:pt x="4254" y="1479"/>
                  <a:pt x="4253" y="1505"/>
                </a:cubicBezTo>
                <a:lnTo>
                  <a:pt x="4256" y="1505"/>
                </a:lnTo>
                <a:cubicBezTo>
                  <a:pt x="4493" y="1505"/>
                  <a:pt x="4685" y="1312"/>
                  <a:pt x="4685" y="1076"/>
                </a:cubicBezTo>
                <a:lnTo>
                  <a:pt x="4685" y="848"/>
                </a:lnTo>
                <a:close/>
                <a:moveTo>
                  <a:pt x="2982" y="805"/>
                </a:moveTo>
                <a:lnTo>
                  <a:pt x="2864" y="1099"/>
                </a:lnTo>
                <a:lnTo>
                  <a:pt x="2548" y="1121"/>
                </a:lnTo>
                <a:lnTo>
                  <a:pt x="2789" y="1325"/>
                </a:lnTo>
                <a:lnTo>
                  <a:pt x="2713" y="1632"/>
                </a:lnTo>
                <a:lnTo>
                  <a:pt x="2982" y="1465"/>
                </a:lnTo>
                <a:lnTo>
                  <a:pt x="3252" y="1632"/>
                </a:lnTo>
                <a:lnTo>
                  <a:pt x="3176" y="1325"/>
                </a:lnTo>
                <a:lnTo>
                  <a:pt x="3417" y="1121"/>
                </a:lnTo>
                <a:lnTo>
                  <a:pt x="3101" y="1099"/>
                </a:lnTo>
                <a:lnTo>
                  <a:pt x="2982" y="80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confont-11253-5321692">
            <a:extLst>
              <a:ext uri="{FF2B5EF4-FFF2-40B4-BE49-F238E27FC236}">
                <a16:creationId xmlns:a16="http://schemas.microsoft.com/office/drawing/2014/main" id="{EA55ADE4-CB72-4715-BFDB-94FE382A306C}"/>
              </a:ext>
            </a:extLst>
          </p:cNvPr>
          <p:cNvSpPr/>
          <p:nvPr/>
        </p:nvSpPr>
        <p:spPr>
          <a:xfrm>
            <a:off x="4757366" y="2085067"/>
            <a:ext cx="543666" cy="609685"/>
          </a:xfrm>
          <a:custGeom>
            <a:avLst/>
            <a:gdLst>
              <a:gd name="T0" fmla="*/ 8327 w 8903"/>
              <a:gd name="T1" fmla="*/ 5437 h 9984"/>
              <a:gd name="T2" fmla="*/ 7677 w 8903"/>
              <a:gd name="T3" fmla="*/ 4670 h 9984"/>
              <a:gd name="T4" fmla="*/ 7694 w 8903"/>
              <a:gd name="T5" fmla="*/ 3413 h 9984"/>
              <a:gd name="T6" fmla="*/ 7473 w 8903"/>
              <a:gd name="T7" fmla="*/ 2330 h 9984"/>
              <a:gd name="T8" fmla="*/ 6505 w 8903"/>
              <a:gd name="T9" fmla="*/ 1028 h 9984"/>
              <a:gd name="T10" fmla="*/ 3807 w 8903"/>
              <a:gd name="T11" fmla="*/ 0 h 9984"/>
              <a:gd name="T12" fmla="*/ 0 w 8903"/>
              <a:gd name="T13" fmla="*/ 3482 h 9984"/>
              <a:gd name="T14" fmla="*/ 24 w 8903"/>
              <a:gd name="T15" fmla="*/ 3862 h 9984"/>
              <a:gd name="T16" fmla="*/ 1050 w 8903"/>
              <a:gd name="T17" fmla="*/ 6807 h 9984"/>
              <a:gd name="T18" fmla="*/ 0 w 8903"/>
              <a:gd name="T19" fmla="*/ 9977 h 9984"/>
              <a:gd name="T20" fmla="*/ 4618 w 8903"/>
              <a:gd name="T21" fmla="*/ 9984 h 9984"/>
              <a:gd name="T22" fmla="*/ 5528 w 8903"/>
              <a:gd name="T23" fmla="*/ 8608 h 9984"/>
              <a:gd name="T24" fmla="*/ 6963 w 8903"/>
              <a:gd name="T25" fmla="*/ 8617 h 9984"/>
              <a:gd name="T26" fmla="*/ 7189 w 8903"/>
              <a:gd name="T27" fmla="*/ 8599 h 9984"/>
              <a:gd name="T28" fmla="*/ 7198 w 8903"/>
              <a:gd name="T29" fmla="*/ 8598 h 9984"/>
              <a:gd name="T30" fmla="*/ 7198 w 8903"/>
              <a:gd name="T31" fmla="*/ 8594 h 9984"/>
              <a:gd name="T32" fmla="*/ 7298 w 8903"/>
              <a:gd name="T33" fmla="*/ 7675 h 9984"/>
              <a:gd name="T34" fmla="*/ 7603 w 8903"/>
              <a:gd name="T35" fmla="*/ 7365 h 9984"/>
              <a:gd name="T36" fmla="*/ 7603 w 8903"/>
              <a:gd name="T37" fmla="*/ 7344 h 9984"/>
              <a:gd name="T38" fmla="*/ 7158 w 8903"/>
              <a:gd name="T39" fmla="*/ 7080 h 9984"/>
              <a:gd name="T40" fmla="*/ 7278 w 8903"/>
              <a:gd name="T41" fmla="*/ 7080 h 9984"/>
              <a:gd name="T42" fmla="*/ 7633 w 8903"/>
              <a:gd name="T43" fmla="*/ 6843 h 9984"/>
              <a:gd name="T44" fmla="*/ 7633 w 8903"/>
              <a:gd name="T45" fmla="*/ 6825 h 9984"/>
              <a:gd name="T46" fmla="*/ 7598 w 8903"/>
              <a:gd name="T47" fmla="*/ 6724 h 9984"/>
              <a:gd name="T48" fmla="*/ 7803 w 8903"/>
              <a:gd name="T49" fmla="*/ 5887 h 9984"/>
              <a:gd name="T50" fmla="*/ 8327 w 8903"/>
              <a:gd name="T51" fmla="*/ 5437 h 9984"/>
              <a:gd name="T52" fmla="*/ 8327 w 8903"/>
              <a:gd name="T53" fmla="*/ 5437 h 9984"/>
              <a:gd name="T54" fmla="*/ 4452 w 8903"/>
              <a:gd name="T55" fmla="*/ 2668 h 9984"/>
              <a:gd name="T56" fmla="*/ 3917 w 8903"/>
              <a:gd name="T57" fmla="*/ 2977 h 9984"/>
              <a:gd name="T58" fmla="*/ 4024 w 8903"/>
              <a:gd name="T59" fmla="*/ 3438 h 9984"/>
              <a:gd name="T60" fmla="*/ 3843 w 8903"/>
              <a:gd name="T61" fmla="*/ 4035 h 9984"/>
              <a:gd name="T62" fmla="*/ 4847 w 8903"/>
              <a:gd name="T63" fmla="*/ 4615 h 9984"/>
              <a:gd name="T64" fmla="*/ 5098 w 8903"/>
              <a:gd name="T65" fmla="*/ 4511 h 9984"/>
              <a:gd name="T66" fmla="*/ 5455 w 8903"/>
              <a:gd name="T67" fmla="*/ 4869 h 9984"/>
              <a:gd name="T68" fmla="*/ 5098 w 8903"/>
              <a:gd name="T69" fmla="*/ 5226 h 9984"/>
              <a:gd name="T70" fmla="*/ 4740 w 8903"/>
              <a:gd name="T71" fmla="*/ 4869 h 9984"/>
              <a:gd name="T72" fmla="*/ 4760 w 8903"/>
              <a:gd name="T73" fmla="*/ 4770 h 9984"/>
              <a:gd name="T74" fmla="*/ 3728 w 8903"/>
              <a:gd name="T75" fmla="*/ 4174 h 9984"/>
              <a:gd name="T76" fmla="*/ 2950 w 8903"/>
              <a:gd name="T77" fmla="*/ 4510 h 9984"/>
              <a:gd name="T78" fmla="*/ 1877 w 8903"/>
              <a:gd name="T79" fmla="*/ 3437 h 9984"/>
              <a:gd name="T80" fmla="*/ 2950 w 8903"/>
              <a:gd name="T81" fmla="*/ 2363 h 9984"/>
              <a:gd name="T82" fmla="*/ 3828 w 8903"/>
              <a:gd name="T83" fmla="*/ 2820 h 9984"/>
              <a:gd name="T84" fmla="*/ 4395 w 8903"/>
              <a:gd name="T85" fmla="*/ 2493 h 9984"/>
              <a:gd name="T86" fmla="*/ 4382 w 8903"/>
              <a:gd name="T87" fmla="*/ 2363 h 9984"/>
              <a:gd name="T88" fmla="*/ 5098 w 8903"/>
              <a:gd name="T89" fmla="*/ 1647 h 9984"/>
              <a:gd name="T90" fmla="*/ 5814 w 8903"/>
              <a:gd name="T91" fmla="*/ 2363 h 9984"/>
              <a:gd name="T92" fmla="*/ 5098 w 8903"/>
              <a:gd name="T93" fmla="*/ 3079 h 9984"/>
              <a:gd name="T94" fmla="*/ 4452 w 8903"/>
              <a:gd name="T95" fmla="*/ 2668 h 99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8903" h="9984">
                <a:moveTo>
                  <a:pt x="8327" y="5437"/>
                </a:moveTo>
                <a:cubicBezTo>
                  <a:pt x="8120" y="5205"/>
                  <a:pt x="7800" y="4960"/>
                  <a:pt x="7677" y="4670"/>
                </a:cubicBezTo>
                <a:cubicBezTo>
                  <a:pt x="7499" y="4255"/>
                  <a:pt x="7700" y="3839"/>
                  <a:pt x="7694" y="3413"/>
                </a:cubicBezTo>
                <a:cubicBezTo>
                  <a:pt x="7689" y="3072"/>
                  <a:pt x="7589" y="2647"/>
                  <a:pt x="7473" y="2330"/>
                </a:cubicBezTo>
                <a:cubicBezTo>
                  <a:pt x="7276" y="1797"/>
                  <a:pt x="6930" y="1363"/>
                  <a:pt x="6505" y="1028"/>
                </a:cubicBezTo>
                <a:cubicBezTo>
                  <a:pt x="5816" y="393"/>
                  <a:pt x="4861" y="0"/>
                  <a:pt x="3807" y="0"/>
                </a:cubicBezTo>
                <a:cubicBezTo>
                  <a:pt x="1704" y="0"/>
                  <a:pt x="0" y="1559"/>
                  <a:pt x="0" y="3482"/>
                </a:cubicBezTo>
                <a:cubicBezTo>
                  <a:pt x="0" y="3610"/>
                  <a:pt x="9" y="3737"/>
                  <a:pt x="24" y="3862"/>
                </a:cubicBezTo>
                <a:cubicBezTo>
                  <a:pt x="38" y="4695"/>
                  <a:pt x="299" y="5692"/>
                  <a:pt x="1050" y="6807"/>
                </a:cubicBezTo>
                <a:cubicBezTo>
                  <a:pt x="1050" y="6807"/>
                  <a:pt x="2099" y="8897"/>
                  <a:pt x="0" y="9977"/>
                </a:cubicBezTo>
                <a:lnTo>
                  <a:pt x="4618" y="9984"/>
                </a:lnTo>
                <a:cubicBezTo>
                  <a:pt x="4618" y="9984"/>
                  <a:pt x="4968" y="8608"/>
                  <a:pt x="5528" y="8608"/>
                </a:cubicBezTo>
                <a:cubicBezTo>
                  <a:pt x="6001" y="8608"/>
                  <a:pt x="6487" y="8643"/>
                  <a:pt x="6963" y="8617"/>
                </a:cubicBezTo>
                <a:cubicBezTo>
                  <a:pt x="7056" y="8633"/>
                  <a:pt x="7131" y="8625"/>
                  <a:pt x="7189" y="8599"/>
                </a:cubicBezTo>
                <a:cubicBezTo>
                  <a:pt x="7192" y="8599"/>
                  <a:pt x="7195" y="8598"/>
                  <a:pt x="7198" y="8598"/>
                </a:cubicBezTo>
                <a:lnTo>
                  <a:pt x="7198" y="8594"/>
                </a:lnTo>
                <a:cubicBezTo>
                  <a:pt x="7524" y="8432"/>
                  <a:pt x="7298" y="7675"/>
                  <a:pt x="7298" y="7675"/>
                </a:cubicBezTo>
                <a:cubicBezTo>
                  <a:pt x="7482" y="7597"/>
                  <a:pt x="7603" y="7464"/>
                  <a:pt x="7603" y="7365"/>
                </a:cubicBezTo>
                <a:lnTo>
                  <a:pt x="7603" y="7344"/>
                </a:lnTo>
                <a:cubicBezTo>
                  <a:pt x="7603" y="7220"/>
                  <a:pt x="7417" y="7117"/>
                  <a:pt x="7158" y="7080"/>
                </a:cubicBezTo>
                <a:lnTo>
                  <a:pt x="7278" y="7080"/>
                </a:lnTo>
                <a:cubicBezTo>
                  <a:pt x="7473" y="7080"/>
                  <a:pt x="7633" y="6974"/>
                  <a:pt x="7633" y="6843"/>
                </a:cubicBezTo>
                <a:lnTo>
                  <a:pt x="7633" y="6825"/>
                </a:lnTo>
                <a:cubicBezTo>
                  <a:pt x="7633" y="6789"/>
                  <a:pt x="7620" y="6755"/>
                  <a:pt x="7598" y="6724"/>
                </a:cubicBezTo>
                <a:cubicBezTo>
                  <a:pt x="7633" y="6568"/>
                  <a:pt x="7771" y="5888"/>
                  <a:pt x="7803" y="5887"/>
                </a:cubicBezTo>
                <a:cubicBezTo>
                  <a:pt x="8903" y="5834"/>
                  <a:pt x="8326" y="5437"/>
                  <a:pt x="8327" y="5437"/>
                </a:cubicBezTo>
                <a:close/>
                <a:moveTo>
                  <a:pt x="8327" y="5437"/>
                </a:moveTo>
                <a:close/>
                <a:moveTo>
                  <a:pt x="4452" y="2668"/>
                </a:moveTo>
                <a:lnTo>
                  <a:pt x="3917" y="2977"/>
                </a:lnTo>
                <a:cubicBezTo>
                  <a:pt x="3984" y="3117"/>
                  <a:pt x="4024" y="3272"/>
                  <a:pt x="4024" y="3438"/>
                </a:cubicBezTo>
                <a:cubicBezTo>
                  <a:pt x="4024" y="3659"/>
                  <a:pt x="3957" y="3864"/>
                  <a:pt x="3843" y="4035"/>
                </a:cubicBezTo>
                <a:lnTo>
                  <a:pt x="4847" y="4615"/>
                </a:lnTo>
                <a:cubicBezTo>
                  <a:pt x="4912" y="4551"/>
                  <a:pt x="4999" y="4511"/>
                  <a:pt x="5098" y="4511"/>
                </a:cubicBezTo>
                <a:cubicBezTo>
                  <a:pt x="5295" y="4511"/>
                  <a:pt x="5455" y="4671"/>
                  <a:pt x="5455" y="4869"/>
                </a:cubicBezTo>
                <a:cubicBezTo>
                  <a:pt x="5455" y="5067"/>
                  <a:pt x="5295" y="5226"/>
                  <a:pt x="5098" y="5226"/>
                </a:cubicBezTo>
                <a:cubicBezTo>
                  <a:pt x="4900" y="5226"/>
                  <a:pt x="4740" y="5067"/>
                  <a:pt x="4740" y="4869"/>
                </a:cubicBezTo>
                <a:cubicBezTo>
                  <a:pt x="4740" y="4834"/>
                  <a:pt x="4750" y="4803"/>
                  <a:pt x="4760" y="4770"/>
                </a:cubicBezTo>
                <a:lnTo>
                  <a:pt x="3728" y="4174"/>
                </a:lnTo>
                <a:cubicBezTo>
                  <a:pt x="3532" y="4380"/>
                  <a:pt x="3258" y="4510"/>
                  <a:pt x="2950" y="4510"/>
                </a:cubicBezTo>
                <a:cubicBezTo>
                  <a:pt x="2358" y="4510"/>
                  <a:pt x="1877" y="4029"/>
                  <a:pt x="1877" y="3437"/>
                </a:cubicBezTo>
                <a:cubicBezTo>
                  <a:pt x="1877" y="2844"/>
                  <a:pt x="2358" y="2363"/>
                  <a:pt x="2950" y="2363"/>
                </a:cubicBezTo>
                <a:cubicBezTo>
                  <a:pt x="3314" y="2363"/>
                  <a:pt x="3633" y="2544"/>
                  <a:pt x="3828" y="2820"/>
                </a:cubicBezTo>
                <a:lnTo>
                  <a:pt x="4395" y="2493"/>
                </a:lnTo>
                <a:cubicBezTo>
                  <a:pt x="4388" y="2450"/>
                  <a:pt x="4382" y="2408"/>
                  <a:pt x="4382" y="2363"/>
                </a:cubicBezTo>
                <a:cubicBezTo>
                  <a:pt x="4382" y="1968"/>
                  <a:pt x="4702" y="1647"/>
                  <a:pt x="5098" y="1647"/>
                </a:cubicBezTo>
                <a:cubicBezTo>
                  <a:pt x="5493" y="1647"/>
                  <a:pt x="5814" y="1967"/>
                  <a:pt x="5814" y="2363"/>
                </a:cubicBezTo>
                <a:cubicBezTo>
                  <a:pt x="5814" y="2758"/>
                  <a:pt x="5494" y="3079"/>
                  <a:pt x="5098" y="3079"/>
                </a:cubicBezTo>
                <a:cubicBezTo>
                  <a:pt x="4811" y="3079"/>
                  <a:pt x="4566" y="2910"/>
                  <a:pt x="4452" y="2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confont-1191-801542">
            <a:extLst>
              <a:ext uri="{FF2B5EF4-FFF2-40B4-BE49-F238E27FC236}">
                <a16:creationId xmlns:a16="http://schemas.microsoft.com/office/drawing/2014/main" id="{07B8E444-8941-40BA-B757-F00808A8474A}"/>
              </a:ext>
            </a:extLst>
          </p:cNvPr>
          <p:cNvSpPr/>
          <p:nvPr/>
        </p:nvSpPr>
        <p:spPr>
          <a:xfrm>
            <a:off x="6246764" y="1988127"/>
            <a:ext cx="474324" cy="609685"/>
          </a:xfrm>
          <a:custGeom>
            <a:avLst/>
            <a:gdLst>
              <a:gd name="T0" fmla="*/ 5989 w 6182"/>
              <a:gd name="T1" fmla="*/ 3179 h 7948"/>
              <a:gd name="T2" fmla="*/ 5023 w 6182"/>
              <a:gd name="T3" fmla="*/ 3179 h 7948"/>
              <a:gd name="T4" fmla="*/ 5023 w 6182"/>
              <a:gd name="T5" fmla="*/ 1987 h 7948"/>
              <a:gd name="T6" fmla="*/ 3091 w 6182"/>
              <a:gd name="T7" fmla="*/ 0 h 7948"/>
              <a:gd name="T8" fmla="*/ 1159 w 6182"/>
              <a:gd name="T9" fmla="*/ 1987 h 7948"/>
              <a:gd name="T10" fmla="*/ 1159 w 6182"/>
              <a:gd name="T11" fmla="*/ 3179 h 7948"/>
              <a:gd name="T12" fmla="*/ 193 w 6182"/>
              <a:gd name="T13" fmla="*/ 3179 h 7948"/>
              <a:gd name="T14" fmla="*/ 0 w 6182"/>
              <a:gd name="T15" fmla="*/ 3378 h 7948"/>
              <a:gd name="T16" fmla="*/ 0 w 6182"/>
              <a:gd name="T17" fmla="*/ 4769 h 7948"/>
              <a:gd name="T18" fmla="*/ 3091 w 6182"/>
              <a:gd name="T19" fmla="*/ 7948 h 7948"/>
              <a:gd name="T20" fmla="*/ 6182 w 6182"/>
              <a:gd name="T21" fmla="*/ 4769 h 7948"/>
              <a:gd name="T22" fmla="*/ 6182 w 6182"/>
              <a:gd name="T23" fmla="*/ 3378 h 7948"/>
              <a:gd name="T24" fmla="*/ 5989 w 6182"/>
              <a:gd name="T25" fmla="*/ 3179 h 7948"/>
              <a:gd name="T26" fmla="*/ 3091 w 6182"/>
              <a:gd name="T27" fmla="*/ 5762 h 7948"/>
              <a:gd name="T28" fmla="*/ 2511 w 6182"/>
              <a:gd name="T29" fmla="*/ 5166 h 7948"/>
              <a:gd name="T30" fmla="*/ 3091 w 6182"/>
              <a:gd name="T31" fmla="*/ 4570 h 7948"/>
              <a:gd name="T32" fmla="*/ 3671 w 6182"/>
              <a:gd name="T33" fmla="*/ 5166 h 7948"/>
              <a:gd name="T34" fmla="*/ 3091 w 6182"/>
              <a:gd name="T35" fmla="*/ 5762 h 7948"/>
              <a:gd name="T36" fmla="*/ 1932 w 6182"/>
              <a:gd name="T37" fmla="*/ 3179 h 7948"/>
              <a:gd name="T38" fmla="*/ 1932 w 6182"/>
              <a:gd name="T39" fmla="*/ 1987 h 7948"/>
              <a:gd name="T40" fmla="*/ 3091 w 6182"/>
              <a:gd name="T41" fmla="*/ 794 h 7948"/>
              <a:gd name="T42" fmla="*/ 4250 w 6182"/>
              <a:gd name="T43" fmla="*/ 1987 h 7948"/>
              <a:gd name="T44" fmla="*/ 4250 w 6182"/>
              <a:gd name="T45" fmla="*/ 3179 h 7948"/>
              <a:gd name="T46" fmla="*/ 1932 w 6182"/>
              <a:gd name="T47" fmla="*/ 3179 h 79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6182" h="7948">
                <a:moveTo>
                  <a:pt x="5989" y="3179"/>
                </a:moveTo>
                <a:lnTo>
                  <a:pt x="5023" y="3179"/>
                </a:lnTo>
                <a:lnTo>
                  <a:pt x="5023" y="1987"/>
                </a:lnTo>
                <a:cubicBezTo>
                  <a:pt x="5023" y="891"/>
                  <a:pt x="4156" y="0"/>
                  <a:pt x="3091" y="0"/>
                </a:cubicBezTo>
                <a:cubicBezTo>
                  <a:pt x="2026" y="0"/>
                  <a:pt x="1159" y="891"/>
                  <a:pt x="1159" y="1987"/>
                </a:cubicBezTo>
                <a:lnTo>
                  <a:pt x="1159" y="3179"/>
                </a:lnTo>
                <a:lnTo>
                  <a:pt x="193" y="3179"/>
                </a:lnTo>
                <a:cubicBezTo>
                  <a:pt x="87" y="3179"/>
                  <a:pt x="0" y="3269"/>
                  <a:pt x="0" y="3378"/>
                </a:cubicBezTo>
                <a:lnTo>
                  <a:pt x="0" y="4769"/>
                </a:lnTo>
                <a:cubicBezTo>
                  <a:pt x="0" y="6525"/>
                  <a:pt x="1384" y="7948"/>
                  <a:pt x="3091" y="7948"/>
                </a:cubicBezTo>
                <a:cubicBezTo>
                  <a:pt x="4798" y="7948"/>
                  <a:pt x="6182" y="6525"/>
                  <a:pt x="6182" y="4769"/>
                </a:cubicBezTo>
                <a:lnTo>
                  <a:pt x="6182" y="3378"/>
                </a:lnTo>
                <a:cubicBezTo>
                  <a:pt x="6182" y="3269"/>
                  <a:pt x="6095" y="3179"/>
                  <a:pt x="5989" y="3179"/>
                </a:cubicBezTo>
                <a:close/>
                <a:moveTo>
                  <a:pt x="3091" y="5762"/>
                </a:moveTo>
                <a:cubicBezTo>
                  <a:pt x="2771" y="5762"/>
                  <a:pt x="2511" y="5496"/>
                  <a:pt x="2511" y="5166"/>
                </a:cubicBezTo>
                <a:cubicBezTo>
                  <a:pt x="2511" y="4837"/>
                  <a:pt x="2771" y="4570"/>
                  <a:pt x="3091" y="4570"/>
                </a:cubicBezTo>
                <a:cubicBezTo>
                  <a:pt x="3411" y="4570"/>
                  <a:pt x="3671" y="4837"/>
                  <a:pt x="3671" y="5166"/>
                </a:cubicBezTo>
                <a:cubicBezTo>
                  <a:pt x="3671" y="5496"/>
                  <a:pt x="3411" y="5762"/>
                  <a:pt x="3091" y="5762"/>
                </a:cubicBezTo>
                <a:close/>
                <a:moveTo>
                  <a:pt x="1932" y="3179"/>
                </a:moveTo>
                <a:lnTo>
                  <a:pt x="1932" y="1987"/>
                </a:lnTo>
                <a:cubicBezTo>
                  <a:pt x="1932" y="1329"/>
                  <a:pt x="2452" y="794"/>
                  <a:pt x="3091" y="794"/>
                </a:cubicBezTo>
                <a:cubicBezTo>
                  <a:pt x="3730" y="794"/>
                  <a:pt x="4250" y="1329"/>
                  <a:pt x="4250" y="1987"/>
                </a:cubicBezTo>
                <a:lnTo>
                  <a:pt x="4250" y="3179"/>
                </a:lnTo>
                <a:lnTo>
                  <a:pt x="1932" y="317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confont-10873-5201465">
            <a:extLst>
              <a:ext uri="{FF2B5EF4-FFF2-40B4-BE49-F238E27FC236}">
                <a16:creationId xmlns:a16="http://schemas.microsoft.com/office/drawing/2014/main" id="{AF6BB70B-6B35-4900-8A07-130094C38ECF}"/>
              </a:ext>
            </a:extLst>
          </p:cNvPr>
          <p:cNvSpPr/>
          <p:nvPr/>
        </p:nvSpPr>
        <p:spPr>
          <a:xfrm>
            <a:off x="7998330" y="2253032"/>
            <a:ext cx="601083" cy="609685"/>
          </a:xfrm>
          <a:custGeom>
            <a:avLst/>
            <a:gdLst>
              <a:gd name="T0" fmla="*/ 12270 w 12516"/>
              <a:gd name="T1" fmla="*/ 387 h 12696"/>
              <a:gd name="T2" fmla="*/ 12236 w 12516"/>
              <a:gd name="T3" fmla="*/ 115 h 12696"/>
              <a:gd name="T4" fmla="*/ 11967 w 12516"/>
              <a:gd name="T5" fmla="*/ 69 h 12696"/>
              <a:gd name="T6" fmla="*/ 10984 w 12516"/>
              <a:gd name="T7" fmla="*/ 0 h 12696"/>
              <a:gd name="T8" fmla="*/ 8369 w 12516"/>
              <a:gd name="T9" fmla="*/ 528 h 12696"/>
              <a:gd name="T10" fmla="*/ 6472 w 12516"/>
              <a:gd name="T11" fmla="*/ 2854 h 12696"/>
              <a:gd name="T12" fmla="*/ 6242 w 12516"/>
              <a:gd name="T13" fmla="*/ 3417 h 12696"/>
              <a:gd name="T14" fmla="*/ 5822 w 12516"/>
              <a:gd name="T15" fmla="*/ 2409 h 12696"/>
              <a:gd name="T16" fmla="*/ 4569 w 12516"/>
              <a:gd name="T17" fmla="*/ 1029 h 12696"/>
              <a:gd name="T18" fmla="*/ 1312 w 12516"/>
              <a:gd name="T19" fmla="*/ 20 h 12696"/>
              <a:gd name="T20" fmla="*/ 340 w 12516"/>
              <a:gd name="T21" fmla="*/ 119 h 12696"/>
              <a:gd name="T22" fmla="*/ 89 w 12516"/>
              <a:gd name="T23" fmla="*/ 183 h 12696"/>
              <a:gd name="T24" fmla="*/ 64 w 12516"/>
              <a:gd name="T25" fmla="*/ 441 h 12696"/>
              <a:gd name="T26" fmla="*/ 153 w 12516"/>
              <a:gd name="T27" fmla="*/ 2036 h 12696"/>
              <a:gd name="T28" fmla="*/ 591 w 12516"/>
              <a:gd name="T29" fmla="*/ 3458 h 12696"/>
              <a:gd name="T30" fmla="*/ 1606 w 12516"/>
              <a:gd name="T31" fmla="*/ 4812 h 12696"/>
              <a:gd name="T32" fmla="*/ 3499 w 12516"/>
              <a:gd name="T33" fmla="*/ 5932 h 12696"/>
              <a:gd name="T34" fmla="*/ 5075 w 12516"/>
              <a:gd name="T35" fmla="*/ 6207 h 12696"/>
              <a:gd name="T36" fmla="*/ 5902 w 12516"/>
              <a:gd name="T37" fmla="*/ 6131 h 12696"/>
              <a:gd name="T38" fmla="*/ 5902 w 12516"/>
              <a:gd name="T39" fmla="*/ 7095 h 12696"/>
              <a:gd name="T40" fmla="*/ 3139 w 12516"/>
              <a:gd name="T41" fmla="*/ 7095 h 12696"/>
              <a:gd name="T42" fmla="*/ 3139 w 12516"/>
              <a:gd name="T43" fmla="*/ 11469 h 12696"/>
              <a:gd name="T44" fmla="*/ 4366 w 12516"/>
              <a:gd name="T45" fmla="*/ 12696 h 12696"/>
              <a:gd name="T46" fmla="*/ 8359 w 12516"/>
              <a:gd name="T47" fmla="*/ 12696 h 12696"/>
              <a:gd name="T48" fmla="*/ 9587 w 12516"/>
              <a:gd name="T49" fmla="*/ 11469 h 12696"/>
              <a:gd name="T50" fmla="*/ 9587 w 12516"/>
              <a:gd name="T51" fmla="*/ 7095 h 12696"/>
              <a:gd name="T52" fmla="*/ 6639 w 12516"/>
              <a:gd name="T53" fmla="*/ 7095 h 12696"/>
              <a:gd name="T54" fmla="*/ 6639 w 12516"/>
              <a:gd name="T55" fmla="*/ 5057 h 12696"/>
              <a:gd name="T56" fmla="*/ 8029 w 12516"/>
              <a:gd name="T57" fmla="*/ 5177 h 12696"/>
              <a:gd name="T58" fmla="*/ 11273 w 12516"/>
              <a:gd name="T59" fmla="*/ 3916 h 12696"/>
              <a:gd name="T60" fmla="*/ 12270 w 12516"/>
              <a:gd name="T61" fmla="*/ 387 h 12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2516" h="12696">
                <a:moveTo>
                  <a:pt x="12270" y="387"/>
                </a:moveTo>
                <a:lnTo>
                  <a:pt x="12236" y="115"/>
                </a:lnTo>
                <a:lnTo>
                  <a:pt x="11967" y="69"/>
                </a:lnTo>
                <a:cubicBezTo>
                  <a:pt x="11950" y="66"/>
                  <a:pt x="11561" y="0"/>
                  <a:pt x="10984" y="0"/>
                </a:cubicBezTo>
                <a:cubicBezTo>
                  <a:pt x="10313" y="0"/>
                  <a:pt x="9314" y="92"/>
                  <a:pt x="8369" y="528"/>
                </a:cubicBezTo>
                <a:cubicBezTo>
                  <a:pt x="7646" y="862"/>
                  <a:pt x="7007" y="1645"/>
                  <a:pt x="6472" y="2854"/>
                </a:cubicBezTo>
                <a:cubicBezTo>
                  <a:pt x="6385" y="3049"/>
                  <a:pt x="6309" y="3239"/>
                  <a:pt x="6242" y="3417"/>
                </a:cubicBezTo>
                <a:cubicBezTo>
                  <a:pt x="6138" y="3067"/>
                  <a:pt x="5997" y="2729"/>
                  <a:pt x="5822" y="2409"/>
                </a:cubicBezTo>
                <a:cubicBezTo>
                  <a:pt x="5503" y="1835"/>
                  <a:pt x="5081" y="1370"/>
                  <a:pt x="4569" y="1029"/>
                </a:cubicBezTo>
                <a:cubicBezTo>
                  <a:pt x="3318" y="194"/>
                  <a:pt x="2107" y="20"/>
                  <a:pt x="1312" y="20"/>
                </a:cubicBezTo>
                <a:cubicBezTo>
                  <a:pt x="729" y="20"/>
                  <a:pt x="355" y="114"/>
                  <a:pt x="340" y="119"/>
                </a:cubicBezTo>
                <a:lnTo>
                  <a:pt x="89" y="183"/>
                </a:lnTo>
                <a:lnTo>
                  <a:pt x="64" y="441"/>
                </a:lnTo>
                <a:cubicBezTo>
                  <a:pt x="62" y="470"/>
                  <a:pt x="0" y="1160"/>
                  <a:pt x="153" y="2036"/>
                </a:cubicBezTo>
                <a:cubicBezTo>
                  <a:pt x="243" y="2555"/>
                  <a:pt x="391" y="3033"/>
                  <a:pt x="591" y="3458"/>
                </a:cubicBezTo>
                <a:cubicBezTo>
                  <a:pt x="846" y="4000"/>
                  <a:pt x="1187" y="4455"/>
                  <a:pt x="1606" y="4812"/>
                </a:cubicBezTo>
                <a:cubicBezTo>
                  <a:pt x="2207" y="5324"/>
                  <a:pt x="2844" y="5701"/>
                  <a:pt x="3499" y="5932"/>
                </a:cubicBezTo>
                <a:cubicBezTo>
                  <a:pt x="4017" y="6114"/>
                  <a:pt x="4547" y="6207"/>
                  <a:pt x="5075" y="6207"/>
                </a:cubicBezTo>
                <a:cubicBezTo>
                  <a:pt x="5353" y="6207"/>
                  <a:pt x="5629" y="6181"/>
                  <a:pt x="5902" y="6131"/>
                </a:cubicBezTo>
                <a:lnTo>
                  <a:pt x="5902" y="7095"/>
                </a:lnTo>
                <a:lnTo>
                  <a:pt x="3139" y="7095"/>
                </a:lnTo>
                <a:lnTo>
                  <a:pt x="3139" y="11469"/>
                </a:lnTo>
                <a:cubicBezTo>
                  <a:pt x="3139" y="12146"/>
                  <a:pt x="3689" y="12696"/>
                  <a:pt x="4366" y="12696"/>
                </a:cubicBezTo>
                <a:lnTo>
                  <a:pt x="8359" y="12696"/>
                </a:lnTo>
                <a:cubicBezTo>
                  <a:pt x="9036" y="12696"/>
                  <a:pt x="9587" y="12145"/>
                  <a:pt x="9587" y="11469"/>
                </a:cubicBezTo>
                <a:lnTo>
                  <a:pt x="9587" y="7095"/>
                </a:lnTo>
                <a:lnTo>
                  <a:pt x="6639" y="7095"/>
                </a:lnTo>
                <a:lnTo>
                  <a:pt x="6639" y="5057"/>
                </a:lnTo>
                <a:cubicBezTo>
                  <a:pt x="7132" y="5136"/>
                  <a:pt x="7598" y="5177"/>
                  <a:pt x="8029" y="5177"/>
                </a:cubicBezTo>
                <a:cubicBezTo>
                  <a:pt x="9442" y="5177"/>
                  <a:pt x="10534" y="4752"/>
                  <a:pt x="11273" y="3916"/>
                </a:cubicBezTo>
                <a:cubicBezTo>
                  <a:pt x="12516" y="2511"/>
                  <a:pt x="12281" y="473"/>
                  <a:pt x="12270" y="38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5921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29E44-292F-41B5-AF73-47B8EC513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ECA5F6E-7873-4ECB-9944-4C88132B2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392B82-EC1E-452A-B86A-5A97EC8E6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5</a:t>
            </a:fld>
            <a:endParaRPr lang="zh-CN" altLang="en-US"/>
          </a:p>
        </p:txBody>
      </p:sp>
      <p:grpSp>
        <p:nvGrpSpPr>
          <p:cNvPr id="291" name="组合 290">
            <a:extLst>
              <a:ext uri="{FF2B5EF4-FFF2-40B4-BE49-F238E27FC236}">
                <a16:creationId xmlns:a16="http://schemas.microsoft.com/office/drawing/2014/main" id="{1B89268E-0542-4E5E-A8E3-1AAA87A26703}"/>
              </a:ext>
            </a:extLst>
          </p:cNvPr>
          <p:cNvGrpSpPr>
            <a:grpSpLocks noChangeAspect="1"/>
          </p:cNvGrpSpPr>
          <p:nvPr/>
        </p:nvGrpSpPr>
        <p:grpSpPr>
          <a:xfrm>
            <a:off x="669924" y="1310789"/>
            <a:ext cx="2216314" cy="1698629"/>
            <a:chOff x="3685722" y="2272242"/>
            <a:chExt cx="3580800" cy="2744400"/>
          </a:xfrm>
        </p:grpSpPr>
        <p:sp>
          <p:nvSpPr>
            <p:cNvPr id="153" name="işlídè">
              <a:extLst>
                <a:ext uri="{FF2B5EF4-FFF2-40B4-BE49-F238E27FC236}">
                  <a16:creationId xmlns:a16="http://schemas.microsoft.com/office/drawing/2014/main" id="{8A80ABE2-ED61-4E85-B6E6-08E1C93E2693}"/>
                </a:ext>
              </a:extLst>
            </p:cNvPr>
            <p:cNvSpPr/>
            <p:nvPr/>
          </p:nvSpPr>
          <p:spPr bwMode="auto">
            <a:xfrm>
              <a:off x="6125677" y="3144911"/>
              <a:ext cx="585809" cy="318733"/>
            </a:xfrm>
            <a:custGeom>
              <a:avLst/>
              <a:gdLst>
                <a:gd name="T0" fmla="*/ 37 w 488"/>
                <a:gd name="T1" fmla="*/ 0 h 265"/>
                <a:gd name="T2" fmla="*/ 41 w 488"/>
                <a:gd name="T3" fmla="*/ 0 h 265"/>
                <a:gd name="T4" fmla="*/ 69 w 488"/>
                <a:gd name="T5" fmla="*/ 15 h 265"/>
                <a:gd name="T6" fmla="*/ 76 w 488"/>
                <a:gd name="T7" fmla="*/ 15 h 265"/>
                <a:gd name="T8" fmla="*/ 87 w 488"/>
                <a:gd name="T9" fmla="*/ 21 h 265"/>
                <a:gd name="T10" fmla="*/ 89 w 488"/>
                <a:gd name="T11" fmla="*/ 44 h 265"/>
                <a:gd name="T12" fmla="*/ 111 w 488"/>
                <a:gd name="T13" fmla="*/ 83 h 265"/>
                <a:gd name="T14" fmla="*/ 252 w 488"/>
                <a:gd name="T15" fmla="*/ 182 h 265"/>
                <a:gd name="T16" fmla="*/ 261 w 488"/>
                <a:gd name="T17" fmla="*/ 185 h 265"/>
                <a:gd name="T18" fmla="*/ 276 w 488"/>
                <a:gd name="T19" fmla="*/ 177 h 265"/>
                <a:gd name="T20" fmla="*/ 338 w 488"/>
                <a:gd name="T21" fmla="*/ 123 h 265"/>
                <a:gd name="T22" fmla="*/ 403 w 488"/>
                <a:gd name="T23" fmla="*/ 92 h 265"/>
                <a:gd name="T24" fmla="*/ 470 w 488"/>
                <a:gd name="T25" fmla="*/ 112 h 265"/>
                <a:gd name="T26" fmla="*/ 484 w 488"/>
                <a:gd name="T27" fmla="*/ 163 h 265"/>
                <a:gd name="T28" fmla="*/ 372 w 488"/>
                <a:gd name="T29" fmla="*/ 232 h 265"/>
                <a:gd name="T30" fmla="*/ 267 w 488"/>
                <a:gd name="T31" fmla="*/ 263 h 265"/>
                <a:gd name="T32" fmla="*/ 253 w 488"/>
                <a:gd name="T33" fmla="*/ 265 h 265"/>
                <a:gd name="T34" fmla="*/ 241 w 488"/>
                <a:gd name="T35" fmla="*/ 258 h 265"/>
                <a:gd name="T36" fmla="*/ 95 w 488"/>
                <a:gd name="T37" fmla="*/ 142 h 265"/>
                <a:gd name="T38" fmla="*/ 64 w 488"/>
                <a:gd name="T39" fmla="*/ 104 h 265"/>
                <a:gd name="T40" fmla="*/ 37 w 488"/>
                <a:gd name="T41" fmla="*/ 93 h 265"/>
                <a:gd name="T42" fmla="*/ 12 w 488"/>
                <a:gd name="T43" fmla="*/ 73 h 265"/>
                <a:gd name="T44" fmla="*/ 7 w 488"/>
                <a:gd name="T45" fmla="*/ 22 h 265"/>
                <a:gd name="T46" fmla="*/ 10 w 488"/>
                <a:gd name="T47" fmla="*/ 12 h 265"/>
                <a:gd name="T48" fmla="*/ 26 w 488"/>
                <a:gd name="T49" fmla="*/ 3 h 265"/>
                <a:gd name="T50" fmla="*/ 37 w 488"/>
                <a:gd name="T51" fmla="*/ 0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8" h="265">
                  <a:moveTo>
                    <a:pt x="37" y="0"/>
                  </a:moveTo>
                  <a:cubicBezTo>
                    <a:pt x="38" y="0"/>
                    <a:pt x="40" y="0"/>
                    <a:pt x="41" y="0"/>
                  </a:cubicBezTo>
                  <a:cubicBezTo>
                    <a:pt x="53" y="2"/>
                    <a:pt x="58" y="10"/>
                    <a:pt x="69" y="15"/>
                  </a:cubicBezTo>
                  <a:cubicBezTo>
                    <a:pt x="71" y="16"/>
                    <a:pt x="73" y="15"/>
                    <a:pt x="76" y="15"/>
                  </a:cubicBezTo>
                  <a:cubicBezTo>
                    <a:pt x="81" y="14"/>
                    <a:pt x="86" y="14"/>
                    <a:pt x="87" y="21"/>
                  </a:cubicBezTo>
                  <a:cubicBezTo>
                    <a:pt x="88" y="25"/>
                    <a:pt x="88" y="35"/>
                    <a:pt x="89" y="44"/>
                  </a:cubicBezTo>
                  <a:cubicBezTo>
                    <a:pt x="91" y="57"/>
                    <a:pt x="101" y="72"/>
                    <a:pt x="111" y="83"/>
                  </a:cubicBezTo>
                  <a:cubicBezTo>
                    <a:pt x="151" y="124"/>
                    <a:pt x="201" y="154"/>
                    <a:pt x="252" y="182"/>
                  </a:cubicBezTo>
                  <a:cubicBezTo>
                    <a:pt x="255" y="184"/>
                    <a:pt x="258" y="185"/>
                    <a:pt x="261" y="185"/>
                  </a:cubicBezTo>
                  <a:cubicBezTo>
                    <a:pt x="267" y="185"/>
                    <a:pt x="272" y="181"/>
                    <a:pt x="276" y="177"/>
                  </a:cubicBezTo>
                  <a:cubicBezTo>
                    <a:pt x="295" y="157"/>
                    <a:pt x="315" y="139"/>
                    <a:pt x="338" y="123"/>
                  </a:cubicBezTo>
                  <a:cubicBezTo>
                    <a:pt x="357" y="109"/>
                    <a:pt x="379" y="96"/>
                    <a:pt x="403" y="92"/>
                  </a:cubicBezTo>
                  <a:cubicBezTo>
                    <a:pt x="427" y="88"/>
                    <a:pt x="454" y="94"/>
                    <a:pt x="470" y="112"/>
                  </a:cubicBezTo>
                  <a:cubicBezTo>
                    <a:pt x="483" y="125"/>
                    <a:pt x="488" y="145"/>
                    <a:pt x="484" y="163"/>
                  </a:cubicBezTo>
                  <a:cubicBezTo>
                    <a:pt x="474" y="207"/>
                    <a:pt x="408" y="218"/>
                    <a:pt x="372" y="232"/>
                  </a:cubicBezTo>
                  <a:cubicBezTo>
                    <a:pt x="338" y="245"/>
                    <a:pt x="303" y="255"/>
                    <a:pt x="267" y="263"/>
                  </a:cubicBezTo>
                  <a:cubicBezTo>
                    <a:pt x="262" y="264"/>
                    <a:pt x="258" y="265"/>
                    <a:pt x="253" y="265"/>
                  </a:cubicBezTo>
                  <a:cubicBezTo>
                    <a:pt x="249" y="264"/>
                    <a:pt x="245" y="261"/>
                    <a:pt x="241" y="258"/>
                  </a:cubicBezTo>
                  <a:cubicBezTo>
                    <a:pt x="189" y="223"/>
                    <a:pt x="142" y="183"/>
                    <a:pt x="95" y="142"/>
                  </a:cubicBezTo>
                  <a:cubicBezTo>
                    <a:pt x="82" y="131"/>
                    <a:pt x="76" y="114"/>
                    <a:pt x="64" y="104"/>
                  </a:cubicBezTo>
                  <a:cubicBezTo>
                    <a:pt x="57" y="97"/>
                    <a:pt x="46" y="98"/>
                    <a:pt x="37" y="93"/>
                  </a:cubicBezTo>
                  <a:cubicBezTo>
                    <a:pt x="29" y="89"/>
                    <a:pt x="19" y="81"/>
                    <a:pt x="12" y="73"/>
                  </a:cubicBezTo>
                  <a:cubicBezTo>
                    <a:pt x="0" y="59"/>
                    <a:pt x="4" y="40"/>
                    <a:pt x="7" y="22"/>
                  </a:cubicBezTo>
                  <a:cubicBezTo>
                    <a:pt x="7" y="18"/>
                    <a:pt x="8" y="15"/>
                    <a:pt x="10" y="12"/>
                  </a:cubicBezTo>
                  <a:cubicBezTo>
                    <a:pt x="14" y="7"/>
                    <a:pt x="20" y="5"/>
                    <a:pt x="26" y="3"/>
                  </a:cubicBezTo>
                  <a:cubicBezTo>
                    <a:pt x="29" y="1"/>
                    <a:pt x="33" y="1"/>
                    <a:pt x="37" y="0"/>
                  </a:cubicBezTo>
                </a:path>
              </a:pathLst>
            </a:custGeom>
            <a:solidFill>
              <a:srgbClr val="C67A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4" name="îṡḻiḍê">
              <a:extLst>
                <a:ext uri="{FF2B5EF4-FFF2-40B4-BE49-F238E27FC236}">
                  <a16:creationId xmlns:a16="http://schemas.microsoft.com/office/drawing/2014/main" id="{CF0C8C88-EAA9-481C-BAE9-AAD18DFA4E77}"/>
                </a:ext>
              </a:extLst>
            </p:cNvPr>
            <p:cNvSpPr/>
            <p:nvPr/>
          </p:nvSpPr>
          <p:spPr bwMode="auto">
            <a:xfrm>
              <a:off x="6501562" y="3061381"/>
              <a:ext cx="444028" cy="382479"/>
            </a:xfrm>
            <a:custGeom>
              <a:avLst/>
              <a:gdLst>
                <a:gd name="T0" fmla="*/ 68 w 370"/>
                <a:gd name="T1" fmla="*/ 287 h 319"/>
                <a:gd name="T2" fmla="*/ 0 w 370"/>
                <a:gd name="T3" fmla="*/ 201 h 319"/>
                <a:gd name="T4" fmla="*/ 131 w 370"/>
                <a:gd name="T5" fmla="*/ 83 h 319"/>
                <a:gd name="T6" fmla="*/ 226 w 370"/>
                <a:gd name="T7" fmla="*/ 22 h 319"/>
                <a:gd name="T8" fmla="*/ 323 w 370"/>
                <a:gd name="T9" fmla="*/ 152 h 319"/>
                <a:gd name="T10" fmla="*/ 102 w 370"/>
                <a:gd name="T11" fmla="*/ 318 h 319"/>
                <a:gd name="T12" fmla="*/ 96 w 370"/>
                <a:gd name="T13" fmla="*/ 319 h 319"/>
                <a:gd name="T14" fmla="*/ 90 w 370"/>
                <a:gd name="T15" fmla="*/ 314 h 319"/>
                <a:gd name="T16" fmla="*/ 68 w 370"/>
                <a:gd name="T17" fmla="*/ 287 h 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0" h="319">
                  <a:moveTo>
                    <a:pt x="68" y="287"/>
                  </a:moveTo>
                  <a:cubicBezTo>
                    <a:pt x="46" y="258"/>
                    <a:pt x="23" y="230"/>
                    <a:pt x="0" y="201"/>
                  </a:cubicBezTo>
                  <a:cubicBezTo>
                    <a:pt x="1" y="203"/>
                    <a:pt x="124" y="90"/>
                    <a:pt x="131" y="83"/>
                  </a:cubicBezTo>
                  <a:cubicBezTo>
                    <a:pt x="160" y="58"/>
                    <a:pt x="190" y="33"/>
                    <a:pt x="226" y="22"/>
                  </a:cubicBezTo>
                  <a:cubicBezTo>
                    <a:pt x="303" y="0"/>
                    <a:pt x="370" y="83"/>
                    <a:pt x="323" y="152"/>
                  </a:cubicBezTo>
                  <a:cubicBezTo>
                    <a:pt x="272" y="227"/>
                    <a:pt x="188" y="289"/>
                    <a:pt x="102" y="318"/>
                  </a:cubicBezTo>
                  <a:cubicBezTo>
                    <a:pt x="100" y="319"/>
                    <a:pt x="98" y="319"/>
                    <a:pt x="96" y="319"/>
                  </a:cubicBezTo>
                  <a:cubicBezTo>
                    <a:pt x="94" y="318"/>
                    <a:pt x="92" y="316"/>
                    <a:pt x="90" y="314"/>
                  </a:cubicBezTo>
                  <a:cubicBezTo>
                    <a:pt x="83" y="305"/>
                    <a:pt x="76" y="296"/>
                    <a:pt x="68" y="287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5" name="íṩḷîḑè">
              <a:extLst>
                <a:ext uri="{FF2B5EF4-FFF2-40B4-BE49-F238E27FC236}">
                  <a16:creationId xmlns:a16="http://schemas.microsoft.com/office/drawing/2014/main" id="{C943B1CC-EE15-4236-BB60-C89F1A0E636D}"/>
                </a:ext>
              </a:extLst>
            </p:cNvPr>
            <p:cNvSpPr/>
            <p:nvPr/>
          </p:nvSpPr>
          <p:spPr bwMode="auto">
            <a:xfrm>
              <a:off x="6652136" y="4739673"/>
              <a:ext cx="64846" cy="119800"/>
            </a:xfrm>
            <a:custGeom>
              <a:avLst/>
              <a:gdLst>
                <a:gd name="T0" fmla="*/ 58 w 59"/>
                <a:gd name="T1" fmla="*/ 10 h 109"/>
                <a:gd name="T2" fmla="*/ 59 w 59"/>
                <a:gd name="T3" fmla="*/ 108 h 109"/>
                <a:gd name="T4" fmla="*/ 3 w 59"/>
                <a:gd name="T5" fmla="*/ 109 h 109"/>
                <a:gd name="T6" fmla="*/ 0 w 59"/>
                <a:gd name="T7" fmla="*/ 0 h 109"/>
                <a:gd name="T8" fmla="*/ 58 w 59"/>
                <a:gd name="T9" fmla="*/ 1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09">
                  <a:moveTo>
                    <a:pt x="58" y="10"/>
                  </a:moveTo>
                  <a:lnTo>
                    <a:pt x="59" y="108"/>
                  </a:lnTo>
                  <a:lnTo>
                    <a:pt x="3" y="109"/>
                  </a:lnTo>
                  <a:lnTo>
                    <a:pt x="0" y="0"/>
                  </a:lnTo>
                  <a:lnTo>
                    <a:pt x="58" y="10"/>
                  </a:lnTo>
                  <a:close/>
                </a:path>
              </a:pathLst>
            </a:custGeom>
            <a:solidFill>
              <a:srgbClr val="C67A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6" name="isľîḍe">
              <a:extLst>
                <a:ext uri="{FF2B5EF4-FFF2-40B4-BE49-F238E27FC236}">
                  <a16:creationId xmlns:a16="http://schemas.microsoft.com/office/drawing/2014/main" id="{CD5129F1-D0C5-4CC5-AC25-FBB8307C3A26}"/>
                </a:ext>
              </a:extLst>
            </p:cNvPr>
            <p:cNvSpPr/>
            <p:nvPr/>
          </p:nvSpPr>
          <p:spPr bwMode="auto">
            <a:xfrm>
              <a:off x="6652136" y="4739673"/>
              <a:ext cx="64846" cy="119800"/>
            </a:xfrm>
            <a:custGeom>
              <a:avLst/>
              <a:gdLst>
                <a:gd name="T0" fmla="*/ 58 w 59"/>
                <a:gd name="T1" fmla="*/ 10 h 109"/>
                <a:gd name="T2" fmla="*/ 59 w 59"/>
                <a:gd name="T3" fmla="*/ 108 h 109"/>
                <a:gd name="T4" fmla="*/ 3 w 59"/>
                <a:gd name="T5" fmla="*/ 109 h 109"/>
                <a:gd name="T6" fmla="*/ 0 w 59"/>
                <a:gd name="T7" fmla="*/ 0 h 109"/>
                <a:gd name="T8" fmla="*/ 58 w 59"/>
                <a:gd name="T9" fmla="*/ 10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" h="109">
                  <a:moveTo>
                    <a:pt x="58" y="10"/>
                  </a:moveTo>
                  <a:lnTo>
                    <a:pt x="59" y="108"/>
                  </a:lnTo>
                  <a:lnTo>
                    <a:pt x="3" y="109"/>
                  </a:lnTo>
                  <a:lnTo>
                    <a:pt x="0" y="0"/>
                  </a:lnTo>
                  <a:lnTo>
                    <a:pt x="58" y="1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7" name="ïşļíḑé">
              <a:extLst>
                <a:ext uri="{FF2B5EF4-FFF2-40B4-BE49-F238E27FC236}">
                  <a16:creationId xmlns:a16="http://schemas.microsoft.com/office/drawing/2014/main" id="{E68A10B8-B9CA-443B-8F9F-A773A811724C}"/>
                </a:ext>
              </a:extLst>
            </p:cNvPr>
            <p:cNvSpPr/>
            <p:nvPr/>
          </p:nvSpPr>
          <p:spPr bwMode="auto">
            <a:xfrm>
              <a:off x="6568606" y="4842987"/>
              <a:ext cx="161565" cy="90124"/>
            </a:xfrm>
            <a:custGeom>
              <a:avLst/>
              <a:gdLst>
                <a:gd name="T0" fmla="*/ 76 w 135"/>
                <a:gd name="T1" fmla="*/ 0 h 75"/>
                <a:gd name="T2" fmla="*/ 122 w 135"/>
                <a:gd name="T3" fmla="*/ 15 h 75"/>
                <a:gd name="T4" fmla="*/ 135 w 135"/>
                <a:gd name="T5" fmla="*/ 30 h 75"/>
                <a:gd name="T6" fmla="*/ 133 w 135"/>
                <a:gd name="T7" fmla="*/ 65 h 75"/>
                <a:gd name="T8" fmla="*/ 10 w 135"/>
                <a:gd name="T9" fmla="*/ 75 h 75"/>
                <a:gd name="T10" fmla="*/ 24 w 135"/>
                <a:gd name="T11" fmla="*/ 32 h 75"/>
                <a:gd name="T12" fmla="*/ 30 w 135"/>
                <a:gd name="T13" fmla="*/ 30 h 75"/>
                <a:gd name="T14" fmla="*/ 76 w 135"/>
                <a:gd name="T1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5" h="75">
                  <a:moveTo>
                    <a:pt x="76" y="0"/>
                  </a:moveTo>
                  <a:cubicBezTo>
                    <a:pt x="122" y="15"/>
                    <a:pt x="122" y="15"/>
                    <a:pt x="122" y="15"/>
                  </a:cubicBezTo>
                  <a:cubicBezTo>
                    <a:pt x="135" y="30"/>
                    <a:pt x="135" y="30"/>
                    <a:pt x="135" y="30"/>
                  </a:cubicBezTo>
                  <a:cubicBezTo>
                    <a:pt x="133" y="65"/>
                    <a:pt x="133" y="65"/>
                    <a:pt x="133" y="65"/>
                  </a:cubicBezTo>
                  <a:cubicBezTo>
                    <a:pt x="10" y="75"/>
                    <a:pt x="10" y="75"/>
                    <a:pt x="10" y="75"/>
                  </a:cubicBezTo>
                  <a:cubicBezTo>
                    <a:pt x="0" y="59"/>
                    <a:pt x="7" y="39"/>
                    <a:pt x="24" y="32"/>
                  </a:cubicBezTo>
                  <a:cubicBezTo>
                    <a:pt x="30" y="30"/>
                    <a:pt x="30" y="30"/>
                    <a:pt x="30" y="30"/>
                  </a:cubicBezTo>
                  <a:lnTo>
                    <a:pt x="76" y="0"/>
                  </a:lnTo>
                  <a:close/>
                </a:path>
              </a:pathLst>
            </a:custGeom>
            <a:solidFill>
              <a:srgbClr val="305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8" name="iś1îḑe">
              <a:extLst>
                <a:ext uri="{FF2B5EF4-FFF2-40B4-BE49-F238E27FC236}">
                  <a16:creationId xmlns:a16="http://schemas.microsoft.com/office/drawing/2014/main" id="{A9FBA04F-10E7-43AE-95BF-CFB52D06B035}"/>
                </a:ext>
              </a:extLst>
            </p:cNvPr>
            <p:cNvSpPr/>
            <p:nvPr/>
          </p:nvSpPr>
          <p:spPr bwMode="auto">
            <a:xfrm>
              <a:off x="7103857" y="4646252"/>
              <a:ext cx="103313" cy="124196"/>
            </a:xfrm>
            <a:custGeom>
              <a:avLst/>
              <a:gdLst>
                <a:gd name="T0" fmla="*/ 57 w 94"/>
                <a:gd name="T1" fmla="*/ 0 h 113"/>
                <a:gd name="T2" fmla="*/ 94 w 94"/>
                <a:gd name="T3" fmla="*/ 90 h 113"/>
                <a:gd name="T4" fmla="*/ 42 w 94"/>
                <a:gd name="T5" fmla="*/ 113 h 113"/>
                <a:gd name="T6" fmla="*/ 0 w 94"/>
                <a:gd name="T7" fmla="*/ 13 h 113"/>
                <a:gd name="T8" fmla="*/ 57 w 94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13">
                  <a:moveTo>
                    <a:pt x="57" y="0"/>
                  </a:moveTo>
                  <a:lnTo>
                    <a:pt x="94" y="90"/>
                  </a:lnTo>
                  <a:lnTo>
                    <a:pt x="42" y="113"/>
                  </a:lnTo>
                  <a:lnTo>
                    <a:pt x="0" y="13"/>
                  </a:lnTo>
                  <a:lnTo>
                    <a:pt x="57" y="0"/>
                  </a:lnTo>
                  <a:close/>
                </a:path>
              </a:pathLst>
            </a:custGeom>
            <a:solidFill>
              <a:srgbClr val="C67A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9" name="iṧļîḋè">
              <a:extLst>
                <a:ext uri="{FF2B5EF4-FFF2-40B4-BE49-F238E27FC236}">
                  <a16:creationId xmlns:a16="http://schemas.microsoft.com/office/drawing/2014/main" id="{75DC5155-B7FF-463C-8EAA-D71AADFF633E}"/>
                </a:ext>
              </a:extLst>
            </p:cNvPr>
            <p:cNvSpPr/>
            <p:nvPr/>
          </p:nvSpPr>
          <p:spPr bwMode="auto">
            <a:xfrm>
              <a:off x="7103857" y="4646252"/>
              <a:ext cx="103313" cy="124196"/>
            </a:xfrm>
            <a:custGeom>
              <a:avLst/>
              <a:gdLst>
                <a:gd name="T0" fmla="*/ 57 w 94"/>
                <a:gd name="T1" fmla="*/ 0 h 113"/>
                <a:gd name="T2" fmla="*/ 94 w 94"/>
                <a:gd name="T3" fmla="*/ 90 h 113"/>
                <a:gd name="T4" fmla="*/ 42 w 94"/>
                <a:gd name="T5" fmla="*/ 113 h 113"/>
                <a:gd name="T6" fmla="*/ 0 w 94"/>
                <a:gd name="T7" fmla="*/ 13 h 113"/>
                <a:gd name="T8" fmla="*/ 57 w 94"/>
                <a:gd name="T9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113">
                  <a:moveTo>
                    <a:pt x="57" y="0"/>
                  </a:moveTo>
                  <a:lnTo>
                    <a:pt x="94" y="90"/>
                  </a:lnTo>
                  <a:lnTo>
                    <a:pt x="42" y="113"/>
                  </a:lnTo>
                  <a:lnTo>
                    <a:pt x="0" y="13"/>
                  </a:lnTo>
                  <a:lnTo>
                    <a:pt x="5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" name="íṥľiḑe">
              <a:extLst>
                <a:ext uri="{FF2B5EF4-FFF2-40B4-BE49-F238E27FC236}">
                  <a16:creationId xmlns:a16="http://schemas.microsoft.com/office/drawing/2014/main" id="{A76EFF78-2811-411D-92F3-976ABEB0EB6A}"/>
                </a:ext>
              </a:extLst>
            </p:cNvPr>
            <p:cNvSpPr/>
            <p:nvPr/>
          </p:nvSpPr>
          <p:spPr bwMode="auto">
            <a:xfrm>
              <a:off x="7103857" y="4730881"/>
              <a:ext cx="123097" cy="175853"/>
            </a:xfrm>
            <a:custGeom>
              <a:avLst/>
              <a:gdLst>
                <a:gd name="T0" fmla="*/ 39 w 102"/>
                <a:gd name="T1" fmla="*/ 35 h 146"/>
                <a:gd name="T2" fmla="*/ 45 w 102"/>
                <a:gd name="T3" fmla="*/ 29 h 146"/>
                <a:gd name="T4" fmla="*/ 101 w 102"/>
                <a:gd name="T5" fmla="*/ 11 h 146"/>
                <a:gd name="T6" fmla="*/ 101 w 102"/>
                <a:gd name="T7" fmla="*/ 17 h 146"/>
                <a:gd name="T8" fmla="*/ 79 w 102"/>
                <a:gd name="T9" fmla="*/ 113 h 146"/>
                <a:gd name="T10" fmla="*/ 54 w 102"/>
                <a:gd name="T11" fmla="*/ 144 h 146"/>
                <a:gd name="T12" fmla="*/ 36 w 102"/>
                <a:gd name="T13" fmla="*/ 143 h 146"/>
                <a:gd name="T14" fmla="*/ 11 w 102"/>
                <a:gd name="T15" fmla="*/ 135 h 146"/>
                <a:gd name="T16" fmla="*/ 3 w 102"/>
                <a:gd name="T17" fmla="*/ 130 h 146"/>
                <a:gd name="T18" fmla="*/ 11 w 102"/>
                <a:gd name="T19" fmla="*/ 114 h 146"/>
                <a:gd name="T20" fmla="*/ 26 w 102"/>
                <a:gd name="T21" fmla="*/ 102 h 146"/>
                <a:gd name="T22" fmla="*/ 28 w 102"/>
                <a:gd name="T23" fmla="*/ 94 h 146"/>
                <a:gd name="T24" fmla="*/ 39 w 102"/>
                <a:gd name="T25" fmla="*/ 35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2" h="146">
                  <a:moveTo>
                    <a:pt x="39" y="35"/>
                  </a:moveTo>
                  <a:cubicBezTo>
                    <a:pt x="41" y="33"/>
                    <a:pt x="43" y="31"/>
                    <a:pt x="45" y="29"/>
                  </a:cubicBezTo>
                  <a:cubicBezTo>
                    <a:pt x="51" y="25"/>
                    <a:pt x="97" y="0"/>
                    <a:pt x="101" y="11"/>
                  </a:cubicBezTo>
                  <a:cubicBezTo>
                    <a:pt x="102" y="13"/>
                    <a:pt x="102" y="15"/>
                    <a:pt x="101" y="17"/>
                  </a:cubicBezTo>
                  <a:cubicBezTo>
                    <a:pt x="98" y="50"/>
                    <a:pt x="90" y="82"/>
                    <a:pt x="79" y="113"/>
                  </a:cubicBezTo>
                  <a:cubicBezTo>
                    <a:pt x="74" y="126"/>
                    <a:pt x="67" y="141"/>
                    <a:pt x="54" y="144"/>
                  </a:cubicBezTo>
                  <a:cubicBezTo>
                    <a:pt x="48" y="146"/>
                    <a:pt x="42" y="145"/>
                    <a:pt x="36" y="143"/>
                  </a:cubicBezTo>
                  <a:cubicBezTo>
                    <a:pt x="27" y="141"/>
                    <a:pt x="19" y="138"/>
                    <a:pt x="11" y="135"/>
                  </a:cubicBezTo>
                  <a:cubicBezTo>
                    <a:pt x="8" y="134"/>
                    <a:pt x="4" y="133"/>
                    <a:pt x="3" y="130"/>
                  </a:cubicBezTo>
                  <a:cubicBezTo>
                    <a:pt x="0" y="124"/>
                    <a:pt x="5" y="117"/>
                    <a:pt x="11" y="114"/>
                  </a:cubicBezTo>
                  <a:cubicBezTo>
                    <a:pt x="17" y="111"/>
                    <a:pt x="24" y="108"/>
                    <a:pt x="26" y="102"/>
                  </a:cubicBezTo>
                  <a:cubicBezTo>
                    <a:pt x="28" y="100"/>
                    <a:pt x="28" y="97"/>
                    <a:pt x="28" y="94"/>
                  </a:cubicBezTo>
                  <a:cubicBezTo>
                    <a:pt x="29" y="71"/>
                    <a:pt x="26" y="50"/>
                    <a:pt x="39" y="35"/>
                  </a:cubicBezTo>
                  <a:close/>
                </a:path>
              </a:pathLst>
            </a:custGeom>
            <a:solidFill>
              <a:srgbClr val="305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" name="íṥ1îdé">
              <a:extLst>
                <a:ext uri="{FF2B5EF4-FFF2-40B4-BE49-F238E27FC236}">
                  <a16:creationId xmlns:a16="http://schemas.microsoft.com/office/drawing/2014/main" id="{D8BF1E49-6EA0-4138-A7B7-787810FF3E8B}"/>
                </a:ext>
              </a:extLst>
            </p:cNvPr>
            <p:cNvSpPr/>
            <p:nvPr/>
          </p:nvSpPr>
          <p:spPr bwMode="auto">
            <a:xfrm>
              <a:off x="6690604" y="3601028"/>
              <a:ext cx="506676" cy="1138646"/>
            </a:xfrm>
            <a:custGeom>
              <a:avLst/>
              <a:gdLst>
                <a:gd name="T0" fmla="*/ 69 w 422"/>
                <a:gd name="T1" fmla="*/ 540 h 949"/>
                <a:gd name="T2" fmla="*/ 187 w 422"/>
                <a:gd name="T3" fmla="*/ 737 h 949"/>
                <a:gd name="T4" fmla="*/ 355 w 422"/>
                <a:gd name="T5" fmla="*/ 949 h 949"/>
                <a:gd name="T6" fmla="*/ 422 w 422"/>
                <a:gd name="T7" fmla="*/ 920 h 949"/>
                <a:gd name="T8" fmla="*/ 311 w 422"/>
                <a:gd name="T9" fmla="*/ 597 h 949"/>
                <a:gd name="T10" fmla="*/ 259 w 422"/>
                <a:gd name="T11" fmla="*/ 365 h 949"/>
                <a:gd name="T12" fmla="*/ 273 w 422"/>
                <a:gd name="T13" fmla="*/ 250 h 949"/>
                <a:gd name="T14" fmla="*/ 285 w 422"/>
                <a:gd name="T15" fmla="*/ 105 h 949"/>
                <a:gd name="T16" fmla="*/ 276 w 422"/>
                <a:gd name="T17" fmla="*/ 59 h 949"/>
                <a:gd name="T18" fmla="*/ 257 w 422"/>
                <a:gd name="T19" fmla="*/ 51 h 949"/>
                <a:gd name="T20" fmla="*/ 69 w 422"/>
                <a:gd name="T21" fmla="*/ 540 h 9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22" h="949">
                  <a:moveTo>
                    <a:pt x="69" y="540"/>
                  </a:moveTo>
                  <a:cubicBezTo>
                    <a:pt x="86" y="620"/>
                    <a:pt x="134" y="678"/>
                    <a:pt x="187" y="737"/>
                  </a:cubicBezTo>
                  <a:cubicBezTo>
                    <a:pt x="246" y="804"/>
                    <a:pt x="302" y="875"/>
                    <a:pt x="355" y="949"/>
                  </a:cubicBezTo>
                  <a:cubicBezTo>
                    <a:pt x="377" y="939"/>
                    <a:pt x="400" y="929"/>
                    <a:pt x="422" y="920"/>
                  </a:cubicBezTo>
                  <a:cubicBezTo>
                    <a:pt x="404" y="807"/>
                    <a:pt x="352" y="704"/>
                    <a:pt x="311" y="597"/>
                  </a:cubicBezTo>
                  <a:cubicBezTo>
                    <a:pt x="283" y="523"/>
                    <a:pt x="260" y="445"/>
                    <a:pt x="259" y="365"/>
                  </a:cubicBezTo>
                  <a:cubicBezTo>
                    <a:pt x="259" y="325"/>
                    <a:pt x="268" y="289"/>
                    <a:pt x="273" y="250"/>
                  </a:cubicBezTo>
                  <a:cubicBezTo>
                    <a:pt x="279" y="202"/>
                    <a:pt x="280" y="153"/>
                    <a:pt x="285" y="105"/>
                  </a:cubicBezTo>
                  <a:cubicBezTo>
                    <a:pt x="287" y="89"/>
                    <a:pt x="288" y="70"/>
                    <a:pt x="276" y="59"/>
                  </a:cubicBezTo>
                  <a:cubicBezTo>
                    <a:pt x="271" y="54"/>
                    <a:pt x="264" y="52"/>
                    <a:pt x="257" y="51"/>
                  </a:cubicBezTo>
                  <a:cubicBezTo>
                    <a:pt x="0" y="0"/>
                    <a:pt x="36" y="388"/>
                    <a:pt x="69" y="540"/>
                  </a:cubicBezTo>
                </a:path>
              </a:pathLst>
            </a:cu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" name="ïṣļiḑe">
              <a:extLst>
                <a:ext uri="{FF2B5EF4-FFF2-40B4-BE49-F238E27FC236}">
                  <a16:creationId xmlns:a16="http://schemas.microsoft.com/office/drawing/2014/main" id="{B77C3672-60B7-4321-9E7C-F75EA199041E}"/>
                </a:ext>
              </a:extLst>
            </p:cNvPr>
            <p:cNvSpPr/>
            <p:nvPr/>
          </p:nvSpPr>
          <p:spPr bwMode="auto">
            <a:xfrm>
              <a:off x="6482878" y="3583443"/>
              <a:ext cx="541846" cy="1233166"/>
            </a:xfrm>
            <a:custGeom>
              <a:avLst/>
              <a:gdLst>
                <a:gd name="T0" fmla="*/ 451 w 451"/>
                <a:gd name="T1" fmla="*/ 135 h 1028"/>
                <a:gd name="T2" fmla="*/ 436 w 451"/>
                <a:gd name="T3" fmla="*/ 4 h 1028"/>
                <a:gd name="T4" fmla="*/ 208 w 451"/>
                <a:gd name="T5" fmla="*/ 23 h 1028"/>
                <a:gd name="T6" fmla="*/ 93 w 451"/>
                <a:gd name="T7" fmla="*/ 132 h 1028"/>
                <a:gd name="T8" fmla="*/ 13 w 451"/>
                <a:gd name="T9" fmla="*/ 539 h 1028"/>
                <a:gd name="T10" fmla="*/ 50 w 451"/>
                <a:gd name="T11" fmla="*/ 767 h 1028"/>
                <a:gd name="T12" fmla="*/ 127 w 451"/>
                <a:gd name="T13" fmla="*/ 1028 h 1028"/>
                <a:gd name="T14" fmla="*/ 201 w 451"/>
                <a:gd name="T15" fmla="*/ 1028 h 1028"/>
                <a:gd name="T16" fmla="*/ 217 w 451"/>
                <a:gd name="T17" fmla="*/ 686 h 1028"/>
                <a:gd name="T18" fmla="*/ 255 w 451"/>
                <a:gd name="T19" fmla="*/ 451 h 1028"/>
                <a:gd name="T20" fmla="*/ 382 w 451"/>
                <a:gd name="T21" fmla="*/ 354 h 1028"/>
                <a:gd name="T22" fmla="*/ 451 w 451"/>
                <a:gd name="T23" fmla="*/ 135 h 10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51" h="1028">
                  <a:moveTo>
                    <a:pt x="451" y="135"/>
                  </a:moveTo>
                  <a:cubicBezTo>
                    <a:pt x="451" y="86"/>
                    <a:pt x="445" y="39"/>
                    <a:pt x="436" y="4"/>
                  </a:cubicBezTo>
                  <a:cubicBezTo>
                    <a:pt x="363" y="0"/>
                    <a:pt x="281" y="8"/>
                    <a:pt x="208" y="23"/>
                  </a:cubicBezTo>
                  <a:cubicBezTo>
                    <a:pt x="138" y="38"/>
                    <a:pt x="94" y="53"/>
                    <a:pt x="93" y="132"/>
                  </a:cubicBezTo>
                  <a:cubicBezTo>
                    <a:pt x="92" y="277"/>
                    <a:pt x="37" y="400"/>
                    <a:pt x="13" y="539"/>
                  </a:cubicBezTo>
                  <a:cubicBezTo>
                    <a:pt x="0" y="620"/>
                    <a:pt x="24" y="692"/>
                    <a:pt x="50" y="767"/>
                  </a:cubicBezTo>
                  <a:cubicBezTo>
                    <a:pt x="80" y="852"/>
                    <a:pt x="106" y="940"/>
                    <a:pt x="127" y="1028"/>
                  </a:cubicBezTo>
                  <a:cubicBezTo>
                    <a:pt x="152" y="1028"/>
                    <a:pt x="176" y="1028"/>
                    <a:pt x="201" y="1028"/>
                  </a:cubicBezTo>
                  <a:cubicBezTo>
                    <a:pt x="225" y="916"/>
                    <a:pt x="215" y="800"/>
                    <a:pt x="217" y="686"/>
                  </a:cubicBezTo>
                  <a:cubicBezTo>
                    <a:pt x="218" y="607"/>
                    <a:pt x="226" y="525"/>
                    <a:pt x="255" y="451"/>
                  </a:cubicBezTo>
                  <a:cubicBezTo>
                    <a:pt x="286" y="369"/>
                    <a:pt x="331" y="402"/>
                    <a:pt x="382" y="354"/>
                  </a:cubicBezTo>
                  <a:cubicBezTo>
                    <a:pt x="433" y="308"/>
                    <a:pt x="451" y="219"/>
                    <a:pt x="451" y="135"/>
                  </a:cubicBezTo>
                </a:path>
              </a:pathLst>
            </a:cu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" name="ïṩḷíde">
              <a:extLst>
                <a:ext uri="{FF2B5EF4-FFF2-40B4-BE49-F238E27FC236}">
                  <a16:creationId xmlns:a16="http://schemas.microsoft.com/office/drawing/2014/main" id="{1F1D74BC-AD73-49AE-B32F-A1A4E358FBAA}"/>
                </a:ext>
              </a:extLst>
            </p:cNvPr>
            <p:cNvSpPr/>
            <p:nvPr/>
          </p:nvSpPr>
          <p:spPr bwMode="auto">
            <a:xfrm>
              <a:off x="6566408" y="3036102"/>
              <a:ext cx="537450" cy="868272"/>
            </a:xfrm>
            <a:custGeom>
              <a:avLst/>
              <a:gdLst>
                <a:gd name="T0" fmla="*/ 299 w 448"/>
                <a:gd name="T1" fmla="*/ 34 h 724"/>
                <a:gd name="T2" fmla="*/ 321 w 448"/>
                <a:gd name="T3" fmla="*/ 56 h 724"/>
                <a:gd name="T4" fmla="*/ 340 w 448"/>
                <a:gd name="T5" fmla="*/ 77 h 724"/>
                <a:gd name="T6" fmla="*/ 382 w 448"/>
                <a:gd name="T7" fmla="*/ 166 h 724"/>
                <a:gd name="T8" fmla="*/ 417 w 448"/>
                <a:gd name="T9" fmla="*/ 713 h 724"/>
                <a:gd name="T10" fmla="*/ 35 w 448"/>
                <a:gd name="T11" fmla="*/ 675 h 724"/>
                <a:gd name="T12" fmla="*/ 4 w 448"/>
                <a:gd name="T13" fmla="*/ 661 h 724"/>
                <a:gd name="T14" fmla="*/ 0 w 448"/>
                <a:gd name="T15" fmla="*/ 639 h 724"/>
                <a:gd name="T16" fmla="*/ 43 w 448"/>
                <a:gd name="T17" fmla="*/ 314 h 724"/>
                <a:gd name="T18" fmla="*/ 76 w 448"/>
                <a:gd name="T19" fmla="*/ 184 h 724"/>
                <a:gd name="T20" fmla="*/ 140 w 448"/>
                <a:gd name="T21" fmla="*/ 55 h 724"/>
                <a:gd name="T22" fmla="*/ 291 w 448"/>
                <a:gd name="T23" fmla="*/ 29 h 724"/>
                <a:gd name="T24" fmla="*/ 299 w 448"/>
                <a:gd name="T25" fmla="*/ 3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8" h="724">
                  <a:moveTo>
                    <a:pt x="299" y="34"/>
                  </a:moveTo>
                  <a:cubicBezTo>
                    <a:pt x="307" y="41"/>
                    <a:pt x="314" y="48"/>
                    <a:pt x="321" y="56"/>
                  </a:cubicBezTo>
                  <a:cubicBezTo>
                    <a:pt x="327" y="63"/>
                    <a:pt x="334" y="70"/>
                    <a:pt x="340" y="77"/>
                  </a:cubicBezTo>
                  <a:cubicBezTo>
                    <a:pt x="362" y="100"/>
                    <a:pt x="372" y="136"/>
                    <a:pt x="382" y="166"/>
                  </a:cubicBezTo>
                  <a:cubicBezTo>
                    <a:pt x="431" y="326"/>
                    <a:pt x="448" y="546"/>
                    <a:pt x="417" y="713"/>
                  </a:cubicBezTo>
                  <a:cubicBezTo>
                    <a:pt x="296" y="724"/>
                    <a:pt x="156" y="692"/>
                    <a:pt x="35" y="675"/>
                  </a:cubicBezTo>
                  <a:cubicBezTo>
                    <a:pt x="24" y="674"/>
                    <a:pt x="10" y="671"/>
                    <a:pt x="4" y="661"/>
                  </a:cubicBezTo>
                  <a:cubicBezTo>
                    <a:pt x="1" y="654"/>
                    <a:pt x="0" y="647"/>
                    <a:pt x="0" y="639"/>
                  </a:cubicBezTo>
                  <a:cubicBezTo>
                    <a:pt x="0" y="533"/>
                    <a:pt x="22" y="419"/>
                    <a:pt x="43" y="314"/>
                  </a:cubicBezTo>
                  <a:cubicBezTo>
                    <a:pt x="52" y="270"/>
                    <a:pt x="62" y="226"/>
                    <a:pt x="76" y="184"/>
                  </a:cubicBezTo>
                  <a:cubicBezTo>
                    <a:pt x="90" y="138"/>
                    <a:pt x="107" y="89"/>
                    <a:pt x="140" y="55"/>
                  </a:cubicBezTo>
                  <a:cubicBezTo>
                    <a:pt x="177" y="18"/>
                    <a:pt x="246" y="0"/>
                    <a:pt x="291" y="29"/>
                  </a:cubicBezTo>
                  <a:cubicBezTo>
                    <a:pt x="294" y="31"/>
                    <a:pt x="296" y="32"/>
                    <a:pt x="299" y="34"/>
                  </a:cubicBezTo>
                </a:path>
              </a:pathLst>
            </a:cu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" name="ïṣḻîḍé">
              <a:extLst>
                <a:ext uri="{FF2B5EF4-FFF2-40B4-BE49-F238E27FC236}">
                  <a16:creationId xmlns:a16="http://schemas.microsoft.com/office/drawing/2014/main" id="{678A061B-B5A1-4DA1-BEE4-C5F60C27C8DB}"/>
                </a:ext>
              </a:extLst>
            </p:cNvPr>
            <p:cNvSpPr/>
            <p:nvPr/>
          </p:nvSpPr>
          <p:spPr bwMode="auto">
            <a:xfrm>
              <a:off x="6780728" y="2703081"/>
              <a:ext cx="307742" cy="429740"/>
            </a:xfrm>
            <a:custGeom>
              <a:avLst/>
              <a:gdLst>
                <a:gd name="T0" fmla="*/ 107 w 256"/>
                <a:gd name="T1" fmla="*/ 335 h 359"/>
                <a:gd name="T2" fmla="*/ 113 w 256"/>
                <a:gd name="T3" fmla="*/ 291 h 359"/>
                <a:gd name="T4" fmla="*/ 122 w 256"/>
                <a:gd name="T5" fmla="*/ 287 h 359"/>
                <a:gd name="T6" fmla="*/ 122 w 256"/>
                <a:gd name="T7" fmla="*/ 37 h 359"/>
                <a:gd name="T8" fmla="*/ 30 w 256"/>
                <a:gd name="T9" fmla="*/ 244 h 359"/>
                <a:gd name="T10" fmla="*/ 48 w 256"/>
                <a:gd name="T11" fmla="*/ 278 h 359"/>
                <a:gd name="T12" fmla="*/ 54 w 256"/>
                <a:gd name="T13" fmla="*/ 292 h 359"/>
                <a:gd name="T14" fmla="*/ 44 w 256"/>
                <a:gd name="T15" fmla="*/ 317 h 359"/>
                <a:gd name="T16" fmla="*/ 48 w 256"/>
                <a:gd name="T17" fmla="*/ 342 h 359"/>
                <a:gd name="T18" fmla="*/ 60 w 256"/>
                <a:gd name="T19" fmla="*/ 353 h 359"/>
                <a:gd name="T20" fmla="*/ 84 w 256"/>
                <a:gd name="T21" fmla="*/ 357 h 359"/>
                <a:gd name="T22" fmla="*/ 107 w 256"/>
                <a:gd name="T23" fmla="*/ 335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56" h="359">
                  <a:moveTo>
                    <a:pt x="107" y="335"/>
                  </a:moveTo>
                  <a:cubicBezTo>
                    <a:pt x="109" y="320"/>
                    <a:pt x="111" y="306"/>
                    <a:pt x="113" y="291"/>
                  </a:cubicBezTo>
                  <a:cubicBezTo>
                    <a:pt x="116" y="290"/>
                    <a:pt x="119" y="288"/>
                    <a:pt x="122" y="287"/>
                  </a:cubicBezTo>
                  <a:cubicBezTo>
                    <a:pt x="172" y="253"/>
                    <a:pt x="256" y="76"/>
                    <a:pt x="122" y="37"/>
                  </a:cubicBezTo>
                  <a:cubicBezTo>
                    <a:pt x="0" y="0"/>
                    <a:pt x="7" y="173"/>
                    <a:pt x="30" y="244"/>
                  </a:cubicBezTo>
                  <a:cubicBezTo>
                    <a:pt x="34" y="257"/>
                    <a:pt x="40" y="268"/>
                    <a:pt x="48" y="278"/>
                  </a:cubicBezTo>
                  <a:cubicBezTo>
                    <a:pt x="53" y="285"/>
                    <a:pt x="55" y="284"/>
                    <a:pt x="54" y="292"/>
                  </a:cubicBezTo>
                  <a:cubicBezTo>
                    <a:pt x="53" y="300"/>
                    <a:pt x="46" y="308"/>
                    <a:pt x="44" y="317"/>
                  </a:cubicBezTo>
                  <a:cubicBezTo>
                    <a:pt x="42" y="325"/>
                    <a:pt x="43" y="335"/>
                    <a:pt x="48" y="342"/>
                  </a:cubicBezTo>
                  <a:cubicBezTo>
                    <a:pt x="51" y="347"/>
                    <a:pt x="55" y="350"/>
                    <a:pt x="60" y="353"/>
                  </a:cubicBezTo>
                  <a:cubicBezTo>
                    <a:pt x="67" y="357"/>
                    <a:pt x="76" y="359"/>
                    <a:pt x="84" y="357"/>
                  </a:cubicBezTo>
                  <a:cubicBezTo>
                    <a:pt x="94" y="355"/>
                    <a:pt x="105" y="345"/>
                    <a:pt x="107" y="335"/>
                  </a:cubicBezTo>
                  <a:close/>
                </a:path>
              </a:pathLst>
            </a:custGeom>
            <a:solidFill>
              <a:srgbClr val="C67A6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" name="ïṥḻïdê">
              <a:extLst>
                <a:ext uri="{FF2B5EF4-FFF2-40B4-BE49-F238E27FC236}">
                  <a16:creationId xmlns:a16="http://schemas.microsoft.com/office/drawing/2014/main" id="{0D4D6116-4DDB-4627-9FD1-E1719A4988DA}"/>
                </a:ext>
              </a:extLst>
            </p:cNvPr>
            <p:cNvSpPr/>
            <p:nvPr/>
          </p:nvSpPr>
          <p:spPr bwMode="auto">
            <a:xfrm>
              <a:off x="6767539" y="2814088"/>
              <a:ext cx="72539" cy="181348"/>
            </a:xfrm>
            <a:custGeom>
              <a:avLst/>
              <a:gdLst>
                <a:gd name="T0" fmla="*/ 13 w 60"/>
                <a:gd name="T1" fmla="*/ 86 h 151"/>
                <a:gd name="T2" fmla="*/ 44 w 60"/>
                <a:gd name="T3" fmla="*/ 151 h 151"/>
                <a:gd name="T4" fmla="*/ 59 w 60"/>
                <a:gd name="T5" fmla="*/ 25 h 151"/>
                <a:gd name="T6" fmla="*/ 58 w 60"/>
                <a:gd name="T7" fmla="*/ 16 h 151"/>
                <a:gd name="T8" fmla="*/ 51 w 60"/>
                <a:gd name="T9" fmla="*/ 12 h 151"/>
                <a:gd name="T10" fmla="*/ 13 w 60"/>
                <a:gd name="T11" fmla="*/ 86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0" h="151">
                  <a:moveTo>
                    <a:pt x="13" y="86"/>
                  </a:moveTo>
                  <a:cubicBezTo>
                    <a:pt x="20" y="109"/>
                    <a:pt x="31" y="131"/>
                    <a:pt x="44" y="151"/>
                  </a:cubicBezTo>
                  <a:cubicBezTo>
                    <a:pt x="43" y="109"/>
                    <a:pt x="48" y="66"/>
                    <a:pt x="59" y="25"/>
                  </a:cubicBezTo>
                  <a:cubicBezTo>
                    <a:pt x="59" y="22"/>
                    <a:pt x="60" y="19"/>
                    <a:pt x="58" y="16"/>
                  </a:cubicBezTo>
                  <a:cubicBezTo>
                    <a:pt x="57" y="13"/>
                    <a:pt x="54" y="12"/>
                    <a:pt x="51" y="12"/>
                  </a:cubicBezTo>
                  <a:cubicBezTo>
                    <a:pt x="0" y="0"/>
                    <a:pt x="0" y="46"/>
                    <a:pt x="13" y="86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" name="îŝľíďe">
              <a:extLst>
                <a:ext uri="{FF2B5EF4-FFF2-40B4-BE49-F238E27FC236}">
                  <a16:creationId xmlns:a16="http://schemas.microsoft.com/office/drawing/2014/main" id="{B3781405-857C-4542-AD52-D6E2C0889904}"/>
                </a:ext>
              </a:extLst>
            </p:cNvPr>
            <p:cNvSpPr/>
            <p:nvPr/>
          </p:nvSpPr>
          <p:spPr bwMode="auto">
            <a:xfrm>
              <a:off x="6945590" y="2712972"/>
              <a:ext cx="146178" cy="295653"/>
            </a:xfrm>
            <a:custGeom>
              <a:avLst/>
              <a:gdLst>
                <a:gd name="T0" fmla="*/ 0 w 122"/>
                <a:gd name="T1" fmla="*/ 234 h 246"/>
                <a:gd name="T2" fmla="*/ 39 w 122"/>
                <a:gd name="T3" fmla="*/ 236 h 246"/>
                <a:gd name="T4" fmla="*/ 110 w 122"/>
                <a:gd name="T5" fmla="*/ 86 h 246"/>
                <a:gd name="T6" fmla="*/ 28 w 122"/>
                <a:gd name="T7" fmla="*/ 61 h 246"/>
                <a:gd name="T8" fmla="*/ 33 w 122"/>
                <a:gd name="T9" fmla="*/ 136 h 246"/>
                <a:gd name="T10" fmla="*/ 0 w 122"/>
                <a:gd name="T11" fmla="*/ 234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2" h="246">
                  <a:moveTo>
                    <a:pt x="0" y="234"/>
                  </a:moveTo>
                  <a:cubicBezTo>
                    <a:pt x="8" y="246"/>
                    <a:pt x="26" y="243"/>
                    <a:pt x="39" y="236"/>
                  </a:cubicBezTo>
                  <a:cubicBezTo>
                    <a:pt x="91" y="209"/>
                    <a:pt x="122" y="145"/>
                    <a:pt x="110" y="86"/>
                  </a:cubicBezTo>
                  <a:cubicBezTo>
                    <a:pt x="100" y="37"/>
                    <a:pt x="40" y="0"/>
                    <a:pt x="28" y="61"/>
                  </a:cubicBezTo>
                  <a:cubicBezTo>
                    <a:pt x="23" y="82"/>
                    <a:pt x="36" y="112"/>
                    <a:pt x="33" y="136"/>
                  </a:cubicBezTo>
                  <a:cubicBezTo>
                    <a:pt x="29" y="171"/>
                    <a:pt x="13" y="203"/>
                    <a:pt x="0" y="234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7" name="íṡlíḓê">
              <a:extLst>
                <a:ext uri="{FF2B5EF4-FFF2-40B4-BE49-F238E27FC236}">
                  <a16:creationId xmlns:a16="http://schemas.microsoft.com/office/drawing/2014/main" id="{79F2C55B-B892-4A13-A099-98D7AA54F748}"/>
                </a:ext>
              </a:extLst>
            </p:cNvPr>
            <p:cNvSpPr/>
            <p:nvPr/>
          </p:nvSpPr>
          <p:spPr bwMode="auto">
            <a:xfrm>
              <a:off x="6642244" y="2661316"/>
              <a:ext cx="360498" cy="252788"/>
            </a:xfrm>
            <a:custGeom>
              <a:avLst/>
              <a:gdLst>
                <a:gd name="T0" fmla="*/ 118 w 301"/>
                <a:gd name="T1" fmla="*/ 25 h 210"/>
                <a:gd name="T2" fmla="*/ 100 w 301"/>
                <a:gd name="T3" fmla="*/ 33 h 210"/>
                <a:gd name="T4" fmla="*/ 64 w 301"/>
                <a:gd name="T5" fmla="*/ 32 h 210"/>
                <a:gd name="T6" fmla="*/ 41 w 301"/>
                <a:gd name="T7" fmla="*/ 0 h 210"/>
                <a:gd name="T8" fmla="*/ 49 w 301"/>
                <a:gd name="T9" fmla="*/ 119 h 210"/>
                <a:gd name="T10" fmla="*/ 85 w 301"/>
                <a:gd name="T11" fmla="*/ 192 h 210"/>
                <a:gd name="T12" fmla="*/ 151 w 301"/>
                <a:gd name="T13" fmla="*/ 178 h 210"/>
                <a:gd name="T14" fmla="*/ 215 w 301"/>
                <a:gd name="T15" fmla="*/ 157 h 210"/>
                <a:gd name="T16" fmla="*/ 289 w 301"/>
                <a:gd name="T17" fmla="*/ 75 h 210"/>
                <a:gd name="T18" fmla="*/ 173 w 301"/>
                <a:gd name="T19" fmla="*/ 11 h 210"/>
                <a:gd name="T20" fmla="*/ 118 w 301"/>
                <a:gd name="T21" fmla="*/ 25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01" h="210">
                  <a:moveTo>
                    <a:pt x="118" y="25"/>
                  </a:moveTo>
                  <a:cubicBezTo>
                    <a:pt x="112" y="28"/>
                    <a:pt x="106" y="30"/>
                    <a:pt x="100" y="33"/>
                  </a:cubicBezTo>
                  <a:cubicBezTo>
                    <a:pt x="87" y="38"/>
                    <a:pt x="78" y="40"/>
                    <a:pt x="64" y="32"/>
                  </a:cubicBezTo>
                  <a:cubicBezTo>
                    <a:pt x="61" y="30"/>
                    <a:pt x="35" y="5"/>
                    <a:pt x="41" y="0"/>
                  </a:cubicBezTo>
                  <a:cubicBezTo>
                    <a:pt x="0" y="34"/>
                    <a:pt x="34" y="84"/>
                    <a:pt x="49" y="119"/>
                  </a:cubicBezTo>
                  <a:cubicBezTo>
                    <a:pt x="60" y="143"/>
                    <a:pt x="62" y="177"/>
                    <a:pt x="85" y="192"/>
                  </a:cubicBezTo>
                  <a:cubicBezTo>
                    <a:pt x="110" y="210"/>
                    <a:pt x="128" y="188"/>
                    <a:pt x="151" y="178"/>
                  </a:cubicBezTo>
                  <a:cubicBezTo>
                    <a:pt x="172" y="170"/>
                    <a:pt x="194" y="165"/>
                    <a:pt x="215" y="157"/>
                  </a:cubicBezTo>
                  <a:cubicBezTo>
                    <a:pt x="249" y="145"/>
                    <a:pt x="301" y="122"/>
                    <a:pt x="289" y="75"/>
                  </a:cubicBezTo>
                  <a:cubicBezTo>
                    <a:pt x="276" y="20"/>
                    <a:pt x="221" y="6"/>
                    <a:pt x="173" y="11"/>
                  </a:cubicBezTo>
                  <a:cubicBezTo>
                    <a:pt x="152" y="12"/>
                    <a:pt x="135" y="18"/>
                    <a:pt x="118" y="25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8" name="îşlíḓê">
              <a:extLst>
                <a:ext uri="{FF2B5EF4-FFF2-40B4-BE49-F238E27FC236}">
                  <a16:creationId xmlns:a16="http://schemas.microsoft.com/office/drawing/2014/main" id="{B131BA0F-97C1-4371-9B3D-5418AD14F14D}"/>
                </a:ext>
              </a:extLst>
            </p:cNvPr>
            <p:cNvSpPr/>
            <p:nvPr/>
          </p:nvSpPr>
          <p:spPr bwMode="auto">
            <a:xfrm>
              <a:off x="6941194" y="3498814"/>
              <a:ext cx="174754" cy="329724"/>
            </a:xfrm>
            <a:custGeom>
              <a:avLst/>
              <a:gdLst>
                <a:gd name="T0" fmla="*/ 20 w 146"/>
                <a:gd name="T1" fmla="*/ 260 h 275"/>
                <a:gd name="T2" fmla="*/ 18 w 146"/>
                <a:gd name="T3" fmla="*/ 257 h 275"/>
                <a:gd name="T4" fmla="*/ 14 w 146"/>
                <a:gd name="T5" fmla="*/ 225 h 275"/>
                <a:gd name="T6" fmla="*/ 8 w 146"/>
                <a:gd name="T7" fmla="*/ 207 h 275"/>
                <a:gd name="T8" fmla="*/ 26 w 146"/>
                <a:gd name="T9" fmla="*/ 192 h 275"/>
                <a:gd name="T10" fmla="*/ 45 w 146"/>
                <a:gd name="T11" fmla="*/ 152 h 275"/>
                <a:gd name="T12" fmla="*/ 68 w 146"/>
                <a:gd name="T13" fmla="*/ 32 h 275"/>
                <a:gd name="T14" fmla="*/ 89 w 146"/>
                <a:gd name="T15" fmla="*/ 178 h 275"/>
                <a:gd name="T16" fmla="*/ 96 w 146"/>
                <a:gd name="T17" fmla="*/ 206 h 275"/>
                <a:gd name="T18" fmla="*/ 94 w 146"/>
                <a:gd name="T19" fmla="*/ 238 h 275"/>
                <a:gd name="T20" fmla="*/ 56 w 146"/>
                <a:gd name="T21" fmla="*/ 272 h 275"/>
                <a:gd name="T22" fmla="*/ 45 w 146"/>
                <a:gd name="T23" fmla="*/ 275 h 275"/>
                <a:gd name="T24" fmla="*/ 29 w 146"/>
                <a:gd name="T25" fmla="*/ 267 h 275"/>
                <a:gd name="T26" fmla="*/ 20 w 146"/>
                <a:gd name="T27" fmla="*/ 26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6" h="275">
                  <a:moveTo>
                    <a:pt x="20" y="260"/>
                  </a:moveTo>
                  <a:cubicBezTo>
                    <a:pt x="19" y="259"/>
                    <a:pt x="18" y="258"/>
                    <a:pt x="18" y="257"/>
                  </a:cubicBezTo>
                  <a:cubicBezTo>
                    <a:pt x="12" y="246"/>
                    <a:pt x="16" y="237"/>
                    <a:pt x="14" y="225"/>
                  </a:cubicBezTo>
                  <a:cubicBezTo>
                    <a:pt x="13" y="220"/>
                    <a:pt x="0" y="215"/>
                    <a:pt x="8" y="207"/>
                  </a:cubicBezTo>
                  <a:cubicBezTo>
                    <a:pt x="11" y="204"/>
                    <a:pt x="20" y="198"/>
                    <a:pt x="26" y="192"/>
                  </a:cubicBezTo>
                  <a:cubicBezTo>
                    <a:pt x="36" y="183"/>
                    <a:pt x="42" y="166"/>
                    <a:pt x="45" y="152"/>
                  </a:cubicBezTo>
                  <a:cubicBezTo>
                    <a:pt x="51" y="125"/>
                    <a:pt x="35" y="45"/>
                    <a:pt x="68" y="32"/>
                  </a:cubicBezTo>
                  <a:cubicBezTo>
                    <a:pt x="146" y="0"/>
                    <a:pt x="91" y="163"/>
                    <a:pt x="89" y="178"/>
                  </a:cubicBezTo>
                  <a:cubicBezTo>
                    <a:pt x="88" y="188"/>
                    <a:pt x="95" y="197"/>
                    <a:pt x="96" y="206"/>
                  </a:cubicBezTo>
                  <a:cubicBezTo>
                    <a:pt x="97" y="216"/>
                    <a:pt x="97" y="229"/>
                    <a:pt x="94" y="238"/>
                  </a:cubicBezTo>
                  <a:cubicBezTo>
                    <a:pt x="89" y="257"/>
                    <a:pt x="71" y="264"/>
                    <a:pt x="56" y="272"/>
                  </a:cubicBezTo>
                  <a:cubicBezTo>
                    <a:pt x="52" y="274"/>
                    <a:pt x="49" y="275"/>
                    <a:pt x="45" y="275"/>
                  </a:cubicBezTo>
                  <a:cubicBezTo>
                    <a:pt x="39" y="275"/>
                    <a:pt x="34" y="271"/>
                    <a:pt x="29" y="267"/>
                  </a:cubicBezTo>
                  <a:cubicBezTo>
                    <a:pt x="25" y="265"/>
                    <a:pt x="23" y="263"/>
                    <a:pt x="20" y="260"/>
                  </a:cubicBezTo>
                  <a:close/>
                </a:path>
              </a:pathLst>
            </a:custGeom>
            <a:solidFill>
              <a:srgbClr val="FEE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9" name="îSľíḋê">
              <a:extLst>
                <a:ext uri="{FF2B5EF4-FFF2-40B4-BE49-F238E27FC236}">
                  <a16:creationId xmlns:a16="http://schemas.microsoft.com/office/drawing/2014/main" id="{2641D7A0-4E2B-494F-A45B-8D45CEA47A81}"/>
                </a:ext>
              </a:extLst>
            </p:cNvPr>
            <p:cNvSpPr/>
            <p:nvPr/>
          </p:nvSpPr>
          <p:spPr bwMode="auto">
            <a:xfrm>
              <a:off x="6923608" y="3102046"/>
              <a:ext cx="183547" cy="516567"/>
            </a:xfrm>
            <a:custGeom>
              <a:avLst/>
              <a:gdLst>
                <a:gd name="T0" fmla="*/ 39 w 153"/>
                <a:gd name="T1" fmla="*/ 7 h 431"/>
                <a:gd name="T2" fmla="*/ 52 w 153"/>
                <a:gd name="T3" fmla="*/ 23 h 431"/>
                <a:gd name="T4" fmla="*/ 113 w 153"/>
                <a:gd name="T5" fmla="*/ 149 h 431"/>
                <a:gd name="T6" fmla="*/ 143 w 153"/>
                <a:gd name="T7" fmla="*/ 419 h 431"/>
                <a:gd name="T8" fmla="*/ 139 w 153"/>
                <a:gd name="T9" fmla="*/ 429 h 431"/>
                <a:gd name="T10" fmla="*/ 130 w 153"/>
                <a:gd name="T11" fmla="*/ 430 h 431"/>
                <a:gd name="T12" fmla="*/ 68 w 153"/>
                <a:gd name="T13" fmla="*/ 426 h 431"/>
                <a:gd name="T14" fmla="*/ 55 w 153"/>
                <a:gd name="T15" fmla="*/ 423 h 431"/>
                <a:gd name="T16" fmla="*/ 48 w 153"/>
                <a:gd name="T17" fmla="*/ 399 h 431"/>
                <a:gd name="T18" fmla="*/ 28 w 153"/>
                <a:gd name="T19" fmla="*/ 230 h 431"/>
                <a:gd name="T20" fmla="*/ 1 w 153"/>
                <a:gd name="T21" fmla="*/ 147 h 431"/>
                <a:gd name="T22" fmla="*/ 9 w 153"/>
                <a:gd name="T23" fmla="*/ 71 h 431"/>
                <a:gd name="T24" fmla="*/ 16 w 153"/>
                <a:gd name="T25" fmla="*/ 19 h 431"/>
                <a:gd name="T26" fmla="*/ 39 w 153"/>
                <a:gd name="T27" fmla="*/ 7 h 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3" h="431">
                  <a:moveTo>
                    <a:pt x="39" y="7"/>
                  </a:moveTo>
                  <a:cubicBezTo>
                    <a:pt x="43" y="11"/>
                    <a:pt x="47" y="16"/>
                    <a:pt x="52" y="23"/>
                  </a:cubicBezTo>
                  <a:cubicBezTo>
                    <a:pt x="81" y="55"/>
                    <a:pt x="99" y="109"/>
                    <a:pt x="113" y="149"/>
                  </a:cubicBezTo>
                  <a:cubicBezTo>
                    <a:pt x="142" y="236"/>
                    <a:pt x="153" y="329"/>
                    <a:pt x="143" y="419"/>
                  </a:cubicBezTo>
                  <a:cubicBezTo>
                    <a:pt x="143" y="423"/>
                    <a:pt x="142" y="426"/>
                    <a:pt x="139" y="429"/>
                  </a:cubicBezTo>
                  <a:cubicBezTo>
                    <a:pt x="137" y="431"/>
                    <a:pt x="133" y="431"/>
                    <a:pt x="130" y="430"/>
                  </a:cubicBezTo>
                  <a:cubicBezTo>
                    <a:pt x="109" y="429"/>
                    <a:pt x="89" y="427"/>
                    <a:pt x="68" y="426"/>
                  </a:cubicBezTo>
                  <a:cubicBezTo>
                    <a:pt x="64" y="426"/>
                    <a:pt x="59" y="425"/>
                    <a:pt x="55" y="423"/>
                  </a:cubicBezTo>
                  <a:cubicBezTo>
                    <a:pt x="48" y="418"/>
                    <a:pt x="48" y="408"/>
                    <a:pt x="48" y="399"/>
                  </a:cubicBezTo>
                  <a:cubicBezTo>
                    <a:pt x="48" y="342"/>
                    <a:pt x="41" y="286"/>
                    <a:pt x="28" y="230"/>
                  </a:cubicBezTo>
                  <a:cubicBezTo>
                    <a:pt x="21" y="204"/>
                    <a:pt x="3" y="174"/>
                    <a:pt x="1" y="147"/>
                  </a:cubicBezTo>
                  <a:cubicBezTo>
                    <a:pt x="0" y="124"/>
                    <a:pt x="10" y="97"/>
                    <a:pt x="9" y="71"/>
                  </a:cubicBezTo>
                  <a:cubicBezTo>
                    <a:pt x="8" y="55"/>
                    <a:pt x="6" y="32"/>
                    <a:pt x="16" y="19"/>
                  </a:cubicBezTo>
                  <a:cubicBezTo>
                    <a:pt x="28" y="1"/>
                    <a:pt x="33" y="0"/>
                    <a:pt x="39" y="7"/>
                  </a:cubicBez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0" name="iš1íḓé">
              <a:extLst>
                <a:ext uri="{FF2B5EF4-FFF2-40B4-BE49-F238E27FC236}">
                  <a16:creationId xmlns:a16="http://schemas.microsoft.com/office/drawing/2014/main" id="{95C57EA4-50D6-4E13-8AE7-07B0A5C19B93}"/>
                </a:ext>
              </a:extLst>
            </p:cNvPr>
            <p:cNvSpPr/>
            <p:nvPr/>
          </p:nvSpPr>
          <p:spPr bwMode="auto">
            <a:xfrm>
              <a:off x="6729072" y="4600091"/>
              <a:ext cx="333021" cy="416551"/>
            </a:xfrm>
            <a:custGeom>
              <a:avLst/>
              <a:gdLst>
                <a:gd name="T0" fmla="*/ 176 w 277"/>
                <a:gd name="T1" fmla="*/ 344 h 347"/>
                <a:gd name="T2" fmla="*/ 17 w 277"/>
                <a:gd name="T3" fmla="*/ 300 h 347"/>
                <a:gd name="T4" fmla="*/ 3 w 277"/>
                <a:gd name="T5" fmla="*/ 275 h 347"/>
                <a:gd name="T6" fmla="*/ 78 w 277"/>
                <a:gd name="T7" fmla="*/ 0 h 347"/>
                <a:gd name="T8" fmla="*/ 277 w 277"/>
                <a:gd name="T9" fmla="*/ 54 h 347"/>
                <a:gd name="T10" fmla="*/ 201 w 277"/>
                <a:gd name="T11" fmla="*/ 329 h 347"/>
                <a:gd name="T12" fmla="*/ 176 w 277"/>
                <a:gd name="T13" fmla="*/ 344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7" h="347">
                  <a:moveTo>
                    <a:pt x="176" y="344"/>
                  </a:moveTo>
                  <a:cubicBezTo>
                    <a:pt x="17" y="300"/>
                    <a:pt x="17" y="300"/>
                    <a:pt x="17" y="300"/>
                  </a:cubicBezTo>
                  <a:cubicBezTo>
                    <a:pt x="6" y="297"/>
                    <a:pt x="0" y="286"/>
                    <a:pt x="3" y="275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277" y="54"/>
                    <a:pt x="277" y="54"/>
                    <a:pt x="277" y="54"/>
                  </a:cubicBezTo>
                  <a:cubicBezTo>
                    <a:pt x="201" y="329"/>
                    <a:pt x="201" y="329"/>
                    <a:pt x="201" y="329"/>
                  </a:cubicBezTo>
                  <a:cubicBezTo>
                    <a:pt x="198" y="340"/>
                    <a:pt x="187" y="347"/>
                    <a:pt x="176" y="344"/>
                  </a:cubicBezTo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1" name="ïSļïḓê">
              <a:extLst>
                <a:ext uri="{FF2B5EF4-FFF2-40B4-BE49-F238E27FC236}">
                  <a16:creationId xmlns:a16="http://schemas.microsoft.com/office/drawing/2014/main" id="{BC42A4F8-3A4D-4FEE-9C9A-46E17289F83A}"/>
                </a:ext>
              </a:extLst>
            </p:cNvPr>
            <p:cNvSpPr/>
            <p:nvPr/>
          </p:nvSpPr>
          <p:spPr bwMode="auto">
            <a:xfrm>
              <a:off x="5406880" y="4236295"/>
              <a:ext cx="330823" cy="413254"/>
            </a:xfrm>
            <a:custGeom>
              <a:avLst/>
              <a:gdLst>
                <a:gd name="T0" fmla="*/ 161 w 276"/>
                <a:gd name="T1" fmla="*/ 340 h 345"/>
                <a:gd name="T2" fmla="*/ 29 w 276"/>
                <a:gd name="T3" fmla="*/ 304 h 345"/>
                <a:gd name="T4" fmla="*/ 5 w 276"/>
                <a:gd name="T5" fmla="*/ 260 h 345"/>
                <a:gd name="T6" fmla="*/ 77 w 276"/>
                <a:gd name="T7" fmla="*/ 0 h 345"/>
                <a:gd name="T8" fmla="*/ 276 w 276"/>
                <a:gd name="T9" fmla="*/ 54 h 345"/>
                <a:gd name="T10" fmla="*/ 204 w 276"/>
                <a:gd name="T11" fmla="*/ 315 h 345"/>
                <a:gd name="T12" fmla="*/ 161 w 276"/>
                <a:gd name="T13" fmla="*/ 340 h 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6" h="345">
                  <a:moveTo>
                    <a:pt x="161" y="340"/>
                  </a:moveTo>
                  <a:cubicBezTo>
                    <a:pt x="29" y="304"/>
                    <a:pt x="29" y="304"/>
                    <a:pt x="29" y="304"/>
                  </a:cubicBezTo>
                  <a:cubicBezTo>
                    <a:pt x="11" y="298"/>
                    <a:pt x="0" y="279"/>
                    <a:pt x="5" y="26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276" y="54"/>
                    <a:pt x="276" y="54"/>
                    <a:pt x="276" y="54"/>
                  </a:cubicBezTo>
                  <a:cubicBezTo>
                    <a:pt x="204" y="315"/>
                    <a:pt x="204" y="315"/>
                    <a:pt x="204" y="315"/>
                  </a:cubicBezTo>
                  <a:cubicBezTo>
                    <a:pt x="199" y="334"/>
                    <a:pt x="179" y="345"/>
                    <a:pt x="161" y="340"/>
                  </a:cubicBezTo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" name="ïṡļïdé">
              <a:extLst>
                <a:ext uri="{FF2B5EF4-FFF2-40B4-BE49-F238E27FC236}">
                  <a16:creationId xmlns:a16="http://schemas.microsoft.com/office/drawing/2014/main" id="{DB377EF2-72B8-4DB1-8996-B0C72E71B1B4}"/>
                </a:ext>
              </a:extLst>
            </p:cNvPr>
            <p:cNvSpPr/>
            <p:nvPr/>
          </p:nvSpPr>
          <p:spPr bwMode="auto">
            <a:xfrm>
              <a:off x="5405781" y="3288890"/>
              <a:ext cx="1758526" cy="1558494"/>
            </a:xfrm>
            <a:custGeom>
              <a:avLst/>
              <a:gdLst>
                <a:gd name="T0" fmla="*/ 1328 w 1465"/>
                <a:gd name="T1" fmla="*/ 208 h 1299"/>
                <a:gd name="T2" fmla="*/ 628 w 1465"/>
                <a:gd name="T3" fmla="*/ 15 h 1299"/>
                <a:gd name="T4" fmla="*/ 484 w 1465"/>
                <a:gd name="T5" fmla="*/ 73 h 1299"/>
                <a:gd name="T6" fmla="*/ 267 w 1465"/>
                <a:gd name="T7" fmla="*/ 405 h 1299"/>
                <a:gd name="T8" fmla="*/ 266 w 1465"/>
                <a:gd name="T9" fmla="*/ 405 h 1299"/>
                <a:gd name="T10" fmla="*/ 88 w 1465"/>
                <a:gd name="T11" fmla="*/ 591 h 1299"/>
                <a:gd name="T12" fmla="*/ 73 w 1465"/>
                <a:gd name="T13" fmla="*/ 617 h 1299"/>
                <a:gd name="T14" fmla="*/ 9 w 1465"/>
                <a:gd name="T15" fmla="*/ 850 h 1299"/>
                <a:gd name="T16" fmla="*/ 51 w 1465"/>
                <a:gd name="T17" fmla="*/ 926 h 1299"/>
                <a:gd name="T18" fmla="*/ 1323 w 1465"/>
                <a:gd name="T19" fmla="*/ 1289 h 1299"/>
                <a:gd name="T20" fmla="*/ 1400 w 1465"/>
                <a:gd name="T21" fmla="*/ 1246 h 1299"/>
                <a:gd name="T22" fmla="*/ 1462 w 1465"/>
                <a:gd name="T23" fmla="*/ 1022 h 1299"/>
                <a:gd name="T24" fmla="*/ 1463 w 1465"/>
                <a:gd name="T25" fmla="*/ 997 h 1299"/>
                <a:gd name="T26" fmla="*/ 1426 w 1465"/>
                <a:gd name="T27" fmla="*/ 725 h 1299"/>
                <a:gd name="T28" fmla="*/ 1422 w 1465"/>
                <a:gd name="T29" fmla="*/ 724 h 1299"/>
                <a:gd name="T30" fmla="*/ 1422 w 1465"/>
                <a:gd name="T31" fmla="*/ 337 h 1299"/>
                <a:gd name="T32" fmla="*/ 1328 w 1465"/>
                <a:gd name="T33" fmla="*/ 208 h 12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465" h="1299">
                  <a:moveTo>
                    <a:pt x="1328" y="208"/>
                  </a:moveTo>
                  <a:cubicBezTo>
                    <a:pt x="628" y="15"/>
                    <a:pt x="628" y="15"/>
                    <a:pt x="628" y="15"/>
                  </a:cubicBezTo>
                  <a:cubicBezTo>
                    <a:pt x="575" y="0"/>
                    <a:pt x="517" y="23"/>
                    <a:pt x="484" y="73"/>
                  </a:cubicBezTo>
                  <a:cubicBezTo>
                    <a:pt x="267" y="405"/>
                    <a:pt x="267" y="405"/>
                    <a:pt x="267" y="405"/>
                  </a:cubicBezTo>
                  <a:cubicBezTo>
                    <a:pt x="266" y="405"/>
                    <a:pt x="266" y="405"/>
                    <a:pt x="266" y="405"/>
                  </a:cubicBezTo>
                  <a:cubicBezTo>
                    <a:pt x="88" y="591"/>
                    <a:pt x="88" y="591"/>
                    <a:pt x="88" y="591"/>
                  </a:cubicBezTo>
                  <a:cubicBezTo>
                    <a:pt x="81" y="598"/>
                    <a:pt x="75" y="607"/>
                    <a:pt x="73" y="617"/>
                  </a:cubicBezTo>
                  <a:cubicBezTo>
                    <a:pt x="9" y="850"/>
                    <a:pt x="9" y="850"/>
                    <a:pt x="9" y="850"/>
                  </a:cubicBezTo>
                  <a:cubicBezTo>
                    <a:pt x="0" y="883"/>
                    <a:pt x="19" y="917"/>
                    <a:pt x="51" y="926"/>
                  </a:cubicBezTo>
                  <a:cubicBezTo>
                    <a:pt x="1323" y="1289"/>
                    <a:pt x="1323" y="1289"/>
                    <a:pt x="1323" y="1289"/>
                  </a:cubicBezTo>
                  <a:cubicBezTo>
                    <a:pt x="1356" y="1299"/>
                    <a:pt x="1391" y="1279"/>
                    <a:pt x="1400" y="1246"/>
                  </a:cubicBezTo>
                  <a:cubicBezTo>
                    <a:pt x="1462" y="1022"/>
                    <a:pt x="1462" y="1022"/>
                    <a:pt x="1462" y="1022"/>
                  </a:cubicBezTo>
                  <a:cubicBezTo>
                    <a:pt x="1464" y="1014"/>
                    <a:pt x="1465" y="1005"/>
                    <a:pt x="1463" y="997"/>
                  </a:cubicBezTo>
                  <a:cubicBezTo>
                    <a:pt x="1426" y="725"/>
                    <a:pt x="1426" y="725"/>
                    <a:pt x="1426" y="725"/>
                  </a:cubicBezTo>
                  <a:cubicBezTo>
                    <a:pt x="1422" y="724"/>
                    <a:pt x="1422" y="724"/>
                    <a:pt x="1422" y="724"/>
                  </a:cubicBezTo>
                  <a:cubicBezTo>
                    <a:pt x="1422" y="337"/>
                    <a:pt x="1422" y="337"/>
                    <a:pt x="1422" y="337"/>
                  </a:cubicBezTo>
                  <a:cubicBezTo>
                    <a:pt x="1422" y="276"/>
                    <a:pt x="1384" y="223"/>
                    <a:pt x="1328" y="208"/>
                  </a:cubicBezTo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" name="ïṩḻïďè">
              <a:extLst>
                <a:ext uri="{FF2B5EF4-FFF2-40B4-BE49-F238E27FC236}">
                  <a16:creationId xmlns:a16="http://schemas.microsoft.com/office/drawing/2014/main" id="{D78A02BA-FAC3-4573-9E9D-233F6478AF77}"/>
                </a:ext>
              </a:extLst>
            </p:cNvPr>
            <p:cNvSpPr/>
            <p:nvPr/>
          </p:nvSpPr>
          <p:spPr bwMode="auto">
            <a:xfrm>
              <a:off x="5892672" y="3388906"/>
              <a:ext cx="1067206" cy="713302"/>
            </a:xfrm>
            <a:custGeom>
              <a:avLst/>
              <a:gdLst>
                <a:gd name="T0" fmla="*/ 813 w 889"/>
                <a:gd name="T1" fmla="*/ 585 h 595"/>
                <a:gd name="T2" fmla="*/ 55 w 889"/>
                <a:gd name="T3" fmla="*/ 376 h 595"/>
                <a:gd name="T4" fmla="*/ 24 w 889"/>
                <a:gd name="T5" fmla="*/ 279 h 595"/>
                <a:gd name="T6" fmla="*/ 187 w 889"/>
                <a:gd name="T7" fmla="*/ 33 h 595"/>
                <a:gd name="T8" fmla="*/ 252 w 889"/>
                <a:gd name="T9" fmla="*/ 6 h 595"/>
                <a:gd name="T10" fmla="*/ 845 w 889"/>
                <a:gd name="T11" fmla="*/ 170 h 595"/>
                <a:gd name="T12" fmla="*/ 888 w 889"/>
                <a:gd name="T13" fmla="*/ 229 h 595"/>
                <a:gd name="T14" fmla="*/ 889 w 889"/>
                <a:gd name="T15" fmla="*/ 521 h 595"/>
                <a:gd name="T16" fmla="*/ 813 w 889"/>
                <a:gd name="T17" fmla="*/ 585 h 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9" h="595">
                  <a:moveTo>
                    <a:pt x="813" y="585"/>
                  </a:moveTo>
                  <a:cubicBezTo>
                    <a:pt x="55" y="376"/>
                    <a:pt x="55" y="376"/>
                    <a:pt x="55" y="376"/>
                  </a:cubicBezTo>
                  <a:cubicBezTo>
                    <a:pt x="16" y="365"/>
                    <a:pt x="0" y="316"/>
                    <a:pt x="24" y="279"/>
                  </a:cubicBezTo>
                  <a:cubicBezTo>
                    <a:pt x="187" y="33"/>
                    <a:pt x="187" y="33"/>
                    <a:pt x="187" y="33"/>
                  </a:cubicBezTo>
                  <a:cubicBezTo>
                    <a:pt x="202" y="10"/>
                    <a:pt x="228" y="0"/>
                    <a:pt x="252" y="6"/>
                  </a:cubicBezTo>
                  <a:cubicBezTo>
                    <a:pt x="845" y="170"/>
                    <a:pt x="845" y="170"/>
                    <a:pt x="845" y="170"/>
                  </a:cubicBezTo>
                  <a:cubicBezTo>
                    <a:pt x="870" y="177"/>
                    <a:pt x="888" y="201"/>
                    <a:pt x="888" y="229"/>
                  </a:cubicBezTo>
                  <a:cubicBezTo>
                    <a:pt x="889" y="521"/>
                    <a:pt x="889" y="521"/>
                    <a:pt x="889" y="521"/>
                  </a:cubicBezTo>
                  <a:cubicBezTo>
                    <a:pt x="889" y="563"/>
                    <a:pt x="851" y="595"/>
                    <a:pt x="813" y="585"/>
                  </a:cubicBezTo>
                </a:path>
              </a:pathLst>
            </a:cu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" name="îṥḷiḋê">
              <a:extLst>
                <a:ext uri="{FF2B5EF4-FFF2-40B4-BE49-F238E27FC236}">
                  <a16:creationId xmlns:a16="http://schemas.microsoft.com/office/drawing/2014/main" id="{946A5EEE-4311-4B92-9A19-D8EBBEA8CAD4}"/>
                </a:ext>
              </a:extLst>
            </p:cNvPr>
            <p:cNvSpPr/>
            <p:nvPr/>
          </p:nvSpPr>
          <p:spPr bwMode="auto">
            <a:xfrm>
              <a:off x="6810404" y="4039561"/>
              <a:ext cx="146178" cy="58252"/>
            </a:xfrm>
            <a:prstGeom prst="rect">
              <a:avLst/>
            </a:prstGeom>
            <a:solidFill>
              <a:srgbClr val="575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" name="ísľíḋê">
              <a:extLst>
                <a:ext uri="{FF2B5EF4-FFF2-40B4-BE49-F238E27FC236}">
                  <a16:creationId xmlns:a16="http://schemas.microsoft.com/office/drawing/2014/main" id="{558543F5-7AAD-4E08-8792-3A862FC43C0C}"/>
                </a:ext>
              </a:extLst>
            </p:cNvPr>
            <p:cNvSpPr/>
            <p:nvPr/>
          </p:nvSpPr>
          <p:spPr bwMode="auto">
            <a:xfrm>
              <a:off x="6157551" y="3399897"/>
              <a:ext cx="801229" cy="693519"/>
            </a:xfrm>
            <a:custGeom>
              <a:avLst/>
              <a:gdLst>
                <a:gd name="T0" fmla="*/ 15 w 667"/>
                <a:gd name="T1" fmla="*/ 0 h 578"/>
                <a:gd name="T2" fmla="*/ 0 w 667"/>
                <a:gd name="T3" fmla="*/ 2 h 578"/>
                <a:gd name="T4" fmla="*/ 1 w 667"/>
                <a:gd name="T5" fmla="*/ 3 h 578"/>
                <a:gd name="T6" fmla="*/ 91 w 667"/>
                <a:gd name="T7" fmla="*/ 91 h 578"/>
                <a:gd name="T8" fmla="*/ 250 w 667"/>
                <a:gd name="T9" fmla="*/ 252 h 578"/>
                <a:gd name="T10" fmla="*/ 402 w 667"/>
                <a:gd name="T11" fmla="*/ 418 h 578"/>
                <a:gd name="T12" fmla="*/ 543 w 667"/>
                <a:gd name="T13" fmla="*/ 562 h 578"/>
                <a:gd name="T14" fmla="*/ 592 w 667"/>
                <a:gd name="T15" fmla="*/ 576 h 578"/>
                <a:gd name="T16" fmla="*/ 606 w 667"/>
                <a:gd name="T17" fmla="*/ 578 h 578"/>
                <a:gd name="T18" fmla="*/ 665 w 667"/>
                <a:gd name="T19" fmla="*/ 533 h 578"/>
                <a:gd name="T20" fmla="*/ 667 w 667"/>
                <a:gd name="T21" fmla="*/ 516 h 578"/>
                <a:gd name="T22" fmla="*/ 667 w 667"/>
                <a:gd name="T23" fmla="*/ 446 h 578"/>
                <a:gd name="T24" fmla="*/ 527 w 667"/>
                <a:gd name="T25" fmla="*/ 316 h 578"/>
                <a:gd name="T26" fmla="*/ 354 w 667"/>
                <a:gd name="T27" fmla="*/ 152 h 578"/>
                <a:gd name="T28" fmla="*/ 263 w 667"/>
                <a:gd name="T29" fmla="*/ 66 h 578"/>
                <a:gd name="T30" fmla="*/ 30 w 667"/>
                <a:gd name="T31" fmla="*/ 2 h 578"/>
                <a:gd name="T32" fmla="*/ 15 w 667"/>
                <a:gd name="T33" fmla="*/ 0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667" h="578">
                  <a:moveTo>
                    <a:pt x="15" y="0"/>
                  </a:moveTo>
                  <a:cubicBezTo>
                    <a:pt x="10" y="0"/>
                    <a:pt x="5" y="1"/>
                    <a:pt x="0" y="2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31" y="33"/>
                    <a:pt x="61" y="62"/>
                    <a:pt x="91" y="91"/>
                  </a:cubicBezTo>
                  <a:cubicBezTo>
                    <a:pt x="145" y="144"/>
                    <a:pt x="199" y="197"/>
                    <a:pt x="250" y="252"/>
                  </a:cubicBezTo>
                  <a:cubicBezTo>
                    <a:pt x="301" y="307"/>
                    <a:pt x="350" y="364"/>
                    <a:pt x="402" y="418"/>
                  </a:cubicBezTo>
                  <a:cubicBezTo>
                    <a:pt x="448" y="466"/>
                    <a:pt x="496" y="514"/>
                    <a:pt x="543" y="562"/>
                  </a:cubicBezTo>
                  <a:cubicBezTo>
                    <a:pt x="592" y="576"/>
                    <a:pt x="592" y="576"/>
                    <a:pt x="592" y="576"/>
                  </a:cubicBezTo>
                  <a:cubicBezTo>
                    <a:pt x="597" y="577"/>
                    <a:pt x="602" y="578"/>
                    <a:pt x="606" y="578"/>
                  </a:cubicBezTo>
                  <a:cubicBezTo>
                    <a:pt x="632" y="578"/>
                    <a:pt x="656" y="559"/>
                    <a:pt x="665" y="533"/>
                  </a:cubicBezTo>
                  <a:cubicBezTo>
                    <a:pt x="666" y="528"/>
                    <a:pt x="667" y="522"/>
                    <a:pt x="667" y="516"/>
                  </a:cubicBezTo>
                  <a:cubicBezTo>
                    <a:pt x="667" y="446"/>
                    <a:pt x="667" y="446"/>
                    <a:pt x="667" y="446"/>
                  </a:cubicBezTo>
                  <a:cubicBezTo>
                    <a:pt x="622" y="401"/>
                    <a:pt x="574" y="359"/>
                    <a:pt x="527" y="316"/>
                  </a:cubicBezTo>
                  <a:cubicBezTo>
                    <a:pt x="469" y="262"/>
                    <a:pt x="412" y="206"/>
                    <a:pt x="354" y="152"/>
                  </a:cubicBezTo>
                  <a:cubicBezTo>
                    <a:pt x="323" y="124"/>
                    <a:pt x="293" y="95"/>
                    <a:pt x="263" y="66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5" y="1"/>
                    <a:pt x="20" y="0"/>
                    <a:pt x="15" y="0"/>
                  </a:cubicBezTo>
                </a:path>
              </a:pathLst>
            </a:custGeom>
            <a:solidFill>
              <a:srgbClr val="8FB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" name="ïşļîḑé">
              <a:extLst>
                <a:ext uri="{FF2B5EF4-FFF2-40B4-BE49-F238E27FC236}">
                  <a16:creationId xmlns:a16="http://schemas.microsoft.com/office/drawing/2014/main" id="{5A6BBF6B-0C75-4BB8-A5AE-52D2817B4863}"/>
                </a:ext>
              </a:extLst>
            </p:cNvPr>
            <p:cNvSpPr/>
            <p:nvPr/>
          </p:nvSpPr>
          <p:spPr bwMode="auto">
            <a:xfrm>
              <a:off x="6390555" y="3958229"/>
              <a:ext cx="339616" cy="100017"/>
            </a:xfrm>
            <a:custGeom>
              <a:avLst/>
              <a:gdLst>
                <a:gd name="T0" fmla="*/ 0 w 283"/>
                <a:gd name="T1" fmla="*/ 0 h 83"/>
                <a:gd name="T2" fmla="*/ 8 w 283"/>
                <a:gd name="T3" fmla="*/ 7 h 83"/>
                <a:gd name="T4" fmla="*/ 283 w 283"/>
                <a:gd name="T5" fmla="*/ 83 h 83"/>
                <a:gd name="T6" fmla="*/ 277 w 283"/>
                <a:gd name="T7" fmla="*/ 76 h 83"/>
                <a:gd name="T8" fmla="*/ 0 w 283"/>
                <a:gd name="T9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3" h="83">
                  <a:moveTo>
                    <a:pt x="0" y="0"/>
                  </a:moveTo>
                  <a:cubicBezTo>
                    <a:pt x="3" y="2"/>
                    <a:pt x="5" y="5"/>
                    <a:pt x="8" y="7"/>
                  </a:cubicBezTo>
                  <a:cubicBezTo>
                    <a:pt x="283" y="83"/>
                    <a:pt x="283" y="83"/>
                    <a:pt x="283" y="83"/>
                  </a:cubicBezTo>
                  <a:cubicBezTo>
                    <a:pt x="281" y="81"/>
                    <a:pt x="279" y="79"/>
                    <a:pt x="277" y="76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575F6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" name="íṧlíḍè">
              <a:extLst>
                <a:ext uri="{FF2B5EF4-FFF2-40B4-BE49-F238E27FC236}">
                  <a16:creationId xmlns:a16="http://schemas.microsoft.com/office/drawing/2014/main" id="{157B3FBB-F8E4-4FEE-A39E-10D209B2C8EF}"/>
                </a:ext>
              </a:extLst>
            </p:cNvPr>
            <p:cNvSpPr/>
            <p:nvPr/>
          </p:nvSpPr>
          <p:spPr bwMode="auto">
            <a:xfrm>
              <a:off x="6024562" y="3427374"/>
              <a:ext cx="699014" cy="622079"/>
            </a:xfrm>
            <a:custGeom>
              <a:avLst/>
              <a:gdLst>
                <a:gd name="T0" fmla="*/ 79 w 582"/>
                <a:gd name="T1" fmla="*/ 0 h 519"/>
                <a:gd name="T2" fmla="*/ 76 w 582"/>
                <a:gd name="T3" fmla="*/ 5 h 519"/>
                <a:gd name="T4" fmla="*/ 0 w 582"/>
                <a:gd name="T5" fmla="*/ 119 h 519"/>
                <a:gd name="T6" fmla="*/ 45 w 582"/>
                <a:gd name="T7" fmla="*/ 168 h 519"/>
                <a:gd name="T8" fmla="*/ 305 w 582"/>
                <a:gd name="T9" fmla="*/ 443 h 519"/>
                <a:gd name="T10" fmla="*/ 582 w 582"/>
                <a:gd name="T11" fmla="*/ 519 h 519"/>
                <a:gd name="T12" fmla="*/ 456 w 582"/>
                <a:gd name="T13" fmla="*/ 389 h 519"/>
                <a:gd name="T14" fmla="*/ 300 w 582"/>
                <a:gd name="T15" fmla="*/ 219 h 519"/>
                <a:gd name="T16" fmla="*/ 138 w 582"/>
                <a:gd name="T17" fmla="*/ 57 h 519"/>
                <a:gd name="T18" fmla="*/ 79 w 582"/>
                <a:gd name="T19" fmla="*/ 0 h 5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82" h="519">
                  <a:moveTo>
                    <a:pt x="79" y="0"/>
                  </a:moveTo>
                  <a:cubicBezTo>
                    <a:pt x="78" y="2"/>
                    <a:pt x="77" y="3"/>
                    <a:pt x="76" y="5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15" y="135"/>
                    <a:pt x="31" y="151"/>
                    <a:pt x="45" y="168"/>
                  </a:cubicBezTo>
                  <a:cubicBezTo>
                    <a:pt x="130" y="262"/>
                    <a:pt x="214" y="356"/>
                    <a:pt x="305" y="443"/>
                  </a:cubicBezTo>
                  <a:cubicBezTo>
                    <a:pt x="582" y="519"/>
                    <a:pt x="582" y="519"/>
                    <a:pt x="582" y="519"/>
                  </a:cubicBezTo>
                  <a:cubicBezTo>
                    <a:pt x="540" y="476"/>
                    <a:pt x="497" y="433"/>
                    <a:pt x="456" y="389"/>
                  </a:cubicBezTo>
                  <a:cubicBezTo>
                    <a:pt x="403" y="333"/>
                    <a:pt x="354" y="274"/>
                    <a:pt x="300" y="219"/>
                  </a:cubicBezTo>
                  <a:cubicBezTo>
                    <a:pt x="247" y="164"/>
                    <a:pt x="192" y="110"/>
                    <a:pt x="138" y="57"/>
                  </a:cubicBezTo>
                  <a:cubicBezTo>
                    <a:pt x="118" y="38"/>
                    <a:pt x="99" y="19"/>
                    <a:pt x="79" y="0"/>
                  </a:cubicBezTo>
                </a:path>
              </a:pathLst>
            </a:custGeom>
            <a:solidFill>
              <a:srgbClr val="8FBF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" name="iş1îḑê">
              <a:extLst>
                <a:ext uri="{FF2B5EF4-FFF2-40B4-BE49-F238E27FC236}">
                  <a16:creationId xmlns:a16="http://schemas.microsoft.com/office/drawing/2014/main" id="{43D55EBA-2782-4D7A-B6B6-AB970E03E1B4}"/>
                </a:ext>
              </a:extLst>
            </p:cNvPr>
            <p:cNvSpPr/>
            <p:nvPr/>
          </p:nvSpPr>
          <p:spPr bwMode="auto">
            <a:xfrm>
              <a:off x="7065390" y="4071434"/>
              <a:ext cx="201132" cy="130791"/>
            </a:xfrm>
            <a:custGeom>
              <a:avLst/>
              <a:gdLst>
                <a:gd name="T0" fmla="*/ 30 w 167"/>
                <a:gd name="T1" fmla="*/ 11 h 109"/>
                <a:gd name="T2" fmla="*/ 76 w 167"/>
                <a:gd name="T3" fmla="*/ 2 h 109"/>
                <a:gd name="T4" fmla="*/ 101 w 167"/>
                <a:gd name="T5" fmla="*/ 5 h 109"/>
                <a:gd name="T6" fmla="*/ 148 w 167"/>
                <a:gd name="T7" fmla="*/ 32 h 109"/>
                <a:gd name="T8" fmla="*/ 167 w 167"/>
                <a:gd name="T9" fmla="*/ 64 h 109"/>
                <a:gd name="T10" fmla="*/ 136 w 167"/>
                <a:gd name="T11" fmla="*/ 99 h 109"/>
                <a:gd name="T12" fmla="*/ 74 w 167"/>
                <a:gd name="T13" fmla="*/ 108 h 109"/>
                <a:gd name="T14" fmla="*/ 57 w 167"/>
                <a:gd name="T15" fmla="*/ 107 h 109"/>
                <a:gd name="T16" fmla="*/ 25 w 167"/>
                <a:gd name="T17" fmla="*/ 96 h 109"/>
                <a:gd name="T18" fmla="*/ 0 w 167"/>
                <a:gd name="T19" fmla="*/ 60 h 109"/>
                <a:gd name="T20" fmla="*/ 1 w 167"/>
                <a:gd name="T21" fmla="*/ 45 h 109"/>
                <a:gd name="T22" fmla="*/ 30 w 167"/>
                <a:gd name="T23" fmla="*/ 11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7" h="109">
                  <a:moveTo>
                    <a:pt x="30" y="11"/>
                  </a:moveTo>
                  <a:cubicBezTo>
                    <a:pt x="76" y="2"/>
                    <a:pt x="76" y="2"/>
                    <a:pt x="76" y="2"/>
                  </a:cubicBezTo>
                  <a:cubicBezTo>
                    <a:pt x="85" y="0"/>
                    <a:pt x="93" y="1"/>
                    <a:pt x="101" y="5"/>
                  </a:cubicBezTo>
                  <a:cubicBezTo>
                    <a:pt x="148" y="32"/>
                    <a:pt x="148" y="32"/>
                    <a:pt x="148" y="32"/>
                  </a:cubicBezTo>
                  <a:cubicBezTo>
                    <a:pt x="160" y="38"/>
                    <a:pt x="167" y="51"/>
                    <a:pt x="167" y="64"/>
                  </a:cubicBezTo>
                  <a:cubicBezTo>
                    <a:pt x="167" y="82"/>
                    <a:pt x="154" y="97"/>
                    <a:pt x="136" y="99"/>
                  </a:cubicBezTo>
                  <a:cubicBezTo>
                    <a:pt x="74" y="108"/>
                    <a:pt x="74" y="108"/>
                    <a:pt x="74" y="108"/>
                  </a:cubicBezTo>
                  <a:cubicBezTo>
                    <a:pt x="68" y="109"/>
                    <a:pt x="63" y="108"/>
                    <a:pt x="57" y="107"/>
                  </a:cubicBezTo>
                  <a:cubicBezTo>
                    <a:pt x="25" y="96"/>
                    <a:pt x="25" y="96"/>
                    <a:pt x="25" y="96"/>
                  </a:cubicBezTo>
                  <a:cubicBezTo>
                    <a:pt x="10" y="91"/>
                    <a:pt x="0" y="76"/>
                    <a:pt x="0" y="60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28"/>
                    <a:pt x="13" y="14"/>
                    <a:pt x="30" y="11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" name="i$ḻîďe">
              <a:extLst>
                <a:ext uri="{FF2B5EF4-FFF2-40B4-BE49-F238E27FC236}">
                  <a16:creationId xmlns:a16="http://schemas.microsoft.com/office/drawing/2014/main" id="{B601E529-48DE-48FA-A4DD-EFF3E2A79C0F}"/>
                </a:ext>
              </a:extLst>
            </p:cNvPr>
            <p:cNvSpPr/>
            <p:nvPr/>
          </p:nvSpPr>
          <p:spPr bwMode="auto">
            <a:xfrm>
              <a:off x="5578336" y="3663676"/>
              <a:ext cx="202231" cy="146178"/>
            </a:xfrm>
            <a:custGeom>
              <a:avLst/>
              <a:gdLst>
                <a:gd name="T0" fmla="*/ 154 w 169"/>
                <a:gd name="T1" fmla="*/ 44 h 122"/>
                <a:gd name="T2" fmla="*/ 119 w 169"/>
                <a:gd name="T3" fmla="*/ 12 h 122"/>
                <a:gd name="T4" fmla="*/ 96 w 169"/>
                <a:gd name="T5" fmla="*/ 3 h 122"/>
                <a:gd name="T6" fmla="*/ 41 w 169"/>
                <a:gd name="T7" fmla="*/ 1 h 122"/>
                <a:gd name="T8" fmla="*/ 9 w 169"/>
                <a:gd name="T9" fmla="*/ 19 h 122"/>
                <a:gd name="T10" fmla="*/ 17 w 169"/>
                <a:gd name="T11" fmla="*/ 65 h 122"/>
                <a:gd name="T12" fmla="*/ 66 w 169"/>
                <a:gd name="T13" fmla="*/ 105 h 122"/>
                <a:gd name="T14" fmla="*/ 81 w 169"/>
                <a:gd name="T15" fmla="*/ 112 h 122"/>
                <a:gd name="T16" fmla="*/ 115 w 169"/>
                <a:gd name="T17" fmla="*/ 119 h 122"/>
                <a:gd name="T18" fmla="*/ 154 w 169"/>
                <a:gd name="T19" fmla="*/ 101 h 122"/>
                <a:gd name="T20" fmla="*/ 161 w 169"/>
                <a:gd name="T21" fmla="*/ 88 h 122"/>
                <a:gd name="T22" fmla="*/ 154 w 169"/>
                <a:gd name="T23" fmla="*/ 4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9" h="122">
                  <a:moveTo>
                    <a:pt x="154" y="44"/>
                  </a:moveTo>
                  <a:cubicBezTo>
                    <a:pt x="119" y="12"/>
                    <a:pt x="119" y="12"/>
                    <a:pt x="119" y="12"/>
                  </a:cubicBezTo>
                  <a:cubicBezTo>
                    <a:pt x="112" y="6"/>
                    <a:pt x="104" y="3"/>
                    <a:pt x="96" y="3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28" y="0"/>
                    <a:pt x="15" y="8"/>
                    <a:pt x="9" y="19"/>
                  </a:cubicBezTo>
                  <a:cubicBezTo>
                    <a:pt x="0" y="35"/>
                    <a:pt x="4" y="54"/>
                    <a:pt x="17" y="6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71" y="108"/>
                    <a:pt x="76" y="111"/>
                    <a:pt x="81" y="112"/>
                  </a:cubicBezTo>
                  <a:cubicBezTo>
                    <a:pt x="115" y="119"/>
                    <a:pt x="115" y="119"/>
                    <a:pt x="115" y="119"/>
                  </a:cubicBezTo>
                  <a:cubicBezTo>
                    <a:pt x="130" y="122"/>
                    <a:pt x="146" y="115"/>
                    <a:pt x="154" y="101"/>
                  </a:cubicBezTo>
                  <a:cubicBezTo>
                    <a:pt x="161" y="88"/>
                    <a:pt x="161" y="88"/>
                    <a:pt x="161" y="88"/>
                  </a:cubicBezTo>
                  <a:cubicBezTo>
                    <a:pt x="169" y="74"/>
                    <a:pt x="166" y="55"/>
                    <a:pt x="154" y="44"/>
                  </a:cubicBezTo>
                  <a:close/>
                </a:path>
              </a:pathLst>
            </a:custGeom>
            <a:solidFill>
              <a:srgbClr val="445E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0" name="ïṧḷîḍé">
              <a:extLst>
                <a:ext uri="{FF2B5EF4-FFF2-40B4-BE49-F238E27FC236}">
                  <a16:creationId xmlns:a16="http://schemas.microsoft.com/office/drawing/2014/main" id="{963479BE-FC2F-4CF0-A9EE-F277055B74E7}"/>
                </a:ext>
              </a:extLst>
            </p:cNvPr>
            <p:cNvSpPr/>
            <p:nvPr/>
          </p:nvSpPr>
          <p:spPr bwMode="auto">
            <a:xfrm>
              <a:off x="7013733" y="4720989"/>
              <a:ext cx="90124" cy="118700"/>
            </a:xfrm>
            <a:custGeom>
              <a:avLst/>
              <a:gdLst>
                <a:gd name="T0" fmla="*/ 1 w 75"/>
                <a:gd name="T1" fmla="*/ 99 h 99"/>
                <a:gd name="T2" fmla="*/ 0 w 75"/>
                <a:gd name="T3" fmla="*/ 99 h 99"/>
                <a:gd name="T4" fmla="*/ 0 w 75"/>
                <a:gd name="T5" fmla="*/ 99 h 99"/>
                <a:gd name="T6" fmla="*/ 1 w 75"/>
                <a:gd name="T7" fmla="*/ 99 h 99"/>
                <a:gd name="T8" fmla="*/ 59 w 75"/>
                <a:gd name="T9" fmla="*/ 56 h 99"/>
                <a:gd name="T10" fmla="*/ 59 w 75"/>
                <a:gd name="T11" fmla="*/ 57 h 99"/>
                <a:gd name="T12" fmla="*/ 59 w 75"/>
                <a:gd name="T13" fmla="*/ 56 h 99"/>
                <a:gd name="T14" fmla="*/ 60 w 75"/>
                <a:gd name="T15" fmla="*/ 54 h 99"/>
                <a:gd name="T16" fmla="*/ 60 w 75"/>
                <a:gd name="T17" fmla="*/ 54 h 99"/>
                <a:gd name="T18" fmla="*/ 60 w 75"/>
                <a:gd name="T19" fmla="*/ 54 h 99"/>
                <a:gd name="T20" fmla="*/ 75 w 75"/>
                <a:gd name="T21" fmla="*/ 0 h 99"/>
                <a:gd name="T22" fmla="*/ 60 w 75"/>
                <a:gd name="T23" fmla="*/ 53 h 99"/>
                <a:gd name="T24" fmla="*/ 75 w 75"/>
                <a:gd name="T25" fmla="*/ 0 h 99"/>
                <a:gd name="T26" fmla="*/ 75 w 75"/>
                <a:gd name="T27" fmla="*/ 0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99">
                  <a:moveTo>
                    <a:pt x="1" y="99"/>
                  </a:moveTo>
                  <a:cubicBezTo>
                    <a:pt x="1" y="99"/>
                    <a:pt x="1" y="99"/>
                    <a:pt x="0" y="99"/>
                  </a:cubicBezTo>
                  <a:cubicBezTo>
                    <a:pt x="0" y="99"/>
                    <a:pt x="0" y="99"/>
                    <a:pt x="0" y="99"/>
                  </a:cubicBezTo>
                  <a:cubicBezTo>
                    <a:pt x="1" y="99"/>
                    <a:pt x="1" y="99"/>
                    <a:pt x="1" y="99"/>
                  </a:cubicBezTo>
                  <a:moveTo>
                    <a:pt x="59" y="56"/>
                  </a:moveTo>
                  <a:cubicBezTo>
                    <a:pt x="59" y="56"/>
                    <a:pt x="59" y="56"/>
                    <a:pt x="59" y="57"/>
                  </a:cubicBezTo>
                  <a:cubicBezTo>
                    <a:pt x="59" y="56"/>
                    <a:pt x="59" y="56"/>
                    <a:pt x="59" y="56"/>
                  </a:cubicBezTo>
                  <a:moveTo>
                    <a:pt x="60" y="54"/>
                  </a:moveTo>
                  <a:cubicBezTo>
                    <a:pt x="60" y="54"/>
                    <a:pt x="60" y="54"/>
                    <a:pt x="60" y="54"/>
                  </a:cubicBezTo>
                  <a:cubicBezTo>
                    <a:pt x="60" y="54"/>
                    <a:pt x="60" y="54"/>
                    <a:pt x="60" y="54"/>
                  </a:cubicBezTo>
                  <a:moveTo>
                    <a:pt x="75" y="0"/>
                  </a:moveTo>
                  <a:cubicBezTo>
                    <a:pt x="60" y="53"/>
                    <a:pt x="60" y="53"/>
                    <a:pt x="60" y="53"/>
                  </a:cubicBezTo>
                  <a:cubicBezTo>
                    <a:pt x="75" y="0"/>
                    <a:pt x="75" y="0"/>
                    <a:pt x="75" y="0"/>
                  </a:cubicBezTo>
                  <a:cubicBezTo>
                    <a:pt x="75" y="0"/>
                    <a:pt x="75" y="0"/>
                    <a:pt x="7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1" name="íṩ1îďe">
              <a:extLst>
                <a:ext uri="{FF2B5EF4-FFF2-40B4-BE49-F238E27FC236}">
                  <a16:creationId xmlns:a16="http://schemas.microsoft.com/office/drawing/2014/main" id="{CE5508C4-46D5-4277-90E9-9EDF94F060EF}"/>
                </a:ext>
              </a:extLst>
            </p:cNvPr>
            <p:cNvSpPr/>
            <p:nvPr/>
          </p:nvSpPr>
          <p:spPr bwMode="auto">
            <a:xfrm>
              <a:off x="7103857" y="4614379"/>
              <a:ext cx="28576" cy="106611"/>
            </a:xfrm>
            <a:custGeom>
              <a:avLst/>
              <a:gdLst>
                <a:gd name="T0" fmla="*/ 26 w 26"/>
                <a:gd name="T1" fmla="*/ 0 h 97"/>
                <a:gd name="T2" fmla="*/ 0 w 26"/>
                <a:gd name="T3" fmla="*/ 97 h 97"/>
                <a:gd name="T4" fmla="*/ 0 w 26"/>
                <a:gd name="T5" fmla="*/ 97 h 97"/>
                <a:gd name="T6" fmla="*/ 26 w 26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97">
                  <a:moveTo>
                    <a:pt x="26" y="0"/>
                  </a:moveTo>
                  <a:lnTo>
                    <a:pt x="0" y="97"/>
                  </a:lnTo>
                  <a:lnTo>
                    <a:pt x="0" y="97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8ABD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2" name="iśḻiḑe">
              <a:extLst>
                <a:ext uri="{FF2B5EF4-FFF2-40B4-BE49-F238E27FC236}">
                  <a16:creationId xmlns:a16="http://schemas.microsoft.com/office/drawing/2014/main" id="{E5794AE0-6B87-43A1-8CBF-30D01132287E}"/>
                </a:ext>
              </a:extLst>
            </p:cNvPr>
            <p:cNvSpPr/>
            <p:nvPr/>
          </p:nvSpPr>
          <p:spPr bwMode="auto">
            <a:xfrm>
              <a:off x="7103857" y="4614379"/>
              <a:ext cx="28576" cy="106611"/>
            </a:xfrm>
            <a:custGeom>
              <a:avLst/>
              <a:gdLst>
                <a:gd name="T0" fmla="*/ 26 w 26"/>
                <a:gd name="T1" fmla="*/ 0 h 97"/>
                <a:gd name="T2" fmla="*/ 0 w 26"/>
                <a:gd name="T3" fmla="*/ 97 h 97"/>
                <a:gd name="T4" fmla="*/ 0 w 26"/>
                <a:gd name="T5" fmla="*/ 97 h 97"/>
                <a:gd name="T6" fmla="*/ 26 w 26"/>
                <a:gd name="T7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" h="97">
                  <a:moveTo>
                    <a:pt x="26" y="0"/>
                  </a:moveTo>
                  <a:lnTo>
                    <a:pt x="0" y="97"/>
                  </a:lnTo>
                  <a:lnTo>
                    <a:pt x="0" y="97"/>
                  </a:lnTo>
                  <a:lnTo>
                    <a:pt x="2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3" name="is1íďè">
              <a:extLst>
                <a:ext uri="{FF2B5EF4-FFF2-40B4-BE49-F238E27FC236}">
                  <a16:creationId xmlns:a16="http://schemas.microsoft.com/office/drawing/2014/main" id="{F2C09F7D-4580-4F87-B4BF-F2EB95660CA3}"/>
                </a:ext>
              </a:extLst>
            </p:cNvPr>
            <p:cNvSpPr/>
            <p:nvPr/>
          </p:nvSpPr>
          <p:spPr bwMode="auto">
            <a:xfrm>
              <a:off x="6995049" y="4835294"/>
              <a:ext cx="18685" cy="4396"/>
            </a:xfrm>
            <a:custGeom>
              <a:avLst/>
              <a:gdLst>
                <a:gd name="T0" fmla="*/ 16 w 16"/>
                <a:gd name="T1" fmla="*/ 3 h 3"/>
                <a:gd name="T2" fmla="*/ 16 w 16"/>
                <a:gd name="T3" fmla="*/ 3 h 3"/>
                <a:gd name="T4" fmla="*/ 16 w 16"/>
                <a:gd name="T5" fmla="*/ 3 h 3"/>
                <a:gd name="T6" fmla="*/ 16 w 16"/>
                <a:gd name="T7" fmla="*/ 3 h 3"/>
                <a:gd name="T8" fmla="*/ 16 w 16"/>
                <a:gd name="T9" fmla="*/ 3 h 3"/>
                <a:gd name="T10" fmla="*/ 0 w 16"/>
                <a:gd name="T11" fmla="*/ 0 h 3"/>
                <a:gd name="T12" fmla="*/ 16 w 16"/>
                <a:gd name="T13" fmla="*/ 3 h 3"/>
                <a:gd name="T14" fmla="*/ 0 w 16"/>
                <a:gd name="T15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3">
                  <a:moveTo>
                    <a:pt x="16" y="3"/>
                  </a:move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moveTo>
                    <a:pt x="0" y="0"/>
                  </a:moveTo>
                  <a:cubicBezTo>
                    <a:pt x="5" y="2"/>
                    <a:pt x="11" y="3"/>
                    <a:pt x="16" y="3"/>
                  </a:cubicBezTo>
                  <a:cubicBezTo>
                    <a:pt x="11" y="3"/>
                    <a:pt x="5" y="2"/>
                    <a:pt x="0" y="0"/>
                  </a:cubicBezTo>
                </a:path>
              </a:pathLst>
            </a:custGeom>
            <a:solidFill>
              <a:srgbClr val="4F5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4" name="ïṧļîḍe">
              <a:extLst>
                <a:ext uri="{FF2B5EF4-FFF2-40B4-BE49-F238E27FC236}">
                  <a16:creationId xmlns:a16="http://schemas.microsoft.com/office/drawing/2014/main" id="{6ACD55DE-D673-4A0D-8A39-6E3D72B6E925}"/>
                </a:ext>
              </a:extLst>
            </p:cNvPr>
            <p:cNvSpPr/>
            <p:nvPr/>
          </p:nvSpPr>
          <p:spPr bwMode="auto">
            <a:xfrm>
              <a:off x="5412375" y="4181342"/>
              <a:ext cx="1720059" cy="658348"/>
            </a:xfrm>
            <a:custGeom>
              <a:avLst/>
              <a:gdLst>
                <a:gd name="T0" fmla="*/ 107 w 1433"/>
                <a:gd name="T1" fmla="*/ 0 h 548"/>
                <a:gd name="T2" fmla="*/ 57 w 1433"/>
                <a:gd name="T3" fmla="*/ 7 h 548"/>
                <a:gd name="T4" fmla="*/ 34 w 1433"/>
                <a:gd name="T5" fmla="*/ 6 h 548"/>
                <a:gd name="T6" fmla="*/ 3 w 1433"/>
                <a:gd name="T7" fmla="*/ 106 h 548"/>
                <a:gd name="T8" fmla="*/ 0 w 1433"/>
                <a:gd name="T9" fmla="*/ 123 h 548"/>
                <a:gd name="T10" fmla="*/ 35 w 1433"/>
                <a:gd name="T11" fmla="*/ 178 h 548"/>
                <a:gd name="T12" fmla="*/ 35 w 1433"/>
                <a:gd name="T13" fmla="*/ 178 h 548"/>
                <a:gd name="T14" fmla="*/ 232 w 1433"/>
                <a:gd name="T15" fmla="*/ 236 h 548"/>
                <a:gd name="T16" fmla="*/ 1317 w 1433"/>
                <a:gd name="T17" fmla="*/ 545 h 548"/>
                <a:gd name="T18" fmla="*/ 1318 w 1433"/>
                <a:gd name="T19" fmla="*/ 545 h 548"/>
                <a:gd name="T20" fmla="*/ 1334 w 1433"/>
                <a:gd name="T21" fmla="*/ 548 h 548"/>
                <a:gd name="T22" fmla="*/ 1334 w 1433"/>
                <a:gd name="T23" fmla="*/ 548 h 548"/>
                <a:gd name="T24" fmla="*/ 1334 w 1433"/>
                <a:gd name="T25" fmla="*/ 548 h 548"/>
                <a:gd name="T26" fmla="*/ 1335 w 1433"/>
                <a:gd name="T27" fmla="*/ 548 h 548"/>
                <a:gd name="T28" fmla="*/ 1393 w 1433"/>
                <a:gd name="T29" fmla="*/ 506 h 548"/>
                <a:gd name="T30" fmla="*/ 1393 w 1433"/>
                <a:gd name="T31" fmla="*/ 505 h 548"/>
                <a:gd name="T32" fmla="*/ 1394 w 1433"/>
                <a:gd name="T33" fmla="*/ 503 h 548"/>
                <a:gd name="T34" fmla="*/ 1394 w 1433"/>
                <a:gd name="T35" fmla="*/ 503 h 548"/>
                <a:gd name="T36" fmla="*/ 1394 w 1433"/>
                <a:gd name="T37" fmla="*/ 502 h 548"/>
                <a:gd name="T38" fmla="*/ 1394 w 1433"/>
                <a:gd name="T39" fmla="*/ 502 h 548"/>
                <a:gd name="T40" fmla="*/ 1409 w 1433"/>
                <a:gd name="T41" fmla="*/ 449 h 548"/>
                <a:gd name="T42" fmla="*/ 1433 w 1433"/>
                <a:gd name="T43" fmla="*/ 361 h 548"/>
                <a:gd name="T44" fmla="*/ 1325 w 1433"/>
                <a:gd name="T45" fmla="*/ 332 h 548"/>
                <a:gd name="T46" fmla="*/ 1277 w 1433"/>
                <a:gd name="T47" fmla="*/ 346 h 548"/>
                <a:gd name="T48" fmla="*/ 1252 w 1433"/>
                <a:gd name="T49" fmla="*/ 343 h 548"/>
                <a:gd name="T50" fmla="*/ 1195 w 1433"/>
                <a:gd name="T51" fmla="*/ 297 h 548"/>
                <a:gd name="T52" fmla="*/ 277 w 1433"/>
                <a:gd name="T53" fmla="*/ 46 h 548"/>
                <a:gd name="T54" fmla="*/ 208 w 1433"/>
                <a:gd name="T55" fmla="*/ 78 h 548"/>
                <a:gd name="T56" fmla="*/ 184 w 1433"/>
                <a:gd name="T57" fmla="*/ 75 h 548"/>
                <a:gd name="T58" fmla="*/ 118 w 1433"/>
                <a:gd name="T59" fmla="*/ 3 h 548"/>
                <a:gd name="T60" fmla="*/ 107 w 1433"/>
                <a:gd name="T61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433" h="548">
                  <a:moveTo>
                    <a:pt x="107" y="0"/>
                  </a:moveTo>
                  <a:cubicBezTo>
                    <a:pt x="91" y="5"/>
                    <a:pt x="74" y="7"/>
                    <a:pt x="57" y="7"/>
                  </a:cubicBezTo>
                  <a:cubicBezTo>
                    <a:pt x="50" y="7"/>
                    <a:pt x="42" y="7"/>
                    <a:pt x="34" y="6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1" y="112"/>
                    <a:pt x="0" y="117"/>
                    <a:pt x="0" y="123"/>
                  </a:cubicBezTo>
                  <a:cubicBezTo>
                    <a:pt x="0" y="146"/>
                    <a:pt x="14" y="168"/>
                    <a:pt x="35" y="178"/>
                  </a:cubicBezTo>
                  <a:cubicBezTo>
                    <a:pt x="35" y="178"/>
                    <a:pt x="35" y="178"/>
                    <a:pt x="35" y="178"/>
                  </a:cubicBezTo>
                  <a:cubicBezTo>
                    <a:pt x="232" y="236"/>
                    <a:pt x="232" y="236"/>
                    <a:pt x="232" y="236"/>
                  </a:cubicBezTo>
                  <a:cubicBezTo>
                    <a:pt x="1317" y="545"/>
                    <a:pt x="1317" y="545"/>
                    <a:pt x="1317" y="545"/>
                  </a:cubicBezTo>
                  <a:cubicBezTo>
                    <a:pt x="1317" y="545"/>
                    <a:pt x="1318" y="545"/>
                    <a:pt x="1318" y="545"/>
                  </a:cubicBezTo>
                  <a:cubicBezTo>
                    <a:pt x="1323" y="547"/>
                    <a:pt x="1329" y="548"/>
                    <a:pt x="1334" y="548"/>
                  </a:cubicBezTo>
                  <a:cubicBezTo>
                    <a:pt x="1334" y="548"/>
                    <a:pt x="1334" y="548"/>
                    <a:pt x="1334" y="548"/>
                  </a:cubicBezTo>
                  <a:cubicBezTo>
                    <a:pt x="1334" y="548"/>
                    <a:pt x="1334" y="548"/>
                    <a:pt x="1334" y="548"/>
                  </a:cubicBezTo>
                  <a:cubicBezTo>
                    <a:pt x="1335" y="548"/>
                    <a:pt x="1335" y="548"/>
                    <a:pt x="1335" y="548"/>
                  </a:cubicBezTo>
                  <a:cubicBezTo>
                    <a:pt x="1361" y="547"/>
                    <a:pt x="1384" y="531"/>
                    <a:pt x="1393" y="506"/>
                  </a:cubicBezTo>
                  <a:cubicBezTo>
                    <a:pt x="1393" y="505"/>
                    <a:pt x="1393" y="505"/>
                    <a:pt x="1393" y="505"/>
                  </a:cubicBezTo>
                  <a:cubicBezTo>
                    <a:pt x="1393" y="504"/>
                    <a:pt x="1393" y="504"/>
                    <a:pt x="1394" y="503"/>
                  </a:cubicBezTo>
                  <a:cubicBezTo>
                    <a:pt x="1394" y="503"/>
                    <a:pt x="1394" y="503"/>
                    <a:pt x="1394" y="503"/>
                  </a:cubicBezTo>
                  <a:cubicBezTo>
                    <a:pt x="1394" y="503"/>
                    <a:pt x="1394" y="502"/>
                    <a:pt x="1394" y="502"/>
                  </a:cubicBezTo>
                  <a:cubicBezTo>
                    <a:pt x="1394" y="502"/>
                    <a:pt x="1394" y="502"/>
                    <a:pt x="1394" y="502"/>
                  </a:cubicBezTo>
                  <a:cubicBezTo>
                    <a:pt x="1409" y="449"/>
                    <a:pt x="1409" y="449"/>
                    <a:pt x="1409" y="449"/>
                  </a:cubicBezTo>
                  <a:cubicBezTo>
                    <a:pt x="1433" y="361"/>
                    <a:pt x="1433" y="361"/>
                    <a:pt x="1433" y="361"/>
                  </a:cubicBezTo>
                  <a:cubicBezTo>
                    <a:pt x="1325" y="332"/>
                    <a:pt x="1325" y="332"/>
                    <a:pt x="1325" y="332"/>
                  </a:cubicBezTo>
                  <a:cubicBezTo>
                    <a:pt x="1311" y="341"/>
                    <a:pt x="1294" y="346"/>
                    <a:pt x="1277" y="346"/>
                  </a:cubicBezTo>
                  <a:cubicBezTo>
                    <a:pt x="1269" y="346"/>
                    <a:pt x="1260" y="345"/>
                    <a:pt x="1252" y="343"/>
                  </a:cubicBezTo>
                  <a:cubicBezTo>
                    <a:pt x="1227" y="336"/>
                    <a:pt x="1207" y="319"/>
                    <a:pt x="1195" y="297"/>
                  </a:cubicBezTo>
                  <a:cubicBezTo>
                    <a:pt x="277" y="46"/>
                    <a:pt x="277" y="46"/>
                    <a:pt x="277" y="46"/>
                  </a:cubicBezTo>
                  <a:cubicBezTo>
                    <a:pt x="260" y="66"/>
                    <a:pt x="235" y="78"/>
                    <a:pt x="208" y="78"/>
                  </a:cubicBezTo>
                  <a:cubicBezTo>
                    <a:pt x="200" y="78"/>
                    <a:pt x="192" y="77"/>
                    <a:pt x="184" y="75"/>
                  </a:cubicBezTo>
                  <a:cubicBezTo>
                    <a:pt x="148" y="65"/>
                    <a:pt x="124" y="36"/>
                    <a:pt x="118" y="3"/>
                  </a:cubicBezTo>
                  <a:cubicBezTo>
                    <a:pt x="107" y="0"/>
                    <a:pt x="107" y="0"/>
                    <a:pt x="107" y="0"/>
                  </a:cubicBezTo>
                </a:path>
              </a:pathLst>
            </a:custGeom>
            <a:solidFill>
              <a:srgbClr val="4F58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5" name="i$1íḓé">
              <a:extLst>
                <a:ext uri="{FF2B5EF4-FFF2-40B4-BE49-F238E27FC236}">
                  <a16:creationId xmlns:a16="http://schemas.microsoft.com/office/drawing/2014/main" id="{100A7D96-D2DE-413D-9B94-6D686028B8A9}"/>
                </a:ext>
              </a:extLst>
            </p:cNvPr>
            <p:cNvSpPr/>
            <p:nvPr/>
          </p:nvSpPr>
          <p:spPr bwMode="auto">
            <a:xfrm>
              <a:off x="5671758" y="4464904"/>
              <a:ext cx="20883" cy="74737"/>
            </a:xfrm>
            <a:custGeom>
              <a:avLst/>
              <a:gdLst>
                <a:gd name="T0" fmla="*/ 19 w 19"/>
                <a:gd name="T1" fmla="*/ 0 h 68"/>
                <a:gd name="T2" fmla="*/ 0 w 19"/>
                <a:gd name="T3" fmla="*/ 68 h 68"/>
                <a:gd name="T4" fmla="*/ 0 w 19"/>
                <a:gd name="T5" fmla="*/ 68 h 68"/>
                <a:gd name="T6" fmla="*/ 19 w 19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68">
                  <a:moveTo>
                    <a:pt x="19" y="0"/>
                  </a:moveTo>
                  <a:lnTo>
                    <a:pt x="0" y="68"/>
                  </a:lnTo>
                  <a:lnTo>
                    <a:pt x="0" y="68"/>
                  </a:lnTo>
                  <a:lnTo>
                    <a:pt x="19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6" name="ïŝľîďe">
              <a:extLst>
                <a:ext uri="{FF2B5EF4-FFF2-40B4-BE49-F238E27FC236}">
                  <a16:creationId xmlns:a16="http://schemas.microsoft.com/office/drawing/2014/main" id="{694B22FB-529C-4A50-A9A4-B63FFCDC9F89}"/>
                </a:ext>
              </a:extLst>
            </p:cNvPr>
            <p:cNvSpPr/>
            <p:nvPr/>
          </p:nvSpPr>
          <p:spPr bwMode="auto">
            <a:xfrm>
              <a:off x="5671758" y="4464904"/>
              <a:ext cx="20883" cy="74737"/>
            </a:xfrm>
            <a:custGeom>
              <a:avLst/>
              <a:gdLst>
                <a:gd name="T0" fmla="*/ 19 w 19"/>
                <a:gd name="T1" fmla="*/ 0 h 68"/>
                <a:gd name="T2" fmla="*/ 0 w 19"/>
                <a:gd name="T3" fmla="*/ 68 h 68"/>
                <a:gd name="T4" fmla="*/ 0 w 19"/>
                <a:gd name="T5" fmla="*/ 68 h 68"/>
                <a:gd name="T6" fmla="*/ 19 w 19"/>
                <a:gd name="T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68">
                  <a:moveTo>
                    <a:pt x="19" y="0"/>
                  </a:moveTo>
                  <a:lnTo>
                    <a:pt x="0" y="68"/>
                  </a:lnTo>
                  <a:lnTo>
                    <a:pt x="0" y="68"/>
                  </a:lnTo>
                  <a:lnTo>
                    <a:pt x="19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7" name="iṥ1ïḑe">
              <a:extLst>
                <a:ext uri="{FF2B5EF4-FFF2-40B4-BE49-F238E27FC236}">
                  <a16:creationId xmlns:a16="http://schemas.microsoft.com/office/drawing/2014/main" id="{A40FD771-C86E-446E-88CA-55C29B606996}"/>
                </a:ext>
              </a:extLst>
            </p:cNvPr>
            <p:cNvSpPr/>
            <p:nvPr/>
          </p:nvSpPr>
          <p:spPr bwMode="auto">
            <a:xfrm>
              <a:off x="5447546" y="4395662"/>
              <a:ext cx="245095" cy="143980"/>
            </a:xfrm>
            <a:custGeom>
              <a:avLst/>
              <a:gdLst>
                <a:gd name="T0" fmla="*/ 6 w 204"/>
                <a:gd name="T1" fmla="*/ 0 h 120"/>
                <a:gd name="T2" fmla="*/ 0 w 204"/>
                <a:gd name="T3" fmla="*/ 23 h 120"/>
                <a:gd name="T4" fmla="*/ 187 w 204"/>
                <a:gd name="T5" fmla="*/ 120 h 120"/>
                <a:gd name="T6" fmla="*/ 204 w 204"/>
                <a:gd name="T7" fmla="*/ 58 h 120"/>
                <a:gd name="T8" fmla="*/ 203 w 204"/>
                <a:gd name="T9" fmla="*/ 58 h 120"/>
                <a:gd name="T10" fmla="*/ 16 w 204"/>
                <a:gd name="T11" fmla="*/ 4 h 120"/>
                <a:gd name="T12" fmla="*/ 6 w 204"/>
                <a:gd name="T13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4" h="120">
                  <a:moveTo>
                    <a:pt x="6" y="0"/>
                  </a:moveTo>
                  <a:cubicBezTo>
                    <a:pt x="0" y="23"/>
                    <a:pt x="0" y="23"/>
                    <a:pt x="0" y="23"/>
                  </a:cubicBezTo>
                  <a:cubicBezTo>
                    <a:pt x="187" y="120"/>
                    <a:pt x="187" y="120"/>
                    <a:pt x="187" y="120"/>
                  </a:cubicBezTo>
                  <a:cubicBezTo>
                    <a:pt x="204" y="58"/>
                    <a:pt x="204" y="58"/>
                    <a:pt x="204" y="58"/>
                  </a:cubicBezTo>
                  <a:cubicBezTo>
                    <a:pt x="203" y="58"/>
                    <a:pt x="203" y="58"/>
                    <a:pt x="203" y="58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3" y="3"/>
                    <a:pt x="9" y="2"/>
                    <a:pt x="6" y="0"/>
                  </a:cubicBezTo>
                </a:path>
              </a:pathLst>
            </a:custGeom>
            <a:solidFill>
              <a:srgbClr val="353E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8" name="ïṧļïḍê">
              <a:extLst>
                <a:ext uri="{FF2B5EF4-FFF2-40B4-BE49-F238E27FC236}">
                  <a16:creationId xmlns:a16="http://schemas.microsoft.com/office/drawing/2014/main" id="{86268B94-73CB-445F-8179-C9C840B27B35}"/>
                </a:ext>
              </a:extLst>
            </p:cNvPr>
            <p:cNvSpPr/>
            <p:nvPr/>
          </p:nvSpPr>
          <p:spPr bwMode="auto">
            <a:xfrm>
              <a:off x="5454140" y="4395662"/>
              <a:ext cx="237401" cy="69242"/>
            </a:xfrm>
            <a:custGeom>
              <a:avLst/>
              <a:gdLst>
                <a:gd name="T0" fmla="*/ 0 w 197"/>
                <a:gd name="T1" fmla="*/ 0 h 58"/>
                <a:gd name="T2" fmla="*/ 0 w 197"/>
                <a:gd name="T3" fmla="*/ 0 h 58"/>
                <a:gd name="T4" fmla="*/ 10 w 197"/>
                <a:gd name="T5" fmla="*/ 4 h 58"/>
                <a:gd name="T6" fmla="*/ 197 w 197"/>
                <a:gd name="T7" fmla="*/ 58 h 58"/>
                <a:gd name="T8" fmla="*/ 0 w 197"/>
                <a:gd name="T9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7" h="5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3" y="2"/>
                    <a:pt x="7" y="3"/>
                    <a:pt x="10" y="4"/>
                  </a:cubicBezTo>
                  <a:cubicBezTo>
                    <a:pt x="197" y="58"/>
                    <a:pt x="197" y="58"/>
                    <a:pt x="197" y="58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74F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9" name="iṩḻîḓé">
              <a:extLst>
                <a:ext uri="{FF2B5EF4-FFF2-40B4-BE49-F238E27FC236}">
                  <a16:creationId xmlns:a16="http://schemas.microsoft.com/office/drawing/2014/main" id="{C9D8C5F5-22ED-4E6B-BE22-E54BA52162B1}"/>
                </a:ext>
              </a:extLst>
            </p:cNvPr>
            <p:cNvSpPr/>
            <p:nvPr/>
          </p:nvSpPr>
          <p:spPr bwMode="auto">
            <a:xfrm>
              <a:off x="6767539" y="4778142"/>
              <a:ext cx="245095" cy="140682"/>
            </a:xfrm>
            <a:custGeom>
              <a:avLst/>
              <a:gdLst>
                <a:gd name="T0" fmla="*/ 223 w 223"/>
                <a:gd name="T1" fmla="*/ 61 h 128"/>
                <a:gd name="T2" fmla="*/ 205 w 223"/>
                <a:gd name="T3" fmla="*/ 128 h 128"/>
                <a:gd name="T4" fmla="*/ 223 w 223"/>
                <a:gd name="T5" fmla="*/ 61 h 128"/>
                <a:gd name="T6" fmla="*/ 7 w 223"/>
                <a:gd name="T7" fmla="*/ 0 h 128"/>
                <a:gd name="T8" fmla="*/ 0 w 223"/>
                <a:gd name="T9" fmla="*/ 23 h 128"/>
                <a:gd name="T10" fmla="*/ 0 w 223"/>
                <a:gd name="T11" fmla="*/ 23 h 128"/>
                <a:gd name="T12" fmla="*/ 7 w 223"/>
                <a:gd name="T1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128">
                  <a:moveTo>
                    <a:pt x="223" y="61"/>
                  </a:moveTo>
                  <a:lnTo>
                    <a:pt x="205" y="128"/>
                  </a:lnTo>
                  <a:lnTo>
                    <a:pt x="223" y="61"/>
                  </a:lnTo>
                  <a:close/>
                  <a:moveTo>
                    <a:pt x="7" y="0"/>
                  </a:moveTo>
                  <a:lnTo>
                    <a:pt x="0" y="23"/>
                  </a:lnTo>
                  <a:lnTo>
                    <a:pt x="0" y="23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0" name="iš1iḑé">
              <a:extLst>
                <a:ext uri="{FF2B5EF4-FFF2-40B4-BE49-F238E27FC236}">
                  <a16:creationId xmlns:a16="http://schemas.microsoft.com/office/drawing/2014/main" id="{25EEB8B5-6840-4DD9-9E1A-0982C078C263}"/>
                </a:ext>
              </a:extLst>
            </p:cNvPr>
            <p:cNvSpPr/>
            <p:nvPr/>
          </p:nvSpPr>
          <p:spPr bwMode="auto">
            <a:xfrm>
              <a:off x="6767539" y="4778142"/>
              <a:ext cx="245095" cy="140682"/>
            </a:xfrm>
            <a:custGeom>
              <a:avLst/>
              <a:gdLst>
                <a:gd name="T0" fmla="*/ 223 w 223"/>
                <a:gd name="T1" fmla="*/ 61 h 128"/>
                <a:gd name="T2" fmla="*/ 205 w 223"/>
                <a:gd name="T3" fmla="*/ 128 h 128"/>
                <a:gd name="T4" fmla="*/ 223 w 223"/>
                <a:gd name="T5" fmla="*/ 61 h 128"/>
                <a:gd name="T6" fmla="*/ 7 w 223"/>
                <a:gd name="T7" fmla="*/ 0 h 128"/>
                <a:gd name="T8" fmla="*/ 0 w 223"/>
                <a:gd name="T9" fmla="*/ 23 h 128"/>
                <a:gd name="T10" fmla="*/ 0 w 223"/>
                <a:gd name="T11" fmla="*/ 23 h 128"/>
                <a:gd name="T12" fmla="*/ 7 w 223"/>
                <a:gd name="T13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128">
                  <a:moveTo>
                    <a:pt x="223" y="61"/>
                  </a:moveTo>
                  <a:lnTo>
                    <a:pt x="205" y="128"/>
                  </a:lnTo>
                  <a:lnTo>
                    <a:pt x="223" y="61"/>
                  </a:lnTo>
                  <a:moveTo>
                    <a:pt x="7" y="0"/>
                  </a:moveTo>
                  <a:lnTo>
                    <a:pt x="0" y="23"/>
                  </a:lnTo>
                  <a:lnTo>
                    <a:pt x="0" y="23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1" name="ïṣļiḍê">
              <a:extLst>
                <a:ext uri="{FF2B5EF4-FFF2-40B4-BE49-F238E27FC236}">
                  <a16:creationId xmlns:a16="http://schemas.microsoft.com/office/drawing/2014/main" id="{8948A80A-6D32-45EB-9455-8B2312BA82DC}"/>
                </a:ext>
              </a:extLst>
            </p:cNvPr>
            <p:cNvSpPr/>
            <p:nvPr/>
          </p:nvSpPr>
          <p:spPr bwMode="auto">
            <a:xfrm>
              <a:off x="6767539" y="4775943"/>
              <a:ext cx="245095" cy="143980"/>
            </a:xfrm>
            <a:custGeom>
              <a:avLst/>
              <a:gdLst>
                <a:gd name="T0" fmla="*/ 7 w 223"/>
                <a:gd name="T1" fmla="*/ 0 h 131"/>
                <a:gd name="T2" fmla="*/ 7 w 223"/>
                <a:gd name="T3" fmla="*/ 2 h 131"/>
                <a:gd name="T4" fmla="*/ 0 w 223"/>
                <a:gd name="T5" fmla="*/ 25 h 131"/>
                <a:gd name="T6" fmla="*/ 205 w 223"/>
                <a:gd name="T7" fmla="*/ 131 h 131"/>
                <a:gd name="T8" fmla="*/ 205 w 223"/>
                <a:gd name="T9" fmla="*/ 130 h 131"/>
                <a:gd name="T10" fmla="*/ 223 w 223"/>
                <a:gd name="T11" fmla="*/ 63 h 131"/>
                <a:gd name="T12" fmla="*/ 7 w 223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131">
                  <a:moveTo>
                    <a:pt x="7" y="0"/>
                  </a:moveTo>
                  <a:lnTo>
                    <a:pt x="7" y="2"/>
                  </a:lnTo>
                  <a:lnTo>
                    <a:pt x="0" y="25"/>
                  </a:lnTo>
                  <a:lnTo>
                    <a:pt x="205" y="131"/>
                  </a:lnTo>
                  <a:lnTo>
                    <a:pt x="205" y="130"/>
                  </a:lnTo>
                  <a:lnTo>
                    <a:pt x="223" y="63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353E5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2" name="îṣ1iḋè">
              <a:extLst>
                <a:ext uri="{FF2B5EF4-FFF2-40B4-BE49-F238E27FC236}">
                  <a16:creationId xmlns:a16="http://schemas.microsoft.com/office/drawing/2014/main" id="{5E8F05F0-2E16-4D4D-9A80-A8E0B00AB2E6}"/>
                </a:ext>
              </a:extLst>
            </p:cNvPr>
            <p:cNvSpPr/>
            <p:nvPr/>
          </p:nvSpPr>
          <p:spPr bwMode="auto">
            <a:xfrm>
              <a:off x="6767539" y="4775943"/>
              <a:ext cx="245095" cy="143980"/>
            </a:xfrm>
            <a:custGeom>
              <a:avLst/>
              <a:gdLst>
                <a:gd name="T0" fmla="*/ 7 w 223"/>
                <a:gd name="T1" fmla="*/ 0 h 131"/>
                <a:gd name="T2" fmla="*/ 7 w 223"/>
                <a:gd name="T3" fmla="*/ 2 h 131"/>
                <a:gd name="T4" fmla="*/ 0 w 223"/>
                <a:gd name="T5" fmla="*/ 25 h 131"/>
                <a:gd name="T6" fmla="*/ 205 w 223"/>
                <a:gd name="T7" fmla="*/ 131 h 131"/>
                <a:gd name="T8" fmla="*/ 205 w 223"/>
                <a:gd name="T9" fmla="*/ 130 h 131"/>
                <a:gd name="T10" fmla="*/ 223 w 223"/>
                <a:gd name="T11" fmla="*/ 63 h 131"/>
                <a:gd name="T12" fmla="*/ 7 w 223"/>
                <a:gd name="T1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23" h="131">
                  <a:moveTo>
                    <a:pt x="7" y="0"/>
                  </a:moveTo>
                  <a:lnTo>
                    <a:pt x="7" y="2"/>
                  </a:lnTo>
                  <a:lnTo>
                    <a:pt x="0" y="25"/>
                  </a:lnTo>
                  <a:lnTo>
                    <a:pt x="205" y="131"/>
                  </a:lnTo>
                  <a:lnTo>
                    <a:pt x="205" y="130"/>
                  </a:lnTo>
                  <a:lnTo>
                    <a:pt x="223" y="63"/>
                  </a:lnTo>
                  <a:lnTo>
                    <a:pt x="7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3" name="işlíḑé">
              <a:extLst>
                <a:ext uri="{FF2B5EF4-FFF2-40B4-BE49-F238E27FC236}">
                  <a16:creationId xmlns:a16="http://schemas.microsoft.com/office/drawing/2014/main" id="{8161728A-695A-4BE4-985E-3E7E3DAE74BF}"/>
                </a:ext>
              </a:extLst>
            </p:cNvPr>
            <p:cNvSpPr/>
            <p:nvPr/>
          </p:nvSpPr>
          <p:spPr bwMode="auto">
            <a:xfrm>
              <a:off x="6823593" y="4367086"/>
              <a:ext cx="242897" cy="241797"/>
            </a:xfrm>
            <a:custGeom>
              <a:avLst/>
              <a:gdLst>
                <a:gd name="T0" fmla="*/ 77 w 203"/>
                <a:gd name="T1" fmla="*/ 189 h 202"/>
                <a:gd name="T2" fmla="*/ 14 w 203"/>
                <a:gd name="T3" fmla="*/ 77 h 202"/>
                <a:gd name="T4" fmla="*/ 126 w 203"/>
                <a:gd name="T5" fmla="*/ 13 h 202"/>
                <a:gd name="T6" fmla="*/ 189 w 203"/>
                <a:gd name="T7" fmla="*/ 125 h 202"/>
                <a:gd name="T8" fmla="*/ 77 w 203"/>
                <a:gd name="T9" fmla="*/ 189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3" h="202">
                  <a:moveTo>
                    <a:pt x="77" y="189"/>
                  </a:moveTo>
                  <a:cubicBezTo>
                    <a:pt x="29" y="176"/>
                    <a:pt x="0" y="125"/>
                    <a:pt x="14" y="77"/>
                  </a:cubicBezTo>
                  <a:cubicBezTo>
                    <a:pt x="27" y="28"/>
                    <a:pt x="77" y="0"/>
                    <a:pt x="126" y="13"/>
                  </a:cubicBezTo>
                  <a:cubicBezTo>
                    <a:pt x="174" y="27"/>
                    <a:pt x="203" y="77"/>
                    <a:pt x="189" y="125"/>
                  </a:cubicBezTo>
                  <a:cubicBezTo>
                    <a:pt x="176" y="174"/>
                    <a:pt x="126" y="202"/>
                    <a:pt x="77" y="189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4" name="íśḷíḋè">
              <a:extLst>
                <a:ext uri="{FF2B5EF4-FFF2-40B4-BE49-F238E27FC236}">
                  <a16:creationId xmlns:a16="http://schemas.microsoft.com/office/drawing/2014/main" id="{EF4E88C3-EB14-44F0-B574-33E0DDF8C50A}"/>
                </a:ext>
              </a:extLst>
            </p:cNvPr>
            <p:cNvSpPr/>
            <p:nvPr/>
          </p:nvSpPr>
          <p:spPr bwMode="auto">
            <a:xfrm>
              <a:off x="6896132" y="4531948"/>
              <a:ext cx="129691" cy="51657"/>
            </a:xfrm>
            <a:custGeom>
              <a:avLst/>
              <a:gdLst>
                <a:gd name="T0" fmla="*/ 108 w 108"/>
                <a:gd name="T1" fmla="*/ 0 h 43"/>
                <a:gd name="T2" fmla="*/ 63 w 108"/>
                <a:gd name="T3" fmla="*/ 25 h 43"/>
                <a:gd name="T4" fmla="*/ 41 w 108"/>
                <a:gd name="T5" fmla="*/ 27 h 43"/>
                <a:gd name="T6" fmla="*/ 26 w 108"/>
                <a:gd name="T7" fmla="*/ 26 h 43"/>
                <a:gd name="T8" fmla="*/ 0 w 108"/>
                <a:gd name="T9" fmla="*/ 20 h 43"/>
                <a:gd name="T10" fmla="*/ 42 w 108"/>
                <a:gd name="T11" fmla="*/ 43 h 43"/>
                <a:gd name="T12" fmla="*/ 44 w 108"/>
                <a:gd name="T13" fmla="*/ 43 h 43"/>
                <a:gd name="T14" fmla="*/ 60 w 108"/>
                <a:gd name="T15" fmla="*/ 41 h 43"/>
                <a:gd name="T16" fmla="*/ 76 w 108"/>
                <a:gd name="T17" fmla="*/ 37 h 43"/>
                <a:gd name="T18" fmla="*/ 108 w 108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8" h="43">
                  <a:moveTo>
                    <a:pt x="108" y="0"/>
                  </a:moveTo>
                  <a:cubicBezTo>
                    <a:pt x="97" y="14"/>
                    <a:pt x="80" y="22"/>
                    <a:pt x="63" y="25"/>
                  </a:cubicBezTo>
                  <a:cubicBezTo>
                    <a:pt x="56" y="26"/>
                    <a:pt x="48" y="27"/>
                    <a:pt x="41" y="27"/>
                  </a:cubicBezTo>
                  <a:cubicBezTo>
                    <a:pt x="36" y="27"/>
                    <a:pt x="31" y="26"/>
                    <a:pt x="26" y="26"/>
                  </a:cubicBezTo>
                  <a:cubicBezTo>
                    <a:pt x="21" y="26"/>
                    <a:pt x="3" y="24"/>
                    <a:pt x="0" y="20"/>
                  </a:cubicBezTo>
                  <a:cubicBezTo>
                    <a:pt x="9" y="33"/>
                    <a:pt x="25" y="42"/>
                    <a:pt x="42" y="43"/>
                  </a:cubicBezTo>
                  <a:cubicBezTo>
                    <a:pt x="42" y="43"/>
                    <a:pt x="43" y="43"/>
                    <a:pt x="44" y="43"/>
                  </a:cubicBezTo>
                  <a:cubicBezTo>
                    <a:pt x="49" y="43"/>
                    <a:pt x="54" y="42"/>
                    <a:pt x="60" y="41"/>
                  </a:cubicBezTo>
                  <a:cubicBezTo>
                    <a:pt x="65" y="40"/>
                    <a:pt x="71" y="39"/>
                    <a:pt x="76" y="37"/>
                  </a:cubicBezTo>
                  <a:cubicBezTo>
                    <a:pt x="92" y="31"/>
                    <a:pt x="104" y="17"/>
                    <a:pt x="108" y="0"/>
                  </a:cubicBezTo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5" name="ïś1ïḑe">
              <a:extLst>
                <a:ext uri="{FF2B5EF4-FFF2-40B4-BE49-F238E27FC236}">
                  <a16:creationId xmlns:a16="http://schemas.microsoft.com/office/drawing/2014/main" id="{72291AD1-8340-48B2-8815-A17DE29A60D4}"/>
                </a:ext>
              </a:extLst>
            </p:cNvPr>
            <p:cNvSpPr/>
            <p:nvPr/>
          </p:nvSpPr>
          <p:spPr bwMode="auto">
            <a:xfrm>
              <a:off x="5540967" y="4045056"/>
              <a:ext cx="242897" cy="241797"/>
            </a:xfrm>
            <a:custGeom>
              <a:avLst/>
              <a:gdLst>
                <a:gd name="T0" fmla="*/ 77 w 202"/>
                <a:gd name="T1" fmla="*/ 189 h 202"/>
                <a:gd name="T2" fmla="*/ 13 w 202"/>
                <a:gd name="T3" fmla="*/ 77 h 202"/>
                <a:gd name="T4" fmla="*/ 125 w 202"/>
                <a:gd name="T5" fmla="*/ 13 h 202"/>
                <a:gd name="T6" fmla="*/ 189 w 202"/>
                <a:gd name="T7" fmla="*/ 125 h 202"/>
                <a:gd name="T8" fmla="*/ 77 w 202"/>
                <a:gd name="T9" fmla="*/ 189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202">
                  <a:moveTo>
                    <a:pt x="77" y="189"/>
                  </a:moveTo>
                  <a:cubicBezTo>
                    <a:pt x="28" y="176"/>
                    <a:pt x="0" y="126"/>
                    <a:pt x="13" y="77"/>
                  </a:cubicBezTo>
                  <a:cubicBezTo>
                    <a:pt x="26" y="28"/>
                    <a:pt x="76" y="0"/>
                    <a:pt x="125" y="13"/>
                  </a:cubicBezTo>
                  <a:cubicBezTo>
                    <a:pt x="174" y="27"/>
                    <a:pt x="202" y="77"/>
                    <a:pt x="189" y="125"/>
                  </a:cubicBezTo>
                  <a:cubicBezTo>
                    <a:pt x="175" y="174"/>
                    <a:pt x="125" y="202"/>
                    <a:pt x="77" y="189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6" name="ïSḻídê">
              <a:extLst>
                <a:ext uri="{FF2B5EF4-FFF2-40B4-BE49-F238E27FC236}">
                  <a16:creationId xmlns:a16="http://schemas.microsoft.com/office/drawing/2014/main" id="{709117CC-6152-4F26-A9DC-00BA6847FFF0}"/>
                </a:ext>
              </a:extLst>
            </p:cNvPr>
            <p:cNvSpPr/>
            <p:nvPr/>
          </p:nvSpPr>
          <p:spPr bwMode="auto">
            <a:xfrm>
              <a:off x="5614606" y="4211017"/>
              <a:ext cx="127493" cy="51657"/>
            </a:xfrm>
            <a:custGeom>
              <a:avLst/>
              <a:gdLst>
                <a:gd name="T0" fmla="*/ 107 w 107"/>
                <a:gd name="T1" fmla="*/ 0 h 43"/>
                <a:gd name="T2" fmla="*/ 62 w 107"/>
                <a:gd name="T3" fmla="*/ 25 h 43"/>
                <a:gd name="T4" fmla="*/ 40 w 107"/>
                <a:gd name="T5" fmla="*/ 27 h 43"/>
                <a:gd name="T6" fmla="*/ 25 w 107"/>
                <a:gd name="T7" fmla="*/ 26 h 43"/>
                <a:gd name="T8" fmla="*/ 0 w 107"/>
                <a:gd name="T9" fmla="*/ 20 h 43"/>
                <a:gd name="T10" fmla="*/ 41 w 107"/>
                <a:gd name="T11" fmla="*/ 43 h 43"/>
                <a:gd name="T12" fmla="*/ 43 w 107"/>
                <a:gd name="T13" fmla="*/ 43 h 43"/>
                <a:gd name="T14" fmla="*/ 59 w 107"/>
                <a:gd name="T15" fmla="*/ 41 h 43"/>
                <a:gd name="T16" fmla="*/ 75 w 107"/>
                <a:gd name="T17" fmla="*/ 37 h 43"/>
                <a:gd name="T18" fmla="*/ 107 w 107"/>
                <a:gd name="T19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7" h="43">
                  <a:moveTo>
                    <a:pt x="107" y="0"/>
                  </a:moveTo>
                  <a:cubicBezTo>
                    <a:pt x="96" y="14"/>
                    <a:pt x="79" y="22"/>
                    <a:pt x="62" y="25"/>
                  </a:cubicBezTo>
                  <a:cubicBezTo>
                    <a:pt x="55" y="26"/>
                    <a:pt x="47" y="27"/>
                    <a:pt x="40" y="27"/>
                  </a:cubicBezTo>
                  <a:cubicBezTo>
                    <a:pt x="35" y="27"/>
                    <a:pt x="30" y="26"/>
                    <a:pt x="25" y="26"/>
                  </a:cubicBezTo>
                  <a:cubicBezTo>
                    <a:pt x="21" y="26"/>
                    <a:pt x="3" y="24"/>
                    <a:pt x="0" y="20"/>
                  </a:cubicBezTo>
                  <a:cubicBezTo>
                    <a:pt x="9" y="33"/>
                    <a:pt x="25" y="42"/>
                    <a:pt x="41" y="43"/>
                  </a:cubicBezTo>
                  <a:cubicBezTo>
                    <a:pt x="42" y="43"/>
                    <a:pt x="42" y="43"/>
                    <a:pt x="43" y="43"/>
                  </a:cubicBezTo>
                  <a:cubicBezTo>
                    <a:pt x="48" y="43"/>
                    <a:pt x="54" y="42"/>
                    <a:pt x="59" y="41"/>
                  </a:cubicBezTo>
                  <a:cubicBezTo>
                    <a:pt x="64" y="40"/>
                    <a:pt x="70" y="39"/>
                    <a:pt x="75" y="37"/>
                  </a:cubicBezTo>
                  <a:cubicBezTo>
                    <a:pt x="91" y="31"/>
                    <a:pt x="103" y="17"/>
                    <a:pt x="107" y="0"/>
                  </a:cubicBezTo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7" name="îŝľîdê">
              <a:extLst>
                <a:ext uri="{FF2B5EF4-FFF2-40B4-BE49-F238E27FC236}">
                  <a16:creationId xmlns:a16="http://schemas.microsoft.com/office/drawing/2014/main" id="{95F1248E-1058-4A73-8DC6-A8DE5E7031A9}"/>
                </a:ext>
              </a:extLst>
            </p:cNvPr>
            <p:cNvSpPr/>
            <p:nvPr/>
          </p:nvSpPr>
          <p:spPr bwMode="auto">
            <a:xfrm>
              <a:off x="4973842" y="2682198"/>
              <a:ext cx="86828" cy="115404"/>
            </a:xfrm>
            <a:custGeom>
              <a:avLst/>
              <a:gdLst>
                <a:gd name="T0" fmla="*/ 58 w 79"/>
                <a:gd name="T1" fmla="*/ 104 h 105"/>
                <a:gd name="T2" fmla="*/ 79 w 79"/>
                <a:gd name="T3" fmla="*/ 43 h 105"/>
                <a:gd name="T4" fmla="*/ 65 w 79"/>
                <a:gd name="T5" fmla="*/ 4 h 105"/>
                <a:gd name="T6" fmla="*/ 30 w 79"/>
                <a:gd name="T7" fmla="*/ 0 h 105"/>
                <a:gd name="T8" fmla="*/ 23 w 79"/>
                <a:gd name="T9" fmla="*/ 43 h 105"/>
                <a:gd name="T10" fmla="*/ 15 w 79"/>
                <a:gd name="T11" fmla="*/ 37 h 105"/>
                <a:gd name="T12" fmla="*/ 0 w 79"/>
                <a:gd name="T13" fmla="*/ 40 h 105"/>
                <a:gd name="T14" fmla="*/ 11 w 79"/>
                <a:gd name="T15" fmla="*/ 81 h 105"/>
                <a:gd name="T16" fmla="*/ 17 w 79"/>
                <a:gd name="T17" fmla="*/ 105 h 105"/>
                <a:gd name="T18" fmla="*/ 58 w 79"/>
                <a:gd name="T19" fmla="*/ 104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9" h="105">
                  <a:moveTo>
                    <a:pt x="58" y="104"/>
                  </a:moveTo>
                  <a:lnTo>
                    <a:pt x="79" y="43"/>
                  </a:lnTo>
                  <a:lnTo>
                    <a:pt x="65" y="4"/>
                  </a:lnTo>
                  <a:lnTo>
                    <a:pt x="30" y="0"/>
                  </a:lnTo>
                  <a:lnTo>
                    <a:pt x="23" y="43"/>
                  </a:lnTo>
                  <a:lnTo>
                    <a:pt x="15" y="37"/>
                  </a:lnTo>
                  <a:lnTo>
                    <a:pt x="0" y="40"/>
                  </a:lnTo>
                  <a:lnTo>
                    <a:pt x="11" y="81"/>
                  </a:lnTo>
                  <a:lnTo>
                    <a:pt x="17" y="105"/>
                  </a:lnTo>
                  <a:lnTo>
                    <a:pt x="58" y="104"/>
                  </a:lnTo>
                  <a:close/>
                </a:path>
              </a:pathLst>
            </a:custGeom>
            <a:solidFill>
              <a:srgbClr val="EFB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8" name="îSlíḋé">
              <a:extLst>
                <a:ext uri="{FF2B5EF4-FFF2-40B4-BE49-F238E27FC236}">
                  <a16:creationId xmlns:a16="http://schemas.microsoft.com/office/drawing/2014/main" id="{7C9A89CF-C5BF-4A59-A5D6-94F37655CFE3}"/>
                </a:ext>
              </a:extLst>
            </p:cNvPr>
            <p:cNvSpPr/>
            <p:nvPr/>
          </p:nvSpPr>
          <p:spPr bwMode="auto">
            <a:xfrm>
              <a:off x="4569381" y="2760233"/>
              <a:ext cx="474802" cy="431938"/>
            </a:xfrm>
            <a:custGeom>
              <a:avLst/>
              <a:gdLst>
                <a:gd name="T0" fmla="*/ 145 w 395"/>
                <a:gd name="T1" fmla="*/ 339 h 360"/>
                <a:gd name="T2" fmla="*/ 177 w 395"/>
                <a:gd name="T3" fmla="*/ 322 h 360"/>
                <a:gd name="T4" fmla="*/ 270 w 395"/>
                <a:gd name="T5" fmla="*/ 275 h 360"/>
                <a:gd name="T6" fmla="*/ 321 w 395"/>
                <a:gd name="T7" fmla="*/ 237 h 360"/>
                <a:gd name="T8" fmla="*/ 337 w 395"/>
                <a:gd name="T9" fmla="*/ 205 h 360"/>
                <a:gd name="T10" fmla="*/ 395 w 395"/>
                <a:gd name="T11" fmla="*/ 23 h 360"/>
                <a:gd name="T12" fmla="*/ 335 w 395"/>
                <a:gd name="T13" fmla="*/ 11 h 360"/>
                <a:gd name="T14" fmla="*/ 327 w 395"/>
                <a:gd name="T15" fmla="*/ 26 h 360"/>
                <a:gd name="T16" fmla="*/ 295 w 395"/>
                <a:gd name="T17" fmla="*/ 100 h 360"/>
                <a:gd name="T18" fmla="*/ 253 w 395"/>
                <a:gd name="T19" fmla="*/ 180 h 360"/>
                <a:gd name="T20" fmla="*/ 245 w 395"/>
                <a:gd name="T21" fmla="*/ 188 h 360"/>
                <a:gd name="T22" fmla="*/ 233 w 395"/>
                <a:gd name="T23" fmla="*/ 191 h 360"/>
                <a:gd name="T24" fmla="*/ 71 w 395"/>
                <a:gd name="T25" fmla="*/ 193 h 360"/>
                <a:gd name="T26" fmla="*/ 9 w 395"/>
                <a:gd name="T27" fmla="*/ 250 h 360"/>
                <a:gd name="T28" fmla="*/ 0 w 395"/>
                <a:gd name="T29" fmla="*/ 282 h 360"/>
                <a:gd name="T30" fmla="*/ 7 w 395"/>
                <a:gd name="T31" fmla="*/ 326 h 360"/>
                <a:gd name="T32" fmla="*/ 47 w 395"/>
                <a:gd name="T33" fmla="*/ 356 h 360"/>
                <a:gd name="T34" fmla="*/ 99 w 395"/>
                <a:gd name="T35" fmla="*/ 357 h 360"/>
                <a:gd name="T36" fmla="*/ 145 w 395"/>
                <a:gd name="T37" fmla="*/ 339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95" h="360">
                  <a:moveTo>
                    <a:pt x="145" y="339"/>
                  </a:moveTo>
                  <a:cubicBezTo>
                    <a:pt x="155" y="333"/>
                    <a:pt x="166" y="327"/>
                    <a:pt x="177" y="322"/>
                  </a:cubicBezTo>
                  <a:cubicBezTo>
                    <a:pt x="208" y="307"/>
                    <a:pt x="240" y="291"/>
                    <a:pt x="270" y="275"/>
                  </a:cubicBezTo>
                  <a:cubicBezTo>
                    <a:pt x="289" y="265"/>
                    <a:pt x="308" y="254"/>
                    <a:pt x="321" y="237"/>
                  </a:cubicBezTo>
                  <a:cubicBezTo>
                    <a:pt x="328" y="227"/>
                    <a:pt x="333" y="216"/>
                    <a:pt x="337" y="205"/>
                  </a:cubicBezTo>
                  <a:cubicBezTo>
                    <a:pt x="361" y="145"/>
                    <a:pt x="380" y="85"/>
                    <a:pt x="395" y="23"/>
                  </a:cubicBezTo>
                  <a:cubicBezTo>
                    <a:pt x="383" y="17"/>
                    <a:pt x="348" y="0"/>
                    <a:pt x="335" y="11"/>
                  </a:cubicBezTo>
                  <a:cubicBezTo>
                    <a:pt x="331" y="15"/>
                    <a:pt x="329" y="21"/>
                    <a:pt x="327" y="26"/>
                  </a:cubicBezTo>
                  <a:cubicBezTo>
                    <a:pt x="317" y="51"/>
                    <a:pt x="306" y="75"/>
                    <a:pt x="295" y="100"/>
                  </a:cubicBezTo>
                  <a:cubicBezTo>
                    <a:pt x="283" y="128"/>
                    <a:pt x="271" y="155"/>
                    <a:pt x="253" y="180"/>
                  </a:cubicBezTo>
                  <a:cubicBezTo>
                    <a:pt x="251" y="183"/>
                    <a:pt x="249" y="186"/>
                    <a:pt x="245" y="188"/>
                  </a:cubicBezTo>
                  <a:cubicBezTo>
                    <a:pt x="242" y="190"/>
                    <a:pt x="238" y="191"/>
                    <a:pt x="233" y="191"/>
                  </a:cubicBezTo>
                  <a:cubicBezTo>
                    <a:pt x="170" y="201"/>
                    <a:pt x="133" y="177"/>
                    <a:pt x="71" y="193"/>
                  </a:cubicBezTo>
                  <a:cubicBezTo>
                    <a:pt x="57" y="196"/>
                    <a:pt x="18" y="239"/>
                    <a:pt x="9" y="250"/>
                  </a:cubicBezTo>
                  <a:cubicBezTo>
                    <a:pt x="3" y="259"/>
                    <a:pt x="1" y="271"/>
                    <a:pt x="0" y="282"/>
                  </a:cubicBezTo>
                  <a:cubicBezTo>
                    <a:pt x="0" y="297"/>
                    <a:pt x="0" y="313"/>
                    <a:pt x="7" y="326"/>
                  </a:cubicBezTo>
                  <a:cubicBezTo>
                    <a:pt x="15" y="341"/>
                    <a:pt x="31" y="352"/>
                    <a:pt x="47" y="356"/>
                  </a:cubicBezTo>
                  <a:cubicBezTo>
                    <a:pt x="64" y="360"/>
                    <a:pt x="82" y="359"/>
                    <a:pt x="99" y="357"/>
                  </a:cubicBezTo>
                  <a:cubicBezTo>
                    <a:pt x="116" y="354"/>
                    <a:pt x="130" y="347"/>
                    <a:pt x="145" y="3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9" name="íṣlîḓè">
              <a:extLst>
                <a:ext uri="{FF2B5EF4-FFF2-40B4-BE49-F238E27FC236}">
                  <a16:creationId xmlns:a16="http://schemas.microsoft.com/office/drawing/2014/main" id="{0C6A740B-6CEE-4D1B-9FAC-604109E5731F}"/>
                </a:ext>
              </a:extLst>
            </p:cNvPr>
            <p:cNvSpPr/>
            <p:nvPr/>
          </p:nvSpPr>
          <p:spPr bwMode="auto">
            <a:xfrm>
              <a:off x="6033355" y="2315106"/>
              <a:ext cx="340714" cy="842994"/>
            </a:xfrm>
            <a:custGeom>
              <a:avLst/>
              <a:gdLst>
                <a:gd name="T0" fmla="*/ 136 w 310"/>
                <a:gd name="T1" fmla="*/ 0 h 767"/>
                <a:gd name="T2" fmla="*/ 0 w 310"/>
                <a:gd name="T3" fmla="*/ 405 h 767"/>
                <a:gd name="T4" fmla="*/ 158 w 310"/>
                <a:gd name="T5" fmla="*/ 414 h 767"/>
                <a:gd name="T6" fmla="*/ 144 w 310"/>
                <a:gd name="T7" fmla="*/ 767 h 767"/>
                <a:gd name="T8" fmla="*/ 310 w 310"/>
                <a:gd name="T9" fmla="*/ 345 h 767"/>
                <a:gd name="T10" fmla="*/ 133 w 310"/>
                <a:gd name="T11" fmla="*/ 312 h 767"/>
                <a:gd name="T12" fmla="*/ 136 w 310"/>
                <a:gd name="T13" fmla="*/ 0 h 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0" h="767">
                  <a:moveTo>
                    <a:pt x="136" y="0"/>
                  </a:moveTo>
                  <a:lnTo>
                    <a:pt x="0" y="405"/>
                  </a:lnTo>
                  <a:lnTo>
                    <a:pt x="158" y="414"/>
                  </a:lnTo>
                  <a:lnTo>
                    <a:pt x="144" y="767"/>
                  </a:lnTo>
                  <a:lnTo>
                    <a:pt x="310" y="345"/>
                  </a:lnTo>
                  <a:lnTo>
                    <a:pt x="133" y="312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587B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00" name="ïṣľiḍe">
              <a:extLst>
                <a:ext uri="{FF2B5EF4-FFF2-40B4-BE49-F238E27FC236}">
                  <a16:creationId xmlns:a16="http://schemas.microsoft.com/office/drawing/2014/main" id="{025E689A-ADB8-4716-827D-D8DB5FA6124A}"/>
                </a:ext>
              </a:extLst>
            </p:cNvPr>
            <p:cNvSpPr/>
            <p:nvPr/>
          </p:nvSpPr>
          <p:spPr bwMode="auto">
            <a:xfrm>
              <a:off x="6265260" y="2777818"/>
              <a:ext cx="392372" cy="430839"/>
            </a:xfrm>
            <a:custGeom>
              <a:avLst/>
              <a:gdLst>
                <a:gd name="T0" fmla="*/ 357 w 357"/>
                <a:gd name="T1" fmla="*/ 0 h 392"/>
                <a:gd name="T2" fmla="*/ 132 w 357"/>
                <a:gd name="T3" fmla="*/ 154 h 392"/>
                <a:gd name="T4" fmla="*/ 169 w 357"/>
                <a:gd name="T5" fmla="*/ 218 h 392"/>
                <a:gd name="T6" fmla="*/ 0 w 357"/>
                <a:gd name="T7" fmla="*/ 392 h 392"/>
                <a:gd name="T8" fmla="*/ 239 w 357"/>
                <a:gd name="T9" fmla="*/ 240 h 392"/>
                <a:gd name="T10" fmla="*/ 209 w 357"/>
                <a:gd name="T11" fmla="*/ 157 h 392"/>
                <a:gd name="T12" fmla="*/ 357 w 357"/>
                <a:gd name="T13" fmla="*/ 0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7" h="392">
                  <a:moveTo>
                    <a:pt x="357" y="0"/>
                  </a:moveTo>
                  <a:lnTo>
                    <a:pt x="132" y="154"/>
                  </a:lnTo>
                  <a:lnTo>
                    <a:pt x="169" y="218"/>
                  </a:lnTo>
                  <a:lnTo>
                    <a:pt x="0" y="392"/>
                  </a:lnTo>
                  <a:lnTo>
                    <a:pt x="239" y="240"/>
                  </a:lnTo>
                  <a:lnTo>
                    <a:pt x="209" y="157"/>
                  </a:lnTo>
                  <a:lnTo>
                    <a:pt x="357" y="0"/>
                  </a:lnTo>
                  <a:close/>
                </a:path>
              </a:pathLst>
            </a:custGeom>
            <a:solidFill>
              <a:srgbClr val="587B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7" name="i$1ídè">
              <a:extLst>
                <a:ext uri="{FF2B5EF4-FFF2-40B4-BE49-F238E27FC236}">
                  <a16:creationId xmlns:a16="http://schemas.microsoft.com/office/drawing/2014/main" id="{D397A7A1-C74F-436A-AE84-FF2C7CBD2EB8}"/>
                </a:ext>
              </a:extLst>
            </p:cNvPr>
            <p:cNvSpPr/>
            <p:nvPr/>
          </p:nvSpPr>
          <p:spPr bwMode="auto">
            <a:xfrm>
              <a:off x="4884817" y="3498814"/>
              <a:ext cx="108809" cy="91224"/>
            </a:xfrm>
            <a:custGeom>
              <a:avLst/>
              <a:gdLst>
                <a:gd name="T0" fmla="*/ 19 w 99"/>
                <a:gd name="T1" fmla="*/ 5 h 83"/>
                <a:gd name="T2" fmla="*/ 0 w 99"/>
                <a:gd name="T3" fmla="*/ 44 h 83"/>
                <a:gd name="T4" fmla="*/ 60 w 99"/>
                <a:gd name="T5" fmla="*/ 83 h 83"/>
                <a:gd name="T6" fmla="*/ 98 w 99"/>
                <a:gd name="T7" fmla="*/ 60 h 83"/>
                <a:gd name="T8" fmla="*/ 99 w 99"/>
                <a:gd name="T9" fmla="*/ 21 h 83"/>
                <a:gd name="T10" fmla="*/ 65 w 99"/>
                <a:gd name="T11" fmla="*/ 22 h 83"/>
                <a:gd name="T12" fmla="*/ 68 w 99"/>
                <a:gd name="T13" fmla="*/ 16 h 83"/>
                <a:gd name="T14" fmla="*/ 79 w 99"/>
                <a:gd name="T15" fmla="*/ 11 h 83"/>
                <a:gd name="T16" fmla="*/ 76 w 99"/>
                <a:gd name="T17" fmla="*/ 0 h 83"/>
                <a:gd name="T18" fmla="*/ 19 w 99"/>
                <a:gd name="T19" fmla="*/ 5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9" h="83">
                  <a:moveTo>
                    <a:pt x="19" y="5"/>
                  </a:moveTo>
                  <a:lnTo>
                    <a:pt x="0" y="44"/>
                  </a:lnTo>
                  <a:lnTo>
                    <a:pt x="60" y="83"/>
                  </a:lnTo>
                  <a:lnTo>
                    <a:pt x="98" y="60"/>
                  </a:lnTo>
                  <a:lnTo>
                    <a:pt x="99" y="21"/>
                  </a:lnTo>
                  <a:lnTo>
                    <a:pt x="65" y="22"/>
                  </a:lnTo>
                  <a:lnTo>
                    <a:pt x="68" y="16"/>
                  </a:lnTo>
                  <a:lnTo>
                    <a:pt x="79" y="11"/>
                  </a:lnTo>
                  <a:lnTo>
                    <a:pt x="76" y="0"/>
                  </a:lnTo>
                  <a:lnTo>
                    <a:pt x="19" y="5"/>
                  </a:lnTo>
                  <a:close/>
                </a:path>
              </a:pathLst>
            </a:custGeom>
            <a:solidFill>
              <a:srgbClr val="EBCEB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8" name="iS1iḋè">
              <a:extLst>
                <a:ext uri="{FF2B5EF4-FFF2-40B4-BE49-F238E27FC236}">
                  <a16:creationId xmlns:a16="http://schemas.microsoft.com/office/drawing/2014/main" id="{EBEE813E-57E1-4411-8EB8-7216EB445C4C}"/>
                </a:ext>
              </a:extLst>
            </p:cNvPr>
            <p:cNvSpPr/>
            <p:nvPr/>
          </p:nvSpPr>
          <p:spPr bwMode="auto">
            <a:xfrm>
              <a:off x="4481455" y="2978949"/>
              <a:ext cx="439632" cy="582512"/>
            </a:xfrm>
            <a:custGeom>
              <a:avLst/>
              <a:gdLst>
                <a:gd name="T0" fmla="*/ 22 w 367"/>
                <a:gd name="T1" fmla="*/ 32 h 486"/>
                <a:gd name="T2" fmla="*/ 50 w 367"/>
                <a:gd name="T3" fmla="*/ 6 h 486"/>
                <a:gd name="T4" fmla="*/ 70 w 367"/>
                <a:gd name="T5" fmla="*/ 0 h 486"/>
                <a:gd name="T6" fmla="*/ 91 w 367"/>
                <a:gd name="T7" fmla="*/ 6 h 486"/>
                <a:gd name="T8" fmla="*/ 181 w 367"/>
                <a:gd name="T9" fmla="*/ 268 h 486"/>
                <a:gd name="T10" fmla="*/ 291 w 367"/>
                <a:gd name="T11" fmla="*/ 376 h 486"/>
                <a:gd name="T12" fmla="*/ 367 w 367"/>
                <a:gd name="T13" fmla="*/ 437 h 486"/>
                <a:gd name="T14" fmla="*/ 345 w 367"/>
                <a:gd name="T15" fmla="*/ 486 h 486"/>
                <a:gd name="T16" fmla="*/ 197 w 367"/>
                <a:gd name="T17" fmla="*/ 428 h 486"/>
                <a:gd name="T18" fmla="*/ 86 w 367"/>
                <a:gd name="T19" fmla="*/ 390 h 486"/>
                <a:gd name="T20" fmla="*/ 49 w 367"/>
                <a:gd name="T21" fmla="*/ 365 h 486"/>
                <a:gd name="T22" fmla="*/ 37 w 367"/>
                <a:gd name="T23" fmla="*/ 333 h 486"/>
                <a:gd name="T24" fmla="*/ 8 w 367"/>
                <a:gd name="T25" fmla="*/ 163 h 486"/>
                <a:gd name="T26" fmla="*/ 5 w 367"/>
                <a:gd name="T27" fmla="*/ 76 h 486"/>
                <a:gd name="T28" fmla="*/ 22 w 367"/>
                <a:gd name="T29" fmla="*/ 32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7" h="486">
                  <a:moveTo>
                    <a:pt x="22" y="32"/>
                  </a:moveTo>
                  <a:cubicBezTo>
                    <a:pt x="29" y="21"/>
                    <a:pt x="39" y="12"/>
                    <a:pt x="50" y="6"/>
                  </a:cubicBezTo>
                  <a:cubicBezTo>
                    <a:pt x="56" y="3"/>
                    <a:pt x="63" y="0"/>
                    <a:pt x="70" y="0"/>
                  </a:cubicBezTo>
                  <a:cubicBezTo>
                    <a:pt x="78" y="0"/>
                    <a:pt x="85" y="3"/>
                    <a:pt x="91" y="6"/>
                  </a:cubicBezTo>
                  <a:cubicBezTo>
                    <a:pt x="176" y="49"/>
                    <a:pt x="180" y="187"/>
                    <a:pt x="181" y="268"/>
                  </a:cubicBezTo>
                  <a:cubicBezTo>
                    <a:pt x="181" y="320"/>
                    <a:pt x="253" y="349"/>
                    <a:pt x="291" y="376"/>
                  </a:cubicBezTo>
                  <a:cubicBezTo>
                    <a:pt x="309" y="388"/>
                    <a:pt x="367" y="418"/>
                    <a:pt x="367" y="437"/>
                  </a:cubicBezTo>
                  <a:cubicBezTo>
                    <a:pt x="367" y="441"/>
                    <a:pt x="344" y="485"/>
                    <a:pt x="345" y="486"/>
                  </a:cubicBezTo>
                  <a:cubicBezTo>
                    <a:pt x="296" y="466"/>
                    <a:pt x="246" y="447"/>
                    <a:pt x="197" y="428"/>
                  </a:cubicBezTo>
                  <a:cubicBezTo>
                    <a:pt x="160" y="413"/>
                    <a:pt x="122" y="406"/>
                    <a:pt x="86" y="390"/>
                  </a:cubicBezTo>
                  <a:cubicBezTo>
                    <a:pt x="72" y="384"/>
                    <a:pt x="58" y="377"/>
                    <a:pt x="49" y="365"/>
                  </a:cubicBezTo>
                  <a:cubicBezTo>
                    <a:pt x="43" y="356"/>
                    <a:pt x="40" y="344"/>
                    <a:pt x="37" y="333"/>
                  </a:cubicBezTo>
                  <a:cubicBezTo>
                    <a:pt x="24" y="276"/>
                    <a:pt x="14" y="220"/>
                    <a:pt x="8" y="163"/>
                  </a:cubicBezTo>
                  <a:cubicBezTo>
                    <a:pt x="4" y="134"/>
                    <a:pt x="0" y="105"/>
                    <a:pt x="5" y="76"/>
                  </a:cubicBezTo>
                  <a:cubicBezTo>
                    <a:pt x="8" y="61"/>
                    <a:pt x="13" y="45"/>
                    <a:pt x="22" y="32"/>
                  </a:cubicBezTo>
                </a:path>
              </a:pathLst>
            </a:custGeom>
            <a:solidFill>
              <a:srgbClr val="D6C0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59" name="ïṣ1ïde">
              <a:extLst>
                <a:ext uri="{FF2B5EF4-FFF2-40B4-BE49-F238E27FC236}">
                  <a16:creationId xmlns:a16="http://schemas.microsoft.com/office/drawing/2014/main" id="{33947D7E-F966-48B6-924F-13FDB7A03978}"/>
                </a:ext>
              </a:extLst>
            </p:cNvPr>
            <p:cNvSpPr/>
            <p:nvPr/>
          </p:nvSpPr>
          <p:spPr bwMode="auto">
            <a:xfrm>
              <a:off x="4159425" y="2967959"/>
              <a:ext cx="635268" cy="934217"/>
            </a:xfrm>
            <a:custGeom>
              <a:avLst/>
              <a:gdLst>
                <a:gd name="T0" fmla="*/ 215 w 529"/>
                <a:gd name="T1" fmla="*/ 6 h 779"/>
                <a:gd name="T2" fmla="*/ 213 w 529"/>
                <a:gd name="T3" fmla="*/ 6 h 779"/>
                <a:gd name="T4" fmla="*/ 161 w 529"/>
                <a:gd name="T5" fmla="*/ 28 h 779"/>
                <a:gd name="T6" fmla="*/ 145 w 529"/>
                <a:gd name="T7" fmla="*/ 52 h 779"/>
                <a:gd name="T8" fmla="*/ 115 w 529"/>
                <a:gd name="T9" fmla="*/ 124 h 779"/>
                <a:gd name="T10" fmla="*/ 52 w 529"/>
                <a:gd name="T11" fmla="*/ 340 h 779"/>
                <a:gd name="T12" fmla="*/ 26 w 529"/>
                <a:gd name="T13" fmla="*/ 777 h 779"/>
                <a:gd name="T14" fmla="*/ 509 w 529"/>
                <a:gd name="T15" fmla="*/ 761 h 779"/>
                <a:gd name="T16" fmla="*/ 455 w 529"/>
                <a:gd name="T17" fmla="*/ 139 h 779"/>
                <a:gd name="T18" fmla="*/ 408 w 529"/>
                <a:gd name="T19" fmla="*/ 54 h 779"/>
                <a:gd name="T20" fmla="*/ 215 w 529"/>
                <a:gd name="T21" fmla="*/ 6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9" h="779">
                  <a:moveTo>
                    <a:pt x="215" y="6"/>
                  </a:moveTo>
                  <a:cubicBezTo>
                    <a:pt x="215" y="6"/>
                    <a:pt x="214" y="6"/>
                    <a:pt x="213" y="6"/>
                  </a:cubicBezTo>
                  <a:cubicBezTo>
                    <a:pt x="194" y="8"/>
                    <a:pt x="175" y="15"/>
                    <a:pt x="161" y="28"/>
                  </a:cubicBezTo>
                  <a:cubicBezTo>
                    <a:pt x="155" y="35"/>
                    <a:pt x="150" y="44"/>
                    <a:pt x="145" y="52"/>
                  </a:cubicBezTo>
                  <a:cubicBezTo>
                    <a:pt x="133" y="75"/>
                    <a:pt x="124" y="99"/>
                    <a:pt x="115" y="124"/>
                  </a:cubicBezTo>
                  <a:cubicBezTo>
                    <a:pt x="89" y="194"/>
                    <a:pt x="68" y="266"/>
                    <a:pt x="52" y="340"/>
                  </a:cubicBezTo>
                  <a:cubicBezTo>
                    <a:pt x="45" y="375"/>
                    <a:pt x="0" y="779"/>
                    <a:pt x="26" y="777"/>
                  </a:cubicBezTo>
                  <a:cubicBezTo>
                    <a:pt x="187" y="767"/>
                    <a:pt x="348" y="762"/>
                    <a:pt x="509" y="761"/>
                  </a:cubicBezTo>
                  <a:cubicBezTo>
                    <a:pt x="520" y="552"/>
                    <a:pt x="529" y="336"/>
                    <a:pt x="455" y="139"/>
                  </a:cubicBezTo>
                  <a:cubicBezTo>
                    <a:pt x="444" y="109"/>
                    <a:pt x="430" y="79"/>
                    <a:pt x="408" y="54"/>
                  </a:cubicBezTo>
                  <a:cubicBezTo>
                    <a:pt x="362" y="2"/>
                    <a:pt x="280" y="0"/>
                    <a:pt x="215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0" name="iṥḷiḓé">
              <a:extLst>
                <a:ext uri="{FF2B5EF4-FFF2-40B4-BE49-F238E27FC236}">
                  <a16:creationId xmlns:a16="http://schemas.microsoft.com/office/drawing/2014/main" id="{030F6372-B173-4D32-9C62-A39A392E5DF9}"/>
                </a:ext>
              </a:extLst>
            </p:cNvPr>
            <p:cNvSpPr/>
            <p:nvPr/>
          </p:nvSpPr>
          <p:spPr bwMode="auto">
            <a:xfrm>
              <a:off x="4551796" y="4849581"/>
              <a:ext cx="128593" cy="85728"/>
            </a:xfrm>
            <a:custGeom>
              <a:avLst/>
              <a:gdLst>
                <a:gd name="T0" fmla="*/ 0 w 117"/>
                <a:gd name="T1" fmla="*/ 9 h 78"/>
                <a:gd name="T2" fmla="*/ 0 w 117"/>
                <a:gd name="T3" fmla="*/ 40 h 78"/>
                <a:gd name="T4" fmla="*/ 78 w 117"/>
                <a:gd name="T5" fmla="*/ 78 h 78"/>
                <a:gd name="T6" fmla="*/ 117 w 117"/>
                <a:gd name="T7" fmla="*/ 40 h 78"/>
                <a:gd name="T8" fmla="*/ 78 w 117"/>
                <a:gd name="T9" fmla="*/ 0 h 78"/>
                <a:gd name="T10" fmla="*/ 72 w 117"/>
                <a:gd name="T11" fmla="*/ 0 h 78"/>
                <a:gd name="T12" fmla="*/ 71 w 117"/>
                <a:gd name="T13" fmla="*/ 9 h 78"/>
                <a:gd name="T14" fmla="*/ 0 w 117"/>
                <a:gd name="T15" fmla="*/ 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7" h="78">
                  <a:moveTo>
                    <a:pt x="0" y="9"/>
                  </a:moveTo>
                  <a:lnTo>
                    <a:pt x="0" y="40"/>
                  </a:lnTo>
                  <a:lnTo>
                    <a:pt x="78" y="78"/>
                  </a:lnTo>
                  <a:lnTo>
                    <a:pt x="117" y="40"/>
                  </a:lnTo>
                  <a:lnTo>
                    <a:pt x="78" y="0"/>
                  </a:lnTo>
                  <a:lnTo>
                    <a:pt x="72" y="0"/>
                  </a:lnTo>
                  <a:lnTo>
                    <a:pt x="71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1" name="îSlïḍè">
              <a:extLst>
                <a:ext uri="{FF2B5EF4-FFF2-40B4-BE49-F238E27FC236}">
                  <a16:creationId xmlns:a16="http://schemas.microsoft.com/office/drawing/2014/main" id="{EB67C1A3-59F6-48DD-A38D-696A0E2F888E}"/>
                </a:ext>
              </a:extLst>
            </p:cNvPr>
            <p:cNvSpPr/>
            <p:nvPr/>
          </p:nvSpPr>
          <p:spPr bwMode="auto">
            <a:xfrm>
              <a:off x="4293513" y="4849581"/>
              <a:ext cx="127493" cy="85728"/>
            </a:xfrm>
            <a:custGeom>
              <a:avLst/>
              <a:gdLst>
                <a:gd name="T0" fmla="*/ 44 w 116"/>
                <a:gd name="T1" fmla="*/ 0 h 78"/>
                <a:gd name="T2" fmla="*/ 38 w 116"/>
                <a:gd name="T3" fmla="*/ 0 h 78"/>
                <a:gd name="T4" fmla="*/ 0 w 116"/>
                <a:gd name="T5" fmla="*/ 40 h 78"/>
                <a:gd name="T6" fmla="*/ 38 w 116"/>
                <a:gd name="T7" fmla="*/ 78 h 78"/>
                <a:gd name="T8" fmla="*/ 116 w 116"/>
                <a:gd name="T9" fmla="*/ 40 h 78"/>
                <a:gd name="T10" fmla="*/ 116 w 116"/>
                <a:gd name="T11" fmla="*/ 9 h 78"/>
                <a:gd name="T12" fmla="*/ 45 w 116"/>
                <a:gd name="T13" fmla="*/ 9 h 78"/>
                <a:gd name="T14" fmla="*/ 44 w 116"/>
                <a:gd name="T15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6" h="78">
                  <a:moveTo>
                    <a:pt x="44" y="0"/>
                  </a:moveTo>
                  <a:lnTo>
                    <a:pt x="38" y="0"/>
                  </a:lnTo>
                  <a:lnTo>
                    <a:pt x="0" y="40"/>
                  </a:lnTo>
                  <a:lnTo>
                    <a:pt x="38" y="78"/>
                  </a:lnTo>
                  <a:lnTo>
                    <a:pt x="116" y="40"/>
                  </a:lnTo>
                  <a:lnTo>
                    <a:pt x="116" y="9"/>
                  </a:lnTo>
                  <a:lnTo>
                    <a:pt x="45" y="9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2" name="í$1ïḋé">
              <a:extLst>
                <a:ext uri="{FF2B5EF4-FFF2-40B4-BE49-F238E27FC236}">
                  <a16:creationId xmlns:a16="http://schemas.microsoft.com/office/drawing/2014/main" id="{240736E8-E0A8-461E-BC10-8107D7B4829C}"/>
                </a:ext>
              </a:extLst>
            </p:cNvPr>
            <p:cNvSpPr/>
            <p:nvPr/>
          </p:nvSpPr>
          <p:spPr bwMode="auto">
            <a:xfrm>
              <a:off x="4242955" y="3809853"/>
              <a:ext cx="490189" cy="1060611"/>
            </a:xfrm>
            <a:custGeom>
              <a:avLst/>
              <a:gdLst>
                <a:gd name="T0" fmla="*/ 405 w 408"/>
                <a:gd name="T1" fmla="*/ 30 h 884"/>
                <a:gd name="T2" fmla="*/ 280 w 408"/>
                <a:gd name="T3" fmla="*/ 1 h 884"/>
                <a:gd name="T4" fmla="*/ 267 w 408"/>
                <a:gd name="T5" fmla="*/ 1 h 884"/>
                <a:gd name="T6" fmla="*/ 255 w 408"/>
                <a:gd name="T7" fmla="*/ 2 h 884"/>
                <a:gd name="T8" fmla="*/ 163 w 408"/>
                <a:gd name="T9" fmla="*/ 11 h 884"/>
                <a:gd name="T10" fmla="*/ 158 w 408"/>
                <a:gd name="T11" fmla="*/ 12 h 884"/>
                <a:gd name="T12" fmla="*/ 71 w 408"/>
                <a:gd name="T13" fmla="*/ 25 h 884"/>
                <a:gd name="T14" fmla="*/ 22 w 408"/>
                <a:gd name="T15" fmla="*/ 43 h 884"/>
                <a:gd name="T16" fmla="*/ 0 w 408"/>
                <a:gd name="T17" fmla="*/ 56 h 884"/>
                <a:gd name="T18" fmla="*/ 0 w 408"/>
                <a:gd name="T19" fmla="*/ 101 h 884"/>
                <a:gd name="T20" fmla="*/ 80 w 408"/>
                <a:gd name="T21" fmla="*/ 876 h 884"/>
                <a:gd name="T22" fmla="*/ 146 w 408"/>
                <a:gd name="T23" fmla="*/ 876 h 884"/>
                <a:gd name="T24" fmla="*/ 146 w 408"/>
                <a:gd name="T25" fmla="*/ 884 h 884"/>
                <a:gd name="T26" fmla="*/ 146 w 408"/>
                <a:gd name="T27" fmla="*/ 884 h 884"/>
                <a:gd name="T28" fmla="*/ 218 w 408"/>
                <a:gd name="T29" fmla="*/ 364 h 884"/>
                <a:gd name="T30" fmla="*/ 219 w 408"/>
                <a:gd name="T31" fmla="*/ 361 h 884"/>
                <a:gd name="T32" fmla="*/ 258 w 408"/>
                <a:gd name="T33" fmla="*/ 884 h 884"/>
                <a:gd name="T34" fmla="*/ 259 w 408"/>
                <a:gd name="T35" fmla="*/ 884 h 884"/>
                <a:gd name="T36" fmla="*/ 259 w 408"/>
                <a:gd name="T37" fmla="*/ 876 h 884"/>
                <a:gd name="T38" fmla="*/ 325 w 408"/>
                <a:gd name="T39" fmla="*/ 876 h 884"/>
                <a:gd name="T40" fmla="*/ 408 w 408"/>
                <a:gd name="T41" fmla="*/ 294 h 884"/>
                <a:gd name="T42" fmla="*/ 405 w 408"/>
                <a:gd name="T43" fmla="*/ 30 h 8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08" h="884">
                  <a:moveTo>
                    <a:pt x="405" y="30"/>
                  </a:moveTo>
                  <a:cubicBezTo>
                    <a:pt x="365" y="18"/>
                    <a:pt x="322" y="0"/>
                    <a:pt x="280" y="1"/>
                  </a:cubicBezTo>
                  <a:cubicBezTo>
                    <a:pt x="276" y="1"/>
                    <a:pt x="271" y="1"/>
                    <a:pt x="267" y="1"/>
                  </a:cubicBezTo>
                  <a:cubicBezTo>
                    <a:pt x="263" y="1"/>
                    <a:pt x="259" y="2"/>
                    <a:pt x="255" y="2"/>
                  </a:cubicBezTo>
                  <a:cubicBezTo>
                    <a:pt x="227" y="4"/>
                    <a:pt x="196" y="7"/>
                    <a:pt x="163" y="11"/>
                  </a:cubicBezTo>
                  <a:cubicBezTo>
                    <a:pt x="162" y="11"/>
                    <a:pt x="160" y="12"/>
                    <a:pt x="158" y="12"/>
                  </a:cubicBezTo>
                  <a:cubicBezTo>
                    <a:pt x="116" y="21"/>
                    <a:pt x="89" y="24"/>
                    <a:pt x="71" y="25"/>
                  </a:cubicBezTo>
                  <a:cubicBezTo>
                    <a:pt x="54" y="30"/>
                    <a:pt x="38" y="36"/>
                    <a:pt x="22" y="43"/>
                  </a:cubicBezTo>
                  <a:cubicBezTo>
                    <a:pt x="15" y="47"/>
                    <a:pt x="7" y="51"/>
                    <a:pt x="0" y="56"/>
                  </a:cubicBezTo>
                  <a:cubicBezTo>
                    <a:pt x="0" y="101"/>
                    <a:pt x="0" y="101"/>
                    <a:pt x="0" y="101"/>
                  </a:cubicBezTo>
                  <a:cubicBezTo>
                    <a:pt x="80" y="876"/>
                    <a:pt x="80" y="876"/>
                    <a:pt x="80" y="876"/>
                  </a:cubicBezTo>
                  <a:cubicBezTo>
                    <a:pt x="146" y="876"/>
                    <a:pt x="146" y="876"/>
                    <a:pt x="146" y="876"/>
                  </a:cubicBezTo>
                  <a:cubicBezTo>
                    <a:pt x="146" y="884"/>
                    <a:pt x="146" y="884"/>
                    <a:pt x="146" y="884"/>
                  </a:cubicBezTo>
                  <a:cubicBezTo>
                    <a:pt x="146" y="884"/>
                    <a:pt x="146" y="884"/>
                    <a:pt x="146" y="884"/>
                  </a:cubicBezTo>
                  <a:cubicBezTo>
                    <a:pt x="218" y="364"/>
                    <a:pt x="218" y="364"/>
                    <a:pt x="218" y="364"/>
                  </a:cubicBezTo>
                  <a:cubicBezTo>
                    <a:pt x="219" y="361"/>
                    <a:pt x="219" y="361"/>
                    <a:pt x="219" y="361"/>
                  </a:cubicBezTo>
                  <a:cubicBezTo>
                    <a:pt x="258" y="884"/>
                    <a:pt x="258" y="884"/>
                    <a:pt x="258" y="884"/>
                  </a:cubicBezTo>
                  <a:cubicBezTo>
                    <a:pt x="259" y="884"/>
                    <a:pt x="259" y="884"/>
                    <a:pt x="259" y="884"/>
                  </a:cubicBezTo>
                  <a:cubicBezTo>
                    <a:pt x="259" y="876"/>
                    <a:pt x="259" y="876"/>
                    <a:pt x="259" y="876"/>
                  </a:cubicBezTo>
                  <a:cubicBezTo>
                    <a:pt x="325" y="876"/>
                    <a:pt x="325" y="876"/>
                    <a:pt x="325" y="876"/>
                  </a:cubicBezTo>
                  <a:cubicBezTo>
                    <a:pt x="408" y="294"/>
                    <a:pt x="408" y="294"/>
                    <a:pt x="408" y="294"/>
                  </a:cubicBezTo>
                  <a:cubicBezTo>
                    <a:pt x="405" y="30"/>
                    <a:pt x="405" y="30"/>
                    <a:pt x="405" y="30"/>
                  </a:cubicBezTo>
                </a:path>
              </a:pathLst>
            </a:custGeom>
            <a:solidFill>
              <a:srgbClr val="BABC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3" name="îsļíḍe">
              <a:extLst>
                <a:ext uri="{FF2B5EF4-FFF2-40B4-BE49-F238E27FC236}">
                  <a16:creationId xmlns:a16="http://schemas.microsoft.com/office/drawing/2014/main" id="{2BCE5242-BDF4-4AEE-BEAF-E7020B98922E}"/>
                </a:ext>
              </a:extLst>
            </p:cNvPr>
            <p:cNvSpPr/>
            <p:nvPr/>
          </p:nvSpPr>
          <p:spPr bwMode="auto">
            <a:xfrm>
              <a:off x="4524320" y="2673406"/>
              <a:ext cx="89026" cy="151673"/>
            </a:xfrm>
            <a:custGeom>
              <a:avLst/>
              <a:gdLst>
                <a:gd name="T0" fmla="*/ 36 w 74"/>
                <a:gd name="T1" fmla="*/ 46 h 126"/>
                <a:gd name="T2" fmla="*/ 48 w 74"/>
                <a:gd name="T3" fmla="*/ 102 h 126"/>
                <a:gd name="T4" fmla="*/ 52 w 74"/>
                <a:gd name="T5" fmla="*/ 116 h 126"/>
                <a:gd name="T6" fmla="*/ 55 w 74"/>
                <a:gd name="T7" fmla="*/ 122 h 126"/>
                <a:gd name="T8" fmla="*/ 71 w 74"/>
                <a:gd name="T9" fmla="*/ 98 h 126"/>
                <a:gd name="T10" fmla="*/ 73 w 74"/>
                <a:gd name="T11" fmla="*/ 60 h 126"/>
                <a:gd name="T12" fmla="*/ 65 w 74"/>
                <a:gd name="T13" fmla="*/ 29 h 126"/>
                <a:gd name="T14" fmla="*/ 50 w 74"/>
                <a:gd name="T15" fmla="*/ 16 h 126"/>
                <a:gd name="T16" fmla="*/ 25 w 74"/>
                <a:gd name="T17" fmla="*/ 3 h 126"/>
                <a:gd name="T18" fmla="*/ 13 w 74"/>
                <a:gd name="T19" fmla="*/ 17 h 126"/>
                <a:gd name="T20" fmla="*/ 36 w 74"/>
                <a:gd name="T21" fmla="*/ 46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126">
                  <a:moveTo>
                    <a:pt x="36" y="46"/>
                  </a:moveTo>
                  <a:cubicBezTo>
                    <a:pt x="45" y="63"/>
                    <a:pt x="48" y="83"/>
                    <a:pt x="48" y="102"/>
                  </a:cubicBezTo>
                  <a:cubicBezTo>
                    <a:pt x="48" y="107"/>
                    <a:pt x="48" y="112"/>
                    <a:pt x="52" y="116"/>
                  </a:cubicBezTo>
                  <a:cubicBezTo>
                    <a:pt x="56" y="119"/>
                    <a:pt x="52" y="126"/>
                    <a:pt x="55" y="122"/>
                  </a:cubicBezTo>
                  <a:cubicBezTo>
                    <a:pt x="59" y="118"/>
                    <a:pt x="71" y="103"/>
                    <a:pt x="71" y="98"/>
                  </a:cubicBezTo>
                  <a:cubicBezTo>
                    <a:pt x="73" y="86"/>
                    <a:pt x="74" y="73"/>
                    <a:pt x="73" y="60"/>
                  </a:cubicBezTo>
                  <a:cubicBezTo>
                    <a:pt x="73" y="49"/>
                    <a:pt x="71" y="38"/>
                    <a:pt x="65" y="29"/>
                  </a:cubicBezTo>
                  <a:cubicBezTo>
                    <a:pt x="61" y="24"/>
                    <a:pt x="55" y="20"/>
                    <a:pt x="50" y="16"/>
                  </a:cubicBezTo>
                  <a:cubicBezTo>
                    <a:pt x="42" y="11"/>
                    <a:pt x="34" y="6"/>
                    <a:pt x="25" y="3"/>
                  </a:cubicBezTo>
                  <a:cubicBezTo>
                    <a:pt x="10" y="0"/>
                    <a:pt x="0" y="5"/>
                    <a:pt x="13" y="17"/>
                  </a:cubicBezTo>
                  <a:cubicBezTo>
                    <a:pt x="23" y="25"/>
                    <a:pt x="30" y="35"/>
                    <a:pt x="36" y="46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4" name="îṡlîďê">
              <a:extLst>
                <a:ext uri="{FF2B5EF4-FFF2-40B4-BE49-F238E27FC236}">
                  <a16:creationId xmlns:a16="http://schemas.microsoft.com/office/drawing/2014/main" id="{D80018A4-0A67-4CAF-933E-97B30D540337}"/>
                </a:ext>
              </a:extLst>
            </p:cNvPr>
            <p:cNvSpPr/>
            <p:nvPr/>
          </p:nvSpPr>
          <p:spPr bwMode="auto">
            <a:xfrm>
              <a:off x="4379241" y="2671207"/>
              <a:ext cx="215419" cy="322030"/>
            </a:xfrm>
            <a:custGeom>
              <a:avLst/>
              <a:gdLst>
                <a:gd name="T0" fmla="*/ 48 w 180"/>
                <a:gd name="T1" fmla="*/ 258 h 268"/>
                <a:gd name="T2" fmla="*/ 113 w 180"/>
                <a:gd name="T3" fmla="*/ 268 h 268"/>
                <a:gd name="T4" fmla="*/ 122 w 180"/>
                <a:gd name="T5" fmla="*/ 210 h 268"/>
                <a:gd name="T6" fmla="*/ 171 w 180"/>
                <a:gd name="T7" fmla="*/ 183 h 268"/>
                <a:gd name="T8" fmla="*/ 174 w 180"/>
                <a:gd name="T9" fmla="*/ 163 h 268"/>
                <a:gd name="T10" fmla="*/ 179 w 180"/>
                <a:gd name="T11" fmla="*/ 80 h 268"/>
                <a:gd name="T12" fmla="*/ 177 w 180"/>
                <a:gd name="T13" fmla="*/ 51 h 268"/>
                <a:gd name="T14" fmla="*/ 144 w 180"/>
                <a:gd name="T15" fmla="*/ 18 h 268"/>
                <a:gd name="T16" fmla="*/ 32 w 180"/>
                <a:gd name="T17" fmla="*/ 20 h 268"/>
                <a:gd name="T18" fmla="*/ 9 w 180"/>
                <a:gd name="T19" fmla="*/ 41 h 268"/>
                <a:gd name="T20" fmla="*/ 0 w 180"/>
                <a:gd name="T21" fmla="*/ 93 h 268"/>
                <a:gd name="T22" fmla="*/ 1 w 180"/>
                <a:gd name="T23" fmla="*/ 142 h 268"/>
                <a:gd name="T24" fmla="*/ 17 w 180"/>
                <a:gd name="T25" fmla="*/ 193 h 268"/>
                <a:gd name="T26" fmla="*/ 40 w 180"/>
                <a:gd name="T27" fmla="*/ 207 h 268"/>
                <a:gd name="T28" fmla="*/ 48 w 180"/>
                <a:gd name="T29" fmla="*/ 258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0" h="268">
                  <a:moveTo>
                    <a:pt x="48" y="258"/>
                  </a:moveTo>
                  <a:cubicBezTo>
                    <a:pt x="70" y="262"/>
                    <a:pt x="92" y="265"/>
                    <a:pt x="113" y="268"/>
                  </a:cubicBezTo>
                  <a:cubicBezTo>
                    <a:pt x="117" y="249"/>
                    <a:pt x="120" y="230"/>
                    <a:pt x="122" y="210"/>
                  </a:cubicBezTo>
                  <a:cubicBezTo>
                    <a:pt x="141" y="208"/>
                    <a:pt x="163" y="203"/>
                    <a:pt x="171" y="183"/>
                  </a:cubicBezTo>
                  <a:cubicBezTo>
                    <a:pt x="173" y="177"/>
                    <a:pt x="174" y="170"/>
                    <a:pt x="174" y="163"/>
                  </a:cubicBezTo>
                  <a:cubicBezTo>
                    <a:pt x="176" y="136"/>
                    <a:pt x="177" y="108"/>
                    <a:pt x="179" y="80"/>
                  </a:cubicBezTo>
                  <a:cubicBezTo>
                    <a:pt x="179" y="70"/>
                    <a:pt x="180" y="60"/>
                    <a:pt x="177" y="51"/>
                  </a:cubicBezTo>
                  <a:cubicBezTo>
                    <a:pt x="172" y="35"/>
                    <a:pt x="158" y="25"/>
                    <a:pt x="144" y="18"/>
                  </a:cubicBezTo>
                  <a:cubicBezTo>
                    <a:pt x="109" y="2"/>
                    <a:pt x="67" y="0"/>
                    <a:pt x="32" y="20"/>
                  </a:cubicBezTo>
                  <a:cubicBezTo>
                    <a:pt x="23" y="25"/>
                    <a:pt x="14" y="32"/>
                    <a:pt x="9" y="41"/>
                  </a:cubicBezTo>
                  <a:cubicBezTo>
                    <a:pt x="0" y="56"/>
                    <a:pt x="0" y="75"/>
                    <a:pt x="0" y="93"/>
                  </a:cubicBezTo>
                  <a:cubicBezTo>
                    <a:pt x="1" y="109"/>
                    <a:pt x="1" y="126"/>
                    <a:pt x="1" y="142"/>
                  </a:cubicBezTo>
                  <a:cubicBezTo>
                    <a:pt x="2" y="161"/>
                    <a:pt x="3" y="183"/>
                    <a:pt x="17" y="193"/>
                  </a:cubicBezTo>
                  <a:cubicBezTo>
                    <a:pt x="24" y="199"/>
                    <a:pt x="34" y="200"/>
                    <a:pt x="40" y="207"/>
                  </a:cubicBezTo>
                  <a:cubicBezTo>
                    <a:pt x="51" y="220"/>
                    <a:pt x="45" y="241"/>
                    <a:pt x="48" y="258"/>
                  </a:cubicBezTo>
                  <a:close/>
                </a:path>
              </a:pathLst>
            </a:custGeom>
            <a:solidFill>
              <a:srgbClr val="EFB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5" name="îṩḻîḍè">
              <a:extLst>
                <a:ext uri="{FF2B5EF4-FFF2-40B4-BE49-F238E27FC236}">
                  <a16:creationId xmlns:a16="http://schemas.microsoft.com/office/drawing/2014/main" id="{61EBEE83-42E6-4FD8-86FE-665AF1855653}"/>
                </a:ext>
              </a:extLst>
            </p:cNvPr>
            <p:cNvSpPr/>
            <p:nvPr/>
          </p:nvSpPr>
          <p:spPr bwMode="auto">
            <a:xfrm>
              <a:off x="4372647" y="2829475"/>
              <a:ext cx="223113" cy="119800"/>
            </a:xfrm>
            <a:custGeom>
              <a:avLst/>
              <a:gdLst>
                <a:gd name="T0" fmla="*/ 186 w 186"/>
                <a:gd name="T1" fmla="*/ 21 h 100"/>
                <a:gd name="T2" fmla="*/ 177 w 186"/>
                <a:gd name="T3" fmla="*/ 9 h 100"/>
                <a:gd name="T4" fmla="*/ 174 w 186"/>
                <a:gd name="T5" fmla="*/ 19 h 100"/>
                <a:gd name="T6" fmla="*/ 172 w 186"/>
                <a:gd name="T7" fmla="*/ 28 h 100"/>
                <a:gd name="T8" fmla="*/ 154 w 186"/>
                <a:gd name="T9" fmla="*/ 38 h 100"/>
                <a:gd name="T10" fmla="*/ 147 w 186"/>
                <a:gd name="T11" fmla="*/ 35 h 100"/>
                <a:gd name="T12" fmla="*/ 141 w 186"/>
                <a:gd name="T13" fmla="*/ 29 h 100"/>
                <a:gd name="T14" fmla="*/ 128 w 186"/>
                <a:gd name="T15" fmla="*/ 13 h 100"/>
                <a:gd name="T16" fmla="*/ 95 w 186"/>
                <a:gd name="T17" fmla="*/ 8 h 100"/>
                <a:gd name="T18" fmla="*/ 61 w 186"/>
                <a:gd name="T19" fmla="*/ 19 h 100"/>
                <a:gd name="T20" fmla="*/ 58 w 186"/>
                <a:gd name="T21" fmla="*/ 21 h 100"/>
                <a:gd name="T22" fmla="*/ 50 w 186"/>
                <a:gd name="T23" fmla="*/ 26 h 100"/>
                <a:gd name="T24" fmla="*/ 24 w 186"/>
                <a:gd name="T25" fmla="*/ 16 h 100"/>
                <a:gd name="T26" fmla="*/ 14 w 186"/>
                <a:gd name="T27" fmla="*/ 6 h 100"/>
                <a:gd name="T28" fmla="*/ 5 w 186"/>
                <a:gd name="T29" fmla="*/ 11 h 100"/>
                <a:gd name="T30" fmla="*/ 2 w 186"/>
                <a:gd name="T31" fmla="*/ 23 h 100"/>
                <a:gd name="T32" fmla="*/ 7 w 186"/>
                <a:gd name="T33" fmla="*/ 65 h 100"/>
                <a:gd name="T34" fmla="*/ 70 w 186"/>
                <a:gd name="T35" fmla="*/ 99 h 100"/>
                <a:gd name="T36" fmla="*/ 101 w 186"/>
                <a:gd name="T37" fmla="*/ 100 h 100"/>
                <a:gd name="T38" fmla="*/ 155 w 186"/>
                <a:gd name="T39" fmla="*/ 90 h 100"/>
                <a:gd name="T40" fmla="*/ 183 w 186"/>
                <a:gd name="T41" fmla="*/ 48 h 100"/>
                <a:gd name="T42" fmla="*/ 186 w 186"/>
                <a:gd name="T43" fmla="*/ 21 h 100"/>
                <a:gd name="T44" fmla="*/ 116 w 186"/>
                <a:gd name="T45" fmla="*/ 56 h 100"/>
                <a:gd name="T46" fmla="*/ 84 w 186"/>
                <a:gd name="T47" fmla="*/ 58 h 100"/>
                <a:gd name="T48" fmla="*/ 87 w 186"/>
                <a:gd name="T49" fmla="*/ 51 h 100"/>
                <a:gd name="T50" fmla="*/ 113 w 186"/>
                <a:gd name="T51" fmla="*/ 49 h 100"/>
                <a:gd name="T52" fmla="*/ 116 w 186"/>
                <a:gd name="T53" fmla="*/ 56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6" h="100">
                  <a:moveTo>
                    <a:pt x="186" y="21"/>
                  </a:moveTo>
                  <a:cubicBezTo>
                    <a:pt x="186" y="15"/>
                    <a:pt x="185" y="0"/>
                    <a:pt x="177" y="9"/>
                  </a:cubicBezTo>
                  <a:cubicBezTo>
                    <a:pt x="175" y="12"/>
                    <a:pt x="174" y="15"/>
                    <a:pt x="174" y="19"/>
                  </a:cubicBezTo>
                  <a:cubicBezTo>
                    <a:pt x="173" y="22"/>
                    <a:pt x="173" y="25"/>
                    <a:pt x="172" y="28"/>
                  </a:cubicBezTo>
                  <a:cubicBezTo>
                    <a:pt x="169" y="35"/>
                    <a:pt x="161" y="38"/>
                    <a:pt x="154" y="38"/>
                  </a:cubicBezTo>
                  <a:cubicBezTo>
                    <a:pt x="152" y="38"/>
                    <a:pt x="149" y="37"/>
                    <a:pt x="147" y="35"/>
                  </a:cubicBezTo>
                  <a:cubicBezTo>
                    <a:pt x="144" y="34"/>
                    <a:pt x="142" y="32"/>
                    <a:pt x="141" y="29"/>
                  </a:cubicBezTo>
                  <a:cubicBezTo>
                    <a:pt x="137" y="24"/>
                    <a:pt x="132" y="19"/>
                    <a:pt x="128" y="13"/>
                  </a:cubicBezTo>
                  <a:cubicBezTo>
                    <a:pt x="121" y="4"/>
                    <a:pt x="106" y="7"/>
                    <a:pt x="95" y="8"/>
                  </a:cubicBezTo>
                  <a:cubicBezTo>
                    <a:pt x="83" y="9"/>
                    <a:pt x="71" y="12"/>
                    <a:pt x="61" y="19"/>
                  </a:cubicBezTo>
                  <a:cubicBezTo>
                    <a:pt x="60" y="20"/>
                    <a:pt x="59" y="21"/>
                    <a:pt x="58" y="21"/>
                  </a:cubicBezTo>
                  <a:cubicBezTo>
                    <a:pt x="56" y="23"/>
                    <a:pt x="53" y="25"/>
                    <a:pt x="50" y="26"/>
                  </a:cubicBezTo>
                  <a:cubicBezTo>
                    <a:pt x="41" y="31"/>
                    <a:pt x="30" y="25"/>
                    <a:pt x="24" y="16"/>
                  </a:cubicBezTo>
                  <a:cubicBezTo>
                    <a:pt x="21" y="12"/>
                    <a:pt x="18" y="7"/>
                    <a:pt x="14" y="6"/>
                  </a:cubicBezTo>
                  <a:cubicBezTo>
                    <a:pt x="10" y="6"/>
                    <a:pt x="7" y="8"/>
                    <a:pt x="5" y="11"/>
                  </a:cubicBezTo>
                  <a:cubicBezTo>
                    <a:pt x="3" y="15"/>
                    <a:pt x="2" y="19"/>
                    <a:pt x="2" y="23"/>
                  </a:cubicBezTo>
                  <a:cubicBezTo>
                    <a:pt x="0" y="37"/>
                    <a:pt x="1" y="52"/>
                    <a:pt x="7" y="65"/>
                  </a:cubicBezTo>
                  <a:cubicBezTo>
                    <a:pt x="19" y="93"/>
                    <a:pt x="44" y="98"/>
                    <a:pt x="70" y="99"/>
                  </a:cubicBezTo>
                  <a:cubicBezTo>
                    <a:pt x="80" y="99"/>
                    <a:pt x="90" y="99"/>
                    <a:pt x="101" y="100"/>
                  </a:cubicBezTo>
                  <a:cubicBezTo>
                    <a:pt x="119" y="100"/>
                    <a:pt x="139" y="100"/>
                    <a:pt x="155" y="90"/>
                  </a:cubicBezTo>
                  <a:cubicBezTo>
                    <a:pt x="170" y="81"/>
                    <a:pt x="179" y="65"/>
                    <a:pt x="183" y="48"/>
                  </a:cubicBezTo>
                  <a:cubicBezTo>
                    <a:pt x="185" y="39"/>
                    <a:pt x="186" y="30"/>
                    <a:pt x="186" y="21"/>
                  </a:cubicBezTo>
                  <a:close/>
                  <a:moveTo>
                    <a:pt x="116" y="56"/>
                  </a:moveTo>
                  <a:cubicBezTo>
                    <a:pt x="106" y="63"/>
                    <a:pt x="95" y="62"/>
                    <a:pt x="84" y="58"/>
                  </a:cubicBezTo>
                  <a:cubicBezTo>
                    <a:pt x="80" y="57"/>
                    <a:pt x="82" y="49"/>
                    <a:pt x="87" y="51"/>
                  </a:cubicBezTo>
                  <a:cubicBezTo>
                    <a:pt x="95" y="54"/>
                    <a:pt x="104" y="54"/>
                    <a:pt x="113" y="49"/>
                  </a:cubicBezTo>
                  <a:cubicBezTo>
                    <a:pt x="117" y="46"/>
                    <a:pt x="120" y="54"/>
                    <a:pt x="116" y="56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6" name="íşľíďe">
              <a:extLst>
                <a:ext uri="{FF2B5EF4-FFF2-40B4-BE49-F238E27FC236}">
                  <a16:creationId xmlns:a16="http://schemas.microsoft.com/office/drawing/2014/main" id="{D00CDEFF-BF45-41B2-BB61-D8E53F845DB9}"/>
                </a:ext>
              </a:extLst>
            </p:cNvPr>
            <p:cNvSpPr/>
            <p:nvPr/>
          </p:nvSpPr>
          <p:spPr bwMode="auto">
            <a:xfrm>
              <a:off x="4355061" y="2615155"/>
              <a:ext cx="269275" cy="212123"/>
            </a:xfrm>
            <a:custGeom>
              <a:avLst/>
              <a:gdLst>
                <a:gd name="T0" fmla="*/ 213 w 224"/>
                <a:gd name="T1" fmla="*/ 49 h 177"/>
                <a:gd name="T2" fmla="*/ 218 w 224"/>
                <a:gd name="T3" fmla="*/ 29 h 177"/>
                <a:gd name="T4" fmla="*/ 198 w 224"/>
                <a:gd name="T5" fmla="*/ 29 h 177"/>
                <a:gd name="T6" fmla="*/ 199 w 224"/>
                <a:gd name="T7" fmla="*/ 17 h 177"/>
                <a:gd name="T8" fmla="*/ 151 w 224"/>
                <a:gd name="T9" fmla="*/ 9 h 177"/>
                <a:gd name="T10" fmla="*/ 55 w 224"/>
                <a:gd name="T11" fmla="*/ 17 h 177"/>
                <a:gd name="T12" fmla="*/ 5 w 224"/>
                <a:gd name="T13" fmla="*/ 84 h 177"/>
                <a:gd name="T14" fmla="*/ 22 w 224"/>
                <a:gd name="T15" fmla="*/ 177 h 177"/>
                <a:gd name="T16" fmla="*/ 21 w 224"/>
                <a:gd name="T17" fmla="*/ 143 h 177"/>
                <a:gd name="T18" fmla="*/ 30 w 224"/>
                <a:gd name="T19" fmla="*/ 122 h 177"/>
                <a:gd name="T20" fmla="*/ 61 w 224"/>
                <a:gd name="T21" fmla="*/ 92 h 177"/>
                <a:gd name="T22" fmla="*/ 128 w 224"/>
                <a:gd name="T23" fmla="*/ 73 h 177"/>
                <a:gd name="T24" fmla="*/ 196 w 224"/>
                <a:gd name="T25" fmla="*/ 76 h 177"/>
                <a:gd name="T26" fmla="*/ 213 w 224"/>
                <a:gd name="T27" fmla="*/ 72 h 177"/>
                <a:gd name="T28" fmla="*/ 223 w 224"/>
                <a:gd name="T29" fmla="*/ 50 h 177"/>
                <a:gd name="T30" fmla="*/ 213 w 224"/>
                <a:gd name="T31" fmla="*/ 4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4" h="177">
                  <a:moveTo>
                    <a:pt x="213" y="49"/>
                  </a:moveTo>
                  <a:cubicBezTo>
                    <a:pt x="215" y="42"/>
                    <a:pt x="217" y="35"/>
                    <a:pt x="218" y="29"/>
                  </a:cubicBezTo>
                  <a:cubicBezTo>
                    <a:pt x="211" y="30"/>
                    <a:pt x="205" y="31"/>
                    <a:pt x="198" y="29"/>
                  </a:cubicBezTo>
                  <a:cubicBezTo>
                    <a:pt x="198" y="25"/>
                    <a:pt x="198" y="21"/>
                    <a:pt x="199" y="17"/>
                  </a:cubicBezTo>
                  <a:cubicBezTo>
                    <a:pt x="199" y="14"/>
                    <a:pt x="154" y="9"/>
                    <a:pt x="151" y="9"/>
                  </a:cubicBezTo>
                  <a:cubicBezTo>
                    <a:pt x="117" y="4"/>
                    <a:pt x="87" y="0"/>
                    <a:pt x="55" y="17"/>
                  </a:cubicBezTo>
                  <a:cubicBezTo>
                    <a:pt x="28" y="31"/>
                    <a:pt x="10" y="54"/>
                    <a:pt x="5" y="84"/>
                  </a:cubicBezTo>
                  <a:cubicBezTo>
                    <a:pt x="0" y="113"/>
                    <a:pt x="7" y="152"/>
                    <a:pt x="22" y="177"/>
                  </a:cubicBezTo>
                  <a:cubicBezTo>
                    <a:pt x="23" y="169"/>
                    <a:pt x="19" y="150"/>
                    <a:pt x="21" y="143"/>
                  </a:cubicBezTo>
                  <a:cubicBezTo>
                    <a:pt x="23" y="136"/>
                    <a:pt x="26" y="129"/>
                    <a:pt x="30" y="122"/>
                  </a:cubicBezTo>
                  <a:cubicBezTo>
                    <a:pt x="37" y="109"/>
                    <a:pt x="48" y="99"/>
                    <a:pt x="61" y="92"/>
                  </a:cubicBezTo>
                  <a:cubicBezTo>
                    <a:pt x="82" y="80"/>
                    <a:pt x="105" y="75"/>
                    <a:pt x="128" y="73"/>
                  </a:cubicBezTo>
                  <a:cubicBezTo>
                    <a:pt x="149" y="71"/>
                    <a:pt x="175" y="69"/>
                    <a:pt x="196" y="76"/>
                  </a:cubicBezTo>
                  <a:cubicBezTo>
                    <a:pt x="205" y="79"/>
                    <a:pt x="207" y="82"/>
                    <a:pt x="213" y="72"/>
                  </a:cubicBezTo>
                  <a:cubicBezTo>
                    <a:pt x="215" y="70"/>
                    <a:pt x="224" y="50"/>
                    <a:pt x="223" y="50"/>
                  </a:cubicBezTo>
                  <a:cubicBezTo>
                    <a:pt x="220" y="49"/>
                    <a:pt x="216" y="49"/>
                    <a:pt x="213" y="49"/>
                  </a:cubicBezTo>
                  <a:close/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7" name="iSļîďe">
              <a:extLst>
                <a:ext uri="{FF2B5EF4-FFF2-40B4-BE49-F238E27FC236}">
                  <a16:creationId xmlns:a16="http://schemas.microsoft.com/office/drawing/2014/main" id="{7B708668-9EE5-488B-B1D7-02981277A400}"/>
                </a:ext>
              </a:extLst>
            </p:cNvPr>
            <p:cNvSpPr/>
            <p:nvPr/>
          </p:nvSpPr>
          <p:spPr bwMode="auto">
            <a:xfrm>
              <a:off x="3685722" y="3064678"/>
              <a:ext cx="2388299" cy="1717860"/>
            </a:xfrm>
            <a:custGeom>
              <a:avLst/>
              <a:gdLst>
                <a:gd name="T0" fmla="*/ 23 w 1989"/>
                <a:gd name="T1" fmla="*/ 1043 h 1432"/>
                <a:gd name="T2" fmla="*/ 80 w 1989"/>
                <a:gd name="T3" fmla="*/ 893 h 1432"/>
                <a:gd name="T4" fmla="*/ 83 w 1989"/>
                <a:gd name="T5" fmla="*/ 892 h 1432"/>
                <a:gd name="T6" fmla="*/ 84 w 1989"/>
                <a:gd name="T7" fmla="*/ 846 h 1432"/>
                <a:gd name="T8" fmla="*/ 86 w 1989"/>
                <a:gd name="T9" fmla="*/ 606 h 1432"/>
                <a:gd name="T10" fmla="*/ 142 w 1989"/>
                <a:gd name="T11" fmla="*/ 389 h 1432"/>
                <a:gd name="T12" fmla="*/ 875 w 1989"/>
                <a:gd name="T13" fmla="*/ 39 h 1432"/>
                <a:gd name="T14" fmla="*/ 1126 w 1989"/>
                <a:gd name="T15" fmla="*/ 75 h 1432"/>
                <a:gd name="T16" fmla="*/ 1377 w 1989"/>
                <a:gd name="T17" fmla="*/ 286 h 1432"/>
                <a:gd name="T18" fmla="*/ 1389 w 1989"/>
                <a:gd name="T19" fmla="*/ 280 h 1432"/>
                <a:gd name="T20" fmla="*/ 1671 w 1989"/>
                <a:gd name="T21" fmla="*/ 240 h 1432"/>
                <a:gd name="T22" fmla="*/ 1920 w 1989"/>
                <a:gd name="T23" fmla="*/ 399 h 1432"/>
                <a:gd name="T24" fmla="*/ 1989 w 1989"/>
                <a:gd name="T25" fmla="*/ 543 h 1432"/>
                <a:gd name="T26" fmla="*/ 128 w 1989"/>
                <a:gd name="T27" fmla="*/ 1432 h 1432"/>
                <a:gd name="T28" fmla="*/ 30 w 1989"/>
                <a:gd name="T29" fmla="*/ 1227 h 1432"/>
                <a:gd name="T30" fmla="*/ 23 w 1989"/>
                <a:gd name="T31" fmla="*/ 1043 h 1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989" h="1432">
                  <a:moveTo>
                    <a:pt x="23" y="1043"/>
                  </a:moveTo>
                  <a:cubicBezTo>
                    <a:pt x="80" y="893"/>
                    <a:pt x="80" y="893"/>
                    <a:pt x="80" y="893"/>
                  </a:cubicBezTo>
                  <a:cubicBezTo>
                    <a:pt x="83" y="892"/>
                    <a:pt x="83" y="892"/>
                    <a:pt x="83" y="892"/>
                  </a:cubicBezTo>
                  <a:cubicBezTo>
                    <a:pt x="83" y="876"/>
                    <a:pt x="84" y="861"/>
                    <a:pt x="84" y="846"/>
                  </a:cubicBezTo>
                  <a:cubicBezTo>
                    <a:pt x="84" y="766"/>
                    <a:pt x="85" y="686"/>
                    <a:pt x="86" y="606"/>
                  </a:cubicBezTo>
                  <a:cubicBezTo>
                    <a:pt x="87" y="536"/>
                    <a:pt x="65" y="426"/>
                    <a:pt x="142" y="389"/>
                  </a:cubicBezTo>
                  <a:cubicBezTo>
                    <a:pt x="875" y="39"/>
                    <a:pt x="875" y="39"/>
                    <a:pt x="875" y="39"/>
                  </a:cubicBezTo>
                  <a:cubicBezTo>
                    <a:pt x="957" y="0"/>
                    <a:pt x="1054" y="14"/>
                    <a:pt x="1126" y="75"/>
                  </a:cubicBezTo>
                  <a:cubicBezTo>
                    <a:pt x="1377" y="286"/>
                    <a:pt x="1377" y="286"/>
                    <a:pt x="1377" y="286"/>
                  </a:cubicBezTo>
                  <a:cubicBezTo>
                    <a:pt x="1389" y="280"/>
                    <a:pt x="1389" y="280"/>
                    <a:pt x="1389" y="280"/>
                  </a:cubicBezTo>
                  <a:cubicBezTo>
                    <a:pt x="1671" y="240"/>
                    <a:pt x="1671" y="240"/>
                    <a:pt x="1671" y="240"/>
                  </a:cubicBezTo>
                  <a:cubicBezTo>
                    <a:pt x="1778" y="241"/>
                    <a:pt x="1874" y="303"/>
                    <a:pt x="1920" y="399"/>
                  </a:cubicBezTo>
                  <a:cubicBezTo>
                    <a:pt x="1989" y="543"/>
                    <a:pt x="1989" y="543"/>
                    <a:pt x="1989" y="543"/>
                  </a:cubicBezTo>
                  <a:cubicBezTo>
                    <a:pt x="128" y="1432"/>
                    <a:pt x="128" y="1432"/>
                    <a:pt x="128" y="1432"/>
                  </a:cubicBezTo>
                  <a:cubicBezTo>
                    <a:pt x="30" y="1227"/>
                    <a:pt x="30" y="1227"/>
                    <a:pt x="30" y="1227"/>
                  </a:cubicBezTo>
                  <a:cubicBezTo>
                    <a:pt x="2" y="1169"/>
                    <a:pt x="0" y="1103"/>
                    <a:pt x="23" y="1043"/>
                  </a:cubicBezTo>
                </a:path>
              </a:pathLst>
            </a:custGeom>
            <a:solidFill>
              <a:srgbClr val="305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8" name="iSlíḋê">
              <a:extLst>
                <a:ext uri="{FF2B5EF4-FFF2-40B4-BE49-F238E27FC236}">
                  <a16:creationId xmlns:a16="http://schemas.microsoft.com/office/drawing/2014/main" id="{6D9A8AD3-713F-4D09-B216-5E8FA72BFE48}"/>
                </a:ext>
              </a:extLst>
            </p:cNvPr>
            <p:cNvSpPr/>
            <p:nvPr/>
          </p:nvSpPr>
          <p:spPr bwMode="auto">
            <a:xfrm>
              <a:off x="3891250" y="3405392"/>
              <a:ext cx="612187" cy="636367"/>
            </a:xfrm>
            <a:custGeom>
              <a:avLst/>
              <a:gdLst>
                <a:gd name="T0" fmla="*/ 510 w 510"/>
                <a:gd name="T1" fmla="*/ 296 h 530"/>
                <a:gd name="T2" fmla="*/ 21 w 510"/>
                <a:gd name="T3" fmla="*/ 530 h 530"/>
                <a:gd name="T4" fmla="*/ 1 w 510"/>
                <a:gd name="T5" fmla="*/ 204 h 530"/>
                <a:gd name="T6" fmla="*/ 23 w 510"/>
                <a:gd name="T7" fmla="*/ 166 h 530"/>
                <a:gd name="T8" fmla="*/ 368 w 510"/>
                <a:gd name="T9" fmla="*/ 0 h 530"/>
                <a:gd name="T10" fmla="*/ 510 w 510"/>
                <a:gd name="T11" fmla="*/ 296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0" h="530">
                  <a:moveTo>
                    <a:pt x="510" y="296"/>
                  </a:moveTo>
                  <a:cubicBezTo>
                    <a:pt x="21" y="530"/>
                    <a:pt x="21" y="530"/>
                    <a:pt x="21" y="530"/>
                  </a:cubicBezTo>
                  <a:cubicBezTo>
                    <a:pt x="1" y="204"/>
                    <a:pt x="1" y="204"/>
                    <a:pt x="1" y="204"/>
                  </a:cubicBezTo>
                  <a:cubicBezTo>
                    <a:pt x="0" y="187"/>
                    <a:pt x="9" y="172"/>
                    <a:pt x="23" y="166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510" y="296"/>
                    <a:pt x="510" y="296"/>
                    <a:pt x="510" y="296"/>
                  </a:cubicBezTo>
                </a:path>
              </a:pathLst>
            </a:cu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9" name="íš1îḑè">
              <a:extLst>
                <a:ext uri="{FF2B5EF4-FFF2-40B4-BE49-F238E27FC236}">
                  <a16:creationId xmlns:a16="http://schemas.microsoft.com/office/drawing/2014/main" id="{60894B34-3014-4892-BD2D-890E62D09298}"/>
                </a:ext>
              </a:extLst>
            </p:cNvPr>
            <p:cNvSpPr/>
            <p:nvPr/>
          </p:nvSpPr>
          <p:spPr bwMode="auto">
            <a:xfrm>
              <a:off x="4434195" y="3163595"/>
              <a:ext cx="782544" cy="550639"/>
            </a:xfrm>
            <a:custGeom>
              <a:avLst/>
              <a:gdLst>
                <a:gd name="T0" fmla="*/ 0 w 652"/>
                <a:gd name="T1" fmla="*/ 163 h 459"/>
                <a:gd name="T2" fmla="*/ 280 w 652"/>
                <a:gd name="T3" fmla="*/ 29 h 459"/>
                <a:gd name="T4" fmla="*/ 463 w 652"/>
                <a:gd name="T5" fmla="*/ 55 h 459"/>
                <a:gd name="T6" fmla="*/ 652 w 652"/>
                <a:gd name="T7" fmla="*/ 214 h 459"/>
                <a:gd name="T8" fmla="*/ 142 w 652"/>
                <a:gd name="T9" fmla="*/ 459 h 459"/>
                <a:gd name="T10" fmla="*/ 0 w 652"/>
                <a:gd name="T11" fmla="*/ 163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2" h="459">
                  <a:moveTo>
                    <a:pt x="0" y="163"/>
                  </a:moveTo>
                  <a:cubicBezTo>
                    <a:pt x="280" y="29"/>
                    <a:pt x="280" y="29"/>
                    <a:pt x="280" y="29"/>
                  </a:cubicBezTo>
                  <a:cubicBezTo>
                    <a:pt x="340" y="0"/>
                    <a:pt x="411" y="10"/>
                    <a:pt x="463" y="55"/>
                  </a:cubicBezTo>
                  <a:cubicBezTo>
                    <a:pt x="652" y="214"/>
                    <a:pt x="652" y="214"/>
                    <a:pt x="652" y="214"/>
                  </a:cubicBezTo>
                  <a:cubicBezTo>
                    <a:pt x="142" y="459"/>
                    <a:pt x="142" y="459"/>
                    <a:pt x="142" y="459"/>
                  </a:cubicBezTo>
                  <a:cubicBezTo>
                    <a:pt x="0" y="163"/>
                    <a:pt x="0" y="163"/>
                    <a:pt x="0" y="163"/>
                  </a:cubicBezTo>
                </a:path>
              </a:pathLst>
            </a:custGeom>
            <a:solidFill>
              <a:srgbClr val="7DB5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0" name="íş1îḋe">
              <a:extLst>
                <a:ext uri="{FF2B5EF4-FFF2-40B4-BE49-F238E27FC236}">
                  <a16:creationId xmlns:a16="http://schemas.microsoft.com/office/drawing/2014/main" id="{EF9A5F68-80CD-467E-A4FD-895C71EB90ED}"/>
                </a:ext>
              </a:extLst>
            </p:cNvPr>
            <p:cNvSpPr/>
            <p:nvPr/>
          </p:nvSpPr>
          <p:spPr bwMode="auto">
            <a:xfrm>
              <a:off x="3890151" y="3625208"/>
              <a:ext cx="9892" cy="135187"/>
            </a:xfrm>
            <a:custGeom>
              <a:avLst/>
              <a:gdLst>
                <a:gd name="T0" fmla="*/ 6 w 8"/>
                <a:gd name="T1" fmla="*/ 0 h 113"/>
                <a:gd name="T2" fmla="*/ 1 w 8"/>
                <a:gd name="T3" fmla="*/ 24 h 113"/>
                <a:gd name="T4" fmla="*/ 6 w 8"/>
                <a:gd name="T5" fmla="*/ 113 h 113"/>
                <a:gd name="T6" fmla="*/ 8 w 8"/>
                <a:gd name="T7" fmla="*/ 111 h 113"/>
                <a:gd name="T8" fmla="*/ 2 w 8"/>
                <a:gd name="T9" fmla="*/ 21 h 113"/>
                <a:gd name="T10" fmla="*/ 6 w 8"/>
                <a:gd name="T11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" h="113">
                  <a:moveTo>
                    <a:pt x="6" y="0"/>
                  </a:moveTo>
                  <a:cubicBezTo>
                    <a:pt x="2" y="7"/>
                    <a:pt x="0" y="15"/>
                    <a:pt x="1" y="24"/>
                  </a:cubicBezTo>
                  <a:cubicBezTo>
                    <a:pt x="6" y="113"/>
                    <a:pt x="6" y="113"/>
                    <a:pt x="6" y="113"/>
                  </a:cubicBezTo>
                  <a:cubicBezTo>
                    <a:pt x="6" y="112"/>
                    <a:pt x="7" y="111"/>
                    <a:pt x="8" y="11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" y="13"/>
                    <a:pt x="3" y="6"/>
                    <a:pt x="6" y="0"/>
                  </a:cubicBezTo>
                </a:path>
              </a:pathLst>
            </a:custGeom>
            <a:solidFill>
              <a:srgbClr val="5975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1" name="íŝḷîḑè">
              <a:extLst>
                <a:ext uri="{FF2B5EF4-FFF2-40B4-BE49-F238E27FC236}">
                  <a16:creationId xmlns:a16="http://schemas.microsoft.com/office/drawing/2014/main" id="{776B611E-77CA-448B-B8CC-37C8F45C9C3C}"/>
                </a:ext>
              </a:extLst>
            </p:cNvPr>
            <p:cNvSpPr/>
            <p:nvPr/>
          </p:nvSpPr>
          <p:spPr bwMode="auto">
            <a:xfrm>
              <a:off x="3892349" y="3538381"/>
              <a:ext cx="168159" cy="219816"/>
            </a:xfrm>
            <a:custGeom>
              <a:avLst/>
              <a:gdLst>
                <a:gd name="T0" fmla="*/ 140 w 140"/>
                <a:gd name="T1" fmla="*/ 0 h 183"/>
                <a:gd name="T2" fmla="*/ 20 w 140"/>
                <a:gd name="T3" fmla="*/ 58 h 183"/>
                <a:gd name="T4" fmla="*/ 4 w 140"/>
                <a:gd name="T5" fmla="*/ 72 h 183"/>
                <a:gd name="T6" fmla="*/ 0 w 140"/>
                <a:gd name="T7" fmla="*/ 93 h 183"/>
                <a:gd name="T8" fmla="*/ 6 w 140"/>
                <a:gd name="T9" fmla="*/ 183 h 183"/>
                <a:gd name="T10" fmla="*/ 18 w 140"/>
                <a:gd name="T11" fmla="*/ 165 h 183"/>
                <a:gd name="T12" fmla="*/ 140 w 140"/>
                <a:gd name="T13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0" h="183">
                  <a:moveTo>
                    <a:pt x="140" y="0"/>
                  </a:moveTo>
                  <a:cubicBezTo>
                    <a:pt x="20" y="58"/>
                    <a:pt x="20" y="58"/>
                    <a:pt x="20" y="58"/>
                  </a:cubicBezTo>
                  <a:cubicBezTo>
                    <a:pt x="14" y="61"/>
                    <a:pt x="8" y="66"/>
                    <a:pt x="4" y="72"/>
                  </a:cubicBezTo>
                  <a:cubicBezTo>
                    <a:pt x="1" y="78"/>
                    <a:pt x="0" y="85"/>
                    <a:pt x="0" y="93"/>
                  </a:cubicBezTo>
                  <a:cubicBezTo>
                    <a:pt x="6" y="183"/>
                    <a:pt x="6" y="183"/>
                    <a:pt x="6" y="183"/>
                  </a:cubicBezTo>
                  <a:cubicBezTo>
                    <a:pt x="10" y="177"/>
                    <a:pt x="14" y="171"/>
                    <a:pt x="18" y="165"/>
                  </a:cubicBezTo>
                  <a:cubicBezTo>
                    <a:pt x="59" y="110"/>
                    <a:pt x="100" y="56"/>
                    <a:pt x="140" y="0"/>
                  </a:cubicBezTo>
                </a:path>
              </a:pathLst>
            </a:custGeom>
            <a:solidFill>
              <a:srgbClr val="97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2" name="íślîḋè">
              <a:extLst>
                <a:ext uri="{FF2B5EF4-FFF2-40B4-BE49-F238E27FC236}">
                  <a16:creationId xmlns:a16="http://schemas.microsoft.com/office/drawing/2014/main" id="{3313FEE2-A00C-4FD5-B78A-BE44DF12B4FB}"/>
                </a:ext>
              </a:extLst>
            </p:cNvPr>
            <p:cNvSpPr/>
            <p:nvPr/>
          </p:nvSpPr>
          <p:spPr bwMode="auto">
            <a:xfrm>
              <a:off x="3904439" y="3869203"/>
              <a:ext cx="12090" cy="170358"/>
            </a:xfrm>
            <a:custGeom>
              <a:avLst/>
              <a:gdLst>
                <a:gd name="T0" fmla="*/ 1 w 10"/>
                <a:gd name="T1" fmla="*/ 0 h 142"/>
                <a:gd name="T2" fmla="*/ 0 w 10"/>
                <a:gd name="T3" fmla="*/ 1 h 142"/>
                <a:gd name="T4" fmla="*/ 9 w 10"/>
                <a:gd name="T5" fmla="*/ 142 h 142"/>
                <a:gd name="T6" fmla="*/ 10 w 10"/>
                <a:gd name="T7" fmla="*/ 142 h 142"/>
                <a:gd name="T8" fmla="*/ 1 w 10"/>
                <a:gd name="T9" fmla="*/ 0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42">
                  <a:moveTo>
                    <a:pt x="1" y="0"/>
                  </a:moveTo>
                  <a:cubicBezTo>
                    <a:pt x="1" y="0"/>
                    <a:pt x="1" y="1"/>
                    <a:pt x="0" y="1"/>
                  </a:cubicBezTo>
                  <a:cubicBezTo>
                    <a:pt x="9" y="142"/>
                    <a:pt x="9" y="142"/>
                    <a:pt x="9" y="142"/>
                  </a:cubicBezTo>
                  <a:cubicBezTo>
                    <a:pt x="9" y="142"/>
                    <a:pt x="9" y="142"/>
                    <a:pt x="10" y="142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5975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3" name="íşļiḑê">
              <a:extLst>
                <a:ext uri="{FF2B5EF4-FFF2-40B4-BE49-F238E27FC236}">
                  <a16:creationId xmlns:a16="http://schemas.microsoft.com/office/drawing/2014/main" id="{892313CD-1B4C-40FC-8BDA-98D02528B0AC}"/>
                </a:ext>
              </a:extLst>
            </p:cNvPr>
            <p:cNvSpPr/>
            <p:nvPr/>
          </p:nvSpPr>
          <p:spPr bwMode="auto">
            <a:xfrm>
              <a:off x="3905538" y="3417482"/>
              <a:ext cx="411056" cy="622079"/>
            </a:xfrm>
            <a:custGeom>
              <a:avLst/>
              <a:gdLst>
                <a:gd name="T0" fmla="*/ 342 w 342"/>
                <a:gd name="T1" fmla="*/ 0 h 518"/>
                <a:gd name="T2" fmla="*/ 229 w 342"/>
                <a:gd name="T3" fmla="*/ 52 h 518"/>
                <a:gd name="T4" fmla="*/ 29 w 342"/>
                <a:gd name="T5" fmla="*/ 336 h 518"/>
                <a:gd name="T6" fmla="*/ 0 w 342"/>
                <a:gd name="T7" fmla="*/ 376 h 518"/>
                <a:gd name="T8" fmla="*/ 9 w 342"/>
                <a:gd name="T9" fmla="*/ 518 h 518"/>
                <a:gd name="T10" fmla="*/ 51 w 342"/>
                <a:gd name="T11" fmla="*/ 467 h 518"/>
                <a:gd name="T12" fmla="*/ 166 w 342"/>
                <a:gd name="T13" fmla="*/ 302 h 518"/>
                <a:gd name="T14" fmla="*/ 342 w 342"/>
                <a:gd name="T15" fmla="*/ 0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42" h="518">
                  <a:moveTo>
                    <a:pt x="342" y="0"/>
                  </a:moveTo>
                  <a:cubicBezTo>
                    <a:pt x="229" y="52"/>
                    <a:pt x="229" y="52"/>
                    <a:pt x="229" y="52"/>
                  </a:cubicBezTo>
                  <a:cubicBezTo>
                    <a:pt x="164" y="144"/>
                    <a:pt x="96" y="244"/>
                    <a:pt x="29" y="336"/>
                  </a:cubicBezTo>
                  <a:cubicBezTo>
                    <a:pt x="19" y="349"/>
                    <a:pt x="10" y="363"/>
                    <a:pt x="0" y="376"/>
                  </a:cubicBezTo>
                  <a:cubicBezTo>
                    <a:pt x="9" y="518"/>
                    <a:pt x="9" y="518"/>
                    <a:pt x="9" y="518"/>
                  </a:cubicBezTo>
                  <a:cubicBezTo>
                    <a:pt x="23" y="501"/>
                    <a:pt x="37" y="484"/>
                    <a:pt x="51" y="467"/>
                  </a:cubicBezTo>
                  <a:cubicBezTo>
                    <a:pt x="91" y="413"/>
                    <a:pt x="130" y="358"/>
                    <a:pt x="166" y="302"/>
                  </a:cubicBezTo>
                  <a:cubicBezTo>
                    <a:pt x="227" y="208"/>
                    <a:pt x="296" y="103"/>
                    <a:pt x="342" y="0"/>
                  </a:cubicBezTo>
                </a:path>
              </a:pathLst>
            </a:custGeom>
            <a:solidFill>
              <a:srgbClr val="97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4" name="íślidé">
              <a:extLst>
                <a:ext uri="{FF2B5EF4-FFF2-40B4-BE49-F238E27FC236}">
                  <a16:creationId xmlns:a16="http://schemas.microsoft.com/office/drawing/2014/main" id="{B50F55E9-011C-4A11-B099-1D5242FBBC91}"/>
                </a:ext>
              </a:extLst>
            </p:cNvPr>
            <p:cNvSpPr/>
            <p:nvPr/>
          </p:nvSpPr>
          <p:spPr bwMode="auto">
            <a:xfrm>
              <a:off x="4573778" y="3219648"/>
              <a:ext cx="418749" cy="494585"/>
            </a:xfrm>
            <a:custGeom>
              <a:avLst/>
              <a:gdLst>
                <a:gd name="T0" fmla="*/ 0 w 349"/>
                <a:gd name="T1" fmla="*/ 358 h 412"/>
                <a:gd name="T2" fmla="*/ 0 w 349"/>
                <a:gd name="T3" fmla="*/ 358 h 412"/>
                <a:gd name="T4" fmla="*/ 26 w 349"/>
                <a:gd name="T5" fmla="*/ 412 h 412"/>
                <a:gd name="T6" fmla="*/ 0 w 349"/>
                <a:gd name="T7" fmla="*/ 358 h 412"/>
                <a:gd name="T8" fmla="*/ 338 w 349"/>
                <a:gd name="T9" fmla="*/ 0 h 412"/>
                <a:gd name="T10" fmla="*/ 347 w 349"/>
                <a:gd name="T11" fmla="*/ 8 h 412"/>
                <a:gd name="T12" fmla="*/ 349 w 349"/>
                <a:gd name="T13" fmla="*/ 9 h 412"/>
                <a:gd name="T14" fmla="*/ 347 w 349"/>
                <a:gd name="T15" fmla="*/ 8 h 412"/>
                <a:gd name="T16" fmla="*/ 338 w 349"/>
                <a:gd name="T17" fmla="*/ 0 h 412"/>
                <a:gd name="T18" fmla="*/ 337 w 349"/>
                <a:gd name="T19" fmla="*/ 0 h 412"/>
                <a:gd name="T20" fmla="*/ 338 w 349"/>
                <a:gd name="T21" fmla="*/ 0 h 412"/>
                <a:gd name="T22" fmla="*/ 337 w 349"/>
                <a:gd name="T23" fmla="*/ 0 h 4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49" h="412">
                  <a:moveTo>
                    <a:pt x="0" y="358"/>
                  </a:moveTo>
                  <a:cubicBezTo>
                    <a:pt x="0" y="358"/>
                    <a:pt x="0" y="358"/>
                    <a:pt x="0" y="358"/>
                  </a:cubicBezTo>
                  <a:cubicBezTo>
                    <a:pt x="26" y="412"/>
                    <a:pt x="26" y="412"/>
                    <a:pt x="26" y="412"/>
                  </a:cubicBezTo>
                  <a:cubicBezTo>
                    <a:pt x="0" y="358"/>
                    <a:pt x="0" y="358"/>
                    <a:pt x="0" y="358"/>
                  </a:cubicBezTo>
                  <a:moveTo>
                    <a:pt x="338" y="0"/>
                  </a:moveTo>
                  <a:cubicBezTo>
                    <a:pt x="341" y="3"/>
                    <a:pt x="344" y="5"/>
                    <a:pt x="347" y="8"/>
                  </a:cubicBezTo>
                  <a:cubicBezTo>
                    <a:pt x="349" y="9"/>
                    <a:pt x="349" y="9"/>
                    <a:pt x="349" y="9"/>
                  </a:cubicBezTo>
                  <a:cubicBezTo>
                    <a:pt x="347" y="8"/>
                    <a:pt x="347" y="8"/>
                    <a:pt x="347" y="8"/>
                  </a:cubicBezTo>
                  <a:cubicBezTo>
                    <a:pt x="344" y="5"/>
                    <a:pt x="341" y="3"/>
                    <a:pt x="338" y="0"/>
                  </a:cubicBezTo>
                  <a:moveTo>
                    <a:pt x="337" y="0"/>
                  </a:moveTo>
                  <a:cubicBezTo>
                    <a:pt x="338" y="0"/>
                    <a:pt x="338" y="0"/>
                    <a:pt x="338" y="0"/>
                  </a:cubicBezTo>
                  <a:cubicBezTo>
                    <a:pt x="338" y="0"/>
                    <a:pt x="338" y="0"/>
                    <a:pt x="337" y="0"/>
                  </a:cubicBezTo>
                </a:path>
              </a:pathLst>
            </a:custGeom>
            <a:solidFill>
              <a:srgbClr val="5975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5" name="íṣľïďê">
              <a:extLst>
                <a:ext uri="{FF2B5EF4-FFF2-40B4-BE49-F238E27FC236}">
                  <a16:creationId xmlns:a16="http://schemas.microsoft.com/office/drawing/2014/main" id="{0658841A-352A-401C-B7A4-E9C8709030B6}"/>
                </a:ext>
              </a:extLst>
            </p:cNvPr>
            <p:cNvSpPr/>
            <p:nvPr/>
          </p:nvSpPr>
          <p:spPr bwMode="auto">
            <a:xfrm>
              <a:off x="4573778" y="3182279"/>
              <a:ext cx="418749" cy="531954"/>
            </a:xfrm>
            <a:custGeom>
              <a:avLst/>
              <a:gdLst>
                <a:gd name="T0" fmla="*/ 266 w 349"/>
                <a:gd name="T1" fmla="*/ 0 h 443"/>
                <a:gd name="T2" fmla="*/ 233 w 349"/>
                <a:gd name="T3" fmla="*/ 37 h 443"/>
                <a:gd name="T4" fmla="*/ 140 w 349"/>
                <a:gd name="T5" fmla="*/ 157 h 443"/>
                <a:gd name="T6" fmla="*/ 57 w 349"/>
                <a:gd name="T7" fmla="*/ 282 h 443"/>
                <a:gd name="T8" fmla="*/ 0 w 349"/>
                <a:gd name="T9" fmla="*/ 389 h 443"/>
                <a:gd name="T10" fmla="*/ 26 w 349"/>
                <a:gd name="T11" fmla="*/ 443 h 443"/>
                <a:gd name="T12" fmla="*/ 121 w 349"/>
                <a:gd name="T13" fmla="*/ 397 h 443"/>
                <a:gd name="T14" fmla="*/ 265 w 349"/>
                <a:gd name="T15" fmla="*/ 189 h 443"/>
                <a:gd name="T16" fmla="*/ 349 w 349"/>
                <a:gd name="T17" fmla="*/ 40 h 443"/>
                <a:gd name="T18" fmla="*/ 349 w 349"/>
                <a:gd name="T19" fmla="*/ 40 h 443"/>
                <a:gd name="T20" fmla="*/ 347 w 349"/>
                <a:gd name="T21" fmla="*/ 39 h 443"/>
                <a:gd name="T22" fmla="*/ 338 w 349"/>
                <a:gd name="T23" fmla="*/ 31 h 443"/>
                <a:gd name="T24" fmla="*/ 338 w 349"/>
                <a:gd name="T25" fmla="*/ 31 h 443"/>
                <a:gd name="T26" fmla="*/ 337 w 349"/>
                <a:gd name="T27" fmla="*/ 31 h 443"/>
                <a:gd name="T28" fmla="*/ 266 w 349"/>
                <a:gd name="T29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49" h="443">
                  <a:moveTo>
                    <a:pt x="266" y="0"/>
                  </a:moveTo>
                  <a:cubicBezTo>
                    <a:pt x="255" y="12"/>
                    <a:pt x="244" y="24"/>
                    <a:pt x="233" y="37"/>
                  </a:cubicBezTo>
                  <a:cubicBezTo>
                    <a:pt x="200" y="75"/>
                    <a:pt x="170" y="116"/>
                    <a:pt x="140" y="157"/>
                  </a:cubicBezTo>
                  <a:cubicBezTo>
                    <a:pt x="111" y="198"/>
                    <a:pt x="83" y="239"/>
                    <a:pt x="57" y="282"/>
                  </a:cubicBezTo>
                  <a:cubicBezTo>
                    <a:pt x="36" y="316"/>
                    <a:pt x="19" y="353"/>
                    <a:pt x="0" y="389"/>
                  </a:cubicBezTo>
                  <a:cubicBezTo>
                    <a:pt x="26" y="443"/>
                    <a:pt x="26" y="443"/>
                    <a:pt x="26" y="443"/>
                  </a:cubicBezTo>
                  <a:cubicBezTo>
                    <a:pt x="121" y="397"/>
                    <a:pt x="121" y="397"/>
                    <a:pt x="121" y="397"/>
                  </a:cubicBezTo>
                  <a:cubicBezTo>
                    <a:pt x="171" y="329"/>
                    <a:pt x="224" y="263"/>
                    <a:pt x="265" y="189"/>
                  </a:cubicBezTo>
                  <a:cubicBezTo>
                    <a:pt x="292" y="140"/>
                    <a:pt x="321" y="90"/>
                    <a:pt x="349" y="40"/>
                  </a:cubicBezTo>
                  <a:cubicBezTo>
                    <a:pt x="349" y="40"/>
                    <a:pt x="349" y="40"/>
                    <a:pt x="349" y="40"/>
                  </a:cubicBezTo>
                  <a:cubicBezTo>
                    <a:pt x="347" y="39"/>
                    <a:pt x="347" y="39"/>
                    <a:pt x="347" y="39"/>
                  </a:cubicBezTo>
                  <a:cubicBezTo>
                    <a:pt x="344" y="36"/>
                    <a:pt x="341" y="34"/>
                    <a:pt x="338" y="31"/>
                  </a:cubicBezTo>
                  <a:cubicBezTo>
                    <a:pt x="338" y="31"/>
                    <a:pt x="338" y="31"/>
                    <a:pt x="338" y="31"/>
                  </a:cubicBezTo>
                  <a:cubicBezTo>
                    <a:pt x="338" y="31"/>
                    <a:pt x="338" y="31"/>
                    <a:pt x="337" y="31"/>
                  </a:cubicBezTo>
                  <a:cubicBezTo>
                    <a:pt x="316" y="15"/>
                    <a:pt x="291" y="5"/>
                    <a:pt x="266" y="0"/>
                  </a:cubicBezTo>
                </a:path>
              </a:pathLst>
            </a:custGeom>
            <a:solidFill>
              <a:srgbClr val="97C4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6" name="ïṥḷîḋe">
              <a:extLst>
                <a:ext uri="{FF2B5EF4-FFF2-40B4-BE49-F238E27FC236}">
                  <a16:creationId xmlns:a16="http://schemas.microsoft.com/office/drawing/2014/main" id="{70D77495-1714-4258-8FAA-DACEA1B28C86}"/>
                </a:ext>
              </a:extLst>
            </p:cNvPr>
            <p:cNvSpPr/>
            <p:nvPr/>
          </p:nvSpPr>
          <p:spPr bwMode="auto">
            <a:xfrm>
              <a:off x="5227730" y="4119793"/>
              <a:ext cx="1099" cy="1099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7" name="íṥļïdê">
              <a:extLst>
                <a:ext uri="{FF2B5EF4-FFF2-40B4-BE49-F238E27FC236}">
                  <a16:creationId xmlns:a16="http://schemas.microsoft.com/office/drawing/2014/main" id="{F4262855-87CA-4655-B6F7-6ABD14D62217}"/>
                </a:ext>
              </a:extLst>
            </p:cNvPr>
            <p:cNvSpPr/>
            <p:nvPr/>
          </p:nvSpPr>
          <p:spPr bwMode="auto">
            <a:xfrm>
              <a:off x="5227730" y="4119793"/>
              <a:ext cx="1099" cy="1099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1 w 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8" name="îšļîdé">
              <a:extLst>
                <a:ext uri="{FF2B5EF4-FFF2-40B4-BE49-F238E27FC236}">
                  <a16:creationId xmlns:a16="http://schemas.microsoft.com/office/drawing/2014/main" id="{5A2537B0-E725-46DB-96CA-5D96179B9267}"/>
                </a:ext>
              </a:extLst>
            </p:cNvPr>
            <p:cNvSpPr/>
            <p:nvPr/>
          </p:nvSpPr>
          <p:spPr bwMode="auto">
            <a:xfrm>
              <a:off x="5160686" y="3786773"/>
              <a:ext cx="206627" cy="334120"/>
            </a:xfrm>
            <a:custGeom>
              <a:avLst/>
              <a:gdLst>
                <a:gd name="T0" fmla="*/ 172 w 172"/>
                <a:gd name="T1" fmla="*/ 0 h 278"/>
                <a:gd name="T2" fmla="*/ 151 w 172"/>
                <a:gd name="T3" fmla="*/ 9 h 278"/>
                <a:gd name="T4" fmla="*/ 42 w 172"/>
                <a:gd name="T5" fmla="*/ 253 h 278"/>
                <a:gd name="T6" fmla="*/ 56 w 172"/>
                <a:gd name="T7" fmla="*/ 278 h 278"/>
                <a:gd name="T8" fmla="*/ 57 w 172"/>
                <a:gd name="T9" fmla="*/ 277 h 278"/>
                <a:gd name="T10" fmla="*/ 113 w 172"/>
                <a:gd name="T11" fmla="*/ 250 h 278"/>
                <a:gd name="T12" fmla="*/ 104 w 172"/>
                <a:gd name="T13" fmla="*/ 233 h 278"/>
                <a:gd name="T14" fmla="*/ 172 w 172"/>
                <a:gd name="T15" fmla="*/ 0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72" h="278">
                  <a:moveTo>
                    <a:pt x="172" y="0"/>
                  </a:moveTo>
                  <a:cubicBezTo>
                    <a:pt x="165" y="3"/>
                    <a:pt x="158" y="6"/>
                    <a:pt x="151" y="9"/>
                  </a:cubicBezTo>
                  <a:cubicBezTo>
                    <a:pt x="49" y="58"/>
                    <a:pt x="0" y="167"/>
                    <a:pt x="42" y="253"/>
                  </a:cubicBezTo>
                  <a:cubicBezTo>
                    <a:pt x="46" y="262"/>
                    <a:pt x="51" y="270"/>
                    <a:pt x="56" y="278"/>
                  </a:cubicBezTo>
                  <a:cubicBezTo>
                    <a:pt x="57" y="277"/>
                    <a:pt x="57" y="277"/>
                    <a:pt x="57" y="277"/>
                  </a:cubicBezTo>
                  <a:cubicBezTo>
                    <a:pt x="113" y="250"/>
                    <a:pt x="113" y="250"/>
                    <a:pt x="113" y="250"/>
                  </a:cubicBezTo>
                  <a:cubicBezTo>
                    <a:pt x="110" y="245"/>
                    <a:pt x="106" y="239"/>
                    <a:pt x="104" y="233"/>
                  </a:cubicBezTo>
                  <a:cubicBezTo>
                    <a:pt x="63" y="148"/>
                    <a:pt x="94" y="48"/>
                    <a:pt x="172" y="0"/>
                  </a:cubicBezTo>
                </a:path>
              </a:pathLst>
            </a:custGeom>
            <a:solidFill>
              <a:srgbClr val="2B4B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9" name="ïśľidê">
              <a:extLst>
                <a:ext uri="{FF2B5EF4-FFF2-40B4-BE49-F238E27FC236}">
                  <a16:creationId xmlns:a16="http://schemas.microsoft.com/office/drawing/2014/main" id="{3977D9E4-A1EA-4D59-AC9A-7DA8CBBCB63F}"/>
                </a:ext>
              </a:extLst>
            </p:cNvPr>
            <p:cNvSpPr/>
            <p:nvPr/>
          </p:nvSpPr>
          <p:spPr bwMode="auto">
            <a:xfrm>
              <a:off x="4004455" y="4342906"/>
              <a:ext cx="200032" cy="329724"/>
            </a:xfrm>
            <a:custGeom>
              <a:avLst/>
              <a:gdLst>
                <a:gd name="T0" fmla="*/ 167 w 167"/>
                <a:gd name="T1" fmla="*/ 0 h 275"/>
                <a:gd name="T2" fmla="*/ 146 w 167"/>
                <a:gd name="T3" fmla="*/ 9 h 275"/>
                <a:gd name="T4" fmla="*/ 41 w 167"/>
                <a:gd name="T5" fmla="*/ 250 h 275"/>
                <a:gd name="T6" fmla="*/ 56 w 167"/>
                <a:gd name="T7" fmla="*/ 275 h 275"/>
                <a:gd name="T8" fmla="*/ 109 w 167"/>
                <a:gd name="T9" fmla="*/ 249 h 275"/>
                <a:gd name="T10" fmla="*/ 100 w 167"/>
                <a:gd name="T11" fmla="*/ 232 h 275"/>
                <a:gd name="T12" fmla="*/ 167 w 167"/>
                <a:gd name="T13" fmla="*/ 0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7" h="275">
                  <a:moveTo>
                    <a:pt x="167" y="0"/>
                  </a:moveTo>
                  <a:cubicBezTo>
                    <a:pt x="160" y="2"/>
                    <a:pt x="153" y="5"/>
                    <a:pt x="146" y="9"/>
                  </a:cubicBezTo>
                  <a:cubicBezTo>
                    <a:pt x="47" y="56"/>
                    <a:pt x="0" y="164"/>
                    <a:pt x="41" y="250"/>
                  </a:cubicBezTo>
                  <a:cubicBezTo>
                    <a:pt x="45" y="259"/>
                    <a:pt x="50" y="267"/>
                    <a:pt x="56" y="275"/>
                  </a:cubicBezTo>
                  <a:cubicBezTo>
                    <a:pt x="109" y="249"/>
                    <a:pt x="109" y="249"/>
                    <a:pt x="109" y="249"/>
                  </a:cubicBezTo>
                  <a:cubicBezTo>
                    <a:pt x="106" y="243"/>
                    <a:pt x="103" y="238"/>
                    <a:pt x="100" y="232"/>
                  </a:cubicBezTo>
                  <a:cubicBezTo>
                    <a:pt x="60" y="148"/>
                    <a:pt x="90" y="48"/>
                    <a:pt x="167" y="0"/>
                  </a:cubicBezTo>
                </a:path>
              </a:pathLst>
            </a:custGeom>
            <a:solidFill>
              <a:srgbClr val="2B4B8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0" name="ïṡļidê">
              <a:extLst>
                <a:ext uri="{FF2B5EF4-FFF2-40B4-BE49-F238E27FC236}">
                  <a16:creationId xmlns:a16="http://schemas.microsoft.com/office/drawing/2014/main" id="{467C7309-3D12-4F7C-AB94-10E956EDC9C0}"/>
                </a:ext>
              </a:extLst>
            </p:cNvPr>
            <p:cNvSpPr/>
            <p:nvPr/>
          </p:nvSpPr>
          <p:spPr bwMode="auto">
            <a:xfrm>
              <a:off x="5232126" y="3725224"/>
              <a:ext cx="496784" cy="494585"/>
            </a:xfrm>
            <a:custGeom>
              <a:avLst/>
              <a:gdLst>
                <a:gd name="T0" fmla="*/ 44 w 414"/>
                <a:gd name="T1" fmla="*/ 285 h 413"/>
                <a:gd name="T2" fmla="*/ 285 w 414"/>
                <a:gd name="T3" fmla="*/ 370 h 413"/>
                <a:gd name="T4" fmla="*/ 371 w 414"/>
                <a:gd name="T5" fmla="*/ 128 h 413"/>
                <a:gd name="T6" fmla="*/ 129 w 414"/>
                <a:gd name="T7" fmla="*/ 43 h 413"/>
                <a:gd name="T8" fmla="*/ 44 w 414"/>
                <a:gd name="T9" fmla="*/ 285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4" h="413">
                  <a:moveTo>
                    <a:pt x="44" y="285"/>
                  </a:moveTo>
                  <a:cubicBezTo>
                    <a:pt x="87" y="375"/>
                    <a:pt x="195" y="413"/>
                    <a:pt x="285" y="370"/>
                  </a:cubicBezTo>
                  <a:cubicBezTo>
                    <a:pt x="376" y="327"/>
                    <a:pt x="414" y="219"/>
                    <a:pt x="371" y="128"/>
                  </a:cubicBezTo>
                  <a:cubicBezTo>
                    <a:pt x="328" y="38"/>
                    <a:pt x="219" y="0"/>
                    <a:pt x="129" y="43"/>
                  </a:cubicBezTo>
                  <a:cubicBezTo>
                    <a:pt x="39" y="86"/>
                    <a:pt x="0" y="194"/>
                    <a:pt x="44" y="285"/>
                  </a:cubicBezTo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1" name="ïṡľíḑé">
              <a:extLst>
                <a:ext uri="{FF2B5EF4-FFF2-40B4-BE49-F238E27FC236}">
                  <a16:creationId xmlns:a16="http://schemas.microsoft.com/office/drawing/2014/main" id="{902AC74B-3351-4285-9E61-4CFA84AA2C9E}"/>
                </a:ext>
              </a:extLst>
            </p:cNvPr>
            <p:cNvSpPr/>
            <p:nvPr/>
          </p:nvSpPr>
          <p:spPr bwMode="auto">
            <a:xfrm>
              <a:off x="5344232" y="3836231"/>
              <a:ext cx="273671" cy="273671"/>
            </a:xfrm>
            <a:custGeom>
              <a:avLst/>
              <a:gdLst>
                <a:gd name="T0" fmla="*/ 189 w 228"/>
                <a:gd name="T1" fmla="*/ 184 h 228"/>
                <a:gd name="T2" fmla="*/ 185 w 228"/>
                <a:gd name="T3" fmla="*/ 39 h 228"/>
                <a:gd name="T4" fmla="*/ 39 w 228"/>
                <a:gd name="T5" fmla="*/ 43 h 228"/>
                <a:gd name="T6" fmla="*/ 44 w 228"/>
                <a:gd name="T7" fmla="*/ 189 h 228"/>
                <a:gd name="T8" fmla="*/ 189 w 228"/>
                <a:gd name="T9" fmla="*/ 184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8" h="228">
                  <a:moveTo>
                    <a:pt x="189" y="184"/>
                  </a:moveTo>
                  <a:cubicBezTo>
                    <a:pt x="228" y="143"/>
                    <a:pt x="226" y="78"/>
                    <a:pt x="185" y="39"/>
                  </a:cubicBezTo>
                  <a:cubicBezTo>
                    <a:pt x="143" y="0"/>
                    <a:pt x="78" y="2"/>
                    <a:pt x="39" y="43"/>
                  </a:cubicBezTo>
                  <a:cubicBezTo>
                    <a:pt x="0" y="84"/>
                    <a:pt x="2" y="150"/>
                    <a:pt x="44" y="189"/>
                  </a:cubicBezTo>
                  <a:cubicBezTo>
                    <a:pt x="85" y="228"/>
                    <a:pt x="150" y="226"/>
                    <a:pt x="189" y="184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2" name="îšḷíḓê">
              <a:extLst>
                <a:ext uri="{FF2B5EF4-FFF2-40B4-BE49-F238E27FC236}">
                  <a16:creationId xmlns:a16="http://schemas.microsoft.com/office/drawing/2014/main" id="{4E2AF808-792E-4D7D-9AFB-F974FDD304BA}"/>
                </a:ext>
              </a:extLst>
            </p:cNvPr>
            <p:cNvSpPr/>
            <p:nvPr/>
          </p:nvSpPr>
          <p:spPr bwMode="auto">
            <a:xfrm>
              <a:off x="5428861" y="4009885"/>
              <a:ext cx="138484" cy="74737"/>
            </a:xfrm>
            <a:custGeom>
              <a:avLst/>
              <a:gdLst>
                <a:gd name="T0" fmla="*/ 115 w 115"/>
                <a:gd name="T1" fmla="*/ 0 h 62"/>
                <a:gd name="T2" fmla="*/ 94 w 115"/>
                <a:gd name="T3" fmla="*/ 21 h 62"/>
                <a:gd name="T4" fmla="*/ 58 w 115"/>
                <a:gd name="T5" fmla="*/ 41 h 62"/>
                <a:gd name="T6" fmla="*/ 24 w 115"/>
                <a:gd name="T7" fmla="*/ 48 h 62"/>
                <a:gd name="T8" fmla="*/ 0 w 115"/>
                <a:gd name="T9" fmla="*/ 44 h 62"/>
                <a:gd name="T10" fmla="*/ 42 w 115"/>
                <a:gd name="T11" fmla="*/ 62 h 62"/>
                <a:gd name="T12" fmla="*/ 52 w 115"/>
                <a:gd name="T13" fmla="*/ 61 h 62"/>
                <a:gd name="T14" fmla="*/ 71 w 115"/>
                <a:gd name="T15" fmla="*/ 55 h 62"/>
                <a:gd name="T16" fmla="*/ 89 w 115"/>
                <a:gd name="T17" fmla="*/ 46 h 62"/>
                <a:gd name="T18" fmla="*/ 115 w 115"/>
                <a:gd name="T19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62">
                  <a:moveTo>
                    <a:pt x="115" y="0"/>
                  </a:moveTo>
                  <a:cubicBezTo>
                    <a:pt x="115" y="6"/>
                    <a:pt x="98" y="18"/>
                    <a:pt x="94" y="21"/>
                  </a:cubicBezTo>
                  <a:cubicBezTo>
                    <a:pt x="83" y="29"/>
                    <a:pt x="71" y="36"/>
                    <a:pt x="58" y="41"/>
                  </a:cubicBezTo>
                  <a:cubicBezTo>
                    <a:pt x="47" y="45"/>
                    <a:pt x="35" y="48"/>
                    <a:pt x="24" y="48"/>
                  </a:cubicBezTo>
                  <a:cubicBezTo>
                    <a:pt x="16" y="48"/>
                    <a:pt x="8" y="47"/>
                    <a:pt x="0" y="44"/>
                  </a:cubicBezTo>
                  <a:cubicBezTo>
                    <a:pt x="11" y="55"/>
                    <a:pt x="27" y="62"/>
                    <a:pt x="42" y="62"/>
                  </a:cubicBezTo>
                  <a:cubicBezTo>
                    <a:pt x="46" y="62"/>
                    <a:pt x="49" y="61"/>
                    <a:pt x="52" y="61"/>
                  </a:cubicBezTo>
                  <a:cubicBezTo>
                    <a:pt x="58" y="60"/>
                    <a:pt x="65" y="57"/>
                    <a:pt x="71" y="55"/>
                  </a:cubicBezTo>
                  <a:cubicBezTo>
                    <a:pt x="77" y="52"/>
                    <a:pt x="83" y="50"/>
                    <a:pt x="89" y="46"/>
                  </a:cubicBezTo>
                  <a:cubicBezTo>
                    <a:pt x="104" y="36"/>
                    <a:pt x="114" y="18"/>
                    <a:pt x="115" y="0"/>
                  </a:cubicBezTo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3" name="íṥlíḍe">
              <a:extLst>
                <a:ext uri="{FF2B5EF4-FFF2-40B4-BE49-F238E27FC236}">
                  <a16:creationId xmlns:a16="http://schemas.microsoft.com/office/drawing/2014/main" id="{4E9101F1-C48E-4FF0-82B4-641EE052F863}"/>
                </a:ext>
              </a:extLst>
            </p:cNvPr>
            <p:cNvSpPr/>
            <p:nvPr/>
          </p:nvSpPr>
          <p:spPr bwMode="auto">
            <a:xfrm>
              <a:off x="4072598" y="4279160"/>
              <a:ext cx="495685" cy="495685"/>
            </a:xfrm>
            <a:custGeom>
              <a:avLst/>
              <a:gdLst>
                <a:gd name="T0" fmla="*/ 43 w 413"/>
                <a:gd name="T1" fmla="*/ 285 h 413"/>
                <a:gd name="T2" fmla="*/ 285 w 413"/>
                <a:gd name="T3" fmla="*/ 370 h 413"/>
                <a:gd name="T4" fmla="*/ 370 w 413"/>
                <a:gd name="T5" fmla="*/ 128 h 413"/>
                <a:gd name="T6" fmla="*/ 128 w 413"/>
                <a:gd name="T7" fmla="*/ 43 h 413"/>
                <a:gd name="T8" fmla="*/ 43 w 413"/>
                <a:gd name="T9" fmla="*/ 285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3" h="413">
                  <a:moveTo>
                    <a:pt x="43" y="285"/>
                  </a:moveTo>
                  <a:cubicBezTo>
                    <a:pt x="86" y="375"/>
                    <a:pt x="194" y="413"/>
                    <a:pt x="285" y="370"/>
                  </a:cubicBezTo>
                  <a:cubicBezTo>
                    <a:pt x="375" y="327"/>
                    <a:pt x="413" y="219"/>
                    <a:pt x="370" y="128"/>
                  </a:cubicBezTo>
                  <a:cubicBezTo>
                    <a:pt x="327" y="38"/>
                    <a:pt x="219" y="0"/>
                    <a:pt x="128" y="43"/>
                  </a:cubicBezTo>
                  <a:cubicBezTo>
                    <a:pt x="38" y="86"/>
                    <a:pt x="0" y="194"/>
                    <a:pt x="43" y="285"/>
                  </a:cubicBezTo>
                </a:path>
              </a:pathLst>
            </a:custGeom>
            <a:solidFill>
              <a:srgbClr val="3B45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4" name="ïšľïdé">
              <a:extLst>
                <a:ext uri="{FF2B5EF4-FFF2-40B4-BE49-F238E27FC236}">
                  <a16:creationId xmlns:a16="http://schemas.microsoft.com/office/drawing/2014/main" id="{87486F51-2EF5-4AAD-9D61-D7B0A23222F1}"/>
                </a:ext>
              </a:extLst>
            </p:cNvPr>
            <p:cNvSpPr/>
            <p:nvPr/>
          </p:nvSpPr>
          <p:spPr bwMode="auto">
            <a:xfrm>
              <a:off x="4184704" y="4390166"/>
              <a:ext cx="272572" cy="272572"/>
            </a:xfrm>
            <a:custGeom>
              <a:avLst/>
              <a:gdLst>
                <a:gd name="T0" fmla="*/ 188 w 227"/>
                <a:gd name="T1" fmla="*/ 184 h 227"/>
                <a:gd name="T2" fmla="*/ 184 w 227"/>
                <a:gd name="T3" fmla="*/ 39 h 227"/>
                <a:gd name="T4" fmla="*/ 38 w 227"/>
                <a:gd name="T5" fmla="*/ 43 h 227"/>
                <a:gd name="T6" fmla="*/ 43 w 227"/>
                <a:gd name="T7" fmla="*/ 189 h 227"/>
                <a:gd name="T8" fmla="*/ 188 w 227"/>
                <a:gd name="T9" fmla="*/ 184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7" h="227">
                  <a:moveTo>
                    <a:pt x="188" y="184"/>
                  </a:moveTo>
                  <a:cubicBezTo>
                    <a:pt x="227" y="143"/>
                    <a:pt x="225" y="78"/>
                    <a:pt x="184" y="39"/>
                  </a:cubicBezTo>
                  <a:cubicBezTo>
                    <a:pt x="143" y="0"/>
                    <a:pt x="77" y="2"/>
                    <a:pt x="38" y="43"/>
                  </a:cubicBezTo>
                  <a:cubicBezTo>
                    <a:pt x="0" y="84"/>
                    <a:pt x="1" y="150"/>
                    <a:pt x="43" y="189"/>
                  </a:cubicBezTo>
                  <a:cubicBezTo>
                    <a:pt x="84" y="227"/>
                    <a:pt x="149" y="226"/>
                    <a:pt x="188" y="184"/>
                  </a:cubicBezTo>
                </a:path>
              </a:pathLst>
            </a:custGeom>
            <a:solidFill>
              <a:srgbClr val="F7F7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5" name="îŝľïḓê">
              <a:extLst>
                <a:ext uri="{FF2B5EF4-FFF2-40B4-BE49-F238E27FC236}">
                  <a16:creationId xmlns:a16="http://schemas.microsoft.com/office/drawing/2014/main" id="{90E61CE9-344A-4A8E-81A8-AB38138FD192}"/>
                </a:ext>
              </a:extLst>
            </p:cNvPr>
            <p:cNvSpPr/>
            <p:nvPr/>
          </p:nvSpPr>
          <p:spPr bwMode="auto">
            <a:xfrm>
              <a:off x="4268234" y="4564920"/>
              <a:ext cx="138484" cy="72539"/>
            </a:xfrm>
            <a:custGeom>
              <a:avLst/>
              <a:gdLst>
                <a:gd name="T0" fmla="*/ 115 w 115"/>
                <a:gd name="T1" fmla="*/ 0 h 61"/>
                <a:gd name="T2" fmla="*/ 94 w 115"/>
                <a:gd name="T3" fmla="*/ 21 h 61"/>
                <a:gd name="T4" fmla="*/ 58 w 115"/>
                <a:gd name="T5" fmla="*/ 41 h 61"/>
                <a:gd name="T6" fmla="*/ 24 w 115"/>
                <a:gd name="T7" fmla="*/ 48 h 61"/>
                <a:gd name="T8" fmla="*/ 0 w 115"/>
                <a:gd name="T9" fmla="*/ 44 h 61"/>
                <a:gd name="T10" fmla="*/ 42 w 115"/>
                <a:gd name="T11" fmla="*/ 61 h 61"/>
                <a:gd name="T12" fmla="*/ 52 w 115"/>
                <a:gd name="T13" fmla="*/ 61 h 61"/>
                <a:gd name="T14" fmla="*/ 71 w 115"/>
                <a:gd name="T15" fmla="*/ 55 h 61"/>
                <a:gd name="T16" fmla="*/ 89 w 115"/>
                <a:gd name="T17" fmla="*/ 46 h 61"/>
                <a:gd name="T18" fmla="*/ 115 w 115"/>
                <a:gd name="T19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5" h="61">
                  <a:moveTo>
                    <a:pt x="115" y="0"/>
                  </a:moveTo>
                  <a:cubicBezTo>
                    <a:pt x="115" y="6"/>
                    <a:pt x="98" y="18"/>
                    <a:pt x="94" y="21"/>
                  </a:cubicBezTo>
                  <a:cubicBezTo>
                    <a:pt x="83" y="29"/>
                    <a:pt x="71" y="36"/>
                    <a:pt x="58" y="41"/>
                  </a:cubicBezTo>
                  <a:cubicBezTo>
                    <a:pt x="47" y="45"/>
                    <a:pt x="35" y="48"/>
                    <a:pt x="24" y="48"/>
                  </a:cubicBezTo>
                  <a:cubicBezTo>
                    <a:pt x="16" y="48"/>
                    <a:pt x="8" y="47"/>
                    <a:pt x="0" y="44"/>
                  </a:cubicBezTo>
                  <a:cubicBezTo>
                    <a:pt x="11" y="55"/>
                    <a:pt x="27" y="61"/>
                    <a:pt x="42" y="61"/>
                  </a:cubicBezTo>
                  <a:cubicBezTo>
                    <a:pt x="46" y="61"/>
                    <a:pt x="49" y="61"/>
                    <a:pt x="52" y="61"/>
                  </a:cubicBezTo>
                  <a:cubicBezTo>
                    <a:pt x="59" y="59"/>
                    <a:pt x="65" y="57"/>
                    <a:pt x="71" y="55"/>
                  </a:cubicBezTo>
                  <a:cubicBezTo>
                    <a:pt x="77" y="52"/>
                    <a:pt x="83" y="50"/>
                    <a:pt x="89" y="46"/>
                  </a:cubicBezTo>
                  <a:cubicBezTo>
                    <a:pt x="104" y="36"/>
                    <a:pt x="114" y="18"/>
                    <a:pt x="115" y="0"/>
                  </a:cubicBezTo>
                </a:path>
              </a:pathLst>
            </a:custGeom>
            <a:solidFill>
              <a:srgbClr val="DEDE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6" name="îsľîdé">
              <a:extLst>
                <a:ext uri="{FF2B5EF4-FFF2-40B4-BE49-F238E27FC236}">
                  <a16:creationId xmlns:a16="http://schemas.microsoft.com/office/drawing/2014/main" id="{F437E942-6CC4-4D97-84FC-3BE235DB168D}"/>
                </a:ext>
              </a:extLst>
            </p:cNvPr>
            <p:cNvSpPr/>
            <p:nvPr/>
          </p:nvSpPr>
          <p:spPr bwMode="auto">
            <a:xfrm>
              <a:off x="4705667" y="3745008"/>
              <a:ext cx="121998" cy="85728"/>
            </a:xfrm>
            <a:custGeom>
              <a:avLst/>
              <a:gdLst>
                <a:gd name="T0" fmla="*/ 79 w 102"/>
                <a:gd name="T1" fmla="*/ 0 h 71"/>
                <a:gd name="T2" fmla="*/ 73 w 102"/>
                <a:gd name="T3" fmla="*/ 1 h 71"/>
                <a:gd name="T4" fmla="*/ 11 w 102"/>
                <a:gd name="T5" fmla="*/ 31 h 71"/>
                <a:gd name="T6" fmla="*/ 4 w 102"/>
                <a:gd name="T7" fmla="*/ 50 h 71"/>
                <a:gd name="T8" fmla="*/ 9 w 102"/>
                <a:gd name="T9" fmla="*/ 62 h 71"/>
                <a:gd name="T10" fmla="*/ 23 w 102"/>
                <a:gd name="T11" fmla="*/ 71 h 71"/>
                <a:gd name="T12" fmla="*/ 29 w 102"/>
                <a:gd name="T13" fmla="*/ 69 h 71"/>
                <a:gd name="T14" fmla="*/ 91 w 102"/>
                <a:gd name="T15" fmla="*/ 39 h 71"/>
                <a:gd name="T16" fmla="*/ 98 w 102"/>
                <a:gd name="T17" fmla="*/ 20 h 71"/>
                <a:gd name="T18" fmla="*/ 93 w 102"/>
                <a:gd name="T19" fmla="*/ 8 h 71"/>
                <a:gd name="T20" fmla="*/ 79 w 102"/>
                <a:gd name="T2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2" h="71">
                  <a:moveTo>
                    <a:pt x="79" y="0"/>
                  </a:moveTo>
                  <a:cubicBezTo>
                    <a:pt x="77" y="0"/>
                    <a:pt x="75" y="0"/>
                    <a:pt x="73" y="1"/>
                  </a:cubicBezTo>
                  <a:cubicBezTo>
                    <a:pt x="11" y="31"/>
                    <a:pt x="11" y="31"/>
                    <a:pt x="11" y="31"/>
                  </a:cubicBezTo>
                  <a:cubicBezTo>
                    <a:pt x="3" y="34"/>
                    <a:pt x="0" y="43"/>
                    <a:pt x="4" y="50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12" y="67"/>
                    <a:pt x="17" y="71"/>
                    <a:pt x="23" y="71"/>
                  </a:cubicBezTo>
                  <a:cubicBezTo>
                    <a:pt x="25" y="71"/>
                    <a:pt x="27" y="70"/>
                    <a:pt x="29" y="69"/>
                  </a:cubicBezTo>
                  <a:cubicBezTo>
                    <a:pt x="91" y="39"/>
                    <a:pt x="91" y="39"/>
                    <a:pt x="91" y="39"/>
                  </a:cubicBezTo>
                  <a:cubicBezTo>
                    <a:pt x="99" y="36"/>
                    <a:pt x="102" y="27"/>
                    <a:pt x="98" y="20"/>
                  </a:cubicBezTo>
                  <a:cubicBezTo>
                    <a:pt x="93" y="8"/>
                    <a:pt x="93" y="8"/>
                    <a:pt x="93" y="8"/>
                  </a:cubicBezTo>
                  <a:cubicBezTo>
                    <a:pt x="90" y="3"/>
                    <a:pt x="85" y="0"/>
                    <a:pt x="79" y="0"/>
                  </a:cubicBezTo>
                </a:path>
              </a:pathLst>
            </a:custGeom>
            <a:solidFill>
              <a:srgbClr val="243E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7" name="îṡľïďe">
              <a:extLst>
                <a:ext uri="{FF2B5EF4-FFF2-40B4-BE49-F238E27FC236}">
                  <a16:creationId xmlns:a16="http://schemas.microsoft.com/office/drawing/2014/main" id="{A7EFD195-2569-4F97-8622-B967C80F8E12}"/>
                </a:ext>
              </a:extLst>
            </p:cNvPr>
            <p:cNvSpPr/>
            <p:nvPr/>
          </p:nvSpPr>
          <p:spPr bwMode="auto">
            <a:xfrm>
              <a:off x="5302467" y="3166892"/>
              <a:ext cx="580314" cy="326427"/>
            </a:xfrm>
            <a:custGeom>
              <a:avLst/>
              <a:gdLst>
                <a:gd name="T0" fmla="*/ 63 w 528"/>
                <a:gd name="T1" fmla="*/ 297 h 297"/>
                <a:gd name="T2" fmla="*/ 232 w 528"/>
                <a:gd name="T3" fmla="*/ 141 h 297"/>
                <a:gd name="T4" fmla="*/ 310 w 528"/>
                <a:gd name="T5" fmla="*/ 225 h 297"/>
                <a:gd name="T6" fmla="*/ 366 w 528"/>
                <a:gd name="T7" fmla="*/ 49 h 297"/>
                <a:gd name="T8" fmla="*/ 493 w 528"/>
                <a:gd name="T9" fmla="*/ 119 h 297"/>
                <a:gd name="T10" fmla="*/ 528 w 528"/>
                <a:gd name="T11" fmla="*/ 55 h 297"/>
                <a:gd name="T12" fmla="*/ 351 w 528"/>
                <a:gd name="T13" fmla="*/ 0 h 297"/>
                <a:gd name="T14" fmla="*/ 281 w 528"/>
                <a:gd name="T15" fmla="*/ 127 h 297"/>
                <a:gd name="T16" fmla="*/ 217 w 528"/>
                <a:gd name="T17" fmla="*/ 92 h 297"/>
                <a:gd name="T18" fmla="*/ 0 w 528"/>
                <a:gd name="T19" fmla="*/ 262 h 297"/>
                <a:gd name="T20" fmla="*/ 63 w 528"/>
                <a:gd name="T21" fmla="*/ 297 h 2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8" h="297">
                  <a:moveTo>
                    <a:pt x="63" y="297"/>
                  </a:moveTo>
                  <a:lnTo>
                    <a:pt x="232" y="141"/>
                  </a:lnTo>
                  <a:lnTo>
                    <a:pt x="310" y="225"/>
                  </a:lnTo>
                  <a:lnTo>
                    <a:pt x="366" y="49"/>
                  </a:lnTo>
                  <a:lnTo>
                    <a:pt x="493" y="119"/>
                  </a:lnTo>
                  <a:lnTo>
                    <a:pt x="528" y="55"/>
                  </a:lnTo>
                  <a:lnTo>
                    <a:pt x="351" y="0"/>
                  </a:lnTo>
                  <a:lnTo>
                    <a:pt x="281" y="127"/>
                  </a:lnTo>
                  <a:lnTo>
                    <a:pt x="217" y="92"/>
                  </a:lnTo>
                  <a:lnTo>
                    <a:pt x="0" y="262"/>
                  </a:lnTo>
                  <a:lnTo>
                    <a:pt x="63" y="297"/>
                  </a:lnTo>
                  <a:close/>
                </a:path>
              </a:pathLst>
            </a:custGeom>
            <a:solidFill>
              <a:srgbClr val="305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8" name="ïṥľíďé">
              <a:extLst>
                <a:ext uri="{FF2B5EF4-FFF2-40B4-BE49-F238E27FC236}">
                  <a16:creationId xmlns:a16="http://schemas.microsoft.com/office/drawing/2014/main" id="{9FA73AB3-3C9A-48AD-8F82-8EB2AC9C0C9C}"/>
                </a:ext>
              </a:extLst>
            </p:cNvPr>
            <p:cNvSpPr/>
            <p:nvPr/>
          </p:nvSpPr>
          <p:spPr bwMode="auto">
            <a:xfrm>
              <a:off x="4264937" y="3607622"/>
              <a:ext cx="94521" cy="105512"/>
            </a:xfrm>
            <a:custGeom>
              <a:avLst/>
              <a:gdLst>
                <a:gd name="T0" fmla="*/ 40 w 86"/>
                <a:gd name="T1" fmla="*/ 0 h 96"/>
                <a:gd name="T2" fmla="*/ 0 w 86"/>
                <a:gd name="T3" fmla="*/ 14 h 96"/>
                <a:gd name="T4" fmla="*/ 15 w 86"/>
                <a:gd name="T5" fmla="*/ 84 h 96"/>
                <a:gd name="T6" fmla="*/ 59 w 86"/>
                <a:gd name="T7" fmla="*/ 96 h 96"/>
                <a:gd name="T8" fmla="*/ 86 w 86"/>
                <a:gd name="T9" fmla="*/ 68 h 96"/>
                <a:gd name="T10" fmla="*/ 61 w 86"/>
                <a:gd name="T11" fmla="*/ 45 h 96"/>
                <a:gd name="T12" fmla="*/ 69 w 86"/>
                <a:gd name="T13" fmla="*/ 42 h 96"/>
                <a:gd name="T14" fmla="*/ 80 w 86"/>
                <a:gd name="T15" fmla="*/ 48 h 96"/>
                <a:gd name="T16" fmla="*/ 84 w 86"/>
                <a:gd name="T17" fmla="*/ 37 h 96"/>
                <a:gd name="T18" fmla="*/ 40 w 86"/>
                <a:gd name="T19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96">
                  <a:moveTo>
                    <a:pt x="40" y="0"/>
                  </a:moveTo>
                  <a:lnTo>
                    <a:pt x="0" y="14"/>
                  </a:lnTo>
                  <a:lnTo>
                    <a:pt x="15" y="84"/>
                  </a:lnTo>
                  <a:lnTo>
                    <a:pt x="59" y="96"/>
                  </a:lnTo>
                  <a:lnTo>
                    <a:pt x="86" y="68"/>
                  </a:lnTo>
                  <a:lnTo>
                    <a:pt x="61" y="45"/>
                  </a:lnTo>
                  <a:lnTo>
                    <a:pt x="69" y="42"/>
                  </a:lnTo>
                  <a:lnTo>
                    <a:pt x="80" y="48"/>
                  </a:lnTo>
                  <a:lnTo>
                    <a:pt x="84" y="3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EFBFA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9" name="îṡ1íḋè">
              <a:extLst>
                <a:ext uri="{FF2B5EF4-FFF2-40B4-BE49-F238E27FC236}">
                  <a16:creationId xmlns:a16="http://schemas.microsoft.com/office/drawing/2014/main" id="{67371EBC-227A-447B-B41F-0B6C973446EE}"/>
                </a:ext>
              </a:extLst>
            </p:cNvPr>
            <p:cNvSpPr/>
            <p:nvPr/>
          </p:nvSpPr>
          <p:spPr bwMode="auto">
            <a:xfrm>
              <a:off x="4107768" y="2978949"/>
              <a:ext cx="376984" cy="661645"/>
            </a:xfrm>
            <a:custGeom>
              <a:avLst/>
              <a:gdLst>
                <a:gd name="T0" fmla="*/ 215 w 314"/>
                <a:gd name="T1" fmla="*/ 2 h 552"/>
                <a:gd name="T2" fmla="*/ 254 w 314"/>
                <a:gd name="T3" fmla="*/ 3 h 552"/>
                <a:gd name="T4" fmla="*/ 272 w 314"/>
                <a:gd name="T5" fmla="*/ 13 h 552"/>
                <a:gd name="T6" fmla="*/ 283 w 314"/>
                <a:gd name="T7" fmla="*/ 32 h 552"/>
                <a:gd name="T8" fmla="*/ 164 w 314"/>
                <a:gd name="T9" fmla="*/ 282 h 552"/>
                <a:gd name="T10" fmla="*/ 167 w 314"/>
                <a:gd name="T11" fmla="*/ 436 h 552"/>
                <a:gd name="T12" fmla="*/ 178 w 314"/>
                <a:gd name="T13" fmla="*/ 533 h 552"/>
                <a:gd name="T14" fmla="*/ 129 w 314"/>
                <a:gd name="T15" fmla="*/ 552 h 552"/>
                <a:gd name="T16" fmla="*/ 64 w 314"/>
                <a:gd name="T17" fmla="*/ 407 h 552"/>
                <a:gd name="T18" fmla="*/ 11 w 314"/>
                <a:gd name="T19" fmla="*/ 303 h 552"/>
                <a:gd name="T20" fmla="*/ 2 w 314"/>
                <a:gd name="T21" fmla="*/ 259 h 552"/>
                <a:gd name="T22" fmla="*/ 16 w 314"/>
                <a:gd name="T23" fmla="*/ 227 h 552"/>
                <a:gd name="T24" fmla="*/ 114 w 314"/>
                <a:gd name="T25" fmla="*/ 85 h 552"/>
                <a:gd name="T26" fmla="*/ 172 w 314"/>
                <a:gd name="T27" fmla="*/ 22 h 552"/>
                <a:gd name="T28" fmla="*/ 215 w 314"/>
                <a:gd name="T29" fmla="*/ 2 h 5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4" h="552">
                  <a:moveTo>
                    <a:pt x="215" y="2"/>
                  </a:moveTo>
                  <a:cubicBezTo>
                    <a:pt x="228" y="0"/>
                    <a:pt x="241" y="0"/>
                    <a:pt x="254" y="3"/>
                  </a:cubicBezTo>
                  <a:cubicBezTo>
                    <a:pt x="261" y="5"/>
                    <a:pt x="267" y="8"/>
                    <a:pt x="272" y="13"/>
                  </a:cubicBezTo>
                  <a:cubicBezTo>
                    <a:pt x="278" y="18"/>
                    <a:pt x="281" y="25"/>
                    <a:pt x="283" y="32"/>
                  </a:cubicBezTo>
                  <a:cubicBezTo>
                    <a:pt x="314" y="122"/>
                    <a:pt x="220" y="223"/>
                    <a:pt x="164" y="282"/>
                  </a:cubicBezTo>
                  <a:cubicBezTo>
                    <a:pt x="128" y="319"/>
                    <a:pt x="159" y="390"/>
                    <a:pt x="167" y="436"/>
                  </a:cubicBezTo>
                  <a:cubicBezTo>
                    <a:pt x="171" y="457"/>
                    <a:pt x="192" y="519"/>
                    <a:pt x="178" y="533"/>
                  </a:cubicBezTo>
                  <a:cubicBezTo>
                    <a:pt x="175" y="536"/>
                    <a:pt x="129" y="551"/>
                    <a:pt x="129" y="552"/>
                  </a:cubicBezTo>
                  <a:cubicBezTo>
                    <a:pt x="107" y="504"/>
                    <a:pt x="85" y="455"/>
                    <a:pt x="64" y="407"/>
                  </a:cubicBezTo>
                  <a:cubicBezTo>
                    <a:pt x="48" y="371"/>
                    <a:pt x="25" y="339"/>
                    <a:pt x="11" y="303"/>
                  </a:cubicBezTo>
                  <a:cubicBezTo>
                    <a:pt x="5" y="289"/>
                    <a:pt x="0" y="274"/>
                    <a:pt x="2" y="259"/>
                  </a:cubicBezTo>
                  <a:cubicBezTo>
                    <a:pt x="4" y="248"/>
                    <a:pt x="10" y="237"/>
                    <a:pt x="16" y="227"/>
                  </a:cubicBezTo>
                  <a:cubicBezTo>
                    <a:pt x="46" y="178"/>
                    <a:pt x="78" y="131"/>
                    <a:pt x="114" y="85"/>
                  </a:cubicBezTo>
                  <a:cubicBezTo>
                    <a:pt x="131" y="63"/>
                    <a:pt x="149" y="39"/>
                    <a:pt x="172" y="22"/>
                  </a:cubicBezTo>
                  <a:cubicBezTo>
                    <a:pt x="185" y="13"/>
                    <a:pt x="200" y="5"/>
                    <a:pt x="215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0" name="íslîďê">
              <a:extLst>
                <a:ext uri="{FF2B5EF4-FFF2-40B4-BE49-F238E27FC236}">
                  <a16:creationId xmlns:a16="http://schemas.microsoft.com/office/drawing/2014/main" id="{6270C01B-087F-433D-AA14-9C32A12C19C7}"/>
                </a:ext>
              </a:extLst>
            </p:cNvPr>
            <p:cNvSpPr/>
            <p:nvPr/>
          </p:nvSpPr>
          <p:spPr bwMode="auto">
            <a:xfrm>
              <a:off x="4048418" y="2272242"/>
              <a:ext cx="203330" cy="560530"/>
            </a:xfrm>
            <a:custGeom>
              <a:avLst/>
              <a:gdLst>
                <a:gd name="T0" fmla="*/ 86 w 169"/>
                <a:gd name="T1" fmla="*/ 430 h 468"/>
                <a:gd name="T2" fmla="*/ 116 w 169"/>
                <a:gd name="T3" fmla="*/ 380 h 468"/>
                <a:gd name="T4" fmla="*/ 164 w 169"/>
                <a:gd name="T5" fmla="*/ 413 h 468"/>
                <a:gd name="T6" fmla="*/ 134 w 169"/>
                <a:gd name="T7" fmla="*/ 463 h 468"/>
                <a:gd name="T8" fmla="*/ 86 w 169"/>
                <a:gd name="T9" fmla="*/ 430 h 468"/>
                <a:gd name="T10" fmla="*/ 81 w 169"/>
                <a:gd name="T11" fmla="*/ 332 h 468"/>
                <a:gd name="T12" fmla="*/ 0 w 169"/>
                <a:gd name="T13" fmla="*/ 15 h 468"/>
                <a:gd name="T14" fmla="*/ 63 w 169"/>
                <a:gd name="T15" fmla="*/ 0 h 468"/>
                <a:gd name="T16" fmla="*/ 126 w 169"/>
                <a:gd name="T17" fmla="*/ 321 h 468"/>
                <a:gd name="T18" fmla="*/ 81 w 169"/>
                <a:gd name="T19" fmla="*/ 332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9" h="468">
                  <a:moveTo>
                    <a:pt x="86" y="430"/>
                  </a:moveTo>
                  <a:cubicBezTo>
                    <a:pt x="80" y="406"/>
                    <a:pt x="93" y="385"/>
                    <a:pt x="116" y="380"/>
                  </a:cubicBezTo>
                  <a:cubicBezTo>
                    <a:pt x="139" y="375"/>
                    <a:pt x="159" y="389"/>
                    <a:pt x="164" y="413"/>
                  </a:cubicBezTo>
                  <a:cubicBezTo>
                    <a:pt x="169" y="436"/>
                    <a:pt x="158" y="457"/>
                    <a:pt x="134" y="463"/>
                  </a:cubicBezTo>
                  <a:cubicBezTo>
                    <a:pt x="111" y="468"/>
                    <a:pt x="91" y="454"/>
                    <a:pt x="86" y="430"/>
                  </a:cubicBezTo>
                  <a:close/>
                  <a:moveTo>
                    <a:pt x="81" y="332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126" y="321"/>
                    <a:pt x="126" y="321"/>
                    <a:pt x="126" y="321"/>
                  </a:cubicBezTo>
                  <a:lnTo>
                    <a:pt x="81" y="332"/>
                  </a:lnTo>
                  <a:close/>
                </a:path>
              </a:pathLst>
            </a:custGeom>
            <a:solidFill>
              <a:srgbClr val="3053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292" name="组合 4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03A1BD30-5266-4C61-BA45-8617280AF82C}"/>
              </a:ext>
            </a:extLst>
          </p:cNvPr>
          <p:cNvGrpSpPr>
            <a:grpSpLocks noChangeAspect="1"/>
          </p:cNvGrpSpPr>
          <p:nvPr/>
        </p:nvGrpSpPr>
        <p:grpSpPr>
          <a:xfrm>
            <a:off x="3294400" y="1320652"/>
            <a:ext cx="2041853" cy="1698629"/>
            <a:chOff x="3048001" y="1138737"/>
            <a:chExt cx="6095999" cy="5071296"/>
          </a:xfrm>
        </p:grpSpPr>
        <p:sp>
          <p:nvSpPr>
            <p:cNvPr id="293" name="îṩlîḍê">
              <a:extLst>
                <a:ext uri="{FF2B5EF4-FFF2-40B4-BE49-F238E27FC236}">
                  <a16:creationId xmlns:a16="http://schemas.microsoft.com/office/drawing/2014/main" id="{451C9C5C-B871-4AD7-BF0F-9A107FE24B97}"/>
                </a:ext>
              </a:extLst>
            </p:cNvPr>
            <p:cNvSpPr/>
            <p:nvPr/>
          </p:nvSpPr>
          <p:spPr bwMode="auto">
            <a:xfrm>
              <a:off x="5831050" y="4058756"/>
              <a:ext cx="1024703" cy="469121"/>
            </a:xfrm>
            <a:custGeom>
              <a:avLst/>
              <a:gdLst/>
              <a:ahLst/>
              <a:cxnLst>
                <a:cxn ang="0">
                  <a:pos x="29" y="23"/>
                </a:cxn>
                <a:cxn ang="0">
                  <a:pos x="24" y="22"/>
                </a:cxn>
                <a:cxn ang="0">
                  <a:pos x="13" y="20"/>
                </a:cxn>
                <a:cxn ang="0">
                  <a:pos x="13" y="25"/>
                </a:cxn>
                <a:cxn ang="0">
                  <a:pos x="13" y="32"/>
                </a:cxn>
                <a:cxn ang="0">
                  <a:pos x="13" y="37"/>
                </a:cxn>
                <a:cxn ang="0">
                  <a:pos x="14" y="44"/>
                </a:cxn>
                <a:cxn ang="0">
                  <a:pos x="120" y="19"/>
                </a:cxn>
                <a:cxn ang="0">
                  <a:pos x="111" y="0"/>
                </a:cxn>
                <a:cxn ang="0">
                  <a:pos x="29" y="23"/>
                </a:cxn>
              </a:cxnLst>
              <a:rect l="0" t="0" r="r" b="b"/>
              <a:pathLst>
                <a:path w="120" h="55">
                  <a:moveTo>
                    <a:pt x="29" y="23"/>
                  </a:moveTo>
                  <a:cubicBezTo>
                    <a:pt x="26" y="10"/>
                    <a:pt x="24" y="22"/>
                    <a:pt x="24" y="22"/>
                  </a:cubicBezTo>
                  <a:cubicBezTo>
                    <a:pt x="21" y="22"/>
                    <a:pt x="16" y="21"/>
                    <a:pt x="13" y="20"/>
                  </a:cubicBezTo>
                  <a:cubicBezTo>
                    <a:pt x="7" y="19"/>
                    <a:pt x="7" y="24"/>
                    <a:pt x="13" y="25"/>
                  </a:cubicBezTo>
                  <a:cubicBezTo>
                    <a:pt x="13" y="25"/>
                    <a:pt x="0" y="28"/>
                    <a:pt x="13" y="32"/>
                  </a:cubicBezTo>
                  <a:cubicBezTo>
                    <a:pt x="13" y="32"/>
                    <a:pt x="0" y="36"/>
                    <a:pt x="13" y="37"/>
                  </a:cubicBezTo>
                  <a:cubicBezTo>
                    <a:pt x="13" y="37"/>
                    <a:pt x="1" y="41"/>
                    <a:pt x="14" y="44"/>
                  </a:cubicBezTo>
                  <a:cubicBezTo>
                    <a:pt x="21" y="45"/>
                    <a:pt x="79" y="55"/>
                    <a:pt x="120" y="19"/>
                  </a:cubicBezTo>
                  <a:cubicBezTo>
                    <a:pt x="111" y="0"/>
                    <a:pt x="111" y="0"/>
                    <a:pt x="111" y="0"/>
                  </a:cubicBezTo>
                  <a:cubicBezTo>
                    <a:pt x="89" y="20"/>
                    <a:pt x="63" y="29"/>
                    <a:pt x="29" y="23"/>
                  </a:cubicBezTo>
                  <a:close/>
                </a:path>
              </a:pathLst>
            </a:custGeom>
            <a:solidFill>
              <a:srgbClr val="FFDFA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4" name="í$ḻiḓe">
              <a:extLst>
                <a:ext uri="{FF2B5EF4-FFF2-40B4-BE49-F238E27FC236}">
                  <a16:creationId xmlns:a16="http://schemas.microsoft.com/office/drawing/2014/main" id="{86124186-F3E0-491A-BF8A-F1A5078198DD}"/>
                </a:ext>
              </a:extLst>
            </p:cNvPr>
            <p:cNvSpPr/>
            <p:nvPr/>
          </p:nvSpPr>
          <p:spPr bwMode="auto">
            <a:xfrm>
              <a:off x="6778708" y="4050195"/>
              <a:ext cx="111288" cy="170356"/>
            </a:xfrm>
            <a:custGeom>
              <a:avLst/>
              <a:gdLst/>
              <a:ahLst/>
              <a:cxnLst>
                <a:cxn ang="0">
                  <a:pos x="1" y="0"/>
                </a:cxn>
                <a:cxn ang="0">
                  <a:pos x="0" y="1"/>
                </a:cxn>
                <a:cxn ang="0">
                  <a:pos x="9" y="20"/>
                </a:cxn>
                <a:cxn ang="0">
                  <a:pos x="13" y="17"/>
                </a:cxn>
                <a:cxn ang="0">
                  <a:pos x="1" y="0"/>
                </a:cxn>
              </a:cxnLst>
              <a:rect l="0" t="0" r="r" b="b"/>
              <a:pathLst>
                <a:path w="13" h="20">
                  <a:moveTo>
                    <a:pt x="1" y="0"/>
                  </a:moveTo>
                  <a:cubicBezTo>
                    <a:pt x="0" y="0"/>
                    <a:pt x="0" y="0"/>
                    <a:pt x="0" y="1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1" y="19"/>
                    <a:pt x="12" y="18"/>
                    <a:pt x="13" y="17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0BA7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5" name="îŝ1ïḋê">
              <a:extLst>
                <a:ext uri="{FF2B5EF4-FFF2-40B4-BE49-F238E27FC236}">
                  <a16:creationId xmlns:a16="http://schemas.microsoft.com/office/drawing/2014/main" id="{18B0186A-41E7-4B7C-A097-FC1FF0236427}"/>
                </a:ext>
              </a:extLst>
            </p:cNvPr>
            <p:cNvSpPr/>
            <p:nvPr/>
          </p:nvSpPr>
          <p:spPr bwMode="auto">
            <a:xfrm>
              <a:off x="6949920" y="3836180"/>
              <a:ext cx="68485" cy="247401"/>
            </a:xfrm>
            <a:custGeom>
              <a:avLst/>
              <a:gdLst/>
              <a:ahLst/>
              <a:cxnLst>
                <a:cxn ang="0">
                  <a:pos x="2" y="0"/>
                </a:cxn>
                <a:cxn ang="0">
                  <a:pos x="0" y="2"/>
                </a:cxn>
                <a:cxn ang="0">
                  <a:pos x="4" y="29"/>
                </a:cxn>
                <a:cxn ang="0">
                  <a:pos x="7" y="25"/>
                </a:cxn>
                <a:cxn ang="0">
                  <a:pos x="2" y="0"/>
                </a:cxn>
              </a:cxnLst>
              <a:rect l="0" t="0" r="r" b="b"/>
              <a:pathLst>
                <a:path w="8" h="29">
                  <a:moveTo>
                    <a:pt x="2" y="0"/>
                  </a:moveTo>
                  <a:cubicBezTo>
                    <a:pt x="1" y="1"/>
                    <a:pt x="1" y="2"/>
                    <a:pt x="0" y="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28"/>
                    <a:pt x="6" y="26"/>
                    <a:pt x="7" y="25"/>
                  </a:cubicBezTo>
                  <a:cubicBezTo>
                    <a:pt x="8" y="2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D4D8C3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6" name="iš1iḓè">
              <a:extLst>
                <a:ext uri="{FF2B5EF4-FFF2-40B4-BE49-F238E27FC236}">
                  <a16:creationId xmlns:a16="http://schemas.microsoft.com/office/drawing/2014/main" id="{D73DF233-ABAB-4A59-9E1A-64FED6060BD3}"/>
                </a:ext>
              </a:extLst>
            </p:cNvPr>
            <p:cNvSpPr/>
            <p:nvPr/>
          </p:nvSpPr>
          <p:spPr bwMode="auto">
            <a:xfrm>
              <a:off x="6787268" y="3853302"/>
              <a:ext cx="196894" cy="341567"/>
            </a:xfrm>
            <a:custGeom>
              <a:avLst/>
              <a:gdLst/>
              <a:ahLst/>
              <a:cxnLst>
                <a:cxn ang="0">
                  <a:pos x="0" y="23"/>
                </a:cxn>
                <a:cxn ang="0">
                  <a:pos x="12" y="40"/>
                </a:cxn>
                <a:cxn ang="0">
                  <a:pos x="23" y="27"/>
                </a:cxn>
                <a:cxn ang="0">
                  <a:pos x="19" y="0"/>
                </a:cxn>
                <a:cxn ang="0">
                  <a:pos x="0" y="23"/>
                </a:cxn>
              </a:cxnLst>
              <a:rect l="0" t="0" r="r" b="b"/>
              <a:pathLst>
                <a:path w="23" h="40">
                  <a:moveTo>
                    <a:pt x="0" y="23"/>
                  </a:moveTo>
                  <a:cubicBezTo>
                    <a:pt x="12" y="40"/>
                    <a:pt x="12" y="40"/>
                    <a:pt x="12" y="40"/>
                  </a:cubicBezTo>
                  <a:cubicBezTo>
                    <a:pt x="16" y="36"/>
                    <a:pt x="19" y="32"/>
                    <a:pt x="23" y="2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9"/>
                    <a:pt x="7" y="16"/>
                    <a:pt x="0" y="23"/>
                  </a:cubicBezTo>
                  <a:close/>
                </a:path>
              </a:pathLst>
            </a:custGeom>
            <a:solidFill>
              <a:srgbClr val="EEF2E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7" name="îṣļíḓè">
              <a:extLst>
                <a:ext uri="{FF2B5EF4-FFF2-40B4-BE49-F238E27FC236}">
                  <a16:creationId xmlns:a16="http://schemas.microsoft.com/office/drawing/2014/main" id="{9F2FE1EF-38B1-4208-94DA-28F8077CD677}"/>
                </a:ext>
              </a:extLst>
            </p:cNvPr>
            <p:cNvSpPr/>
            <p:nvPr/>
          </p:nvSpPr>
          <p:spPr bwMode="auto">
            <a:xfrm>
              <a:off x="8000305" y="4306157"/>
              <a:ext cx="1143695" cy="896294"/>
            </a:xfrm>
            <a:custGeom>
              <a:avLst/>
              <a:gdLst/>
              <a:ahLst/>
              <a:cxnLst>
                <a:cxn ang="0">
                  <a:pos x="788" y="209"/>
                </a:cxn>
                <a:cxn ang="0">
                  <a:pos x="768" y="0"/>
                </a:cxn>
                <a:cxn ang="0">
                  <a:pos x="389" y="40"/>
                </a:cxn>
                <a:cxn ang="0">
                  <a:pos x="409" y="239"/>
                </a:cxn>
                <a:cxn ang="0">
                  <a:pos x="0" y="299"/>
                </a:cxn>
                <a:cxn ang="0">
                  <a:pos x="89" y="1047"/>
                </a:cxn>
                <a:cxn ang="0">
                  <a:pos x="1336" y="877"/>
                </a:cxn>
                <a:cxn ang="0">
                  <a:pos x="1246" y="139"/>
                </a:cxn>
                <a:cxn ang="0">
                  <a:pos x="788" y="209"/>
                </a:cxn>
                <a:cxn ang="0">
                  <a:pos x="448" y="100"/>
                </a:cxn>
                <a:cxn ang="0">
                  <a:pos x="718" y="70"/>
                </a:cxn>
                <a:cxn ang="0">
                  <a:pos x="728" y="209"/>
                </a:cxn>
                <a:cxn ang="0">
                  <a:pos x="468" y="239"/>
                </a:cxn>
                <a:cxn ang="0">
                  <a:pos x="448" y="100"/>
                </a:cxn>
              </a:cxnLst>
              <a:rect l="0" t="0" r="r" b="b"/>
              <a:pathLst>
                <a:path w="1336" h="1047">
                  <a:moveTo>
                    <a:pt x="788" y="209"/>
                  </a:moveTo>
                  <a:lnTo>
                    <a:pt x="768" y="0"/>
                  </a:lnTo>
                  <a:lnTo>
                    <a:pt x="389" y="40"/>
                  </a:lnTo>
                  <a:lnTo>
                    <a:pt x="409" y="239"/>
                  </a:lnTo>
                  <a:lnTo>
                    <a:pt x="0" y="299"/>
                  </a:lnTo>
                  <a:lnTo>
                    <a:pt x="89" y="1047"/>
                  </a:lnTo>
                  <a:lnTo>
                    <a:pt x="1336" y="877"/>
                  </a:lnTo>
                  <a:lnTo>
                    <a:pt x="1246" y="139"/>
                  </a:lnTo>
                  <a:lnTo>
                    <a:pt x="788" y="209"/>
                  </a:lnTo>
                  <a:close/>
                  <a:moveTo>
                    <a:pt x="448" y="100"/>
                  </a:moveTo>
                  <a:lnTo>
                    <a:pt x="718" y="70"/>
                  </a:lnTo>
                  <a:lnTo>
                    <a:pt x="728" y="209"/>
                  </a:lnTo>
                  <a:lnTo>
                    <a:pt x="468" y="239"/>
                  </a:lnTo>
                  <a:lnTo>
                    <a:pt x="448" y="100"/>
                  </a:lnTo>
                  <a:close/>
                </a:path>
              </a:pathLst>
            </a:custGeom>
            <a:solidFill>
              <a:srgbClr val="9D6F43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8" name="íṡ1íḑe">
              <a:extLst>
                <a:ext uri="{FF2B5EF4-FFF2-40B4-BE49-F238E27FC236}">
                  <a16:creationId xmlns:a16="http://schemas.microsoft.com/office/drawing/2014/main" id="{ACB44504-EACE-46A4-B1F6-A7942A95EB9C}"/>
                </a:ext>
              </a:extLst>
            </p:cNvPr>
            <p:cNvSpPr/>
            <p:nvPr/>
          </p:nvSpPr>
          <p:spPr bwMode="auto">
            <a:xfrm>
              <a:off x="8025986" y="4579240"/>
              <a:ext cx="25682" cy="25682"/>
            </a:xfrm>
            <a:custGeom>
              <a:avLst/>
              <a:gdLst/>
              <a:ahLst/>
              <a:cxnLst>
                <a:cxn ang="0">
                  <a:pos x="10" y="30"/>
                </a:cxn>
                <a:cxn ang="0">
                  <a:pos x="0" y="10"/>
                </a:cxn>
                <a:cxn ang="0">
                  <a:pos x="30" y="0"/>
                </a:cxn>
                <a:cxn ang="0">
                  <a:pos x="30" y="20"/>
                </a:cxn>
                <a:cxn ang="0">
                  <a:pos x="20" y="20"/>
                </a:cxn>
                <a:cxn ang="0">
                  <a:pos x="20" y="30"/>
                </a:cxn>
                <a:cxn ang="0">
                  <a:pos x="10" y="30"/>
                </a:cxn>
              </a:cxnLst>
              <a:rect l="0" t="0" r="r" b="b"/>
              <a:pathLst>
                <a:path w="30" h="30">
                  <a:moveTo>
                    <a:pt x="10" y="30"/>
                  </a:moveTo>
                  <a:lnTo>
                    <a:pt x="0" y="10"/>
                  </a:lnTo>
                  <a:lnTo>
                    <a:pt x="30" y="0"/>
                  </a:lnTo>
                  <a:lnTo>
                    <a:pt x="30" y="20"/>
                  </a:lnTo>
                  <a:lnTo>
                    <a:pt x="20" y="20"/>
                  </a:lnTo>
                  <a:lnTo>
                    <a:pt x="20" y="30"/>
                  </a:lnTo>
                  <a:lnTo>
                    <a:pt x="10" y="30"/>
                  </a:lnTo>
                  <a:close/>
                </a:path>
              </a:pathLst>
            </a:custGeom>
            <a:solidFill>
              <a:srgbClr val="6A463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99" name="íṥľiḑè">
              <a:extLst>
                <a:ext uri="{FF2B5EF4-FFF2-40B4-BE49-F238E27FC236}">
                  <a16:creationId xmlns:a16="http://schemas.microsoft.com/office/drawing/2014/main" id="{A2DB70A1-80FA-49DA-9FD7-BA68AFB4759F}"/>
                </a:ext>
              </a:extLst>
            </p:cNvPr>
            <p:cNvSpPr/>
            <p:nvPr/>
          </p:nvSpPr>
          <p:spPr bwMode="auto">
            <a:xfrm>
              <a:off x="8034547" y="4630604"/>
              <a:ext cx="67629" cy="494802"/>
            </a:xfrm>
            <a:custGeom>
              <a:avLst/>
              <a:gdLst/>
              <a:ahLst/>
              <a:cxnLst>
                <a:cxn ang="0">
                  <a:pos x="69" y="578"/>
                </a:cxn>
                <a:cxn ang="0">
                  <a:pos x="59" y="538"/>
                </a:cxn>
                <a:cxn ang="0">
                  <a:pos x="79" y="538"/>
                </a:cxn>
                <a:cxn ang="0">
                  <a:pos x="79" y="578"/>
                </a:cxn>
                <a:cxn ang="0">
                  <a:pos x="69" y="578"/>
                </a:cxn>
                <a:cxn ang="0">
                  <a:pos x="59" y="508"/>
                </a:cxn>
                <a:cxn ang="0">
                  <a:pos x="49" y="479"/>
                </a:cxn>
                <a:cxn ang="0">
                  <a:pos x="69" y="469"/>
                </a:cxn>
                <a:cxn ang="0">
                  <a:pos x="79" y="508"/>
                </a:cxn>
                <a:cxn ang="0">
                  <a:pos x="59" y="508"/>
                </a:cxn>
                <a:cxn ang="0">
                  <a:pos x="49" y="439"/>
                </a:cxn>
                <a:cxn ang="0">
                  <a:pos x="49" y="409"/>
                </a:cxn>
                <a:cxn ang="0">
                  <a:pos x="59" y="409"/>
                </a:cxn>
                <a:cxn ang="0">
                  <a:pos x="69" y="439"/>
                </a:cxn>
                <a:cxn ang="0">
                  <a:pos x="49" y="439"/>
                </a:cxn>
                <a:cxn ang="0">
                  <a:pos x="39" y="379"/>
                </a:cxn>
                <a:cxn ang="0">
                  <a:pos x="39" y="339"/>
                </a:cxn>
                <a:cxn ang="0">
                  <a:pos x="59" y="339"/>
                </a:cxn>
                <a:cxn ang="0">
                  <a:pos x="59" y="369"/>
                </a:cxn>
                <a:cxn ang="0">
                  <a:pos x="39" y="379"/>
                </a:cxn>
                <a:cxn ang="0">
                  <a:pos x="29" y="309"/>
                </a:cxn>
                <a:cxn ang="0">
                  <a:pos x="29" y="269"/>
                </a:cxn>
                <a:cxn ang="0">
                  <a:pos x="49" y="269"/>
                </a:cxn>
                <a:cxn ang="0">
                  <a:pos x="49" y="309"/>
                </a:cxn>
                <a:cxn ang="0">
                  <a:pos x="29" y="309"/>
                </a:cxn>
                <a:cxn ang="0">
                  <a:pos x="29" y="239"/>
                </a:cxn>
                <a:cxn ang="0">
                  <a:pos x="20" y="209"/>
                </a:cxn>
                <a:cxn ang="0">
                  <a:pos x="39" y="209"/>
                </a:cxn>
                <a:cxn ang="0">
                  <a:pos x="39" y="239"/>
                </a:cxn>
                <a:cxn ang="0">
                  <a:pos x="29" y="239"/>
                </a:cxn>
                <a:cxn ang="0">
                  <a:pos x="20" y="169"/>
                </a:cxn>
                <a:cxn ang="0">
                  <a:pos x="20" y="139"/>
                </a:cxn>
                <a:cxn ang="0">
                  <a:pos x="29" y="139"/>
                </a:cxn>
                <a:cxn ang="0">
                  <a:pos x="39" y="169"/>
                </a:cxn>
                <a:cxn ang="0">
                  <a:pos x="20" y="169"/>
                </a:cxn>
                <a:cxn ang="0">
                  <a:pos x="10" y="110"/>
                </a:cxn>
                <a:cxn ang="0">
                  <a:pos x="10" y="70"/>
                </a:cxn>
                <a:cxn ang="0">
                  <a:pos x="20" y="70"/>
                </a:cxn>
                <a:cxn ang="0">
                  <a:pos x="29" y="100"/>
                </a:cxn>
                <a:cxn ang="0">
                  <a:pos x="10" y="110"/>
                </a:cxn>
                <a:cxn ang="0">
                  <a:pos x="0" y="40"/>
                </a:cxn>
                <a:cxn ang="0">
                  <a:pos x="0" y="10"/>
                </a:cxn>
                <a:cxn ang="0">
                  <a:pos x="20" y="0"/>
                </a:cxn>
                <a:cxn ang="0">
                  <a:pos x="20" y="40"/>
                </a:cxn>
                <a:cxn ang="0">
                  <a:pos x="0" y="40"/>
                </a:cxn>
              </a:cxnLst>
              <a:rect l="0" t="0" r="r" b="b"/>
              <a:pathLst>
                <a:path w="79" h="578">
                  <a:moveTo>
                    <a:pt x="69" y="578"/>
                  </a:moveTo>
                  <a:lnTo>
                    <a:pt x="59" y="538"/>
                  </a:lnTo>
                  <a:lnTo>
                    <a:pt x="79" y="538"/>
                  </a:lnTo>
                  <a:lnTo>
                    <a:pt x="79" y="578"/>
                  </a:lnTo>
                  <a:lnTo>
                    <a:pt x="69" y="578"/>
                  </a:lnTo>
                  <a:close/>
                  <a:moveTo>
                    <a:pt x="59" y="508"/>
                  </a:moveTo>
                  <a:lnTo>
                    <a:pt x="49" y="479"/>
                  </a:lnTo>
                  <a:lnTo>
                    <a:pt x="69" y="469"/>
                  </a:lnTo>
                  <a:lnTo>
                    <a:pt x="79" y="508"/>
                  </a:lnTo>
                  <a:lnTo>
                    <a:pt x="59" y="508"/>
                  </a:lnTo>
                  <a:close/>
                  <a:moveTo>
                    <a:pt x="49" y="439"/>
                  </a:moveTo>
                  <a:lnTo>
                    <a:pt x="49" y="409"/>
                  </a:lnTo>
                  <a:lnTo>
                    <a:pt x="59" y="409"/>
                  </a:lnTo>
                  <a:lnTo>
                    <a:pt x="69" y="439"/>
                  </a:lnTo>
                  <a:lnTo>
                    <a:pt x="49" y="439"/>
                  </a:lnTo>
                  <a:close/>
                  <a:moveTo>
                    <a:pt x="39" y="379"/>
                  </a:moveTo>
                  <a:lnTo>
                    <a:pt x="39" y="339"/>
                  </a:lnTo>
                  <a:lnTo>
                    <a:pt x="59" y="339"/>
                  </a:lnTo>
                  <a:lnTo>
                    <a:pt x="59" y="369"/>
                  </a:lnTo>
                  <a:lnTo>
                    <a:pt x="39" y="379"/>
                  </a:lnTo>
                  <a:close/>
                  <a:moveTo>
                    <a:pt x="29" y="309"/>
                  </a:moveTo>
                  <a:lnTo>
                    <a:pt x="29" y="269"/>
                  </a:lnTo>
                  <a:lnTo>
                    <a:pt x="49" y="269"/>
                  </a:lnTo>
                  <a:lnTo>
                    <a:pt x="49" y="309"/>
                  </a:lnTo>
                  <a:lnTo>
                    <a:pt x="29" y="309"/>
                  </a:lnTo>
                  <a:close/>
                  <a:moveTo>
                    <a:pt x="29" y="239"/>
                  </a:moveTo>
                  <a:lnTo>
                    <a:pt x="20" y="209"/>
                  </a:lnTo>
                  <a:lnTo>
                    <a:pt x="39" y="209"/>
                  </a:lnTo>
                  <a:lnTo>
                    <a:pt x="39" y="239"/>
                  </a:lnTo>
                  <a:lnTo>
                    <a:pt x="29" y="239"/>
                  </a:lnTo>
                  <a:close/>
                  <a:moveTo>
                    <a:pt x="20" y="169"/>
                  </a:moveTo>
                  <a:lnTo>
                    <a:pt x="20" y="139"/>
                  </a:lnTo>
                  <a:lnTo>
                    <a:pt x="29" y="139"/>
                  </a:lnTo>
                  <a:lnTo>
                    <a:pt x="39" y="169"/>
                  </a:lnTo>
                  <a:lnTo>
                    <a:pt x="20" y="169"/>
                  </a:lnTo>
                  <a:close/>
                  <a:moveTo>
                    <a:pt x="10" y="110"/>
                  </a:moveTo>
                  <a:lnTo>
                    <a:pt x="10" y="70"/>
                  </a:lnTo>
                  <a:lnTo>
                    <a:pt x="20" y="70"/>
                  </a:lnTo>
                  <a:lnTo>
                    <a:pt x="29" y="100"/>
                  </a:lnTo>
                  <a:lnTo>
                    <a:pt x="10" y="110"/>
                  </a:lnTo>
                  <a:close/>
                  <a:moveTo>
                    <a:pt x="0" y="40"/>
                  </a:moveTo>
                  <a:lnTo>
                    <a:pt x="0" y="10"/>
                  </a:lnTo>
                  <a:lnTo>
                    <a:pt x="20" y="0"/>
                  </a:lnTo>
                  <a:lnTo>
                    <a:pt x="20" y="40"/>
                  </a:lnTo>
                  <a:lnTo>
                    <a:pt x="0" y="40"/>
                  </a:lnTo>
                  <a:close/>
                </a:path>
              </a:pathLst>
            </a:custGeom>
            <a:solidFill>
              <a:srgbClr val="6A463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0" name="iśḻïdê">
              <a:extLst>
                <a:ext uri="{FF2B5EF4-FFF2-40B4-BE49-F238E27FC236}">
                  <a16:creationId xmlns:a16="http://schemas.microsoft.com/office/drawing/2014/main" id="{ACDE257E-6814-436A-B2B1-CF80459698AE}"/>
                </a:ext>
              </a:extLst>
            </p:cNvPr>
            <p:cNvSpPr/>
            <p:nvPr/>
          </p:nvSpPr>
          <p:spPr bwMode="auto">
            <a:xfrm>
              <a:off x="8093615" y="5151088"/>
              <a:ext cx="25682" cy="25682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0" y="0"/>
                </a:cxn>
                <a:cxn ang="0">
                  <a:pos x="20" y="0"/>
                </a:cxn>
                <a:cxn ang="0">
                  <a:pos x="20" y="10"/>
                </a:cxn>
                <a:cxn ang="0">
                  <a:pos x="30" y="10"/>
                </a:cxn>
                <a:cxn ang="0">
                  <a:pos x="30" y="20"/>
                </a:cxn>
                <a:cxn ang="0">
                  <a:pos x="0" y="30"/>
                </a:cxn>
              </a:cxnLst>
              <a:rect l="0" t="0" r="r" b="b"/>
              <a:pathLst>
                <a:path w="30" h="30">
                  <a:moveTo>
                    <a:pt x="0" y="3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20" y="10"/>
                  </a:lnTo>
                  <a:lnTo>
                    <a:pt x="30" y="10"/>
                  </a:lnTo>
                  <a:lnTo>
                    <a:pt x="30" y="2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6A463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1" name="í$ļide">
              <a:extLst>
                <a:ext uri="{FF2B5EF4-FFF2-40B4-BE49-F238E27FC236}">
                  <a16:creationId xmlns:a16="http://schemas.microsoft.com/office/drawing/2014/main" id="{9CCE8335-A10D-4818-891D-0D2DC72658CF}"/>
                </a:ext>
              </a:extLst>
            </p:cNvPr>
            <p:cNvSpPr/>
            <p:nvPr/>
          </p:nvSpPr>
          <p:spPr bwMode="auto">
            <a:xfrm>
              <a:off x="8144978" y="5023535"/>
              <a:ext cx="921976" cy="144674"/>
            </a:xfrm>
            <a:custGeom>
              <a:avLst/>
              <a:gdLst/>
              <a:ahLst/>
              <a:cxnLst>
                <a:cxn ang="0">
                  <a:pos x="0" y="149"/>
                </a:cxn>
                <a:cxn ang="0">
                  <a:pos x="40" y="159"/>
                </a:cxn>
                <a:cxn ang="0">
                  <a:pos x="70" y="159"/>
                </a:cxn>
                <a:cxn ang="0">
                  <a:pos x="110" y="139"/>
                </a:cxn>
                <a:cxn ang="0">
                  <a:pos x="70" y="159"/>
                </a:cxn>
                <a:cxn ang="0">
                  <a:pos x="140" y="129"/>
                </a:cxn>
                <a:cxn ang="0">
                  <a:pos x="180" y="139"/>
                </a:cxn>
                <a:cxn ang="0">
                  <a:pos x="210" y="139"/>
                </a:cxn>
                <a:cxn ang="0">
                  <a:pos x="250" y="119"/>
                </a:cxn>
                <a:cxn ang="0">
                  <a:pos x="210" y="139"/>
                </a:cxn>
                <a:cxn ang="0">
                  <a:pos x="279" y="109"/>
                </a:cxn>
                <a:cxn ang="0">
                  <a:pos x="319" y="119"/>
                </a:cxn>
                <a:cxn ang="0">
                  <a:pos x="349" y="119"/>
                </a:cxn>
                <a:cxn ang="0">
                  <a:pos x="389" y="99"/>
                </a:cxn>
                <a:cxn ang="0">
                  <a:pos x="349" y="119"/>
                </a:cxn>
                <a:cxn ang="0">
                  <a:pos x="419" y="89"/>
                </a:cxn>
                <a:cxn ang="0">
                  <a:pos x="459" y="99"/>
                </a:cxn>
                <a:cxn ang="0">
                  <a:pos x="489" y="99"/>
                </a:cxn>
                <a:cxn ang="0">
                  <a:pos x="519" y="79"/>
                </a:cxn>
                <a:cxn ang="0">
                  <a:pos x="489" y="99"/>
                </a:cxn>
                <a:cxn ang="0">
                  <a:pos x="559" y="69"/>
                </a:cxn>
                <a:cxn ang="0">
                  <a:pos x="599" y="79"/>
                </a:cxn>
                <a:cxn ang="0">
                  <a:pos x="629" y="79"/>
                </a:cxn>
                <a:cxn ang="0">
                  <a:pos x="658" y="59"/>
                </a:cxn>
                <a:cxn ang="0">
                  <a:pos x="629" y="79"/>
                </a:cxn>
                <a:cxn ang="0">
                  <a:pos x="698" y="49"/>
                </a:cxn>
                <a:cxn ang="0">
                  <a:pos x="738" y="69"/>
                </a:cxn>
                <a:cxn ang="0">
                  <a:pos x="768" y="59"/>
                </a:cxn>
                <a:cxn ang="0">
                  <a:pos x="798" y="39"/>
                </a:cxn>
                <a:cxn ang="0">
                  <a:pos x="768" y="59"/>
                </a:cxn>
                <a:cxn ang="0">
                  <a:pos x="838" y="30"/>
                </a:cxn>
                <a:cxn ang="0">
                  <a:pos x="878" y="49"/>
                </a:cxn>
                <a:cxn ang="0">
                  <a:pos x="908" y="39"/>
                </a:cxn>
                <a:cxn ang="0">
                  <a:pos x="938" y="20"/>
                </a:cxn>
                <a:cxn ang="0">
                  <a:pos x="908" y="39"/>
                </a:cxn>
                <a:cxn ang="0">
                  <a:pos x="978" y="10"/>
                </a:cxn>
                <a:cxn ang="0">
                  <a:pos x="1008" y="30"/>
                </a:cxn>
                <a:cxn ang="0">
                  <a:pos x="1047" y="20"/>
                </a:cxn>
                <a:cxn ang="0">
                  <a:pos x="1077" y="0"/>
                </a:cxn>
                <a:cxn ang="0">
                  <a:pos x="1047" y="20"/>
                </a:cxn>
              </a:cxnLst>
              <a:rect l="0" t="0" r="r" b="b"/>
              <a:pathLst>
                <a:path w="1077" h="169">
                  <a:moveTo>
                    <a:pt x="0" y="169"/>
                  </a:moveTo>
                  <a:lnTo>
                    <a:pt x="0" y="149"/>
                  </a:lnTo>
                  <a:lnTo>
                    <a:pt x="40" y="149"/>
                  </a:lnTo>
                  <a:lnTo>
                    <a:pt x="40" y="159"/>
                  </a:lnTo>
                  <a:lnTo>
                    <a:pt x="0" y="169"/>
                  </a:lnTo>
                  <a:close/>
                  <a:moveTo>
                    <a:pt x="70" y="159"/>
                  </a:moveTo>
                  <a:lnTo>
                    <a:pt x="70" y="139"/>
                  </a:lnTo>
                  <a:lnTo>
                    <a:pt x="110" y="139"/>
                  </a:lnTo>
                  <a:lnTo>
                    <a:pt x="110" y="149"/>
                  </a:lnTo>
                  <a:lnTo>
                    <a:pt x="70" y="159"/>
                  </a:lnTo>
                  <a:close/>
                  <a:moveTo>
                    <a:pt x="140" y="149"/>
                  </a:moveTo>
                  <a:lnTo>
                    <a:pt x="140" y="129"/>
                  </a:lnTo>
                  <a:lnTo>
                    <a:pt x="180" y="129"/>
                  </a:lnTo>
                  <a:lnTo>
                    <a:pt x="180" y="139"/>
                  </a:lnTo>
                  <a:lnTo>
                    <a:pt x="140" y="149"/>
                  </a:lnTo>
                  <a:close/>
                  <a:moveTo>
                    <a:pt x="210" y="139"/>
                  </a:moveTo>
                  <a:lnTo>
                    <a:pt x="210" y="119"/>
                  </a:lnTo>
                  <a:lnTo>
                    <a:pt x="250" y="119"/>
                  </a:lnTo>
                  <a:lnTo>
                    <a:pt x="250" y="129"/>
                  </a:lnTo>
                  <a:lnTo>
                    <a:pt x="210" y="139"/>
                  </a:lnTo>
                  <a:close/>
                  <a:moveTo>
                    <a:pt x="279" y="129"/>
                  </a:moveTo>
                  <a:lnTo>
                    <a:pt x="279" y="109"/>
                  </a:lnTo>
                  <a:lnTo>
                    <a:pt x="319" y="109"/>
                  </a:lnTo>
                  <a:lnTo>
                    <a:pt x="319" y="119"/>
                  </a:lnTo>
                  <a:lnTo>
                    <a:pt x="279" y="129"/>
                  </a:lnTo>
                  <a:close/>
                  <a:moveTo>
                    <a:pt x="349" y="119"/>
                  </a:moveTo>
                  <a:lnTo>
                    <a:pt x="349" y="99"/>
                  </a:lnTo>
                  <a:lnTo>
                    <a:pt x="389" y="99"/>
                  </a:lnTo>
                  <a:lnTo>
                    <a:pt x="389" y="109"/>
                  </a:lnTo>
                  <a:lnTo>
                    <a:pt x="349" y="119"/>
                  </a:lnTo>
                  <a:close/>
                  <a:moveTo>
                    <a:pt x="419" y="109"/>
                  </a:moveTo>
                  <a:lnTo>
                    <a:pt x="419" y="89"/>
                  </a:lnTo>
                  <a:lnTo>
                    <a:pt x="449" y="89"/>
                  </a:lnTo>
                  <a:lnTo>
                    <a:pt x="459" y="99"/>
                  </a:lnTo>
                  <a:lnTo>
                    <a:pt x="419" y="109"/>
                  </a:lnTo>
                  <a:close/>
                  <a:moveTo>
                    <a:pt x="489" y="99"/>
                  </a:moveTo>
                  <a:lnTo>
                    <a:pt x="489" y="79"/>
                  </a:lnTo>
                  <a:lnTo>
                    <a:pt x="519" y="79"/>
                  </a:lnTo>
                  <a:lnTo>
                    <a:pt x="529" y="89"/>
                  </a:lnTo>
                  <a:lnTo>
                    <a:pt x="489" y="99"/>
                  </a:lnTo>
                  <a:close/>
                  <a:moveTo>
                    <a:pt x="559" y="89"/>
                  </a:moveTo>
                  <a:lnTo>
                    <a:pt x="559" y="69"/>
                  </a:lnTo>
                  <a:lnTo>
                    <a:pt x="589" y="69"/>
                  </a:lnTo>
                  <a:lnTo>
                    <a:pt x="599" y="79"/>
                  </a:lnTo>
                  <a:lnTo>
                    <a:pt x="559" y="89"/>
                  </a:lnTo>
                  <a:close/>
                  <a:moveTo>
                    <a:pt x="629" y="79"/>
                  </a:moveTo>
                  <a:lnTo>
                    <a:pt x="629" y="59"/>
                  </a:lnTo>
                  <a:lnTo>
                    <a:pt x="658" y="59"/>
                  </a:lnTo>
                  <a:lnTo>
                    <a:pt x="668" y="69"/>
                  </a:lnTo>
                  <a:lnTo>
                    <a:pt x="629" y="79"/>
                  </a:lnTo>
                  <a:close/>
                  <a:moveTo>
                    <a:pt x="698" y="69"/>
                  </a:moveTo>
                  <a:lnTo>
                    <a:pt x="698" y="49"/>
                  </a:lnTo>
                  <a:lnTo>
                    <a:pt x="728" y="49"/>
                  </a:lnTo>
                  <a:lnTo>
                    <a:pt x="738" y="69"/>
                  </a:lnTo>
                  <a:lnTo>
                    <a:pt x="698" y="69"/>
                  </a:lnTo>
                  <a:close/>
                  <a:moveTo>
                    <a:pt x="768" y="59"/>
                  </a:moveTo>
                  <a:lnTo>
                    <a:pt x="768" y="39"/>
                  </a:lnTo>
                  <a:lnTo>
                    <a:pt x="798" y="39"/>
                  </a:lnTo>
                  <a:lnTo>
                    <a:pt x="808" y="59"/>
                  </a:lnTo>
                  <a:lnTo>
                    <a:pt x="768" y="59"/>
                  </a:lnTo>
                  <a:close/>
                  <a:moveTo>
                    <a:pt x="838" y="49"/>
                  </a:moveTo>
                  <a:lnTo>
                    <a:pt x="838" y="30"/>
                  </a:lnTo>
                  <a:lnTo>
                    <a:pt x="868" y="30"/>
                  </a:lnTo>
                  <a:lnTo>
                    <a:pt x="878" y="49"/>
                  </a:lnTo>
                  <a:lnTo>
                    <a:pt x="838" y="49"/>
                  </a:lnTo>
                  <a:close/>
                  <a:moveTo>
                    <a:pt x="908" y="39"/>
                  </a:moveTo>
                  <a:lnTo>
                    <a:pt x="908" y="20"/>
                  </a:lnTo>
                  <a:lnTo>
                    <a:pt x="938" y="20"/>
                  </a:lnTo>
                  <a:lnTo>
                    <a:pt x="948" y="39"/>
                  </a:lnTo>
                  <a:lnTo>
                    <a:pt x="908" y="39"/>
                  </a:lnTo>
                  <a:close/>
                  <a:moveTo>
                    <a:pt x="978" y="30"/>
                  </a:moveTo>
                  <a:lnTo>
                    <a:pt x="978" y="10"/>
                  </a:lnTo>
                  <a:lnTo>
                    <a:pt x="1008" y="10"/>
                  </a:lnTo>
                  <a:lnTo>
                    <a:pt x="1008" y="30"/>
                  </a:lnTo>
                  <a:lnTo>
                    <a:pt x="978" y="30"/>
                  </a:lnTo>
                  <a:close/>
                  <a:moveTo>
                    <a:pt x="1047" y="20"/>
                  </a:moveTo>
                  <a:lnTo>
                    <a:pt x="1047" y="0"/>
                  </a:lnTo>
                  <a:lnTo>
                    <a:pt x="1077" y="0"/>
                  </a:lnTo>
                  <a:lnTo>
                    <a:pt x="1077" y="20"/>
                  </a:lnTo>
                  <a:lnTo>
                    <a:pt x="1047" y="20"/>
                  </a:lnTo>
                  <a:close/>
                </a:path>
              </a:pathLst>
            </a:custGeom>
            <a:solidFill>
              <a:srgbClr val="6A463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2" name="iṩḷïďê">
              <a:extLst>
                <a:ext uri="{FF2B5EF4-FFF2-40B4-BE49-F238E27FC236}">
                  <a16:creationId xmlns:a16="http://schemas.microsoft.com/office/drawing/2014/main" id="{5923C18F-4F85-49F3-9BBF-3FB8CD79337D}"/>
                </a:ext>
              </a:extLst>
            </p:cNvPr>
            <p:cNvSpPr/>
            <p:nvPr/>
          </p:nvSpPr>
          <p:spPr bwMode="auto">
            <a:xfrm>
              <a:off x="9101197" y="5006413"/>
              <a:ext cx="17121" cy="25682"/>
            </a:xfrm>
            <a:custGeom>
              <a:avLst/>
              <a:gdLst/>
              <a:ahLst/>
              <a:cxnLst>
                <a:cxn ang="0">
                  <a:pos x="0" y="30"/>
                </a:cxn>
                <a:cxn ang="0">
                  <a:pos x="0" y="10"/>
                </a:cxn>
                <a:cxn ang="0">
                  <a:pos x="10" y="10"/>
                </a:cxn>
                <a:cxn ang="0">
                  <a:pos x="0" y="0"/>
                </a:cxn>
                <a:cxn ang="0">
                  <a:pos x="20" y="0"/>
                </a:cxn>
                <a:cxn ang="0">
                  <a:pos x="20" y="30"/>
                </a:cxn>
                <a:cxn ang="0">
                  <a:pos x="0" y="30"/>
                </a:cxn>
              </a:cxnLst>
              <a:rect l="0" t="0" r="r" b="b"/>
              <a:pathLst>
                <a:path w="20" h="30">
                  <a:moveTo>
                    <a:pt x="0" y="30"/>
                  </a:moveTo>
                  <a:lnTo>
                    <a:pt x="0" y="10"/>
                  </a:lnTo>
                  <a:lnTo>
                    <a:pt x="10" y="10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6A463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3" name="íSļíḓè">
              <a:extLst>
                <a:ext uri="{FF2B5EF4-FFF2-40B4-BE49-F238E27FC236}">
                  <a16:creationId xmlns:a16="http://schemas.microsoft.com/office/drawing/2014/main" id="{09D09EBF-8C47-4DC0-80C2-1822B9D0732F}"/>
                </a:ext>
              </a:extLst>
            </p:cNvPr>
            <p:cNvSpPr/>
            <p:nvPr/>
          </p:nvSpPr>
          <p:spPr bwMode="auto">
            <a:xfrm>
              <a:off x="9049833" y="4502195"/>
              <a:ext cx="68485" cy="478537"/>
            </a:xfrm>
            <a:custGeom>
              <a:avLst/>
              <a:gdLst/>
              <a:ahLst/>
              <a:cxnLst>
                <a:cxn ang="0">
                  <a:pos x="60" y="559"/>
                </a:cxn>
                <a:cxn ang="0">
                  <a:pos x="60" y="529"/>
                </a:cxn>
                <a:cxn ang="0">
                  <a:pos x="70" y="529"/>
                </a:cxn>
                <a:cxn ang="0">
                  <a:pos x="80" y="559"/>
                </a:cxn>
                <a:cxn ang="0">
                  <a:pos x="60" y="559"/>
                </a:cxn>
                <a:cxn ang="0">
                  <a:pos x="50" y="499"/>
                </a:cxn>
                <a:cxn ang="0">
                  <a:pos x="50" y="459"/>
                </a:cxn>
                <a:cxn ang="0">
                  <a:pos x="70" y="459"/>
                </a:cxn>
                <a:cxn ang="0">
                  <a:pos x="70" y="489"/>
                </a:cxn>
                <a:cxn ang="0">
                  <a:pos x="50" y="499"/>
                </a:cxn>
                <a:cxn ang="0">
                  <a:pos x="50" y="429"/>
                </a:cxn>
                <a:cxn ang="0">
                  <a:pos x="40" y="399"/>
                </a:cxn>
                <a:cxn ang="0">
                  <a:pos x="60" y="389"/>
                </a:cxn>
                <a:cxn ang="0">
                  <a:pos x="60" y="429"/>
                </a:cxn>
                <a:cxn ang="0">
                  <a:pos x="50" y="429"/>
                </a:cxn>
                <a:cxn ang="0">
                  <a:pos x="40" y="359"/>
                </a:cxn>
                <a:cxn ang="0">
                  <a:pos x="30" y="329"/>
                </a:cxn>
                <a:cxn ang="0">
                  <a:pos x="50" y="329"/>
                </a:cxn>
                <a:cxn ang="0">
                  <a:pos x="60" y="359"/>
                </a:cxn>
                <a:cxn ang="0">
                  <a:pos x="40" y="359"/>
                </a:cxn>
                <a:cxn ang="0">
                  <a:pos x="30" y="299"/>
                </a:cxn>
                <a:cxn ang="0">
                  <a:pos x="30" y="260"/>
                </a:cxn>
                <a:cxn ang="0">
                  <a:pos x="40" y="260"/>
                </a:cxn>
                <a:cxn ang="0">
                  <a:pos x="50" y="289"/>
                </a:cxn>
                <a:cxn ang="0">
                  <a:pos x="30" y="299"/>
                </a:cxn>
                <a:cxn ang="0">
                  <a:pos x="20" y="230"/>
                </a:cxn>
                <a:cxn ang="0">
                  <a:pos x="20" y="200"/>
                </a:cxn>
                <a:cxn ang="0">
                  <a:pos x="40" y="200"/>
                </a:cxn>
                <a:cxn ang="0">
                  <a:pos x="40" y="230"/>
                </a:cxn>
                <a:cxn ang="0">
                  <a:pos x="20" y="230"/>
                </a:cxn>
                <a:cxn ang="0">
                  <a:pos x="20" y="160"/>
                </a:cxn>
                <a:cxn ang="0">
                  <a:pos x="10" y="130"/>
                </a:cxn>
                <a:cxn ang="0">
                  <a:pos x="30" y="130"/>
                </a:cxn>
                <a:cxn ang="0">
                  <a:pos x="30" y="160"/>
                </a:cxn>
                <a:cxn ang="0">
                  <a:pos x="20" y="160"/>
                </a:cxn>
                <a:cxn ang="0">
                  <a:pos x="10" y="100"/>
                </a:cxn>
                <a:cxn ang="0">
                  <a:pos x="10" y="70"/>
                </a:cxn>
                <a:cxn ang="0">
                  <a:pos x="20" y="60"/>
                </a:cxn>
                <a:cxn ang="0">
                  <a:pos x="30" y="100"/>
                </a:cxn>
                <a:cxn ang="0">
                  <a:pos x="10" y="100"/>
                </a:cxn>
                <a:cxn ang="0">
                  <a:pos x="0" y="30"/>
                </a:cxn>
                <a:cxn ang="0">
                  <a:pos x="0" y="0"/>
                </a:cxn>
                <a:cxn ang="0">
                  <a:pos x="10" y="0"/>
                </a:cxn>
                <a:cxn ang="0">
                  <a:pos x="20" y="30"/>
                </a:cxn>
                <a:cxn ang="0">
                  <a:pos x="0" y="30"/>
                </a:cxn>
              </a:cxnLst>
              <a:rect l="0" t="0" r="r" b="b"/>
              <a:pathLst>
                <a:path w="80" h="559">
                  <a:moveTo>
                    <a:pt x="60" y="559"/>
                  </a:moveTo>
                  <a:lnTo>
                    <a:pt x="60" y="529"/>
                  </a:lnTo>
                  <a:lnTo>
                    <a:pt x="70" y="529"/>
                  </a:lnTo>
                  <a:lnTo>
                    <a:pt x="80" y="559"/>
                  </a:lnTo>
                  <a:lnTo>
                    <a:pt x="60" y="559"/>
                  </a:lnTo>
                  <a:close/>
                  <a:moveTo>
                    <a:pt x="50" y="499"/>
                  </a:moveTo>
                  <a:lnTo>
                    <a:pt x="50" y="459"/>
                  </a:lnTo>
                  <a:lnTo>
                    <a:pt x="70" y="459"/>
                  </a:lnTo>
                  <a:lnTo>
                    <a:pt x="70" y="489"/>
                  </a:lnTo>
                  <a:lnTo>
                    <a:pt x="50" y="499"/>
                  </a:lnTo>
                  <a:close/>
                  <a:moveTo>
                    <a:pt x="50" y="429"/>
                  </a:moveTo>
                  <a:lnTo>
                    <a:pt x="40" y="399"/>
                  </a:lnTo>
                  <a:lnTo>
                    <a:pt x="60" y="389"/>
                  </a:lnTo>
                  <a:lnTo>
                    <a:pt x="60" y="429"/>
                  </a:lnTo>
                  <a:lnTo>
                    <a:pt x="50" y="429"/>
                  </a:lnTo>
                  <a:close/>
                  <a:moveTo>
                    <a:pt x="40" y="359"/>
                  </a:moveTo>
                  <a:lnTo>
                    <a:pt x="30" y="329"/>
                  </a:lnTo>
                  <a:lnTo>
                    <a:pt x="50" y="329"/>
                  </a:lnTo>
                  <a:lnTo>
                    <a:pt x="60" y="359"/>
                  </a:lnTo>
                  <a:lnTo>
                    <a:pt x="40" y="359"/>
                  </a:lnTo>
                  <a:close/>
                  <a:moveTo>
                    <a:pt x="30" y="299"/>
                  </a:moveTo>
                  <a:lnTo>
                    <a:pt x="30" y="260"/>
                  </a:lnTo>
                  <a:lnTo>
                    <a:pt x="40" y="260"/>
                  </a:lnTo>
                  <a:lnTo>
                    <a:pt x="50" y="289"/>
                  </a:lnTo>
                  <a:lnTo>
                    <a:pt x="30" y="299"/>
                  </a:lnTo>
                  <a:close/>
                  <a:moveTo>
                    <a:pt x="20" y="230"/>
                  </a:moveTo>
                  <a:lnTo>
                    <a:pt x="20" y="200"/>
                  </a:lnTo>
                  <a:lnTo>
                    <a:pt x="40" y="200"/>
                  </a:lnTo>
                  <a:lnTo>
                    <a:pt x="40" y="230"/>
                  </a:lnTo>
                  <a:lnTo>
                    <a:pt x="20" y="230"/>
                  </a:lnTo>
                  <a:close/>
                  <a:moveTo>
                    <a:pt x="20" y="160"/>
                  </a:moveTo>
                  <a:lnTo>
                    <a:pt x="10" y="130"/>
                  </a:lnTo>
                  <a:lnTo>
                    <a:pt x="30" y="130"/>
                  </a:lnTo>
                  <a:lnTo>
                    <a:pt x="30" y="160"/>
                  </a:lnTo>
                  <a:lnTo>
                    <a:pt x="20" y="160"/>
                  </a:lnTo>
                  <a:close/>
                  <a:moveTo>
                    <a:pt x="10" y="100"/>
                  </a:moveTo>
                  <a:lnTo>
                    <a:pt x="10" y="70"/>
                  </a:lnTo>
                  <a:lnTo>
                    <a:pt x="20" y="60"/>
                  </a:lnTo>
                  <a:lnTo>
                    <a:pt x="30" y="100"/>
                  </a:lnTo>
                  <a:lnTo>
                    <a:pt x="10" y="100"/>
                  </a:lnTo>
                  <a:close/>
                  <a:moveTo>
                    <a:pt x="0" y="30"/>
                  </a:moveTo>
                  <a:lnTo>
                    <a:pt x="0" y="0"/>
                  </a:lnTo>
                  <a:lnTo>
                    <a:pt x="10" y="0"/>
                  </a:lnTo>
                  <a:lnTo>
                    <a:pt x="20" y="30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6A463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4" name="iś1ïḍé">
              <a:extLst>
                <a:ext uri="{FF2B5EF4-FFF2-40B4-BE49-F238E27FC236}">
                  <a16:creationId xmlns:a16="http://schemas.microsoft.com/office/drawing/2014/main" id="{D8C35442-A56B-4C0E-89FC-CABB709B609A}"/>
                </a:ext>
              </a:extLst>
            </p:cNvPr>
            <p:cNvSpPr/>
            <p:nvPr/>
          </p:nvSpPr>
          <p:spPr bwMode="auto">
            <a:xfrm>
              <a:off x="9032712" y="4450831"/>
              <a:ext cx="25682" cy="25682"/>
            </a:xfrm>
            <a:custGeom>
              <a:avLst/>
              <a:gdLst/>
              <a:ahLst/>
              <a:cxnLst>
                <a:cxn ang="0">
                  <a:pos x="10" y="30"/>
                </a:cxn>
                <a:cxn ang="0">
                  <a:pos x="10" y="20"/>
                </a:cxn>
                <a:cxn ang="0">
                  <a:pos x="0" y="20"/>
                </a:cxn>
                <a:cxn ang="0">
                  <a:pos x="0" y="0"/>
                </a:cxn>
                <a:cxn ang="0">
                  <a:pos x="30" y="0"/>
                </a:cxn>
                <a:cxn ang="0">
                  <a:pos x="30" y="20"/>
                </a:cxn>
                <a:cxn ang="0">
                  <a:pos x="10" y="30"/>
                </a:cxn>
              </a:cxnLst>
              <a:rect l="0" t="0" r="r" b="b"/>
              <a:pathLst>
                <a:path w="30" h="30">
                  <a:moveTo>
                    <a:pt x="10" y="30"/>
                  </a:moveTo>
                  <a:lnTo>
                    <a:pt x="10" y="20"/>
                  </a:lnTo>
                  <a:lnTo>
                    <a:pt x="0" y="20"/>
                  </a:lnTo>
                  <a:lnTo>
                    <a:pt x="0" y="0"/>
                  </a:lnTo>
                  <a:lnTo>
                    <a:pt x="30" y="0"/>
                  </a:lnTo>
                  <a:lnTo>
                    <a:pt x="30" y="20"/>
                  </a:lnTo>
                  <a:lnTo>
                    <a:pt x="10" y="30"/>
                  </a:lnTo>
                  <a:close/>
                </a:path>
              </a:pathLst>
            </a:custGeom>
            <a:solidFill>
              <a:srgbClr val="6A463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5" name="íṧlïdè">
              <a:extLst>
                <a:ext uri="{FF2B5EF4-FFF2-40B4-BE49-F238E27FC236}">
                  <a16:creationId xmlns:a16="http://schemas.microsoft.com/office/drawing/2014/main" id="{61622379-8D63-47AC-B8F1-379511C27269}"/>
                </a:ext>
              </a:extLst>
            </p:cNvPr>
            <p:cNvSpPr/>
            <p:nvPr/>
          </p:nvSpPr>
          <p:spPr bwMode="auto">
            <a:xfrm>
              <a:off x="8076494" y="4459392"/>
              <a:ext cx="931393" cy="136970"/>
            </a:xfrm>
            <a:custGeom>
              <a:avLst/>
              <a:gdLst/>
              <a:ahLst/>
              <a:cxnLst>
                <a:cxn ang="0">
                  <a:pos x="0" y="140"/>
                </a:cxn>
                <a:cxn ang="0">
                  <a:pos x="40" y="150"/>
                </a:cxn>
                <a:cxn ang="0">
                  <a:pos x="70" y="150"/>
                </a:cxn>
                <a:cxn ang="0">
                  <a:pos x="110" y="120"/>
                </a:cxn>
                <a:cxn ang="0">
                  <a:pos x="70" y="150"/>
                </a:cxn>
                <a:cxn ang="0">
                  <a:pos x="140" y="120"/>
                </a:cxn>
                <a:cxn ang="0">
                  <a:pos x="180" y="130"/>
                </a:cxn>
                <a:cxn ang="0">
                  <a:pos x="210" y="130"/>
                </a:cxn>
                <a:cxn ang="0">
                  <a:pos x="250" y="110"/>
                </a:cxn>
                <a:cxn ang="0">
                  <a:pos x="210" y="130"/>
                </a:cxn>
                <a:cxn ang="0">
                  <a:pos x="280" y="100"/>
                </a:cxn>
                <a:cxn ang="0">
                  <a:pos x="320" y="110"/>
                </a:cxn>
                <a:cxn ang="0">
                  <a:pos x="350" y="110"/>
                </a:cxn>
                <a:cxn ang="0">
                  <a:pos x="389" y="90"/>
                </a:cxn>
                <a:cxn ang="0">
                  <a:pos x="350" y="110"/>
                </a:cxn>
                <a:cxn ang="0">
                  <a:pos x="419" y="80"/>
                </a:cxn>
                <a:cxn ang="0">
                  <a:pos x="459" y="100"/>
                </a:cxn>
                <a:cxn ang="0">
                  <a:pos x="489" y="90"/>
                </a:cxn>
                <a:cxn ang="0">
                  <a:pos x="529" y="70"/>
                </a:cxn>
                <a:cxn ang="0">
                  <a:pos x="489" y="90"/>
                </a:cxn>
                <a:cxn ang="0">
                  <a:pos x="559" y="60"/>
                </a:cxn>
                <a:cxn ang="0">
                  <a:pos x="599" y="80"/>
                </a:cxn>
                <a:cxn ang="0">
                  <a:pos x="629" y="70"/>
                </a:cxn>
                <a:cxn ang="0">
                  <a:pos x="669" y="50"/>
                </a:cxn>
                <a:cxn ang="0">
                  <a:pos x="629" y="70"/>
                </a:cxn>
                <a:cxn ang="0">
                  <a:pos x="699" y="50"/>
                </a:cxn>
                <a:cxn ang="0">
                  <a:pos x="738" y="60"/>
                </a:cxn>
                <a:cxn ang="0">
                  <a:pos x="768" y="50"/>
                </a:cxn>
                <a:cxn ang="0">
                  <a:pos x="808" y="30"/>
                </a:cxn>
                <a:cxn ang="0">
                  <a:pos x="768" y="50"/>
                </a:cxn>
                <a:cxn ang="0">
                  <a:pos x="838" y="30"/>
                </a:cxn>
                <a:cxn ang="0">
                  <a:pos x="878" y="40"/>
                </a:cxn>
                <a:cxn ang="0">
                  <a:pos x="908" y="40"/>
                </a:cxn>
                <a:cxn ang="0">
                  <a:pos x="948" y="10"/>
                </a:cxn>
                <a:cxn ang="0">
                  <a:pos x="908" y="40"/>
                </a:cxn>
                <a:cxn ang="0">
                  <a:pos x="978" y="10"/>
                </a:cxn>
                <a:cxn ang="0">
                  <a:pos x="1018" y="20"/>
                </a:cxn>
                <a:cxn ang="0">
                  <a:pos x="1048" y="20"/>
                </a:cxn>
                <a:cxn ang="0">
                  <a:pos x="1088" y="0"/>
                </a:cxn>
                <a:cxn ang="0">
                  <a:pos x="1048" y="20"/>
                </a:cxn>
              </a:cxnLst>
              <a:rect l="0" t="0" r="r" b="b"/>
              <a:pathLst>
                <a:path w="1088" h="160">
                  <a:moveTo>
                    <a:pt x="0" y="160"/>
                  </a:moveTo>
                  <a:lnTo>
                    <a:pt x="0" y="140"/>
                  </a:lnTo>
                  <a:lnTo>
                    <a:pt x="40" y="130"/>
                  </a:lnTo>
                  <a:lnTo>
                    <a:pt x="40" y="150"/>
                  </a:lnTo>
                  <a:lnTo>
                    <a:pt x="0" y="160"/>
                  </a:lnTo>
                  <a:close/>
                  <a:moveTo>
                    <a:pt x="70" y="150"/>
                  </a:moveTo>
                  <a:lnTo>
                    <a:pt x="70" y="130"/>
                  </a:lnTo>
                  <a:lnTo>
                    <a:pt x="110" y="120"/>
                  </a:lnTo>
                  <a:lnTo>
                    <a:pt x="110" y="140"/>
                  </a:lnTo>
                  <a:lnTo>
                    <a:pt x="70" y="150"/>
                  </a:lnTo>
                  <a:close/>
                  <a:moveTo>
                    <a:pt x="140" y="140"/>
                  </a:moveTo>
                  <a:lnTo>
                    <a:pt x="140" y="120"/>
                  </a:lnTo>
                  <a:lnTo>
                    <a:pt x="180" y="120"/>
                  </a:lnTo>
                  <a:lnTo>
                    <a:pt x="180" y="130"/>
                  </a:lnTo>
                  <a:lnTo>
                    <a:pt x="140" y="140"/>
                  </a:lnTo>
                  <a:close/>
                  <a:moveTo>
                    <a:pt x="210" y="130"/>
                  </a:moveTo>
                  <a:lnTo>
                    <a:pt x="210" y="110"/>
                  </a:lnTo>
                  <a:lnTo>
                    <a:pt x="250" y="110"/>
                  </a:lnTo>
                  <a:lnTo>
                    <a:pt x="250" y="120"/>
                  </a:lnTo>
                  <a:lnTo>
                    <a:pt x="210" y="130"/>
                  </a:lnTo>
                  <a:close/>
                  <a:moveTo>
                    <a:pt x="280" y="120"/>
                  </a:moveTo>
                  <a:lnTo>
                    <a:pt x="280" y="100"/>
                  </a:lnTo>
                  <a:lnTo>
                    <a:pt x="320" y="100"/>
                  </a:lnTo>
                  <a:lnTo>
                    <a:pt x="320" y="110"/>
                  </a:lnTo>
                  <a:lnTo>
                    <a:pt x="280" y="120"/>
                  </a:lnTo>
                  <a:close/>
                  <a:moveTo>
                    <a:pt x="350" y="110"/>
                  </a:moveTo>
                  <a:lnTo>
                    <a:pt x="350" y="90"/>
                  </a:lnTo>
                  <a:lnTo>
                    <a:pt x="389" y="90"/>
                  </a:lnTo>
                  <a:lnTo>
                    <a:pt x="389" y="100"/>
                  </a:lnTo>
                  <a:lnTo>
                    <a:pt x="350" y="110"/>
                  </a:lnTo>
                  <a:close/>
                  <a:moveTo>
                    <a:pt x="419" y="100"/>
                  </a:moveTo>
                  <a:lnTo>
                    <a:pt x="419" y="80"/>
                  </a:lnTo>
                  <a:lnTo>
                    <a:pt x="459" y="80"/>
                  </a:lnTo>
                  <a:lnTo>
                    <a:pt x="459" y="100"/>
                  </a:lnTo>
                  <a:lnTo>
                    <a:pt x="419" y="100"/>
                  </a:lnTo>
                  <a:close/>
                  <a:moveTo>
                    <a:pt x="489" y="90"/>
                  </a:moveTo>
                  <a:lnTo>
                    <a:pt x="489" y="70"/>
                  </a:lnTo>
                  <a:lnTo>
                    <a:pt x="529" y="70"/>
                  </a:lnTo>
                  <a:lnTo>
                    <a:pt x="529" y="90"/>
                  </a:lnTo>
                  <a:lnTo>
                    <a:pt x="489" y="90"/>
                  </a:lnTo>
                  <a:close/>
                  <a:moveTo>
                    <a:pt x="559" y="80"/>
                  </a:moveTo>
                  <a:lnTo>
                    <a:pt x="559" y="60"/>
                  </a:lnTo>
                  <a:lnTo>
                    <a:pt x="599" y="60"/>
                  </a:lnTo>
                  <a:lnTo>
                    <a:pt x="599" y="80"/>
                  </a:lnTo>
                  <a:lnTo>
                    <a:pt x="559" y="80"/>
                  </a:lnTo>
                  <a:close/>
                  <a:moveTo>
                    <a:pt x="629" y="70"/>
                  </a:moveTo>
                  <a:lnTo>
                    <a:pt x="629" y="60"/>
                  </a:lnTo>
                  <a:lnTo>
                    <a:pt x="669" y="50"/>
                  </a:lnTo>
                  <a:lnTo>
                    <a:pt x="669" y="70"/>
                  </a:lnTo>
                  <a:lnTo>
                    <a:pt x="629" y="70"/>
                  </a:lnTo>
                  <a:close/>
                  <a:moveTo>
                    <a:pt x="699" y="60"/>
                  </a:moveTo>
                  <a:lnTo>
                    <a:pt x="699" y="50"/>
                  </a:lnTo>
                  <a:lnTo>
                    <a:pt x="738" y="40"/>
                  </a:lnTo>
                  <a:lnTo>
                    <a:pt x="738" y="60"/>
                  </a:lnTo>
                  <a:lnTo>
                    <a:pt x="699" y="60"/>
                  </a:lnTo>
                  <a:close/>
                  <a:moveTo>
                    <a:pt x="768" y="50"/>
                  </a:moveTo>
                  <a:lnTo>
                    <a:pt x="768" y="40"/>
                  </a:lnTo>
                  <a:lnTo>
                    <a:pt x="808" y="30"/>
                  </a:lnTo>
                  <a:lnTo>
                    <a:pt x="808" y="50"/>
                  </a:lnTo>
                  <a:lnTo>
                    <a:pt x="768" y="50"/>
                  </a:lnTo>
                  <a:close/>
                  <a:moveTo>
                    <a:pt x="838" y="50"/>
                  </a:moveTo>
                  <a:lnTo>
                    <a:pt x="838" y="30"/>
                  </a:lnTo>
                  <a:lnTo>
                    <a:pt x="878" y="20"/>
                  </a:lnTo>
                  <a:lnTo>
                    <a:pt x="878" y="40"/>
                  </a:lnTo>
                  <a:lnTo>
                    <a:pt x="838" y="50"/>
                  </a:lnTo>
                  <a:close/>
                  <a:moveTo>
                    <a:pt x="908" y="40"/>
                  </a:moveTo>
                  <a:lnTo>
                    <a:pt x="908" y="20"/>
                  </a:lnTo>
                  <a:lnTo>
                    <a:pt x="948" y="10"/>
                  </a:lnTo>
                  <a:lnTo>
                    <a:pt x="948" y="30"/>
                  </a:lnTo>
                  <a:lnTo>
                    <a:pt x="908" y="40"/>
                  </a:lnTo>
                  <a:close/>
                  <a:moveTo>
                    <a:pt x="978" y="30"/>
                  </a:moveTo>
                  <a:lnTo>
                    <a:pt x="978" y="10"/>
                  </a:lnTo>
                  <a:lnTo>
                    <a:pt x="1018" y="10"/>
                  </a:lnTo>
                  <a:lnTo>
                    <a:pt x="1018" y="20"/>
                  </a:lnTo>
                  <a:lnTo>
                    <a:pt x="978" y="30"/>
                  </a:lnTo>
                  <a:close/>
                  <a:moveTo>
                    <a:pt x="1048" y="20"/>
                  </a:moveTo>
                  <a:lnTo>
                    <a:pt x="1048" y="0"/>
                  </a:lnTo>
                  <a:lnTo>
                    <a:pt x="1088" y="0"/>
                  </a:lnTo>
                  <a:lnTo>
                    <a:pt x="1088" y="10"/>
                  </a:lnTo>
                  <a:lnTo>
                    <a:pt x="1048" y="20"/>
                  </a:lnTo>
                  <a:close/>
                </a:path>
              </a:pathLst>
            </a:custGeom>
            <a:solidFill>
              <a:srgbClr val="6A463B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6" name="íšļîďé">
              <a:extLst>
                <a:ext uri="{FF2B5EF4-FFF2-40B4-BE49-F238E27FC236}">
                  <a16:creationId xmlns:a16="http://schemas.microsoft.com/office/drawing/2014/main" id="{49175BC8-5D07-463B-B820-4923D1B82BC1}"/>
                </a:ext>
              </a:extLst>
            </p:cNvPr>
            <p:cNvSpPr/>
            <p:nvPr/>
          </p:nvSpPr>
          <p:spPr bwMode="auto">
            <a:xfrm>
              <a:off x="7419040" y="3605900"/>
              <a:ext cx="401492" cy="196037"/>
            </a:xfrm>
            <a:custGeom>
              <a:avLst/>
              <a:gdLst/>
              <a:ahLst/>
              <a:cxnLst>
                <a:cxn ang="0">
                  <a:pos x="0" y="2"/>
                </a:cxn>
                <a:cxn ang="0">
                  <a:pos x="2" y="19"/>
                </a:cxn>
                <a:cxn ang="0">
                  <a:pos x="47" y="23"/>
                </a:cxn>
                <a:cxn ang="0">
                  <a:pos x="47" y="1"/>
                </a:cxn>
                <a:cxn ang="0">
                  <a:pos x="0" y="2"/>
                </a:cxn>
              </a:cxnLst>
              <a:rect l="0" t="0" r="r" b="b"/>
              <a:pathLst>
                <a:path w="47" h="23">
                  <a:moveTo>
                    <a:pt x="0" y="2"/>
                  </a:move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4" y="20"/>
                    <a:pt x="47" y="23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22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EEF2E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7" name="ï$lïḍe">
              <a:extLst>
                <a:ext uri="{FF2B5EF4-FFF2-40B4-BE49-F238E27FC236}">
                  <a16:creationId xmlns:a16="http://schemas.microsoft.com/office/drawing/2014/main" id="{E1869D18-89DE-46D3-8CC8-8DDA37B888B9}"/>
                </a:ext>
              </a:extLst>
            </p:cNvPr>
            <p:cNvSpPr/>
            <p:nvPr/>
          </p:nvSpPr>
          <p:spPr bwMode="auto">
            <a:xfrm>
              <a:off x="7820532" y="3614461"/>
              <a:ext cx="34242" cy="18747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2"/>
                </a:cxn>
                <a:cxn ang="0">
                  <a:pos x="4" y="22"/>
                </a:cxn>
                <a:cxn ang="0">
                  <a:pos x="2" y="1"/>
                </a:cxn>
                <a:cxn ang="0">
                  <a:pos x="0" y="0"/>
                </a:cxn>
              </a:cxnLst>
              <a:rect l="0" t="0" r="r" b="b"/>
              <a:pathLst>
                <a:path w="4" h="22">
                  <a:moveTo>
                    <a:pt x="0" y="0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" y="22"/>
                    <a:pt x="3" y="22"/>
                    <a:pt x="4" y="2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1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0BA7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8" name="íṣļîďé">
              <a:extLst>
                <a:ext uri="{FF2B5EF4-FFF2-40B4-BE49-F238E27FC236}">
                  <a16:creationId xmlns:a16="http://schemas.microsoft.com/office/drawing/2014/main" id="{49D44766-E88E-48EA-81E4-E60355A70C52}"/>
                </a:ext>
              </a:extLst>
            </p:cNvPr>
            <p:cNvSpPr/>
            <p:nvPr/>
          </p:nvSpPr>
          <p:spPr bwMode="auto">
            <a:xfrm>
              <a:off x="7837653" y="3623021"/>
              <a:ext cx="777302" cy="879173"/>
            </a:xfrm>
            <a:custGeom>
              <a:avLst/>
              <a:gdLst/>
              <a:ahLst/>
              <a:cxnLst>
                <a:cxn ang="0">
                  <a:pos x="90" y="82"/>
                </a:cxn>
                <a:cxn ang="0">
                  <a:pos x="89" y="80"/>
                </a:cxn>
                <a:cxn ang="0">
                  <a:pos x="62" y="20"/>
                </a:cxn>
                <a:cxn ang="0">
                  <a:pos x="0" y="0"/>
                </a:cxn>
                <a:cxn ang="0">
                  <a:pos x="2" y="21"/>
                </a:cxn>
                <a:cxn ang="0">
                  <a:pos x="45" y="34"/>
                </a:cxn>
                <a:cxn ang="0">
                  <a:pos x="64" y="86"/>
                </a:cxn>
                <a:cxn ang="0">
                  <a:pos x="70" y="85"/>
                </a:cxn>
                <a:cxn ang="0">
                  <a:pos x="77" y="84"/>
                </a:cxn>
                <a:cxn ang="0">
                  <a:pos x="84" y="83"/>
                </a:cxn>
                <a:cxn ang="0">
                  <a:pos x="84" y="83"/>
                </a:cxn>
                <a:cxn ang="0">
                  <a:pos x="90" y="82"/>
                </a:cxn>
              </a:cxnLst>
              <a:rect l="0" t="0" r="r" b="b"/>
              <a:pathLst>
                <a:path w="91" h="103">
                  <a:moveTo>
                    <a:pt x="90" y="82"/>
                  </a:moveTo>
                  <a:cubicBezTo>
                    <a:pt x="89" y="81"/>
                    <a:pt x="89" y="81"/>
                    <a:pt x="89" y="80"/>
                  </a:cubicBezTo>
                  <a:cubicBezTo>
                    <a:pt x="88" y="71"/>
                    <a:pt x="81" y="39"/>
                    <a:pt x="62" y="20"/>
                  </a:cubicBezTo>
                  <a:cubicBezTo>
                    <a:pt x="48" y="7"/>
                    <a:pt x="23" y="1"/>
                    <a:pt x="0" y="0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20" y="24"/>
                    <a:pt x="37" y="27"/>
                    <a:pt x="45" y="34"/>
                  </a:cubicBezTo>
                  <a:cubicBezTo>
                    <a:pt x="60" y="47"/>
                    <a:pt x="64" y="86"/>
                    <a:pt x="64" y="86"/>
                  </a:cubicBezTo>
                  <a:cubicBezTo>
                    <a:pt x="64" y="86"/>
                    <a:pt x="66" y="101"/>
                    <a:pt x="70" y="85"/>
                  </a:cubicBezTo>
                  <a:cubicBezTo>
                    <a:pt x="70" y="85"/>
                    <a:pt x="77" y="103"/>
                    <a:pt x="77" y="84"/>
                  </a:cubicBezTo>
                  <a:cubicBezTo>
                    <a:pt x="77" y="84"/>
                    <a:pt x="86" y="102"/>
                    <a:pt x="84" y="83"/>
                  </a:cubicBezTo>
                  <a:cubicBezTo>
                    <a:pt x="84" y="83"/>
                    <a:pt x="84" y="83"/>
                    <a:pt x="84" y="83"/>
                  </a:cubicBezTo>
                  <a:cubicBezTo>
                    <a:pt x="85" y="85"/>
                    <a:pt x="91" y="99"/>
                    <a:pt x="90" y="82"/>
                  </a:cubicBezTo>
                  <a:close/>
                </a:path>
              </a:pathLst>
            </a:custGeom>
            <a:solidFill>
              <a:srgbClr val="FFDFA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9" name="ïṥļîḓê">
              <a:extLst>
                <a:ext uri="{FF2B5EF4-FFF2-40B4-BE49-F238E27FC236}">
                  <a16:creationId xmlns:a16="http://schemas.microsoft.com/office/drawing/2014/main" id="{6A43E79A-3BCE-4014-B1D8-0EEED6DCBF37}"/>
                </a:ext>
              </a:extLst>
            </p:cNvPr>
            <p:cNvSpPr/>
            <p:nvPr/>
          </p:nvSpPr>
          <p:spPr bwMode="auto">
            <a:xfrm>
              <a:off x="7334291" y="4920808"/>
              <a:ext cx="1203619" cy="777302"/>
            </a:xfrm>
            <a:custGeom>
              <a:avLst/>
              <a:gdLst/>
              <a:ahLst/>
              <a:cxnLst>
                <a:cxn ang="0">
                  <a:pos x="37" y="0"/>
                </a:cxn>
                <a:cxn ang="0">
                  <a:pos x="54" y="65"/>
                </a:cxn>
                <a:cxn ang="0">
                  <a:pos x="113" y="43"/>
                </a:cxn>
                <a:cxn ang="0">
                  <a:pos x="139" y="69"/>
                </a:cxn>
                <a:cxn ang="0">
                  <a:pos x="109" y="63"/>
                </a:cxn>
                <a:cxn ang="0">
                  <a:pos x="43" y="85"/>
                </a:cxn>
                <a:cxn ang="0">
                  <a:pos x="0" y="13"/>
                </a:cxn>
                <a:cxn ang="0">
                  <a:pos x="37" y="0"/>
                </a:cxn>
              </a:cxnLst>
              <a:rect l="0" t="0" r="r" b="b"/>
              <a:pathLst>
                <a:path w="141" h="91">
                  <a:moveTo>
                    <a:pt x="37" y="0"/>
                  </a:moveTo>
                  <a:cubicBezTo>
                    <a:pt x="37" y="0"/>
                    <a:pt x="43" y="64"/>
                    <a:pt x="54" y="65"/>
                  </a:cubicBezTo>
                  <a:cubicBezTo>
                    <a:pt x="62" y="66"/>
                    <a:pt x="104" y="43"/>
                    <a:pt x="113" y="43"/>
                  </a:cubicBezTo>
                  <a:cubicBezTo>
                    <a:pt x="118" y="43"/>
                    <a:pt x="141" y="63"/>
                    <a:pt x="139" y="69"/>
                  </a:cubicBezTo>
                  <a:cubicBezTo>
                    <a:pt x="136" y="78"/>
                    <a:pt x="118" y="78"/>
                    <a:pt x="109" y="63"/>
                  </a:cubicBezTo>
                  <a:cubicBezTo>
                    <a:pt x="109" y="63"/>
                    <a:pt x="59" y="91"/>
                    <a:pt x="43" y="85"/>
                  </a:cubicBezTo>
                  <a:cubicBezTo>
                    <a:pt x="23" y="79"/>
                    <a:pt x="7" y="47"/>
                    <a:pt x="0" y="13"/>
                  </a:cubicBezTo>
                  <a:lnTo>
                    <a:pt x="37" y="0"/>
                  </a:lnTo>
                  <a:close/>
                </a:path>
              </a:pathLst>
            </a:custGeom>
            <a:solidFill>
              <a:srgbClr val="23221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0" name="îṥḷïḓè">
              <a:extLst>
                <a:ext uri="{FF2B5EF4-FFF2-40B4-BE49-F238E27FC236}">
                  <a16:creationId xmlns:a16="http://schemas.microsoft.com/office/drawing/2014/main" id="{BD444532-45C9-43E5-B686-E2B0392B9B6B}"/>
                </a:ext>
              </a:extLst>
            </p:cNvPr>
            <p:cNvSpPr/>
            <p:nvPr/>
          </p:nvSpPr>
          <p:spPr bwMode="auto">
            <a:xfrm>
              <a:off x="6454261" y="4664846"/>
              <a:ext cx="1340589" cy="1545187"/>
            </a:xfrm>
            <a:custGeom>
              <a:avLst/>
              <a:gdLst/>
              <a:ahLst/>
              <a:cxnLst>
                <a:cxn ang="0">
                  <a:pos x="151" y="0"/>
                </a:cxn>
                <a:cxn ang="0">
                  <a:pos x="80" y="15"/>
                </a:cxn>
                <a:cxn ang="0">
                  <a:pos x="18" y="51"/>
                </a:cxn>
                <a:cxn ang="0">
                  <a:pos x="36" y="145"/>
                </a:cxn>
                <a:cxn ang="0">
                  <a:pos x="6" y="173"/>
                </a:cxn>
                <a:cxn ang="0">
                  <a:pos x="56" y="148"/>
                </a:cxn>
                <a:cxn ang="0">
                  <a:pos x="41" y="67"/>
                </a:cxn>
                <a:cxn ang="0">
                  <a:pos x="140" y="38"/>
                </a:cxn>
                <a:cxn ang="0">
                  <a:pos x="151" y="0"/>
                </a:cxn>
              </a:cxnLst>
              <a:rect l="0" t="0" r="r" b="b"/>
              <a:pathLst>
                <a:path w="157" h="181">
                  <a:moveTo>
                    <a:pt x="151" y="0"/>
                  </a:moveTo>
                  <a:cubicBezTo>
                    <a:pt x="80" y="15"/>
                    <a:pt x="80" y="15"/>
                    <a:pt x="80" y="15"/>
                  </a:cubicBezTo>
                  <a:cubicBezTo>
                    <a:pt x="80" y="15"/>
                    <a:pt x="28" y="28"/>
                    <a:pt x="18" y="51"/>
                  </a:cubicBezTo>
                  <a:cubicBezTo>
                    <a:pt x="12" y="66"/>
                    <a:pt x="29" y="116"/>
                    <a:pt x="36" y="145"/>
                  </a:cubicBezTo>
                  <a:cubicBezTo>
                    <a:pt x="36" y="145"/>
                    <a:pt x="0" y="149"/>
                    <a:pt x="6" y="173"/>
                  </a:cubicBezTo>
                  <a:cubicBezTo>
                    <a:pt x="8" y="181"/>
                    <a:pt x="54" y="161"/>
                    <a:pt x="56" y="148"/>
                  </a:cubicBezTo>
                  <a:cubicBezTo>
                    <a:pt x="57" y="140"/>
                    <a:pt x="39" y="71"/>
                    <a:pt x="41" y="67"/>
                  </a:cubicBezTo>
                  <a:cubicBezTo>
                    <a:pt x="44" y="61"/>
                    <a:pt x="123" y="51"/>
                    <a:pt x="140" y="38"/>
                  </a:cubicBezTo>
                  <a:cubicBezTo>
                    <a:pt x="157" y="24"/>
                    <a:pt x="152" y="8"/>
                    <a:pt x="151" y="0"/>
                  </a:cubicBezTo>
                  <a:close/>
                </a:path>
              </a:pathLst>
            </a:cu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1" name="ïśľíḍe">
              <a:extLst>
                <a:ext uri="{FF2B5EF4-FFF2-40B4-BE49-F238E27FC236}">
                  <a16:creationId xmlns:a16="http://schemas.microsoft.com/office/drawing/2014/main" id="{44C8666F-BD73-4C46-BD33-25A9223FF895}"/>
                </a:ext>
              </a:extLst>
            </p:cNvPr>
            <p:cNvSpPr/>
            <p:nvPr/>
          </p:nvSpPr>
          <p:spPr bwMode="auto">
            <a:xfrm>
              <a:off x="6924238" y="3545976"/>
              <a:ext cx="819249" cy="1246423"/>
            </a:xfrm>
            <a:custGeom>
              <a:avLst/>
              <a:gdLst/>
              <a:ahLst/>
              <a:cxnLst>
                <a:cxn ang="0">
                  <a:pos x="957" y="1307"/>
                </a:cxn>
                <a:cxn ang="0">
                  <a:pos x="249" y="1456"/>
                </a:cxn>
                <a:cxn ang="0">
                  <a:pos x="0" y="130"/>
                </a:cxn>
                <a:cxn ang="0">
                  <a:pos x="618" y="0"/>
                </a:cxn>
                <a:cxn ang="0">
                  <a:pos x="957" y="1307"/>
                </a:cxn>
              </a:cxnLst>
              <a:rect l="0" t="0" r="r" b="b"/>
              <a:pathLst>
                <a:path w="957" h="1456">
                  <a:moveTo>
                    <a:pt x="957" y="1307"/>
                  </a:moveTo>
                  <a:lnTo>
                    <a:pt x="249" y="1456"/>
                  </a:lnTo>
                  <a:lnTo>
                    <a:pt x="0" y="130"/>
                  </a:lnTo>
                  <a:lnTo>
                    <a:pt x="618" y="0"/>
                  </a:lnTo>
                  <a:lnTo>
                    <a:pt x="957" y="1307"/>
                  </a:lnTo>
                  <a:close/>
                </a:path>
              </a:pathLst>
            </a:custGeom>
            <a:solidFill>
              <a:srgbClr val="EEF2E0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2" name="iṥ1ïḓé">
              <a:extLst>
                <a:ext uri="{FF2B5EF4-FFF2-40B4-BE49-F238E27FC236}">
                  <a16:creationId xmlns:a16="http://schemas.microsoft.com/office/drawing/2014/main" id="{573F16D9-F901-412D-A9EE-F53B234A12D3}"/>
                </a:ext>
              </a:extLst>
            </p:cNvPr>
            <p:cNvSpPr/>
            <p:nvPr/>
          </p:nvSpPr>
          <p:spPr bwMode="auto">
            <a:xfrm>
              <a:off x="7035526" y="3657264"/>
              <a:ext cx="1016143" cy="1237862"/>
            </a:xfrm>
            <a:custGeom>
              <a:avLst/>
              <a:gdLst/>
              <a:ahLst/>
              <a:cxnLst>
                <a:cxn ang="0">
                  <a:pos x="14" y="0"/>
                </a:cxn>
                <a:cxn ang="0">
                  <a:pos x="9" y="12"/>
                </a:cxn>
                <a:cxn ang="0">
                  <a:pos x="15" y="22"/>
                </a:cxn>
                <a:cxn ang="0">
                  <a:pos x="119" y="81"/>
                </a:cxn>
                <a:cxn ang="0">
                  <a:pos x="116" y="62"/>
                </a:cxn>
                <a:cxn ang="0">
                  <a:pos x="98" y="58"/>
                </a:cxn>
                <a:cxn ang="0">
                  <a:pos x="50" y="75"/>
                </a:cxn>
                <a:cxn ang="0">
                  <a:pos x="22" y="21"/>
                </a:cxn>
                <a:cxn ang="0">
                  <a:pos x="24" y="9"/>
                </a:cxn>
                <a:cxn ang="0">
                  <a:pos x="14" y="0"/>
                </a:cxn>
              </a:cxnLst>
              <a:rect l="0" t="0" r="r" b="b"/>
              <a:pathLst>
                <a:path w="119" h="145">
                  <a:moveTo>
                    <a:pt x="14" y="0"/>
                  </a:moveTo>
                  <a:cubicBezTo>
                    <a:pt x="9" y="12"/>
                    <a:pt x="9" y="12"/>
                    <a:pt x="9" y="1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5" y="22"/>
                    <a:pt x="0" y="145"/>
                    <a:pt x="119" y="81"/>
                  </a:cubicBezTo>
                  <a:cubicBezTo>
                    <a:pt x="116" y="62"/>
                    <a:pt x="116" y="62"/>
                    <a:pt x="116" y="62"/>
                  </a:cubicBezTo>
                  <a:cubicBezTo>
                    <a:pt x="98" y="58"/>
                    <a:pt x="98" y="58"/>
                    <a:pt x="98" y="58"/>
                  </a:cubicBezTo>
                  <a:cubicBezTo>
                    <a:pt x="98" y="58"/>
                    <a:pt x="69" y="86"/>
                    <a:pt x="50" y="75"/>
                  </a:cubicBezTo>
                  <a:cubicBezTo>
                    <a:pt x="25" y="60"/>
                    <a:pt x="22" y="21"/>
                    <a:pt x="22" y="21"/>
                  </a:cubicBezTo>
                  <a:cubicBezTo>
                    <a:pt x="24" y="9"/>
                    <a:pt x="24" y="9"/>
                    <a:pt x="24" y="9"/>
                  </a:cubicBezTo>
                  <a:lnTo>
                    <a:pt x="14" y="0"/>
                  </a:lnTo>
                  <a:close/>
                </a:path>
              </a:pathLst>
            </a:cu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3" name="isḻiḑê">
              <a:extLst>
                <a:ext uri="{FF2B5EF4-FFF2-40B4-BE49-F238E27FC236}">
                  <a16:creationId xmlns:a16="http://schemas.microsoft.com/office/drawing/2014/main" id="{0B3E16B1-1CA9-492A-94F3-DBECC9B11625}"/>
                </a:ext>
              </a:extLst>
            </p:cNvPr>
            <p:cNvSpPr/>
            <p:nvPr/>
          </p:nvSpPr>
          <p:spPr bwMode="auto">
            <a:xfrm>
              <a:off x="7044086" y="3486052"/>
              <a:ext cx="161795" cy="85606"/>
            </a:xfrm>
            <a:custGeom>
              <a:avLst/>
              <a:gdLst/>
              <a:ahLst/>
              <a:cxnLst>
                <a:cxn ang="0">
                  <a:pos x="19" y="9"/>
                </a:cxn>
                <a:cxn ang="0">
                  <a:pos x="15" y="0"/>
                </a:cxn>
                <a:cxn ang="0">
                  <a:pos x="0" y="7"/>
                </a:cxn>
                <a:cxn ang="0">
                  <a:pos x="0" y="8"/>
                </a:cxn>
                <a:cxn ang="0">
                  <a:pos x="19" y="9"/>
                </a:cxn>
              </a:cxnLst>
              <a:rect l="0" t="0" r="r" b="b"/>
              <a:pathLst>
                <a:path w="19" h="10">
                  <a:moveTo>
                    <a:pt x="19" y="9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9"/>
                    <a:pt x="9" y="10"/>
                    <a:pt x="19" y="9"/>
                  </a:cubicBezTo>
                  <a:close/>
                </a:path>
              </a:pathLst>
            </a:custGeom>
            <a:solidFill>
              <a:srgbClr val="F0BA7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4" name="išḷîdè">
              <a:extLst>
                <a:ext uri="{FF2B5EF4-FFF2-40B4-BE49-F238E27FC236}">
                  <a16:creationId xmlns:a16="http://schemas.microsoft.com/office/drawing/2014/main" id="{4482D6AA-BFCC-4FB0-99C9-D3D3B9D25634}"/>
                </a:ext>
              </a:extLst>
            </p:cNvPr>
            <p:cNvSpPr/>
            <p:nvPr/>
          </p:nvSpPr>
          <p:spPr bwMode="auto">
            <a:xfrm>
              <a:off x="7044086" y="3554537"/>
              <a:ext cx="178917" cy="9416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4" y="8"/>
                </a:cxn>
                <a:cxn ang="0">
                  <a:pos x="13" y="11"/>
                </a:cxn>
                <a:cxn ang="0">
                  <a:pos x="21" y="5"/>
                </a:cxn>
                <a:cxn ang="0">
                  <a:pos x="19" y="1"/>
                </a:cxn>
                <a:cxn ang="0">
                  <a:pos x="0" y="0"/>
                </a:cxn>
              </a:cxnLst>
              <a:rect l="0" t="0" r="r" b="b"/>
              <a:pathLst>
                <a:path w="21" h="11">
                  <a:moveTo>
                    <a:pt x="0" y="0"/>
                  </a:moveTo>
                  <a:cubicBezTo>
                    <a:pt x="4" y="8"/>
                    <a:pt x="4" y="8"/>
                    <a:pt x="4" y="8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9" y="2"/>
                    <a:pt x="2" y="1"/>
                    <a:pt x="0" y="0"/>
                  </a:cubicBezTo>
                  <a:close/>
                </a:path>
              </a:pathLst>
            </a:custGeom>
            <a:solidFill>
              <a:srgbClr val="FFDFA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5" name="ïš1ïďè">
              <a:extLst>
                <a:ext uri="{FF2B5EF4-FFF2-40B4-BE49-F238E27FC236}">
                  <a16:creationId xmlns:a16="http://schemas.microsoft.com/office/drawing/2014/main" id="{63D74BEA-5D6A-4A71-A840-F011315DD353}"/>
                </a:ext>
              </a:extLst>
            </p:cNvPr>
            <p:cNvSpPr/>
            <p:nvPr/>
          </p:nvSpPr>
          <p:spPr bwMode="auto">
            <a:xfrm>
              <a:off x="6420875" y="2043592"/>
              <a:ext cx="1203619" cy="1510945"/>
            </a:xfrm>
            <a:custGeom>
              <a:avLst/>
              <a:gdLst/>
              <a:ahLst/>
              <a:cxnLst>
                <a:cxn ang="0">
                  <a:pos x="140" y="86"/>
                </a:cxn>
                <a:cxn ang="0">
                  <a:pos x="73" y="176"/>
                </a:cxn>
                <a:cxn ang="0">
                  <a:pos x="1" y="90"/>
                </a:cxn>
                <a:cxn ang="0">
                  <a:pos x="68" y="1"/>
                </a:cxn>
                <a:cxn ang="0">
                  <a:pos x="140" y="86"/>
                </a:cxn>
              </a:cxnLst>
              <a:rect l="0" t="0" r="r" b="b"/>
              <a:pathLst>
                <a:path w="141" h="177">
                  <a:moveTo>
                    <a:pt x="140" y="86"/>
                  </a:moveTo>
                  <a:cubicBezTo>
                    <a:pt x="141" y="135"/>
                    <a:pt x="111" y="175"/>
                    <a:pt x="73" y="176"/>
                  </a:cubicBezTo>
                  <a:cubicBezTo>
                    <a:pt x="34" y="177"/>
                    <a:pt x="2" y="139"/>
                    <a:pt x="1" y="90"/>
                  </a:cubicBezTo>
                  <a:cubicBezTo>
                    <a:pt x="0" y="42"/>
                    <a:pt x="29" y="2"/>
                    <a:pt x="68" y="1"/>
                  </a:cubicBezTo>
                  <a:cubicBezTo>
                    <a:pt x="106" y="0"/>
                    <a:pt x="138" y="38"/>
                    <a:pt x="140" y="86"/>
                  </a:cubicBezTo>
                  <a:close/>
                </a:path>
              </a:pathLst>
            </a:custGeom>
            <a:solidFill>
              <a:srgbClr val="FFDFA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6" name="ïšľïde">
              <a:extLst>
                <a:ext uri="{FF2B5EF4-FFF2-40B4-BE49-F238E27FC236}">
                  <a16:creationId xmlns:a16="http://schemas.microsoft.com/office/drawing/2014/main" id="{D94DB479-EDF4-468D-8182-868406A68D5F}"/>
                </a:ext>
              </a:extLst>
            </p:cNvPr>
            <p:cNvSpPr/>
            <p:nvPr/>
          </p:nvSpPr>
          <p:spPr bwMode="auto">
            <a:xfrm>
              <a:off x="6223981" y="1846698"/>
              <a:ext cx="1810566" cy="1357710"/>
            </a:xfrm>
            <a:custGeom>
              <a:avLst/>
              <a:gdLst/>
              <a:ahLst/>
              <a:cxnLst>
                <a:cxn ang="0">
                  <a:pos x="149" y="30"/>
                </a:cxn>
                <a:cxn ang="0">
                  <a:pos x="92" y="11"/>
                </a:cxn>
                <a:cxn ang="0">
                  <a:pos x="19" y="2"/>
                </a:cxn>
                <a:cxn ang="0">
                  <a:pos x="30" y="58"/>
                </a:cxn>
                <a:cxn ang="0">
                  <a:pos x="23" y="76"/>
                </a:cxn>
                <a:cxn ang="0">
                  <a:pos x="37" y="61"/>
                </a:cxn>
                <a:cxn ang="0">
                  <a:pos x="37" y="61"/>
                </a:cxn>
                <a:cxn ang="0">
                  <a:pos x="129" y="65"/>
                </a:cxn>
                <a:cxn ang="0">
                  <a:pos x="152" y="159"/>
                </a:cxn>
                <a:cxn ang="0">
                  <a:pos x="149" y="30"/>
                </a:cxn>
              </a:cxnLst>
              <a:rect l="0" t="0" r="r" b="b"/>
              <a:pathLst>
                <a:path w="212" h="159">
                  <a:moveTo>
                    <a:pt x="149" y="30"/>
                  </a:moveTo>
                  <a:cubicBezTo>
                    <a:pt x="149" y="30"/>
                    <a:pt x="154" y="0"/>
                    <a:pt x="92" y="11"/>
                  </a:cubicBezTo>
                  <a:cubicBezTo>
                    <a:pt x="40" y="19"/>
                    <a:pt x="19" y="2"/>
                    <a:pt x="19" y="2"/>
                  </a:cubicBezTo>
                  <a:cubicBezTo>
                    <a:pt x="19" y="2"/>
                    <a:pt x="0" y="39"/>
                    <a:pt x="30" y="58"/>
                  </a:cubicBezTo>
                  <a:cubicBezTo>
                    <a:pt x="22" y="63"/>
                    <a:pt x="23" y="76"/>
                    <a:pt x="23" y="76"/>
                  </a:cubicBezTo>
                  <a:cubicBezTo>
                    <a:pt x="25" y="65"/>
                    <a:pt x="37" y="61"/>
                    <a:pt x="37" y="61"/>
                  </a:cubicBezTo>
                  <a:cubicBezTo>
                    <a:pt x="37" y="61"/>
                    <a:pt x="37" y="61"/>
                    <a:pt x="37" y="61"/>
                  </a:cubicBezTo>
                  <a:cubicBezTo>
                    <a:pt x="54" y="69"/>
                    <a:pt x="83" y="72"/>
                    <a:pt x="129" y="65"/>
                  </a:cubicBezTo>
                  <a:cubicBezTo>
                    <a:pt x="129" y="65"/>
                    <a:pt x="129" y="126"/>
                    <a:pt x="152" y="159"/>
                  </a:cubicBezTo>
                  <a:cubicBezTo>
                    <a:pt x="152" y="159"/>
                    <a:pt x="212" y="48"/>
                    <a:pt x="149" y="30"/>
                  </a:cubicBezTo>
                  <a:close/>
                </a:path>
              </a:pathLst>
            </a:cu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7" name="îş1íḍè">
              <a:extLst>
                <a:ext uri="{FF2B5EF4-FFF2-40B4-BE49-F238E27FC236}">
                  <a16:creationId xmlns:a16="http://schemas.microsoft.com/office/drawing/2014/main" id="{B7BB3040-3A84-442F-B273-7FABC7A6697C}"/>
                </a:ext>
              </a:extLst>
            </p:cNvPr>
            <p:cNvSpPr/>
            <p:nvPr/>
          </p:nvSpPr>
          <p:spPr bwMode="auto">
            <a:xfrm>
              <a:off x="7325730" y="2606879"/>
              <a:ext cx="213159" cy="307325"/>
            </a:xfrm>
            <a:custGeom>
              <a:avLst/>
              <a:gdLst/>
              <a:ahLst/>
              <a:cxnLst>
                <a:cxn ang="0">
                  <a:pos x="23" y="21"/>
                </a:cxn>
                <a:cxn ang="0">
                  <a:pos x="8" y="35"/>
                </a:cxn>
                <a:cxn ang="0">
                  <a:pos x="3" y="15"/>
                </a:cxn>
                <a:cxn ang="0">
                  <a:pos x="17" y="2"/>
                </a:cxn>
                <a:cxn ang="0">
                  <a:pos x="23" y="21"/>
                </a:cxn>
              </a:cxnLst>
              <a:rect l="0" t="0" r="r" b="b"/>
              <a:pathLst>
                <a:path w="25" h="36">
                  <a:moveTo>
                    <a:pt x="23" y="21"/>
                  </a:moveTo>
                  <a:cubicBezTo>
                    <a:pt x="20" y="30"/>
                    <a:pt x="13" y="36"/>
                    <a:pt x="8" y="35"/>
                  </a:cubicBezTo>
                  <a:cubicBezTo>
                    <a:pt x="2" y="33"/>
                    <a:pt x="0" y="24"/>
                    <a:pt x="3" y="15"/>
                  </a:cubicBezTo>
                  <a:cubicBezTo>
                    <a:pt x="5" y="6"/>
                    <a:pt x="12" y="0"/>
                    <a:pt x="17" y="2"/>
                  </a:cubicBezTo>
                  <a:cubicBezTo>
                    <a:pt x="23" y="3"/>
                    <a:pt x="25" y="12"/>
                    <a:pt x="23" y="21"/>
                  </a:cubicBezTo>
                  <a:close/>
                </a:path>
              </a:pathLst>
            </a:custGeom>
            <a:solidFill>
              <a:srgbClr val="FFDFA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8" name="íṧḻiḑé">
              <a:extLst>
                <a:ext uri="{FF2B5EF4-FFF2-40B4-BE49-F238E27FC236}">
                  <a16:creationId xmlns:a16="http://schemas.microsoft.com/office/drawing/2014/main" id="{D518AAE8-9FFB-4185-AB7A-B632B558B68B}"/>
                </a:ext>
              </a:extLst>
            </p:cNvPr>
            <p:cNvSpPr/>
            <p:nvPr/>
          </p:nvSpPr>
          <p:spPr bwMode="auto">
            <a:xfrm>
              <a:off x="6642595" y="3068295"/>
              <a:ext cx="384371" cy="298764"/>
            </a:xfrm>
            <a:custGeom>
              <a:avLst/>
              <a:gdLst/>
              <a:ahLst/>
              <a:cxnLst>
                <a:cxn ang="0">
                  <a:pos x="0" y="8"/>
                </a:cxn>
                <a:cxn ang="0">
                  <a:pos x="43" y="18"/>
                </a:cxn>
                <a:cxn ang="0">
                  <a:pos x="0" y="8"/>
                </a:cxn>
              </a:cxnLst>
              <a:rect l="0" t="0" r="r" b="b"/>
              <a:pathLst>
                <a:path w="45" h="35">
                  <a:moveTo>
                    <a:pt x="0" y="8"/>
                  </a:moveTo>
                  <a:cubicBezTo>
                    <a:pt x="0" y="8"/>
                    <a:pt x="41" y="0"/>
                    <a:pt x="43" y="18"/>
                  </a:cubicBezTo>
                  <a:cubicBezTo>
                    <a:pt x="45" y="35"/>
                    <a:pt x="11" y="25"/>
                    <a:pt x="0" y="8"/>
                  </a:cubicBezTo>
                  <a:close/>
                </a:path>
              </a:pathLst>
            </a:cu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19" name="ïŝḻïďê">
              <a:extLst>
                <a:ext uri="{FF2B5EF4-FFF2-40B4-BE49-F238E27FC236}">
                  <a16:creationId xmlns:a16="http://schemas.microsoft.com/office/drawing/2014/main" id="{640FEE48-C46A-48DD-9C92-E5CF5B288A28}"/>
                </a:ext>
              </a:extLst>
            </p:cNvPr>
            <p:cNvSpPr/>
            <p:nvPr/>
          </p:nvSpPr>
          <p:spPr bwMode="auto">
            <a:xfrm>
              <a:off x="6283905" y="2862841"/>
              <a:ext cx="204598" cy="214015"/>
            </a:xfrm>
            <a:custGeom>
              <a:avLst/>
              <a:gdLst/>
              <a:ahLst/>
              <a:cxnLst>
                <a:cxn ang="0">
                  <a:pos x="21" y="1"/>
                </a:cxn>
                <a:cxn ang="0">
                  <a:pos x="2" y="4"/>
                </a:cxn>
                <a:cxn ang="0">
                  <a:pos x="24" y="22"/>
                </a:cxn>
                <a:cxn ang="0">
                  <a:pos x="21" y="1"/>
                </a:cxn>
              </a:cxnLst>
              <a:rect l="0" t="0" r="r" b="b"/>
              <a:pathLst>
                <a:path w="24" h="25">
                  <a:moveTo>
                    <a:pt x="21" y="1"/>
                  </a:moveTo>
                  <a:cubicBezTo>
                    <a:pt x="21" y="1"/>
                    <a:pt x="4" y="0"/>
                    <a:pt x="2" y="4"/>
                  </a:cubicBezTo>
                  <a:cubicBezTo>
                    <a:pt x="0" y="9"/>
                    <a:pt x="1" y="25"/>
                    <a:pt x="24" y="22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rgbClr val="FFDFA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0" name="íślïḑé">
              <a:extLst>
                <a:ext uri="{FF2B5EF4-FFF2-40B4-BE49-F238E27FC236}">
                  <a16:creationId xmlns:a16="http://schemas.microsoft.com/office/drawing/2014/main" id="{22CD2676-7F2D-488D-BD40-BEE090FA2707}"/>
                </a:ext>
              </a:extLst>
            </p:cNvPr>
            <p:cNvSpPr/>
            <p:nvPr/>
          </p:nvSpPr>
          <p:spPr bwMode="auto">
            <a:xfrm>
              <a:off x="6462822" y="3051174"/>
              <a:ext cx="111288" cy="933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" y="0"/>
                </a:cxn>
                <a:cxn ang="0">
                  <a:pos x="4" y="11"/>
                </a:cxn>
                <a:cxn ang="0">
                  <a:pos x="0" y="0"/>
                </a:cxn>
              </a:cxnLst>
              <a:rect l="0" t="0" r="r" b="b"/>
              <a:pathLst>
                <a:path w="13" h="11">
                  <a:moveTo>
                    <a:pt x="0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3" y="8"/>
                    <a:pt x="4" y="11"/>
                  </a:cubicBezTo>
                  <a:cubicBezTo>
                    <a:pt x="4" y="11"/>
                    <a:pt x="1" y="1"/>
                    <a:pt x="0" y="0"/>
                  </a:cubicBezTo>
                  <a:close/>
                </a:path>
              </a:pathLst>
            </a:custGeom>
            <a:solidFill>
              <a:srgbClr val="F0BA7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1" name="ïṡļïḋê">
              <a:extLst>
                <a:ext uri="{FF2B5EF4-FFF2-40B4-BE49-F238E27FC236}">
                  <a16:creationId xmlns:a16="http://schemas.microsoft.com/office/drawing/2014/main" id="{905945B9-2D8D-43A0-9DA2-4EE91BA23DFC}"/>
                </a:ext>
              </a:extLst>
            </p:cNvPr>
            <p:cNvSpPr/>
            <p:nvPr/>
          </p:nvSpPr>
          <p:spPr bwMode="auto">
            <a:xfrm>
              <a:off x="6531307" y="2641122"/>
              <a:ext cx="77045" cy="145530"/>
            </a:xfrm>
            <a:custGeom>
              <a:avLst/>
              <a:gdLst/>
              <a:ahLst/>
              <a:cxnLst>
                <a:cxn ang="0">
                  <a:pos x="4" y="0"/>
                </a:cxn>
                <a:cxn ang="0">
                  <a:pos x="1" y="2"/>
                </a:cxn>
                <a:cxn ang="0">
                  <a:pos x="2" y="2"/>
                </a:cxn>
                <a:cxn ang="0">
                  <a:pos x="4" y="4"/>
                </a:cxn>
                <a:cxn ang="0">
                  <a:pos x="2" y="6"/>
                </a:cxn>
                <a:cxn ang="0">
                  <a:pos x="0" y="4"/>
                </a:cxn>
                <a:cxn ang="0">
                  <a:pos x="0" y="8"/>
                </a:cxn>
                <a:cxn ang="0">
                  <a:pos x="5" y="17"/>
                </a:cxn>
                <a:cxn ang="0">
                  <a:pos x="9" y="8"/>
                </a:cxn>
                <a:cxn ang="0">
                  <a:pos x="4" y="0"/>
                </a:cxn>
              </a:cxnLst>
              <a:rect l="0" t="0" r="r" b="b"/>
              <a:pathLst>
                <a:path w="9" h="17">
                  <a:moveTo>
                    <a:pt x="4" y="0"/>
                  </a:moveTo>
                  <a:cubicBezTo>
                    <a:pt x="3" y="0"/>
                    <a:pt x="2" y="1"/>
                    <a:pt x="1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2"/>
                    <a:pt x="4" y="2"/>
                    <a:pt x="4" y="4"/>
                  </a:cubicBezTo>
                  <a:cubicBezTo>
                    <a:pt x="4" y="5"/>
                    <a:pt x="3" y="6"/>
                    <a:pt x="2" y="6"/>
                  </a:cubicBezTo>
                  <a:cubicBezTo>
                    <a:pt x="1" y="6"/>
                    <a:pt x="1" y="5"/>
                    <a:pt x="0" y="4"/>
                  </a:cubicBezTo>
                  <a:cubicBezTo>
                    <a:pt x="0" y="6"/>
                    <a:pt x="0" y="7"/>
                    <a:pt x="0" y="8"/>
                  </a:cubicBezTo>
                  <a:cubicBezTo>
                    <a:pt x="0" y="13"/>
                    <a:pt x="2" y="17"/>
                    <a:pt x="5" y="17"/>
                  </a:cubicBezTo>
                  <a:cubicBezTo>
                    <a:pt x="7" y="17"/>
                    <a:pt x="9" y="13"/>
                    <a:pt x="9" y="8"/>
                  </a:cubicBezTo>
                  <a:cubicBezTo>
                    <a:pt x="9" y="4"/>
                    <a:pt x="7" y="0"/>
                    <a:pt x="4" y="0"/>
                  </a:cubicBezTo>
                  <a:close/>
                </a:path>
              </a:pathLst>
            </a:cu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2" name="iSḻïḍé">
              <a:extLst>
                <a:ext uri="{FF2B5EF4-FFF2-40B4-BE49-F238E27FC236}">
                  <a16:creationId xmlns:a16="http://schemas.microsoft.com/office/drawing/2014/main" id="{C7EF919E-FB3B-4C70-889E-AD6E5FEE006D}"/>
                </a:ext>
              </a:extLst>
            </p:cNvPr>
            <p:cNvSpPr/>
            <p:nvPr/>
          </p:nvSpPr>
          <p:spPr bwMode="auto">
            <a:xfrm>
              <a:off x="6898556" y="2632561"/>
              <a:ext cx="94167" cy="170356"/>
            </a:xfrm>
            <a:custGeom>
              <a:avLst/>
              <a:gdLst/>
              <a:ahLst/>
              <a:cxnLst>
                <a:cxn ang="0">
                  <a:pos x="5" y="0"/>
                </a:cxn>
                <a:cxn ang="0">
                  <a:pos x="2" y="2"/>
                </a:cxn>
                <a:cxn ang="0">
                  <a:pos x="3" y="2"/>
                </a:cxn>
                <a:cxn ang="0">
                  <a:pos x="5" y="4"/>
                </a:cxn>
                <a:cxn ang="0">
                  <a:pos x="3" y="7"/>
                </a:cxn>
                <a:cxn ang="0">
                  <a:pos x="1" y="5"/>
                </a:cxn>
                <a:cxn ang="0">
                  <a:pos x="0" y="10"/>
                </a:cxn>
                <a:cxn ang="0">
                  <a:pos x="6" y="19"/>
                </a:cxn>
                <a:cxn ang="0">
                  <a:pos x="11" y="9"/>
                </a:cxn>
                <a:cxn ang="0">
                  <a:pos x="5" y="0"/>
                </a:cxn>
              </a:cxnLst>
              <a:rect l="0" t="0" r="r" b="b"/>
              <a:pathLst>
                <a:path w="11" h="20">
                  <a:moveTo>
                    <a:pt x="5" y="0"/>
                  </a:moveTo>
                  <a:cubicBezTo>
                    <a:pt x="4" y="0"/>
                    <a:pt x="3" y="1"/>
                    <a:pt x="2" y="2"/>
                  </a:cubicBezTo>
                  <a:cubicBezTo>
                    <a:pt x="2" y="2"/>
                    <a:pt x="3" y="2"/>
                    <a:pt x="3" y="2"/>
                  </a:cubicBezTo>
                  <a:cubicBezTo>
                    <a:pt x="4" y="2"/>
                    <a:pt x="5" y="3"/>
                    <a:pt x="5" y="4"/>
                  </a:cubicBezTo>
                  <a:cubicBezTo>
                    <a:pt x="6" y="5"/>
                    <a:pt x="4" y="6"/>
                    <a:pt x="3" y="7"/>
                  </a:cubicBezTo>
                  <a:cubicBezTo>
                    <a:pt x="2" y="7"/>
                    <a:pt x="1" y="6"/>
                    <a:pt x="1" y="5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0" y="15"/>
                    <a:pt x="3" y="20"/>
                    <a:pt x="6" y="19"/>
                  </a:cubicBezTo>
                  <a:cubicBezTo>
                    <a:pt x="9" y="19"/>
                    <a:pt x="11" y="15"/>
                    <a:pt x="11" y="9"/>
                  </a:cubicBezTo>
                  <a:cubicBezTo>
                    <a:pt x="11" y="4"/>
                    <a:pt x="8" y="0"/>
                    <a:pt x="5" y="0"/>
                  </a:cubicBezTo>
                  <a:close/>
                </a:path>
              </a:pathLst>
            </a:cu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3" name="îṥľídè">
              <a:extLst>
                <a:ext uri="{FF2B5EF4-FFF2-40B4-BE49-F238E27FC236}">
                  <a16:creationId xmlns:a16="http://schemas.microsoft.com/office/drawing/2014/main" id="{03888AF3-294A-4C2B-8F92-0DAD0164299F}"/>
                </a:ext>
              </a:extLst>
            </p:cNvPr>
            <p:cNvSpPr/>
            <p:nvPr/>
          </p:nvSpPr>
          <p:spPr bwMode="auto">
            <a:xfrm>
              <a:off x="3048001" y="1138737"/>
              <a:ext cx="2432921" cy="2432921"/>
            </a:xfrm>
            <a:prstGeom prst="ellipse">
              <a:avLst/>
            </a:pr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4" name="îṧľíďè">
              <a:extLst>
                <a:ext uri="{FF2B5EF4-FFF2-40B4-BE49-F238E27FC236}">
                  <a16:creationId xmlns:a16="http://schemas.microsoft.com/office/drawing/2014/main" id="{6D949EC9-4980-47A5-A061-585407EC6AB4}"/>
                </a:ext>
              </a:extLst>
            </p:cNvPr>
            <p:cNvSpPr/>
            <p:nvPr/>
          </p:nvSpPr>
          <p:spPr bwMode="auto">
            <a:xfrm>
              <a:off x="3150728" y="1240608"/>
              <a:ext cx="2219762" cy="2219762"/>
            </a:xfrm>
            <a:prstGeom prst="ellipse">
              <a:avLst/>
            </a:prstGeom>
            <a:solidFill>
              <a:srgbClr val="E0DDD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5" name="íşḻîḍê">
              <a:extLst>
                <a:ext uri="{FF2B5EF4-FFF2-40B4-BE49-F238E27FC236}">
                  <a16:creationId xmlns:a16="http://schemas.microsoft.com/office/drawing/2014/main" id="{BFCB8103-6D50-40EC-A14A-4A681541EA40}"/>
                </a:ext>
              </a:extLst>
            </p:cNvPr>
            <p:cNvSpPr/>
            <p:nvPr/>
          </p:nvSpPr>
          <p:spPr bwMode="auto">
            <a:xfrm>
              <a:off x="3201236" y="1309093"/>
              <a:ext cx="2100770" cy="2092209"/>
            </a:xfrm>
            <a:prstGeom prst="ellipse">
              <a:avLst/>
            </a:prstGeom>
            <a:solidFill>
              <a:srgbClr val="F8F6E4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6" name="ïŝlîḑe">
              <a:extLst>
                <a:ext uri="{FF2B5EF4-FFF2-40B4-BE49-F238E27FC236}">
                  <a16:creationId xmlns:a16="http://schemas.microsoft.com/office/drawing/2014/main" id="{667766CD-27B2-4E05-A96D-7598E8A861D8}"/>
                </a:ext>
              </a:extLst>
            </p:cNvPr>
            <p:cNvSpPr/>
            <p:nvPr/>
          </p:nvSpPr>
          <p:spPr bwMode="auto">
            <a:xfrm>
              <a:off x="4217378" y="1206366"/>
              <a:ext cx="68485" cy="162651"/>
            </a:xfrm>
            <a:prstGeom prst="rect">
              <a:avLst/>
            </a:prstGeom>
            <a:solidFill>
              <a:srgbClr val="353539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7" name="ïŝļiďè">
              <a:extLst>
                <a:ext uri="{FF2B5EF4-FFF2-40B4-BE49-F238E27FC236}">
                  <a16:creationId xmlns:a16="http://schemas.microsoft.com/office/drawing/2014/main" id="{2B0DFBD5-60CA-414D-9063-8966B6B75959}"/>
                </a:ext>
              </a:extLst>
            </p:cNvPr>
            <p:cNvSpPr/>
            <p:nvPr/>
          </p:nvSpPr>
          <p:spPr bwMode="auto">
            <a:xfrm>
              <a:off x="4217378" y="3324257"/>
              <a:ext cx="68485" cy="161795"/>
            </a:xfrm>
            <a:prstGeom prst="rect">
              <a:avLst/>
            </a:prstGeom>
            <a:solidFill>
              <a:srgbClr val="353539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8" name="îşľidè">
              <a:extLst>
                <a:ext uri="{FF2B5EF4-FFF2-40B4-BE49-F238E27FC236}">
                  <a16:creationId xmlns:a16="http://schemas.microsoft.com/office/drawing/2014/main" id="{F7915FAB-B245-46EA-A14D-6C337616CCA0}"/>
                </a:ext>
              </a:extLst>
            </p:cNvPr>
            <p:cNvSpPr/>
            <p:nvPr/>
          </p:nvSpPr>
          <p:spPr bwMode="auto">
            <a:xfrm>
              <a:off x="5216400" y="2316675"/>
              <a:ext cx="162651" cy="68485"/>
            </a:xfrm>
            <a:prstGeom prst="rect">
              <a:avLst/>
            </a:prstGeom>
            <a:solidFill>
              <a:srgbClr val="353539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9" name="íSlïḍê">
              <a:extLst>
                <a:ext uri="{FF2B5EF4-FFF2-40B4-BE49-F238E27FC236}">
                  <a16:creationId xmlns:a16="http://schemas.microsoft.com/office/drawing/2014/main" id="{C421E3DC-1120-43DA-A9A6-A3B48CF9CABD}"/>
                </a:ext>
              </a:extLst>
            </p:cNvPr>
            <p:cNvSpPr/>
            <p:nvPr/>
          </p:nvSpPr>
          <p:spPr bwMode="auto">
            <a:xfrm>
              <a:off x="3150728" y="2316675"/>
              <a:ext cx="161795" cy="68485"/>
            </a:xfrm>
            <a:prstGeom prst="rect">
              <a:avLst/>
            </a:prstGeom>
            <a:solidFill>
              <a:srgbClr val="353539"/>
            </a:solidFill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0" name="iṥľíḋe">
              <a:extLst>
                <a:ext uri="{FF2B5EF4-FFF2-40B4-BE49-F238E27FC236}">
                  <a16:creationId xmlns:a16="http://schemas.microsoft.com/office/drawing/2014/main" id="{344D9E51-139C-4A20-A865-B83EB2660230}"/>
                </a:ext>
              </a:extLst>
            </p:cNvPr>
            <p:cNvSpPr/>
            <p:nvPr/>
          </p:nvSpPr>
          <p:spPr bwMode="auto">
            <a:xfrm>
              <a:off x="3492296" y="1676342"/>
              <a:ext cx="725083" cy="666014"/>
            </a:xfrm>
            <a:custGeom>
              <a:avLst/>
              <a:gdLst/>
              <a:ahLst/>
              <a:cxnLst>
                <a:cxn ang="0">
                  <a:pos x="20" y="0"/>
                </a:cxn>
                <a:cxn ang="0">
                  <a:pos x="0" y="20"/>
                </a:cxn>
                <a:cxn ang="0">
                  <a:pos x="827" y="778"/>
                </a:cxn>
                <a:cxn ang="0">
                  <a:pos x="847" y="758"/>
                </a:cxn>
                <a:cxn ang="0">
                  <a:pos x="20" y="0"/>
                </a:cxn>
              </a:cxnLst>
              <a:rect l="0" t="0" r="r" b="b"/>
              <a:pathLst>
                <a:path w="847" h="778">
                  <a:moveTo>
                    <a:pt x="20" y="0"/>
                  </a:moveTo>
                  <a:lnTo>
                    <a:pt x="0" y="20"/>
                  </a:lnTo>
                  <a:lnTo>
                    <a:pt x="827" y="778"/>
                  </a:lnTo>
                  <a:lnTo>
                    <a:pt x="847" y="758"/>
                  </a:lnTo>
                  <a:lnTo>
                    <a:pt x="20" y="0"/>
                  </a:lnTo>
                  <a:close/>
                </a:path>
              </a:pathLst>
            </a:custGeom>
            <a:solidFill>
              <a:srgbClr val="E18256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1" name="ïṥļidé">
              <a:extLst>
                <a:ext uri="{FF2B5EF4-FFF2-40B4-BE49-F238E27FC236}">
                  <a16:creationId xmlns:a16="http://schemas.microsoft.com/office/drawing/2014/main" id="{792C0DE5-27BE-4EDC-A298-0D41980EE1C2}"/>
                </a:ext>
              </a:extLst>
            </p:cNvPr>
            <p:cNvSpPr/>
            <p:nvPr/>
          </p:nvSpPr>
          <p:spPr bwMode="auto">
            <a:xfrm>
              <a:off x="3799621" y="2342357"/>
              <a:ext cx="451999" cy="384370"/>
            </a:xfrm>
            <a:custGeom>
              <a:avLst/>
              <a:gdLst/>
              <a:ahLst/>
              <a:cxnLst>
                <a:cxn ang="0">
                  <a:pos x="6" y="44"/>
                </a:cxn>
                <a:cxn ang="0">
                  <a:pos x="1" y="43"/>
                </a:cxn>
                <a:cxn ang="0">
                  <a:pos x="1" y="43"/>
                </a:cxn>
                <a:cxn ang="0">
                  <a:pos x="1" y="38"/>
                </a:cxn>
                <a:cxn ang="0">
                  <a:pos x="47" y="1"/>
                </a:cxn>
                <a:cxn ang="0">
                  <a:pos x="52" y="2"/>
                </a:cxn>
                <a:cxn ang="0">
                  <a:pos x="52" y="2"/>
                </a:cxn>
                <a:cxn ang="0">
                  <a:pos x="52" y="7"/>
                </a:cxn>
                <a:cxn ang="0">
                  <a:pos x="6" y="44"/>
                </a:cxn>
              </a:cxnLst>
              <a:rect l="0" t="0" r="r" b="b"/>
              <a:pathLst>
                <a:path w="53" h="45">
                  <a:moveTo>
                    <a:pt x="6" y="44"/>
                  </a:moveTo>
                  <a:cubicBezTo>
                    <a:pt x="5" y="45"/>
                    <a:pt x="3" y="44"/>
                    <a:pt x="1" y="43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0" y="41"/>
                    <a:pt x="0" y="39"/>
                    <a:pt x="1" y="38"/>
                  </a:cubicBezTo>
                  <a:cubicBezTo>
                    <a:pt x="47" y="1"/>
                    <a:pt x="47" y="1"/>
                    <a:pt x="47" y="1"/>
                  </a:cubicBezTo>
                  <a:cubicBezTo>
                    <a:pt x="48" y="0"/>
                    <a:pt x="51" y="0"/>
                    <a:pt x="52" y="2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3" y="4"/>
                    <a:pt x="53" y="6"/>
                    <a:pt x="52" y="7"/>
                  </a:cubicBezTo>
                  <a:lnTo>
                    <a:pt x="6" y="44"/>
                  </a:lnTo>
                  <a:close/>
                </a:path>
              </a:pathLst>
            </a:cu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2" name="í$1íḑè">
              <a:extLst>
                <a:ext uri="{FF2B5EF4-FFF2-40B4-BE49-F238E27FC236}">
                  <a16:creationId xmlns:a16="http://schemas.microsoft.com/office/drawing/2014/main" id="{51B5EEF2-22E5-444F-BFDA-B26CC23B17FE}"/>
                </a:ext>
              </a:extLst>
            </p:cNvPr>
            <p:cNvSpPr/>
            <p:nvPr/>
          </p:nvSpPr>
          <p:spPr bwMode="auto">
            <a:xfrm>
              <a:off x="4029901" y="1480305"/>
              <a:ext cx="247401" cy="862052"/>
            </a:xfrm>
            <a:custGeom>
              <a:avLst/>
              <a:gdLst/>
              <a:ahLst/>
              <a:cxnLst>
                <a:cxn ang="0">
                  <a:pos x="29" y="97"/>
                </a:cxn>
                <a:cxn ang="0">
                  <a:pos x="26" y="101"/>
                </a:cxn>
                <a:cxn ang="0">
                  <a:pos x="26" y="101"/>
                </a:cxn>
                <a:cxn ang="0">
                  <a:pos x="21" y="99"/>
                </a:cxn>
                <a:cxn ang="0">
                  <a:pos x="0" y="5"/>
                </a:cxn>
                <a:cxn ang="0">
                  <a:pos x="4" y="1"/>
                </a:cxn>
                <a:cxn ang="0">
                  <a:pos x="4" y="1"/>
                </a:cxn>
                <a:cxn ang="0">
                  <a:pos x="8" y="3"/>
                </a:cxn>
                <a:cxn ang="0">
                  <a:pos x="29" y="97"/>
                </a:cxn>
              </a:cxnLst>
              <a:rect l="0" t="0" r="r" b="b"/>
              <a:pathLst>
                <a:path w="29" h="101">
                  <a:moveTo>
                    <a:pt x="29" y="97"/>
                  </a:moveTo>
                  <a:cubicBezTo>
                    <a:pt x="29" y="98"/>
                    <a:pt x="28" y="100"/>
                    <a:pt x="26" y="101"/>
                  </a:cubicBezTo>
                  <a:cubicBezTo>
                    <a:pt x="26" y="101"/>
                    <a:pt x="26" y="101"/>
                    <a:pt x="26" y="101"/>
                  </a:cubicBezTo>
                  <a:cubicBezTo>
                    <a:pt x="23" y="101"/>
                    <a:pt x="21" y="100"/>
                    <a:pt x="21" y="99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3"/>
                    <a:pt x="1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6" y="0"/>
                    <a:pt x="8" y="1"/>
                    <a:pt x="8" y="3"/>
                  </a:cubicBezTo>
                  <a:lnTo>
                    <a:pt x="29" y="97"/>
                  </a:lnTo>
                  <a:close/>
                </a:path>
              </a:pathLst>
            </a:cu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3" name="îṣḻïḓê">
              <a:extLst>
                <a:ext uri="{FF2B5EF4-FFF2-40B4-BE49-F238E27FC236}">
                  <a16:creationId xmlns:a16="http://schemas.microsoft.com/office/drawing/2014/main" id="{C7CE3075-315C-43F6-92AD-DA8983AA2965}"/>
                </a:ext>
              </a:extLst>
            </p:cNvPr>
            <p:cNvSpPr/>
            <p:nvPr/>
          </p:nvSpPr>
          <p:spPr bwMode="auto">
            <a:xfrm>
              <a:off x="4158310" y="2248190"/>
              <a:ext cx="196038" cy="196894"/>
            </a:xfrm>
            <a:prstGeom prst="ellipse">
              <a:avLst/>
            </a:prstGeom>
            <a:solidFill>
              <a:srgbClr val="353539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4" name="ïśḷîḋè">
              <a:extLst>
                <a:ext uri="{FF2B5EF4-FFF2-40B4-BE49-F238E27FC236}">
                  <a16:creationId xmlns:a16="http://schemas.microsoft.com/office/drawing/2014/main" id="{342C7A04-3E7F-4FE4-853C-6E28E6C5023F}"/>
                </a:ext>
              </a:extLst>
            </p:cNvPr>
            <p:cNvSpPr/>
            <p:nvPr/>
          </p:nvSpPr>
          <p:spPr bwMode="auto">
            <a:xfrm>
              <a:off x="4183136" y="2273872"/>
              <a:ext cx="136969" cy="136970"/>
            </a:xfrm>
            <a:prstGeom prst="ellipse">
              <a:avLst/>
            </a:prstGeom>
            <a:solidFill>
              <a:srgbClr val="23221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  <p:grpSp>
        <p:nvGrpSpPr>
          <p:cNvPr id="335" name="组合 33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64B5D6D-FD25-4209-807E-B9E54A5AAB6C}"/>
              </a:ext>
            </a:extLst>
          </p:cNvPr>
          <p:cNvGrpSpPr>
            <a:grpSpLocks noChangeAspect="1"/>
          </p:cNvGrpSpPr>
          <p:nvPr/>
        </p:nvGrpSpPr>
        <p:grpSpPr>
          <a:xfrm>
            <a:off x="5910148" y="1340720"/>
            <a:ext cx="1532480" cy="1698629"/>
            <a:chOff x="7021800" y="1632469"/>
            <a:chExt cx="3545712" cy="3930131"/>
          </a:xfrm>
        </p:grpSpPr>
        <p:sp>
          <p:nvSpPr>
            <p:cNvPr id="336" name="iṩḷíďé">
              <a:extLst>
                <a:ext uri="{FF2B5EF4-FFF2-40B4-BE49-F238E27FC236}">
                  <a16:creationId xmlns:a16="http://schemas.microsoft.com/office/drawing/2014/main" id="{96CE40A0-9D94-4677-B264-7DBF4433069C}"/>
                </a:ext>
              </a:extLst>
            </p:cNvPr>
            <p:cNvSpPr/>
            <p:nvPr/>
          </p:nvSpPr>
          <p:spPr bwMode="auto">
            <a:xfrm>
              <a:off x="8521248" y="1632469"/>
              <a:ext cx="602936" cy="433875"/>
            </a:xfrm>
            <a:custGeom>
              <a:avLst/>
              <a:gdLst/>
              <a:ahLst/>
              <a:cxnLst>
                <a:cxn ang="0">
                  <a:pos x="28" y="157"/>
                </a:cxn>
                <a:cxn ang="0">
                  <a:pos x="151" y="14"/>
                </a:cxn>
                <a:cxn ang="0">
                  <a:pos x="358" y="259"/>
                </a:cxn>
                <a:cxn ang="0">
                  <a:pos x="220" y="267"/>
                </a:cxn>
                <a:cxn ang="0">
                  <a:pos x="221" y="261"/>
                </a:cxn>
                <a:cxn ang="0">
                  <a:pos x="244" y="244"/>
                </a:cxn>
                <a:cxn ang="0">
                  <a:pos x="103" y="224"/>
                </a:cxn>
                <a:cxn ang="0">
                  <a:pos x="186" y="231"/>
                </a:cxn>
                <a:cxn ang="0">
                  <a:pos x="261" y="233"/>
                </a:cxn>
                <a:cxn ang="0">
                  <a:pos x="274" y="233"/>
                </a:cxn>
                <a:cxn ang="0">
                  <a:pos x="323" y="187"/>
                </a:cxn>
                <a:cxn ang="0">
                  <a:pos x="175" y="225"/>
                </a:cxn>
                <a:cxn ang="0">
                  <a:pos x="286" y="209"/>
                </a:cxn>
                <a:cxn ang="0">
                  <a:pos x="242" y="223"/>
                </a:cxn>
                <a:cxn ang="0">
                  <a:pos x="105" y="211"/>
                </a:cxn>
                <a:cxn ang="0">
                  <a:pos x="189" y="217"/>
                </a:cxn>
                <a:cxn ang="0">
                  <a:pos x="240" y="217"/>
                </a:cxn>
                <a:cxn ang="0">
                  <a:pos x="33" y="155"/>
                </a:cxn>
                <a:cxn ang="0">
                  <a:pos x="172" y="214"/>
                </a:cxn>
                <a:cxn ang="0">
                  <a:pos x="192" y="163"/>
                </a:cxn>
                <a:cxn ang="0">
                  <a:pos x="296" y="206"/>
                </a:cxn>
                <a:cxn ang="0">
                  <a:pos x="271" y="201"/>
                </a:cxn>
                <a:cxn ang="0">
                  <a:pos x="111" y="184"/>
                </a:cxn>
                <a:cxn ang="0">
                  <a:pos x="136" y="201"/>
                </a:cxn>
                <a:cxn ang="0">
                  <a:pos x="237" y="164"/>
                </a:cxn>
                <a:cxn ang="0">
                  <a:pos x="231" y="163"/>
                </a:cxn>
                <a:cxn ang="0">
                  <a:pos x="271" y="107"/>
                </a:cxn>
                <a:cxn ang="0">
                  <a:pos x="285" y="184"/>
                </a:cxn>
                <a:cxn ang="0">
                  <a:pos x="329" y="179"/>
                </a:cxn>
                <a:cxn ang="0">
                  <a:pos x="127" y="163"/>
                </a:cxn>
                <a:cxn ang="0">
                  <a:pos x="249" y="162"/>
                </a:cxn>
                <a:cxn ang="0">
                  <a:pos x="149" y="161"/>
                </a:cxn>
                <a:cxn ang="0">
                  <a:pos x="199" y="136"/>
                </a:cxn>
                <a:cxn ang="0">
                  <a:pos x="161" y="155"/>
                </a:cxn>
                <a:cxn ang="0">
                  <a:pos x="137" y="151"/>
                </a:cxn>
                <a:cxn ang="0">
                  <a:pos x="69" y="118"/>
                </a:cxn>
                <a:cxn ang="0">
                  <a:pos x="183" y="138"/>
                </a:cxn>
                <a:cxn ang="0">
                  <a:pos x="232" y="136"/>
                </a:cxn>
                <a:cxn ang="0">
                  <a:pos x="233" y="129"/>
                </a:cxn>
                <a:cxn ang="0">
                  <a:pos x="198" y="123"/>
                </a:cxn>
                <a:cxn ang="0">
                  <a:pos x="157" y="114"/>
                </a:cxn>
                <a:cxn ang="0">
                  <a:pos x="285" y="114"/>
                </a:cxn>
                <a:cxn ang="0">
                  <a:pos x="280" y="100"/>
                </a:cxn>
                <a:cxn ang="0">
                  <a:pos x="143" y="110"/>
                </a:cxn>
                <a:cxn ang="0">
                  <a:pos x="160" y="38"/>
                </a:cxn>
                <a:cxn ang="0">
                  <a:pos x="150" y="88"/>
                </a:cxn>
                <a:cxn ang="0">
                  <a:pos x="291" y="40"/>
                </a:cxn>
                <a:cxn ang="0">
                  <a:pos x="218" y="109"/>
                </a:cxn>
                <a:cxn ang="0">
                  <a:pos x="202" y="74"/>
                </a:cxn>
                <a:cxn ang="0">
                  <a:pos x="76" y="41"/>
                </a:cxn>
                <a:cxn ang="0">
                  <a:pos x="345" y="70"/>
                </a:cxn>
                <a:cxn ang="0">
                  <a:pos x="205" y="54"/>
                </a:cxn>
                <a:cxn ang="0">
                  <a:pos x="183" y="60"/>
                </a:cxn>
                <a:cxn ang="0">
                  <a:pos x="135" y="73"/>
                </a:cxn>
                <a:cxn ang="0">
                  <a:pos x="198" y="39"/>
                </a:cxn>
                <a:cxn ang="0">
                  <a:pos x="176" y="32"/>
                </a:cxn>
                <a:cxn ang="0">
                  <a:pos x="188" y="39"/>
                </a:cxn>
                <a:cxn ang="0">
                  <a:pos x="177" y="24"/>
                </a:cxn>
              </a:cxnLst>
              <a:rect l="0" t="0" r="r" b="b"/>
              <a:pathLst>
                <a:path w="399" h="287">
                  <a:moveTo>
                    <a:pt x="254" y="287"/>
                  </a:moveTo>
                  <a:cubicBezTo>
                    <a:pt x="249" y="285"/>
                    <a:pt x="248" y="282"/>
                    <a:pt x="240" y="283"/>
                  </a:cubicBezTo>
                  <a:cubicBezTo>
                    <a:pt x="233" y="285"/>
                    <a:pt x="225" y="286"/>
                    <a:pt x="220" y="279"/>
                  </a:cubicBezTo>
                  <a:cubicBezTo>
                    <a:pt x="217" y="277"/>
                    <a:pt x="216" y="274"/>
                    <a:pt x="215" y="271"/>
                  </a:cubicBezTo>
                  <a:cubicBezTo>
                    <a:pt x="207" y="268"/>
                    <a:pt x="201" y="264"/>
                    <a:pt x="195" y="260"/>
                  </a:cubicBezTo>
                  <a:cubicBezTo>
                    <a:pt x="193" y="258"/>
                    <a:pt x="191" y="256"/>
                    <a:pt x="190" y="254"/>
                  </a:cubicBezTo>
                  <a:cubicBezTo>
                    <a:pt x="162" y="265"/>
                    <a:pt x="133" y="271"/>
                    <a:pt x="115" y="262"/>
                  </a:cubicBezTo>
                  <a:cubicBezTo>
                    <a:pt x="101" y="255"/>
                    <a:pt x="96" y="242"/>
                    <a:pt x="98" y="222"/>
                  </a:cubicBezTo>
                  <a:cubicBezTo>
                    <a:pt x="65" y="208"/>
                    <a:pt x="38" y="184"/>
                    <a:pt x="28" y="157"/>
                  </a:cubicBezTo>
                  <a:cubicBezTo>
                    <a:pt x="27" y="156"/>
                    <a:pt x="27" y="154"/>
                    <a:pt x="27" y="153"/>
                  </a:cubicBezTo>
                  <a:cubicBezTo>
                    <a:pt x="22" y="151"/>
                    <a:pt x="18" y="149"/>
                    <a:pt x="16" y="146"/>
                  </a:cubicBezTo>
                  <a:cubicBezTo>
                    <a:pt x="9" y="138"/>
                    <a:pt x="7" y="127"/>
                    <a:pt x="10" y="112"/>
                  </a:cubicBezTo>
                  <a:cubicBezTo>
                    <a:pt x="11" y="110"/>
                    <a:pt x="11" y="108"/>
                    <a:pt x="12" y="106"/>
                  </a:cubicBezTo>
                  <a:cubicBezTo>
                    <a:pt x="1" y="103"/>
                    <a:pt x="0" y="93"/>
                    <a:pt x="1" y="87"/>
                  </a:cubicBezTo>
                  <a:cubicBezTo>
                    <a:pt x="3" y="74"/>
                    <a:pt x="30" y="49"/>
                    <a:pt x="60" y="40"/>
                  </a:cubicBezTo>
                  <a:cubicBezTo>
                    <a:pt x="66" y="38"/>
                    <a:pt x="71" y="36"/>
                    <a:pt x="75" y="35"/>
                  </a:cubicBezTo>
                  <a:cubicBezTo>
                    <a:pt x="98" y="21"/>
                    <a:pt x="124" y="13"/>
                    <a:pt x="144" y="13"/>
                  </a:cubicBezTo>
                  <a:cubicBezTo>
                    <a:pt x="147" y="13"/>
                    <a:pt x="149" y="14"/>
                    <a:pt x="151" y="14"/>
                  </a:cubicBezTo>
                  <a:cubicBezTo>
                    <a:pt x="172" y="10"/>
                    <a:pt x="192" y="8"/>
                    <a:pt x="211" y="8"/>
                  </a:cubicBezTo>
                  <a:cubicBezTo>
                    <a:pt x="227" y="2"/>
                    <a:pt x="242" y="0"/>
                    <a:pt x="253" y="2"/>
                  </a:cubicBezTo>
                  <a:cubicBezTo>
                    <a:pt x="266" y="4"/>
                    <a:pt x="276" y="9"/>
                    <a:pt x="283" y="16"/>
                  </a:cubicBezTo>
                  <a:cubicBezTo>
                    <a:pt x="318" y="28"/>
                    <a:pt x="358" y="53"/>
                    <a:pt x="375" y="83"/>
                  </a:cubicBezTo>
                  <a:cubicBezTo>
                    <a:pt x="385" y="99"/>
                    <a:pt x="388" y="116"/>
                    <a:pt x="384" y="132"/>
                  </a:cubicBezTo>
                  <a:cubicBezTo>
                    <a:pt x="390" y="143"/>
                    <a:pt x="394" y="154"/>
                    <a:pt x="396" y="165"/>
                  </a:cubicBezTo>
                  <a:cubicBezTo>
                    <a:pt x="399" y="192"/>
                    <a:pt x="387" y="216"/>
                    <a:pt x="360" y="231"/>
                  </a:cubicBezTo>
                  <a:cubicBezTo>
                    <a:pt x="357" y="233"/>
                    <a:pt x="353" y="234"/>
                    <a:pt x="349" y="236"/>
                  </a:cubicBezTo>
                  <a:cubicBezTo>
                    <a:pt x="357" y="244"/>
                    <a:pt x="360" y="252"/>
                    <a:pt x="358" y="259"/>
                  </a:cubicBezTo>
                  <a:cubicBezTo>
                    <a:pt x="355" y="271"/>
                    <a:pt x="337" y="279"/>
                    <a:pt x="305" y="283"/>
                  </a:cubicBezTo>
                  <a:cubicBezTo>
                    <a:pt x="295" y="284"/>
                    <a:pt x="277" y="284"/>
                    <a:pt x="258" y="282"/>
                  </a:cubicBezTo>
                  <a:cubicBezTo>
                    <a:pt x="259" y="283"/>
                    <a:pt x="260" y="283"/>
                    <a:pt x="260" y="284"/>
                  </a:cubicBezTo>
                  <a:cubicBezTo>
                    <a:pt x="259" y="285"/>
                    <a:pt x="256" y="287"/>
                    <a:pt x="254" y="287"/>
                  </a:cubicBezTo>
                  <a:close/>
                  <a:moveTo>
                    <a:pt x="223" y="275"/>
                  </a:moveTo>
                  <a:cubicBezTo>
                    <a:pt x="223" y="275"/>
                    <a:pt x="224" y="275"/>
                    <a:pt x="224" y="276"/>
                  </a:cubicBezTo>
                  <a:cubicBezTo>
                    <a:pt x="227" y="279"/>
                    <a:pt x="230" y="279"/>
                    <a:pt x="236" y="278"/>
                  </a:cubicBezTo>
                  <a:cubicBezTo>
                    <a:pt x="231" y="277"/>
                    <a:pt x="227" y="276"/>
                    <a:pt x="223" y="275"/>
                  </a:cubicBezTo>
                  <a:close/>
                  <a:moveTo>
                    <a:pt x="220" y="267"/>
                  </a:moveTo>
                  <a:cubicBezTo>
                    <a:pt x="247" y="278"/>
                    <a:pt x="285" y="279"/>
                    <a:pt x="305" y="277"/>
                  </a:cubicBezTo>
                  <a:cubicBezTo>
                    <a:pt x="333" y="274"/>
                    <a:pt x="350" y="267"/>
                    <a:pt x="352" y="257"/>
                  </a:cubicBezTo>
                  <a:cubicBezTo>
                    <a:pt x="354" y="252"/>
                    <a:pt x="351" y="245"/>
                    <a:pt x="343" y="238"/>
                  </a:cubicBezTo>
                  <a:cubicBezTo>
                    <a:pt x="336" y="241"/>
                    <a:pt x="327" y="242"/>
                    <a:pt x="318" y="243"/>
                  </a:cubicBezTo>
                  <a:cubicBezTo>
                    <a:pt x="326" y="247"/>
                    <a:pt x="332" y="251"/>
                    <a:pt x="333" y="256"/>
                  </a:cubicBezTo>
                  <a:cubicBezTo>
                    <a:pt x="334" y="261"/>
                    <a:pt x="330" y="266"/>
                    <a:pt x="321" y="271"/>
                  </a:cubicBezTo>
                  <a:cubicBezTo>
                    <a:pt x="307" y="278"/>
                    <a:pt x="279" y="272"/>
                    <a:pt x="261" y="263"/>
                  </a:cubicBezTo>
                  <a:cubicBezTo>
                    <a:pt x="251" y="258"/>
                    <a:pt x="243" y="252"/>
                    <a:pt x="239" y="246"/>
                  </a:cubicBezTo>
                  <a:cubicBezTo>
                    <a:pt x="230" y="250"/>
                    <a:pt x="223" y="255"/>
                    <a:pt x="221" y="261"/>
                  </a:cubicBezTo>
                  <a:cubicBezTo>
                    <a:pt x="220" y="263"/>
                    <a:pt x="219" y="265"/>
                    <a:pt x="220" y="267"/>
                  </a:cubicBezTo>
                  <a:close/>
                  <a:moveTo>
                    <a:pt x="244" y="244"/>
                  </a:moveTo>
                  <a:cubicBezTo>
                    <a:pt x="248" y="249"/>
                    <a:pt x="255" y="254"/>
                    <a:pt x="263" y="258"/>
                  </a:cubicBezTo>
                  <a:cubicBezTo>
                    <a:pt x="283" y="267"/>
                    <a:pt x="307" y="271"/>
                    <a:pt x="318" y="266"/>
                  </a:cubicBezTo>
                  <a:cubicBezTo>
                    <a:pt x="325" y="262"/>
                    <a:pt x="328" y="259"/>
                    <a:pt x="327" y="257"/>
                  </a:cubicBezTo>
                  <a:cubicBezTo>
                    <a:pt x="326" y="252"/>
                    <a:pt x="314" y="247"/>
                    <a:pt x="302" y="244"/>
                  </a:cubicBezTo>
                  <a:cubicBezTo>
                    <a:pt x="291" y="243"/>
                    <a:pt x="281" y="242"/>
                    <a:pt x="272" y="238"/>
                  </a:cubicBezTo>
                  <a:cubicBezTo>
                    <a:pt x="271" y="238"/>
                    <a:pt x="270" y="238"/>
                    <a:pt x="269" y="238"/>
                  </a:cubicBezTo>
                  <a:cubicBezTo>
                    <a:pt x="263" y="238"/>
                    <a:pt x="254" y="240"/>
                    <a:pt x="244" y="244"/>
                  </a:cubicBezTo>
                  <a:close/>
                  <a:moveTo>
                    <a:pt x="195" y="252"/>
                  </a:moveTo>
                  <a:cubicBezTo>
                    <a:pt x="196" y="253"/>
                    <a:pt x="198" y="254"/>
                    <a:pt x="199" y="255"/>
                  </a:cubicBezTo>
                  <a:cubicBezTo>
                    <a:pt x="203" y="259"/>
                    <a:pt x="208" y="262"/>
                    <a:pt x="214" y="265"/>
                  </a:cubicBezTo>
                  <a:cubicBezTo>
                    <a:pt x="214" y="262"/>
                    <a:pt x="215" y="260"/>
                    <a:pt x="215" y="259"/>
                  </a:cubicBezTo>
                  <a:cubicBezTo>
                    <a:pt x="218" y="252"/>
                    <a:pt x="226" y="246"/>
                    <a:pt x="235" y="242"/>
                  </a:cubicBezTo>
                  <a:cubicBezTo>
                    <a:pt x="234" y="240"/>
                    <a:pt x="234" y="238"/>
                    <a:pt x="233" y="236"/>
                  </a:cubicBezTo>
                  <a:cubicBezTo>
                    <a:pt x="233" y="234"/>
                    <a:pt x="233" y="232"/>
                    <a:pt x="232" y="231"/>
                  </a:cubicBezTo>
                  <a:cubicBezTo>
                    <a:pt x="222" y="238"/>
                    <a:pt x="209" y="246"/>
                    <a:pt x="195" y="252"/>
                  </a:cubicBezTo>
                  <a:close/>
                  <a:moveTo>
                    <a:pt x="103" y="224"/>
                  </a:moveTo>
                  <a:cubicBezTo>
                    <a:pt x="102" y="240"/>
                    <a:pt x="107" y="251"/>
                    <a:pt x="117" y="257"/>
                  </a:cubicBezTo>
                  <a:cubicBezTo>
                    <a:pt x="133" y="265"/>
                    <a:pt x="161" y="260"/>
                    <a:pt x="186" y="249"/>
                  </a:cubicBezTo>
                  <a:cubicBezTo>
                    <a:pt x="183" y="244"/>
                    <a:pt x="181" y="238"/>
                    <a:pt x="181" y="231"/>
                  </a:cubicBezTo>
                  <a:cubicBezTo>
                    <a:pt x="181" y="231"/>
                    <a:pt x="181" y="231"/>
                    <a:pt x="181" y="231"/>
                  </a:cubicBezTo>
                  <a:cubicBezTo>
                    <a:pt x="179" y="231"/>
                    <a:pt x="178" y="231"/>
                    <a:pt x="176" y="231"/>
                  </a:cubicBezTo>
                  <a:cubicBezTo>
                    <a:pt x="163" y="233"/>
                    <a:pt x="148" y="234"/>
                    <a:pt x="133" y="231"/>
                  </a:cubicBezTo>
                  <a:cubicBezTo>
                    <a:pt x="123" y="230"/>
                    <a:pt x="113" y="227"/>
                    <a:pt x="103" y="224"/>
                  </a:cubicBezTo>
                  <a:close/>
                  <a:moveTo>
                    <a:pt x="186" y="230"/>
                  </a:moveTo>
                  <a:cubicBezTo>
                    <a:pt x="186" y="231"/>
                    <a:pt x="186" y="231"/>
                    <a:pt x="186" y="231"/>
                  </a:cubicBezTo>
                  <a:cubicBezTo>
                    <a:pt x="187" y="237"/>
                    <a:pt x="188" y="242"/>
                    <a:pt x="192" y="247"/>
                  </a:cubicBezTo>
                  <a:cubicBezTo>
                    <a:pt x="204" y="242"/>
                    <a:pt x="216" y="235"/>
                    <a:pt x="225" y="228"/>
                  </a:cubicBezTo>
                  <a:cubicBezTo>
                    <a:pt x="215" y="228"/>
                    <a:pt x="207" y="227"/>
                    <a:pt x="204" y="227"/>
                  </a:cubicBezTo>
                  <a:cubicBezTo>
                    <a:pt x="203" y="227"/>
                    <a:pt x="202" y="227"/>
                    <a:pt x="202" y="226"/>
                  </a:cubicBezTo>
                  <a:cubicBezTo>
                    <a:pt x="197" y="228"/>
                    <a:pt x="192" y="230"/>
                    <a:pt x="186" y="230"/>
                  </a:cubicBezTo>
                  <a:close/>
                  <a:moveTo>
                    <a:pt x="238" y="229"/>
                  </a:moveTo>
                  <a:cubicBezTo>
                    <a:pt x="238" y="231"/>
                    <a:pt x="239" y="233"/>
                    <a:pt x="239" y="234"/>
                  </a:cubicBezTo>
                  <a:cubicBezTo>
                    <a:pt x="239" y="236"/>
                    <a:pt x="240" y="238"/>
                    <a:pt x="241" y="239"/>
                  </a:cubicBezTo>
                  <a:cubicBezTo>
                    <a:pt x="248" y="236"/>
                    <a:pt x="255" y="234"/>
                    <a:pt x="261" y="233"/>
                  </a:cubicBezTo>
                  <a:cubicBezTo>
                    <a:pt x="259" y="232"/>
                    <a:pt x="257" y="231"/>
                    <a:pt x="256" y="230"/>
                  </a:cubicBezTo>
                  <a:cubicBezTo>
                    <a:pt x="250" y="230"/>
                    <a:pt x="244" y="229"/>
                    <a:pt x="238" y="229"/>
                  </a:cubicBezTo>
                  <a:close/>
                  <a:moveTo>
                    <a:pt x="302" y="238"/>
                  </a:moveTo>
                  <a:cubicBezTo>
                    <a:pt x="314" y="238"/>
                    <a:pt x="327" y="237"/>
                    <a:pt x="338" y="233"/>
                  </a:cubicBezTo>
                  <a:cubicBezTo>
                    <a:pt x="337" y="233"/>
                    <a:pt x="336" y="232"/>
                    <a:pt x="335" y="231"/>
                  </a:cubicBezTo>
                  <a:cubicBezTo>
                    <a:pt x="330" y="228"/>
                    <a:pt x="325" y="224"/>
                    <a:pt x="320" y="222"/>
                  </a:cubicBezTo>
                  <a:cubicBezTo>
                    <a:pt x="320" y="222"/>
                    <a:pt x="319" y="223"/>
                    <a:pt x="319" y="224"/>
                  </a:cubicBezTo>
                  <a:cubicBezTo>
                    <a:pt x="318" y="227"/>
                    <a:pt x="316" y="231"/>
                    <a:pt x="268" y="230"/>
                  </a:cubicBezTo>
                  <a:cubicBezTo>
                    <a:pt x="270" y="231"/>
                    <a:pt x="272" y="232"/>
                    <a:pt x="274" y="233"/>
                  </a:cubicBezTo>
                  <a:cubicBezTo>
                    <a:pt x="281" y="233"/>
                    <a:pt x="291" y="235"/>
                    <a:pt x="302" y="238"/>
                  </a:cubicBezTo>
                  <a:close/>
                  <a:moveTo>
                    <a:pt x="321" y="216"/>
                  </a:moveTo>
                  <a:cubicBezTo>
                    <a:pt x="327" y="219"/>
                    <a:pt x="333" y="222"/>
                    <a:pt x="338" y="226"/>
                  </a:cubicBezTo>
                  <a:cubicBezTo>
                    <a:pt x="341" y="228"/>
                    <a:pt x="343" y="230"/>
                    <a:pt x="345" y="231"/>
                  </a:cubicBezTo>
                  <a:cubicBezTo>
                    <a:pt x="349" y="230"/>
                    <a:pt x="353" y="228"/>
                    <a:pt x="357" y="226"/>
                  </a:cubicBezTo>
                  <a:cubicBezTo>
                    <a:pt x="388" y="208"/>
                    <a:pt x="392" y="183"/>
                    <a:pt x="390" y="166"/>
                  </a:cubicBezTo>
                  <a:cubicBezTo>
                    <a:pt x="389" y="157"/>
                    <a:pt x="386" y="148"/>
                    <a:pt x="381" y="140"/>
                  </a:cubicBezTo>
                  <a:cubicBezTo>
                    <a:pt x="373" y="162"/>
                    <a:pt x="352" y="179"/>
                    <a:pt x="324" y="187"/>
                  </a:cubicBezTo>
                  <a:cubicBezTo>
                    <a:pt x="324" y="187"/>
                    <a:pt x="323" y="187"/>
                    <a:pt x="323" y="187"/>
                  </a:cubicBezTo>
                  <a:cubicBezTo>
                    <a:pt x="320" y="191"/>
                    <a:pt x="316" y="194"/>
                    <a:pt x="312" y="197"/>
                  </a:cubicBezTo>
                  <a:cubicBezTo>
                    <a:pt x="314" y="199"/>
                    <a:pt x="316" y="202"/>
                    <a:pt x="318" y="204"/>
                  </a:cubicBezTo>
                  <a:cubicBezTo>
                    <a:pt x="320" y="208"/>
                    <a:pt x="321" y="212"/>
                    <a:pt x="321" y="216"/>
                  </a:cubicBezTo>
                  <a:close/>
                  <a:moveTo>
                    <a:pt x="138" y="226"/>
                  </a:moveTo>
                  <a:cubicBezTo>
                    <a:pt x="139" y="226"/>
                    <a:pt x="141" y="226"/>
                    <a:pt x="142" y="227"/>
                  </a:cubicBezTo>
                  <a:cubicBezTo>
                    <a:pt x="142" y="226"/>
                    <a:pt x="141" y="226"/>
                    <a:pt x="140" y="226"/>
                  </a:cubicBezTo>
                  <a:cubicBezTo>
                    <a:pt x="139" y="226"/>
                    <a:pt x="139" y="226"/>
                    <a:pt x="138" y="226"/>
                  </a:cubicBezTo>
                  <a:close/>
                  <a:moveTo>
                    <a:pt x="157" y="224"/>
                  </a:moveTo>
                  <a:cubicBezTo>
                    <a:pt x="163" y="225"/>
                    <a:pt x="169" y="226"/>
                    <a:pt x="175" y="225"/>
                  </a:cubicBezTo>
                  <a:cubicBezTo>
                    <a:pt x="177" y="225"/>
                    <a:pt x="179" y="225"/>
                    <a:pt x="181" y="224"/>
                  </a:cubicBezTo>
                  <a:cubicBezTo>
                    <a:pt x="181" y="224"/>
                    <a:pt x="181" y="223"/>
                    <a:pt x="181" y="223"/>
                  </a:cubicBezTo>
                  <a:cubicBezTo>
                    <a:pt x="181" y="222"/>
                    <a:pt x="180" y="222"/>
                    <a:pt x="180" y="222"/>
                  </a:cubicBezTo>
                  <a:cubicBezTo>
                    <a:pt x="176" y="222"/>
                    <a:pt x="173" y="221"/>
                    <a:pt x="171" y="221"/>
                  </a:cubicBezTo>
                  <a:cubicBezTo>
                    <a:pt x="166" y="222"/>
                    <a:pt x="162" y="223"/>
                    <a:pt x="157" y="224"/>
                  </a:cubicBezTo>
                  <a:close/>
                  <a:moveTo>
                    <a:pt x="258" y="224"/>
                  </a:moveTo>
                  <a:cubicBezTo>
                    <a:pt x="284" y="225"/>
                    <a:pt x="310" y="224"/>
                    <a:pt x="314" y="221"/>
                  </a:cubicBezTo>
                  <a:cubicBezTo>
                    <a:pt x="314" y="221"/>
                    <a:pt x="314" y="220"/>
                    <a:pt x="315" y="219"/>
                  </a:cubicBezTo>
                  <a:cubicBezTo>
                    <a:pt x="305" y="215"/>
                    <a:pt x="295" y="211"/>
                    <a:pt x="286" y="209"/>
                  </a:cubicBezTo>
                  <a:cubicBezTo>
                    <a:pt x="282" y="210"/>
                    <a:pt x="278" y="211"/>
                    <a:pt x="274" y="211"/>
                  </a:cubicBezTo>
                  <a:cubicBezTo>
                    <a:pt x="266" y="212"/>
                    <a:pt x="259" y="212"/>
                    <a:pt x="252" y="211"/>
                  </a:cubicBezTo>
                  <a:cubicBezTo>
                    <a:pt x="250" y="212"/>
                    <a:pt x="249" y="213"/>
                    <a:pt x="247" y="213"/>
                  </a:cubicBezTo>
                  <a:cubicBezTo>
                    <a:pt x="248" y="214"/>
                    <a:pt x="248" y="214"/>
                    <a:pt x="248" y="214"/>
                  </a:cubicBezTo>
                  <a:cubicBezTo>
                    <a:pt x="250" y="218"/>
                    <a:pt x="254" y="221"/>
                    <a:pt x="258" y="224"/>
                  </a:cubicBezTo>
                  <a:close/>
                  <a:moveTo>
                    <a:pt x="242" y="223"/>
                  </a:moveTo>
                  <a:cubicBezTo>
                    <a:pt x="244" y="224"/>
                    <a:pt x="246" y="224"/>
                    <a:pt x="248" y="224"/>
                  </a:cubicBezTo>
                  <a:cubicBezTo>
                    <a:pt x="247" y="223"/>
                    <a:pt x="246" y="221"/>
                    <a:pt x="245" y="220"/>
                  </a:cubicBezTo>
                  <a:cubicBezTo>
                    <a:pt x="244" y="221"/>
                    <a:pt x="243" y="222"/>
                    <a:pt x="242" y="223"/>
                  </a:cubicBezTo>
                  <a:close/>
                  <a:moveTo>
                    <a:pt x="212" y="222"/>
                  </a:moveTo>
                  <a:cubicBezTo>
                    <a:pt x="217" y="222"/>
                    <a:pt x="224" y="223"/>
                    <a:pt x="232" y="223"/>
                  </a:cubicBezTo>
                  <a:cubicBezTo>
                    <a:pt x="233" y="221"/>
                    <a:pt x="233" y="219"/>
                    <a:pt x="234" y="218"/>
                  </a:cubicBezTo>
                  <a:cubicBezTo>
                    <a:pt x="227" y="219"/>
                    <a:pt x="219" y="221"/>
                    <a:pt x="212" y="222"/>
                  </a:cubicBezTo>
                  <a:close/>
                  <a:moveTo>
                    <a:pt x="104" y="218"/>
                  </a:moveTo>
                  <a:cubicBezTo>
                    <a:pt x="109" y="220"/>
                    <a:pt x="114" y="221"/>
                    <a:pt x="119" y="222"/>
                  </a:cubicBezTo>
                  <a:cubicBezTo>
                    <a:pt x="114" y="220"/>
                    <a:pt x="111" y="217"/>
                    <a:pt x="109" y="212"/>
                  </a:cubicBezTo>
                  <a:cubicBezTo>
                    <a:pt x="108" y="212"/>
                    <a:pt x="107" y="211"/>
                    <a:pt x="106" y="210"/>
                  </a:cubicBezTo>
                  <a:cubicBezTo>
                    <a:pt x="106" y="211"/>
                    <a:pt x="105" y="211"/>
                    <a:pt x="105" y="211"/>
                  </a:cubicBezTo>
                  <a:cubicBezTo>
                    <a:pt x="105" y="214"/>
                    <a:pt x="104" y="216"/>
                    <a:pt x="104" y="218"/>
                  </a:cubicBezTo>
                  <a:close/>
                  <a:moveTo>
                    <a:pt x="114" y="208"/>
                  </a:moveTo>
                  <a:cubicBezTo>
                    <a:pt x="122" y="213"/>
                    <a:pt x="132" y="217"/>
                    <a:pt x="141" y="220"/>
                  </a:cubicBezTo>
                  <a:cubicBezTo>
                    <a:pt x="147" y="220"/>
                    <a:pt x="153" y="219"/>
                    <a:pt x="159" y="218"/>
                  </a:cubicBezTo>
                  <a:cubicBezTo>
                    <a:pt x="155" y="216"/>
                    <a:pt x="152" y="215"/>
                    <a:pt x="149" y="213"/>
                  </a:cubicBezTo>
                  <a:cubicBezTo>
                    <a:pt x="135" y="208"/>
                    <a:pt x="122" y="200"/>
                    <a:pt x="116" y="191"/>
                  </a:cubicBezTo>
                  <a:cubicBezTo>
                    <a:pt x="113" y="195"/>
                    <a:pt x="112" y="200"/>
                    <a:pt x="113" y="205"/>
                  </a:cubicBezTo>
                  <a:cubicBezTo>
                    <a:pt x="113" y="206"/>
                    <a:pt x="113" y="207"/>
                    <a:pt x="114" y="208"/>
                  </a:cubicBezTo>
                  <a:close/>
                  <a:moveTo>
                    <a:pt x="189" y="217"/>
                  </a:moveTo>
                  <a:cubicBezTo>
                    <a:pt x="194" y="217"/>
                    <a:pt x="198" y="217"/>
                    <a:pt x="202" y="217"/>
                  </a:cubicBezTo>
                  <a:cubicBezTo>
                    <a:pt x="208" y="214"/>
                    <a:pt x="214" y="211"/>
                    <a:pt x="219" y="207"/>
                  </a:cubicBezTo>
                  <a:cubicBezTo>
                    <a:pt x="219" y="206"/>
                    <a:pt x="219" y="206"/>
                    <a:pt x="220" y="205"/>
                  </a:cubicBezTo>
                  <a:cubicBezTo>
                    <a:pt x="217" y="204"/>
                    <a:pt x="215" y="204"/>
                    <a:pt x="213" y="204"/>
                  </a:cubicBezTo>
                  <a:cubicBezTo>
                    <a:pt x="213" y="204"/>
                    <a:pt x="213" y="204"/>
                    <a:pt x="212" y="204"/>
                  </a:cubicBezTo>
                  <a:cubicBezTo>
                    <a:pt x="209" y="206"/>
                    <a:pt x="201" y="210"/>
                    <a:pt x="191" y="214"/>
                  </a:cubicBezTo>
                  <a:cubicBezTo>
                    <a:pt x="190" y="215"/>
                    <a:pt x="190" y="216"/>
                    <a:pt x="189" y="217"/>
                  </a:cubicBezTo>
                  <a:close/>
                  <a:moveTo>
                    <a:pt x="241" y="215"/>
                  </a:moveTo>
                  <a:cubicBezTo>
                    <a:pt x="241" y="216"/>
                    <a:pt x="241" y="216"/>
                    <a:pt x="240" y="217"/>
                  </a:cubicBezTo>
                  <a:cubicBezTo>
                    <a:pt x="241" y="216"/>
                    <a:pt x="242" y="216"/>
                    <a:pt x="242" y="215"/>
                  </a:cubicBezTo>
                  <a:cubicBezTo>
                    <a:pt x="242" y="215"/>
                    <a:pt x="241" y="215"/>
                    <a:pt x="241" y="215"/>
                  </a:cubicBezTo>
                  <a:close/>
                  <a:moveTo>
                    <a:pt x="33" y="155"/>
                  </a:moveTo>
                  <a:cubicBezTo>
                    <a:pt x="33" y="155"/>
                    <a:pt x="33" y="155"/>
                    <a:pt x="33" y="155"/>
                  </a:cubicBezTo>
                  <a:cubicBezTo>
                    <a:pt x="43" y="180"/>
                    <a:pt x="68" y="203"/>
                    <a:pt x="99" y="216"/>
                  </a:cubicBezTo>
                  <a:cubicBezTo>
                    <a:pt x="99" y="214"/>
                    <a:pt x="99" y="212"/>
                    <a:pt x="100" y="210"/>
                  </a:cubicBezTo>
                  <a:cubicBezTo>
                    <a:pt x="100" y="209"/>
                    <a:pt x="100" y="208"/>
                    <a:pt x="100" y="207"/>
                  </a:cubicBezTo>
                  <a:cubicBezTo>
                    <a:pt x="81" y="194"/>
                    <a:pt x="65" y="175"/>
                    <a:pt x="60" y="155"/>
                  </a:cubicBezTo>
                  <a:cubicBezTo>
                    <a:pt x="50" y="156"/>
                    <a:pt x="41" y="156"/>
                    <a:pt x="33" y="155"/>
                  </a:cubicBezTo>
                  <a:close/>
                  <a:moveTo>
                    <a:pt x="223" y="211"/>
                  </a:moveTo>
                  <a:cubicBezTo>
                    <a:pt x="222" y="212"/>
                    <a:pt x="221" y="214"/>
                    <a:pt x="219" y="215"/>
                  </a:cubicBezTo>
                  <a:cubicBezTo>
                    <a:pt x="224" y="214"/>
                    <a:pt x="228" y="213"/>
                    <a:pt x="233" y="212"/>
                  </a:cubicBezTo>
                  <a:cubicBezTo>
                    <a:pt x="235" y="211"/>
                    <a:pt x="236" y="211"/>
                    <a:pt x="238" y="210"/>
                  </a:cubicBezTo>
                  <a:cubicBezTo>
                    <a:pt x="238" y="210"/>
                    <a:pt x="238" y="210"/>
                    <a:pt x="239" y="209"/>
                  </a:cubicBezTo>
                  <a:cubicBezTo>
                    <a:pt x="235" y="208"/>
                    <a:pt x="232" y="207"/>
                    <a:pt x="229" y="206"/>
                  </a:cubicBezTo>
                  <a:cubicBezTo>
                    <a:pt x="227" y="208"/>
                    <a:pt x="225" y="209"/>
                    <a:pt x="223" y="211"/>
                  </a:cubicBezTo>
                  <a:close/>
                  <a:moveTo>
                    <a:pt x="152" y="208"/>
                  </a:moveTo>
                  <a:cubicBezTo>
                    <a:pt x="158" y="210"/>
                    <a:pt x="165" y="212"/>
                    <a:pt x="172" y="214"/>
                  </a:cubicBezTo>
                  <a:cubicBezTo>
                    <a:pt x="177" y="213"/>
                    <a:pt x="183" y="211"/>
                    <a:pt x="187" y="209"/>
                  </a:cubicBezTo>
                  <a:cubicBezTo>
                    <a:pt x="190" y="206"/>
                    <a:pt x="192" y="204"/>
                    <a:pt x="195" y="202"/>
                  </a:cubicBezTo>
                  <a:cubicBezTo>
                    <a:pt x="200" y="199"/>
                    <a:pt x="206" y="197"/>
                    <a:pt x="211" y="198"/>
                  </a:cubicBezTo>
                  <a:cubicBezTo>
                    <a:pt x="212" y="197"/>
                    <a:pt x="212" y="197"/>
                    <a:pt x="213" y="196"/>
                  </a:cubicBezTo>
                  <a:cubicBezTo>
                    <a:pt x="211" y="195"/>
                    <a:pt x="210" y="194"/>
                    <a:pt x="209" y="193"/>
                  </a:cubicBezTo>
                  <a:cubicBezTo>
                    <a:pt x="201" y="185"/>
                    <a:pt x="196" y="174"/>
                    <a:pt x="193" y="163"/>
                  </a:cubicBezTo>
                  <a:cubicBezTo>
                    <a:pt x="193" y="163"/>
                    <a:pt x="193" y="163"/>
                    <a:pt x="193" y="163"/>
                  </a:cubicBezTo>
                  <a:cubicBezTo>
                    <a:pt x="193" y="163"/>
                    <a:pt x="193" y="163"/>
                    <a:pt x="193" y="163"/>
                  </a:cubicBezTo>
                  <a:cubicBezTo>
                    <a:pt x="193" y="163"/>
                    <a:pt x="192" y="163"/>
                    <a:pt x="192" y="163"/>
                  </a:cubicBezTo>
                  <a:cubicBezTo>
                    <a:pt x="175" y="164"/>
                    <a:pt x="156" y="167"/>
                    <a:pt x="141" y="173"/>
                  </a:cubicBezTo>
                  <a:cubicBezTo>
                    <a:pt x="141" y="173"/>
                    <a:pt x="141" y="173"/>
                    <a:pt x="141" y="173"/>
                  </a:cubicBezTo>
                  <a:cubicBezTo>
                    <a:pt x="138" y="181"/>
                    <a:pt x="135" y="192"/>
                    <a:pt x="144" y="202"/>
                  </a:cubicBezTo>
                  <a:cubicBezTo>
                    <a:pt x="146" y="204"/>
                    <a:pt x="149" y="206"/>
                    <a:pt x="152" y="208"/>
                  </a:cubicBezTo>
                  <a:close/>
                  <a:moveTo>
                    <a:pt x="296" y="206"/>
                  </a:moveTo>
                  <a:cubicBezTo>
                    <a:pt x="302" y="208"/>
                    <a:pt x="309" y="210"/>
                    <a:pt x="315" y="213"/>
                  </a:cubicBezTo>
                  <a:cubicBezTo>
                    <a:pt x="314" y="211"/>
                    <a:pt x="313" y="209"/>
                    <a:pt x="312" y="207"/>
                  </a:cubicBezTo>
                  <a:cubicBezTo>
                    <a:pt x="311" y="205"/>
                    <a:pt x="309" y="202"/>
                    <a:pt x="307" y="200"/>
                  </a:cubicBezTo>
                  <a:cubicBezTo>
                    <a:pt x="304" y="202"/>
                    <a:pt x="300" y="204"/>
                    <a:pt x="296" y="206"/>
                  </a:cubicBezTo>
                  <a:close/>
                  <a:moveTo>
                    <a:pt x="233" y="201"/>
                  </a:moveTo>
                  <a:cubicBezTo>
                    <a:pt x="237" y="203"/>
                    <a:pt x="241" y="204"/>
                    <a:pt x="245" y="205"/>
                  </a:cubicBezTo>
                  <a:cubicBezTo>
                    <a:pt x="249" y="202"/>
                    <a:pt x="255" y="201"/>
                    <a:pt x="260" y="200"/>
                  </a:cubicBezTo>
                  <a:cubicBezTo>
                    <a:pt x="267" y="197"/>
                    <a:pt x="272" y="193"/>
                    <a:pt x="275" y="188"/>
                  </a:cubicBezTo>
                  <a:cubicBezTo>
                    <a:pt x="265" y="186"/>
                    <a:pt x="256" y="181"/>
                    <a:pt x="248" y="175"/>
                  </a:cubicBezTo>
                  <a:cubicBezTo>
                    <a:pt x="248" y="175"/>
                    <a:pt x="248" y="175"/>
                    <a:pt x="248" y="175"/>
                  </a:cubicBezTo>
                  <a:cubicBezTo>
                    <a:pt x="246" y="182"/>
                    <a:pt x="243" y="189"/>
                    <a:pt x="239" y="195"/>
                  </a:cubicBezTo>
                  <a:cubicBezTo>
                    <a:pt x="237" y="197"/>
                    <a:pt x="235" y="199"/>
                    <a:pt x="233" y="201"/>
                  </a:cubicBezTo>
                  <a:close/>
                  <a:moveTo>
                    <a:pt x="271" y="201"/>
                  </a:moveTo>
                  <a:cubicBezTo>
                    <a:pt x="276" y="201"/>
                    <a:pt x="281" y="202"/>
                    <a:pt x="286" y="203"/>
                  </a:cubicBezTo>
                  <a:cubicBezTo>
                    <a:pt x="292" y="201"/>
                    <a:pt x="298" y="199"/>
                    <a:pt x="303" y="196"/>
                  </a:cubicBezTo>
                  <a:cubicBezTo>
                    <a:pt x="301" y="194"/>
                    <a:pt x="299" y="192"/>
                    <a:pt x="296" y="191"/>
                  </a:cubicBezTo>
                  <a:cubicBezTo>
                    <a:pt x="296" y="191"/>
                    <a:pt x="296" y="191"/>
                    <a:pt x="296" y="191"/>
                  </a:cubicBezTo>
                  <a:cubicBezTo>
                    <a:pt x="291" y="191"/>
                    <a:pt x="286" y="190"/>
                    <a:pt x="282" y="190"/>
                  </a:cubicBezTo>
                  <a:cubicBezTo>
                    <a:pt x="279" y="194"/>
                    <a:pt x="275" y="197"/>
                    <a:pt x="271" y="201"/>
                  </a:cubicBezTo>
                  <a:close/>
                  <a:moveTo>
                    <a:pt x="66" y="155"/>
                  </a:moveTo>
                  <a:cubicBezTo>
                    <a:pt x="71" y="173"/>
                    <a:pt x="85" y="189"/>
                    <a:pt x="102" y="201"/>
                  </a:cubicBezTo>
                  <a:cubicBezTo>
                    <a:pt x="105" y="196"/>
                    <a:pt x="108" y="190"/>
                    <a:pt x="111" y="184"/>
                  </a:cubicBezTo>
                  <a:cubicBezTo>
                    <a:pt x="108" y="177"/>
                    <a:pt x="108" y="171"/>
                    <a:pt x="111" y="166"/>
                  </a:cubicBezTo>
                  <a:cubicBezTo>
                    <a:pt x="114" y="161"/>
                    <a:pt x="121" y="158"/>
                    <a:pt x="131" y="156"/>
                  </a:cubicBezTo>
                  <a:cubicBezTo>
                    <a:pt x="126" y="154"/>
                    <a:pt x="123" y="152"/>
                    <a:pt x="120" y="150"/>
                  </a:cubicBezTo>
                  <a:cubicBezTo>
                    <a:pt x="118" y="148"/>
                    <a:pt x="116" y="146"/>
                    <a:pt x="114" y="143"/>
                  </a:cubicBezTo>
                  <a:cubicBezTo>
                    <a:pt x="99" y="149"/>
                    <a:pt x="85" y="152"/>
                    <a:pt x="78" y="153"/>
                  </a:cubicBezTo>
                  <a:cubicBezTo>
                    <a:pt x="74" y="154"/>
                    <a:pt x="70" y="154"/>
                    <a:pt x="66" y="155"/>
                  </a:cubicBezTo>
                  <a:close/>
                  <a:moveTo>
                    <a:pt x="119" y="186"/>
                  </a:moveTo>
                  <a:cubicBezTo>
                    <a:pt x="119" y="186"/>
                    <a:pt x="119" y="186"/>
                    <a:pt x="119" y="186"/>
                  </a:cubicBezTo>
                  <a:cubicBezTo>
                    <a:pt x="123" y="192"/>
                    <a:pt x="129" y="196"/>
                    <a:pt x="136" y="201"/>
                  </a:cubicBezTo>
                  <a:cubicBezTo>
                    <a:pt x="132" y="193"/>
                    <a:pt x="131" y="185"/>
                    <a:pt x="134" y="176"/>
                  </a:cubicBezTo>
                  <a:cubicBezTo>
                    <a:pt x="129" y="178"/>
                    <a:pt x="124" y="181"/>
                    <a:pt x="121" y="184"/>
                  </a:cubicBezTo>
                  <a:cubicBezTo>
                    <a:pt x="120" y="185"/>
                    <a:pt x="120" y="185"/>
                    <a:pt x="119" y="186"/>
                  </a:cubicBezTo>
                  <a:close/>
                  <a:moveTo>
                    <a:pt x="222" y="196"/>
                  </a:moveTo>
                  <a:cubicBezTo>
                    <a:pt x="224" y="197"/>
                    <a:pt x="225" y="198"/>
                    <a:pt x="227" y="199"/>
                  </a:cubicBezTo>
                  <a:cubicBezTo>
                    <a:pt x="230" y="196"/>
                    <a:pt x="232" y="194"/>
                    <a:pt x="234" y="191"/>
                  </a:cubicBezTo>
                  <a:cubicBezTo>
                    <a:pt x="239" y="185"/>
                    <a:pt x="242" y="178"/>
                    <a:pt x="243" y="170"/>
                  </a:cubicBezTo>
                  <a:cubicBezTo>
                    <a:pt x="241" y="169"/>
                    <a:pt x="240" y="167"/>
                    <a:pt x="239" y="165"/>
                  </a:cubicBezTo>
                  <a:cubicBezTo>
                    <a:pt x="238" y="165"/>
                    <a:pt x="238" y="165"/>
                    <a:pt x="237" y="164"/>
                  </a:cubicBezTo>
                  <a:cubicBezTo>
                    <a:pt x="237" y="175"/>
                    <a:pt x="231" y="186"/>
                    <a:pt x="222" y="196"/>
                  </a:cubicBezTo>
                  <a:close/>
                  <a:moveTo>
                    <a:pt x="305" y="190"/>
                  </a:moveTo>
                  <a:cubicBezTo>
                    <a:pt x="306" y="191"/>
                    <a:pt x="307" y="192"/>
                    <a:pt x="308" y="193"/>
                  </a:cubicBezTo>
                  <a:cubicBezTo>
                    <a:pt x="309" y="192"/>
                    <a:pt x="311" y="191"/>
                    <a:pt x="312" y="190"/>
                  </a:cubicBezTo>
                  <a:cubicBezTo>
                    <a:pt x="310" y="190"/>
                    <a:pt x="308" y="190"/>
                    <a:pt x="305" y="190"/>
                  </a:cubicBezTo>
                  <a:close/>
                  <a:moveTo>
                    <a:pt x="199" y="162"/>
                  </a:moveTo>
                  <a:cubicBezTo>
                    <a:pt x="201" y="172"/>
                    <a:pt x="206" y="182"/>
                    <a:pt x="213" y="189"/>
                  </a:cubicBezTo>
                  <a:cubicBezTo>
                    <a:pt x="214" y="190"/>
                    <a:pt x="216" y="191"/>
                    <a:pt x="217" y="193"/>
                  </a:cubicBezTo>
                  <a:cubicBezTo>
                    <a:pt x="226" y="184"/>
                    <a:pt x="231" y="173"/>
                    <a:pt x="231" y="163"/>
                  </a:cubicBezTo>
                  <a:cubicBezTo>
                    <a:pt x="224" y="162"/>
                    <a:pt x="212" y="162"/>
                    <a:pt x="199" y="162"/>
                  </a:cubicBezTo>
                  <a:close/>
                  <a:moveTo>
                    <a:pt x="287" y="178"/>
                  </a:moveTo>
                  <a:cubicBezTo>
                    <a:pt x="291" y="180"/>
                    <a:pt x="295" y="183"/>
                    <a:pt x="298" y="185"/>
                  </a:cubicBezTo>
                  <a:cubicBezTo>
                    <a:pt x="305" y="185"/>
                    <a:pt x="312" y="184"/>
                    <a:pt x="320" y="182"/>
                  </a:cubicBezTo>
                  <a:cubicBezTo>
                    <a:pt x="321" y="180"/>
                    <a:pt x="322" y="178"/>
                    <a:pt x="324" y="177"/>
                  </a:cubicBezTo>
                  <a:cubicBezTo>
                    <a:pt x="332" y="163"/>
                    <a:pt x="330" y="147"/>
                    <a:pt x="320" y="132"/>
                  </a:cubicBezTo>
                  <a:cubicBezTo>
                    <a:pt x="319" y="129"/>
                    <a:pt x="317" y="127"/>
                    <a:pt x="315" y="124"/>
                  </a:cubicBezTo>
                  <a:cubicBezTo>
                    <a:pt x="303" y="127"/>
                    <a:pt x="291" y="126"/>
                    <a:pt x="281" y="118"/>
                  </a:cubicBezTo>
                  <a:cubicBezTo>
                    <a:pt x="276" y="114"/>
                    <a:pt x="273" y="110"/>
                    <a:pt x="271" y="107"/>
                  </a:cubicBezTo>
                  <a:cubicBezTo>
                    <a:pt x="268" y="109"/>
                    <a:pt x="263" y="111"/>
                    <a:pt x="259" y="112"/>
                  </a:cubicBezTo>
                  <a:cubicBezTo>
                    <a:pt x="256" y="113"/>
                    <a:pt x="253" y="114"/>
                    <a:pt x="250" y="114"/>
                  </a:cubicBezTo>
                  <a:cubicBezTo>
                    <a:pt x="258" y="119"/>
                    <a:pt x="265" y="125"/>
                    <a:pt x="270" y="131"/>
                  </a:cubicBezTo>
                  <a:cubicBezTo>
                    <a:pt x="284" y="146"/>
                    <a:pt x="291" y="163"/>
                    <a:pt x="288" y="175"/>
                  </a:cubicBezTo>
                  <a:cubicBezTo>
                    <a:pt x="288" y="176"/>
                    <a:pt x="288" y="177"/>
                    <a:pt x="287" y="178"/>
                  </a:cubicBezTo>
                  <a:close/>
                  <a:moveTo>
                    <a:pt x="285" y="184"/>
                  </a:moveTo>
                  <a:cubicBezTo>
                    <a:pt x="286" y="184"/>
                    <a:pt x="286" y="184"/>
                    <a:pt x="286" y="184"/>
                  </a:cubicBezTo>
                  <a:cubicBezTo>
                    <a:pt x="286" y="184"/>
                    <a:pt x="286" y="184"/>
                    <a:pt x="285" y="184"/>
                  </a:cubicBezTo>
                  <a:cubicBezTo>
                    <a:pt x="285" y="184"/>
                    <a:pt x="285" y="184"/>
                    <a:pt x="285" y="184"/>
                  </a:cubicBezTo>
                  <a:close/>
                  <a:moveTo>
                    <a:pt x="249" y="168"/>
                  </a:moveTo>
                  <a:cubicBezTo>
                    <a:pt x="250" y="169"/>
                    <a:pt x="251" y="170"/>
                    <a:pt x="252" y="171"/>
                  </a:cubicBezTo>
                  <a:cubicBezTo>
                    <a:pt x="260" y="177"/>
                    <a:pt x="269" y="181"/>
                    <a:pt x="279" y="183"/>
                  </a:cubicBezTo>
                  <a:cubicBezTo>
                    <a:pt x="279" y="182"/>
                    <a:pt x="280" y="182"/>
                    <a:pt x="280" y="181"/>
                  </a:cubicBezTo>
                  <a:cubicBezTo>
                    <a:pt x="270" y="176"/>
                    <a:pt x="259" y="171"/>
                    <a:pt x="249" y="168"/>
                  </a:cubicBezTo>
                  <a:cubicBezTo>
                    <a:pt x="249" y="168"/>
                    <a:pt x="249" y="168"/>
                    <a:pt x="249" y="168"/>
                  </a:cubicBezTo>
                  <a:close/>
                  <a:moveTo>
                    <a:pt x="321" y="122"/>
                  </a:moveTo>
                  <a:cubicBezTo>
                    <a:pt x="322" y="124"/>
                    <a:pt x="324" y="126"/>
                    <a:pt x="325" y="128"/>
                  </a:cubicBezTo>
                  <a:cubicBezTo>
                    <a:pt x="336" y="145"/>
                    <a:pt x="338" y="164"/>
                    <a:pt x="329" y="179"/>
                  </a:cubicBezTo>
                  <a:cubicBezTo>
                    <a:pt x="352" y="171"/>
                    <a:pt x="369" y="156"/>
                    <a:pt x="376" y="137"/>
                  </a:cubicBezTo>
                  <a:cubicBezTo>
                    <a:pt x="377" y="136"/>
                    <a:pt x="377" y="135"/>
                    <a:pt x="377" y="133"/>
                  </a:cubicBezTo>
                  <a:cubicBezTo>
                    <a:pt x="370" y="121"/>
                    <a:pt x="359" y="110"/>
                    <a:pt x="347" y="102"/>
                  </a:cubicBezTo>
                  <a:cubicBezTo>
                    <a:pt x="344" y="107"/>
                    <a:pt x="340" y="111"/>
                    <a:pt x="336" y="114"/>
                  </a:cubicBezTo>
                  <a:cubicBezTo>
                    <a:pt x="331" y="118"/>
                    <a:pt x="326" y="120"/>
                    <a:pt x="321" y="122"/>
                  </a:cubicBezTo>
                  <a:close/>
                  <a:moveTo>
                    <a:pt x="127" y="163"/>
                  </a:moveTo>
                  <a:cubicBezTo>
                    <a:pt x="122" y="164"/>
                    <a:pt x="118" y="166"/>
                    <a:pt x="116" y="169"/>
                  </a:cubicBezTo>
                  <a:cubicBezTo>
                    <a:pt x="114" y="171"/>
                    <a:pt x="114" y="174"/>
                    <a:pt x="115" y="178"/>
                  </a:cubicBezTo>
                  <a:cubicBezTo>
                    <a:pt x="119" y="173"/>
                    <a:pt x="123" y="168"/>
                    <a:pt x="127" y="163"/>
                  </a:cubicBezTo>
                  <a:close/>
                  <a:moveTo>
                    <a:pt x="249" y="162"/>
                  </a:moveTo>
                  <a:cubicBezTo>
                    <a:pt x="259" y="165"/>
                    <a:pt x="271" y="170"/>
                    <a:pt x="282" y="175"/>
                  </a:cubicBezTo>
                  <a:cubicBezTo>
                    <a:pt x="282" y="175"/>
                    <a:pt x="282" y="175"/>
                    <a:pt x="282" y="174"/>
                  </a:cubicBezTo>
                  <a:cubicBezTo>
                    <a:pt x="284" y="163"/>
                    <a:pt x="278" y="148"/>
                    <a:pt x="266" y="135"/>
                  </a:cubicBezTo>
                  <a:cubicBezTo>
                    <a:pt x="259" y="128"/>
                    <a:pt x="252" y="122"/>
                    <a:pt x="246" y="118"/>
                  </a:cubicBezTo>
                  <a:cubicBezTo>
                    <a:pt x="242" y="122"/>
                    <a:pt x="240" y="127"/>
                    <a:pt x="239" y="132"/>
                  </a:cubicBezTo>
                  <a:cubicBezTo>
                    <a:pt x="238" y="132"/>
                    <a:pt x="238" y="133"/>
                    <a:pt x="238" y="134"/>
                  </a:cubicBezTo>
                  <a:cubicBezTo>
                    <a:pt x="241" y="138"/>
                    <a:pt x="244" y="142"/>
                    <a:pt x="246" y="147"/>
                  </a:cubicBezTo>
                  <a:cubicBezTo>
                    <a:pt x="248" y="152"/>
                    <a:pt x="249" y="157"/>
                    <a:pt x="249" y="162"/>
                  </a:cubicBezTo>
                  <a:close/>
                  <a:moveTo>
                    <a:pt x="135" y="161"/>
                  </a:moveTo>
                  <a:cubicBezTo>
                    <a:pt x="132" y="165"/>
                    <a:pt x="128" y="170"/>
                    <a:pt x="125" y="174"/>
                  </a:cubicBezTo>
                  <a:cubicBezTo>
                    <a:pt x="128" y="172"/>
                    <a:pt x="132" y="170"/>
                    <a:pt x="137" y="168"/>
                  </a:cubicBezTo>
                  <a:cubicBezTo>
                    <a:pt x="138" y="166"/>
                    <a:pt x="140" y="163"/>
                    <a:pt x="141" y="161"/>
                  </a:cubicBezTo>
                  <a:cubicBezTo>
                    <a:pt x="139" y="161"/>
                    <a:pt x="137" y="161"/>
                    <a:pt x="135" y="161"/>
                  </a:cubicBezTo>
                  <a:close/>
                  <a:moveTo>
                    <a:pt x="149" y="161"/>
                  </a:moveTo>
                  <a:cubicBezTo>
                    <a:pt x="148" y="162"/>
                    <a:pt x="147" y="163"/>
                    <a:pt x="146" y="165"/>
                  </a:cubicBezTo>
                  <a:cubicBezTo>
                    <a:pt x="151" y="163"/>
                    <a:pt x="156" y="162"/>
                    <a:pt x="162" y="161"/>
                  </a:cubicBezTo>
                  <a:cubicBezTo>
                    <a:pt x="157" y="161"/>
                    <a:pt x="153" y="161"/>
                    <a:pt x="149" y="161"/>
                  </a:cubicBezTo>
                  <a:close/>
                  <a:moveTo>
                    <a:pt x="242" y="160"/>
                  </a:moveTo>
                  <a:cubicBezTo>
                    <a:pt x="243" y="160"/>
                    <a:pt x="243" y="160"/>
                    <a:pt x="243" y="160"/>
                  </a:cubicBezTo>
                  <a:cubicBezTo>
                    <a:pt x="243" y="156"/>
                    <a:pt x="242" y="153"/>
                    <a:pt x="240" y="149"/>
                  </a:cubicBezTo>
                  <a:cubicBezTo>
                    <a:pt x="239" y="147"/>
                    <a:pt x="238" y="145"/>
                    <a:pt x="237" y="143"/>
                  </a:cubicBezTo>
                  <a:cubicBezTo>
                    <a:pt x="238" y="149"/>
                    <a:pt x="239" y="155"/>
                    <a:pt x="242" y="160"/>
                  </a:cubicBezTo>
                  <a:close/>
                  <a:moveTo>
                    <a:pt x="210" y="156"/>
                  </a:moveTo>
                  <a:cubicBezTo>
                    <a:pt x="218" y="156"/>
                    <a:pt x="225" y="156"/>
                    <a:pt x="231" y="157"/>
                  </a:cubicBezTo>
                  <a:cubicBezTo>
                    <a:pt x="231" y="156"/>
                    <a:pt x="230" y="156"/>
                    <a:pt x="230" y="155"/>
                  </a:cubicBezTo>
                  <a:cubicBezTo>
                    <a:pt x="226" y="144"/>
                    <a:pt x="215" y="137"/>
                    <a:pt x="199" y="136"/>
                  </a:cubicBezTo>
                  <a:cubicBezTo>
                    <a:pt x="198" y="142"/>
                    <a:pt x="197" y="149"/>
                    <a:pt x="198" y="156"/>
                  </a:cubicBezTo>
                  <a:cubicBezTo>
                    <a:pt x="202" y="156"/>
                    <a:pt x="206" y="156"/>
                    <a:pt x="210" y="156"/>
                  </a:cubicBezTo>
                  <a:close/>
                  <a:moveTo>
                    <a:pt x="161" y="155"/>
                  </a:moveTo>
                  <a:cubicBezTo>
                    <a:pt x="167" y="155"/>
                    <a:pt x="173" y="156"/>
                    <a:pt x="178" y="156"/>
                  </a:cubicBezTo>
                  <a:cubicBezTo>
                    <a:pt x="183" y="156"/>
                    <a:pt x="188" y="157"/>
                    <a:pt x="192" y="157"/>
                  </a:cubicBezTo>
                  <a:cubicBezTo>
                    <a:pt x="192" y="157"/>
                    <a:pt x="192" y="157"/>
                    <a:pt x="192" y="157"/>
                  </a:cubicBezTo>
                  <a:cubicBezTo>
                    <a:pt x="191" y="150"/>
                    <a:pt x="192" y="143"/>
                    <a:pt x="193" y="137"/>
                  </a:cubicBezTo>
                  <a:cubicBezTo>
                    <a:pt x="185" y="144"/>
                    <a:pt x="175" y="150"/>
                    <a:pt x="165" y="154"/>
                  </a:cubicBezTo>
                  <a:cubicBezTo>
                    <a:pt x="163" y="154"/>
                    <a:pt x="162" y="155"/>
                    <a:pt x="161" y="155"/>
                  </a:cubicBezTo>
                  <a:close/>
                  <a:moveTo>
                    <a:pt x="169" y="132"/>
                  </a:moveTo>
                  <a:cubicBezTo>
                    <a:pt x="161" y="137"/>
                    <a:pt x="152" y="144"/>
                    <a:pt x="144" y="152"/>
                  </a:cubicBezTo>
                  <a:cubicBezTo>
                    <a:pt x="146" y="152"/>
                    <a:pt x="147" y="152"/>
                    <a:pt x="149" y="152"/>
                  </a:cubicBezTo>
                  <a:cubicBezTo>
                    <a:pt x="157" y="144"/>
                    <a:pt x="168" y="137"/>
                    <a:pt x="178" y="133"/>
                  </a:cubicBezTo>
                  <a:cubicBezTo>
                    <a:pt x="177" y="133"/>
                    <a:pt x="176" y="133"/>
                    <a:pt x="175" y="133"/>
                  </a:cubicBezTo>
                  <a:cubicBezTo>
                    <a:pt x="173" y="133"/>
                    <a:pt x="171" y="132"/>
                    <a:pt x="169" y="132"/>
                  </a:cubicBezTo>
                  <a:close/>
                  <a:moveTo>
                    <a:pt x="120" y="141"/>
                  </a:moveTo>
                  <a:cubicBezTo>
                    <a:pt x="121" y="142"/>
                    <a:pt x="122" y="144"/>
                    <a:pt x="124" y="145"/>
                  </a:cubicBezTo>
                  <a:cubicBezTo>
                    <a:pt x="127" y="149"/>
                    <a:pt x="132" y="151"/>
                    <a:pt x="137" y="151"/>
                  </a:cubicBezTo>
                  <a:cubicBezTo>
                    <a:pt x="145" y="143"/>
                    <a:pt x="154" y="135"/>
                    <a:pt x="162" y="129"/>
                  </a:cubicBezTo>
                  <a:cubicBezTo>
                    <a:pt x="158" y="127"/>
                    <a:pt x="154" y="125"/>
                    <a:pt x="151" y="122"/>
                  </a:cubicBezTo>
                  <a:cubicBezTo>
                    <a:pt x="143" y="129"/>
                    <a:pt x="131" y="136"/>
                    <a:pt x="120" y="141"/>
                  </a:cubicBezTo>
                  <a:close/>
                  <a:moveTo>
                    <a:pt x="31" y="148"/>
                  </a:moveTo>
                  <a:cubicBezTo>
                    <a:pt x="39" y="150"/>
                    <a:pt x="49" y="150"/>
                    <a:pt x="59" y="149"/>
                  </a:cubicBezTo>
                  <a:cubicBezTo>
                    <a:pt x="57" y="139"/>
                    <a:pt x="58" y="128"/>
                    <a:pt x="63" y="117"/>
                  </a:cubicBezTo>
                  <a:cubicBezTo>
                    <a:pt x="52" y="116"/>
                    <a:pt x="42" y="114"/>
                    <a:pt x="32" y="112"/>
                  </a:cubicBezTo>
                  <a:cubicBezTo>
                    <a:pt x="28" y="124"/>
                    <a:pt x="28" y="136"/>
                    <a:pt x="31" y="148"/>
                  </a:cubicBezTo>
                  <a:close/>
                  <a:moveTo>
                    <a:pt x="69" y="118"/>
                  </a:moveTo>
                  <a:cubicBezTo>
                    <a:pt x="64" y="129"/>
                    <a:pt x="63" y="139"/>
                    <a:pt x="64" y="149"/>
                  </a:cubicBezTo>
                  <a:cubicBezTo>
                    <a:pt x="69" y="148"/>
                    <a:pt x="73" y="148"/>
                    <a:pt x="77" y="147"/>
                  </a:cubicBezTo>
                  <a:cubicBezTo>
                    <a:pt x="85" y="146"/>
                    <a:pt x="98" y="143"/>
                    <a:pt x="111" y="138"/>
                  </a:cubicBezTo>
                  <a:cubicBezTo>
                    <a:pt x="109" y="132"/>
                    <a:pt x="108" y="126"/>
                    <a:pt x="108" y="119"/>
                  </a:cubicBezTo>
                  <a:cubicBezTo>
                    <a:pt x="95" y="120"/>
                    <a:pt x="82" y="119"/>
                    <a:pt x="69" y="118"/>
                  </a:cubicBezTo>
                  <a:close/>
                  <a:moveTo>
                    <a:pt x="183" y="138"/>
                  </a:moveTo>
                  <a:cubicBezTo>
                    <a:pt x="176" y="140"/>
                    <a:pt x="169" y="144"/>
                    <a:pt x="162" y="148"/>
                  </a:cubicBezTo>
                  <a:cubicBezTo>
                    <a:pt x="162" y="148"/>
                    <a:pt x="162" y="148"/>
                    <a:pt x="163" y="148"/>
                  </a:cubicBezTo>
                  <a:cubicBezTo>
                    <a:pt x="170" y="146"/>
                    <a:pt x="177" y="142"/>
                    <a:pt x="183" y="138"/>
                  </a:cubicBezTo>
                  <a:close/>
                  <a:moveTo>
                    <a:pt x="17" y="108"/>
                  </a:moveTo>
                  <a:cubicBezTo>
                    <a:pt x="17" y="110"/>
                    <a:pt x="16" y="111"/>
                    <a:pt x="16" y="113"/>
                  </a:cubicBezTo>
                  <a:cubicBezTo>
                    <a:pt x="13" y="127"/>
                    <a:pt x="14" y="136"/>
                    <a:pt x="20" y="142"/>
                  </a:cubicBezTo>
                  <a:cubicBezTo>
                    <a:pt x="21" y="143"/>
                    <a:pt x="23" y="145"/>
                    <a:pt x="25" y="146"/>
                  </a:cubicBezTo>
                  <a:cubicBezTo>
                    <a:pt x="23" y="136"/>
                    <a:pt x="22" y="124"/>
                    <a:pt x="26" y="111"/>
                  </a:cubicBezTo>
                  <a:cubicBezTo>
                    <a:pt x="23" y="110"/>
                    <a:pt x="20" y="109"/>
                    <a:pt x="17" y="108"/>
                  </a:cubicBezTo>
                  <a:close/>
                  <a:moveTo>
                    <a:pt x="201" y="130"/>
                  </a:moveTo>
                  <a:cubicBezTo>
                    <a:pt x="215" y="132"/>
                    <a:pt x="226" y="137"/>
                    <a:pt x="232" y="145"/>
                  </a:cubicBezTo>
                  <a:cubicBezTo>
                    <a:pt x="231" y="142"/>
                    <a:pt x="231" y="139"/>
                    <a:pt x="232" y="136"/>
                  </a:cubicBezTo>
                  <a:cubicBezTo>
                    <a:pt x="226" y="130"/>
                    <a:pt x="219" y="126"/>
                    <a:pt x="211" y="123"/>
                  </a:cubicBezTo>
                  <a:cubicBezTo>
                    <a:pt x="209" y="126"/>
                    <a:pt x="206" y="128"/>
                    <a:pt x="201" y="130"/>
                  </a:cubicBezTo>
                  <a:close/>
                  <a:moveTo>
                    <a:pt x="114" y="119"/>
                  </a:moveTo>
                  <a:cubicBezTo>
                    <a:pt x="114" y="125"/>
                    <a:pt x="115" y="131"/>
                    <a:pt x="117" y="136"/>
                  </a:cubicBezTo>
                  <a:cubicBezTo>
                    <a:pt x="129" y="131"/>
                    <a:pt x="140" y="125"/>
                    <a:pt x="147" y="117"/>
                  </a:cubicBezTo>
                  <a:cubicBezTo>
                    <a:pt x="147" y="117"/>
                    <a:pt x="147" y="116"/>
                    <a:pt x="146" y="116"/>
                  </a:cubicBezTo>
                  <a:cubicBezTo>
                    <a:pt x="136" y="117"/>
                    <a:pt x="125" y="118"/>
                    <a:pt x="114" y="119"/>
                  </a:cubicBezTo>
                  <a:close/>
                  <a:moveTo>
                    <a:pt x="215" y="118"/>
                  </a:moveTo>
                  <a:cubicBezTo>
                    <a:pt x="222" y="120"/>
                    <a:pt x="228" y="124"/>
                    <a:pt x="233" y="129"/>
                  </a:cubicBezTo>
                  <a:cubicBezTo>
                    <a:pt x="235" y="124"/>
                    <a:pt x="237" y="120"/>
                    <a:pt x="240" y="116"/>
                  </a:cubicBezTo>
                  <a:cubicBezTo>
                    <a:pt x="239" y="116"/>
                    <a:pt x="239" y="115"/>
                    <a:pt x="238" y="115"/>
                  </a:cubicBezTo>
                  <a:cubicBezTo>
                    <a:pt x="235" y="115"/>
                    <a:pt x="232" y="114"/>
                    <a:pt x="229" y="113"/>
                  </a:cubicBezTo>
                  <a:cubicBezTo>
                    <a:pt x="228" y="113"/>
                    <a:pt x="226" y="113"/>
                    <a:pt x="225" y="113"/>
                  </a:cubicBezTo>
                  <a:cubicBezTo>
                    <a:pt x="221" y="114"/>
                    <a:pt x="218" y="115"/>
                    <a:pt x="216" y="116"/>
                  </a:cubicBezTo>
                  <a:cubicBezTo>
                    <a:pt x="215" y="116"/>
                    <a:pt x="215" y="117"/>
                    <a:pt x="215" y="118"/>
                  </a:cubicBezTo>
                  <a:close/>
                  <a:moveTo>
                    <a:pt x="177" y="127"/>
                  </a:moveTo>
                  <a:cubicBezTo>
                    <a:pt x="184" y="128"/>
                    <a:pt x="190" y="128"/>
                    <a:pt x="196" y="126"/>
                  </a:cubicBezTo>
                  <a:cubicBezTo>
                    <a:pt x="196" y="125"/>
                    <a:pt x="197" y="124"/>
                    <a:pt x="198" y="123"/>
                  </a:cubicBezTo>
                  <a:cubicBezTo>
                    <a:pt x="199" y="123"/>
                    <a:pt x="199" y="122"/>
                    <a:pt x="200" y="121"/>
                  </a:cubicBezTo>
                  <a:cubicBezTo>
                    <a:pt x="193" y="121"/>
                    <a:pt x="185" y="123"/>
                    <a:pt x="177" y="127"/>
                  </a:cubicBezTo>
                  <a:close/>
                  <a:moveTo>
                    <a:pt x="155" y="117"/>
                  </a:moveTo>
                  <a:cubicBezTo>
                    <a:pt x="159" y="121"/>
                    <a:pt x="163" y="124"/>
                    <a:pt x="169" y="125"/>
                  </a:cubicBezTo>
                  <a:cubicBezTo>
                    <a:pt x="181" y="118"/>
                    <a:pt x="193" y="114"/>
                    <a:pt x="204" y="115"/>
                  </a:cubicBezTo>
                  <a:cubicBezTo>
                    <a:pt x="208" y="110"/>
                    <a:pt x="210" y="104"/>
                    <a:pt x="212" y="98"/>
                  </a:cubicBezTo>
                  <a:cubicBezTo>
                    <a:pt x="212" y="97"/>
                    <a:pt x="212" y="97"/>
                    <a:pt x="212" y="97"/>
                  </a:cubicBezTo>
                  <a:cubicBezTo>
                    <a:pt x="204" y="102"/>
                    <a:pt x="192" y="106"/>
                    <a:pt x="177" y="110"/>
                  </a:cubicBezTo>
                  <a:cubicBezTo>
                    <a:pt x="171" y="111"/>
                    <a:pt x="164" y="113"/>
                    <a:pt x="157" y="114"/>
                  </a:cubicBezTo>
                  <a:cubicBezTo>
                    <a:pt x="157" y="115"/>
                    <a:pt x="156" y="116"/>
                    <a:pt x="155" y="117"/>
                  </a:cubicBezTo>
                  <a:close/>
                  <a:moveTo>
                    <a:pt x="350" y="97"/>
                  </a:moveTo>
                  <a:cubicBezTo>
                    <a:pt x="361" y="105"/>
                    <a:pt x="371" y="114"/>
                    <a:pt x="379" y="125"/>
                  </a:cubicBezTo>
                  <a:cubicBezTo>
                    <a:pt x="381" y="112"/>
                    <a:pt x="378" y="99"/>
                    <a:pt x="370" y="86"/>
                  </a:cubicBezTo>
                  <a:cubicBezTo>
                    <a:pt x="364" y="75"/>
                    <a:pt x="355" y="66"/>
                    <a:pt x="345" y="57"/>
                  </a:cubicBezTo>
                  <a:cubicBezTo>
                    <a:pt x="347" y="60"/>
                    <a:pt x="349" y="63"/>
                    <a:pt x="351" y="67"/>
                  </a:cubicBezTo>
                  <a:cubicBezTo>
                    <a:pt x="355" y="78"/>
                    <a:pt x="354" y="88"/>
                    <a:pt x="350" y="97"/>
                  </a:cubicBezTo>
                  <a:close/>
                  <a:moveTo>
                    <a:pt x="277" y="106"/>
                  </a:moveTo>
                  <a:cubicBezTo>
                    <a:pt x="279" y="109"/>
                    <a:pt x="282" y="112"/>
                    <a:pt x="285" y="114"/>
                  </a:cubicBezTo>
                  <a:cubicBezTo>
                    <a:pt x="292" y="119"/>
                    <a:pt x="301" y="121"/>
                    <a:pt x="309" y="119"/>
                  </a:cubicBezTo>
                  <a:cubicBezTo>
                    <a:pt x="300" y="111"/>
                    <a:pt x="289" y="107"/>
                    <a:pt x="277" y="106"/>
                  </a:cubicBezTo>
                  <a:close/>
                  <a:moveTo>
                    <a:pt x="280" y="100"/>
                  </a:moveTo>
                  <a:cubicBezTo>
                    <a:pt x="293" y="102"/>
                    <a:pt x="306" y="108"/>
                    <a:pt x="316" y="118"/>
                  </a:cubicBezTo>
                  <a:cubicBezTo>
                    <a:pt x="322" y="116"/>
                    <a:pt x="328" y="113"/>
                    <a:pt x="332" y="110"/>
                  </a:cubicBezTo>
                  <a:cubicBezTo>
                    <a:pt x="336" y="107"/>
                    <a:pt x="339" y="103"/>
                    <a:pt x="342" y="99"/>
                  </a:cubicBezTo>
                  <a:cubicBezTo>
                    <a:pt x="334" y="94"/>
                    <a:pt x="325" y="90"/>
                    <a:pt x="316" y="87"/>
                  </a:cubicBezTo>
                  <a:cubicBezTo>
                    <a:pt x="307" y="85"/>
                    <a:pt x="298" y="86"/>
                    <a:pt x="290" y="88"/>
                  </a:cubicBezTo>
                  <a:cubicBezTo>
                    <a:pt x="287" y="93"/>
                    <a:pt x="284" y="97"/>
                    <a:pt x="280" y="100"/>
                  </a:cubicBezTo>
                  <a:close/>
                  <a:moveTo>
                    <a:pt x="72" y="112"/>
                  </a:moveTo>
                  <a:cubicBezTo>
                    <a:pt x="84" y="113"/>
                    <a:pt x="96" y="114"/>
                    <a:pt x="108" y="113"/>
                  </a:cubicBezTo>
                  <a:cubicBezTo>
                    <a:pt x="108" y="111"/>
                    <a:pt x="109" y="109"/>
                    <a:pt x="109" y="106"/>
                  </a:cubicBezTo>
                  <a:cubicBezTo>
                    <a:pt x="111" y="98"/>
                    <a:pt x="115" y="88"/>
                    <a:pt x="122" y="79"/>
                  </a:cubicBezTo>
                  <a:cubicBezTo>
                    <a:pt x="102" y="83"/>
                    <a:pt x="81" y="100"/>
                    <a:pt x="72" y="112"/>
                  </a:cubicBezTo>
                  <a:close/>
                  <a:moveTo>
                    <a:pt x="130" y="78"/>
                  </a:moveTo>
                  <a:cubicBezTo>
                    <a:pt x="122" y="87"/>
                    <a:pt x="117" y="98"/>
                    <a:pt x="115" y="108"/>
                  </a:cubicBezTo>
                  <a:cubicBezTo>
                    <a:pt x="115" y="109"/>
                    <a:pt x="114" y="111"/>
                    <a:pt x="114" y="113"/>
                  </a:cubicBezTo>
                  <a:cubicBezTo>
                    <a:pt x="124" y="113"/>
                    <a:pt x="134" y="112"/>
                    <a:pt x="143" y="110"/>
                  </a:cubicBezTo>
                  <a:cubicBezTo>
                    <a:pt x="142" y="108"/>
                    <a:pt x="141" y="105"/>
                    <a:pt x="141" y="102"/>
                  </a:cubicBezTo>
                  <a:cubicBezTo>
                    <a:pt x="139" y="95"/>
                    <a:pt x="139" y="88"/>
                    <a:pt x="141" y="81"/>
                  </a:cubicBezTo>
                  <a:cubicBezTo>
                    <a:pt x="138" y="79"/>
                    <a:pt x="134" y="79"/>
                    <a:pt x="130" y="78"/>
                  </a:cubicBezTo>
                  <a:close/>
                  <a:moveTo>
                    <a:pt x="34" y="107"/>
                  </a:moveTo>
                  <a:cubicBezTo>
                    <a:pt x="44" y="109"/>
                    <a:pt x="55" y="111"/>
                    <a:pt x="66" y="112"/>
                  </a:cubicBezTo>
                  <a:cubicBezTo>
                    <a:pt x="74" y="97"/>
                    <a:pt x="100" y="76"/>
                    <a:pt x="124" y="73"/>
                  </a:cubicBezTo>
                  <a:cubicBezTo>
                    <a:pt x="125" y="73"/>
                    <a:pt x="126" y="73"/>
                    <a:pt x="127" y="73"/>
                  </a:cubicBezTo>
                  <a:cubicBezTo>
                    <a:pt x="132" y="67"/>
                    <a:pt x="138" y="63"/>
                    <a:pt x="146" y="59"/>
                  </a:cubicBezTo>
                  <a:cubicBezTo>
                    <a:pt x="148" y="52"/>
                    <a:pt x="153" y="45"/>
                    <a:pt x="160" y="38"/>
                  </a:cubicBezTo>
                  <a:cubicBezTo>
                    <a:pt x="163" y="35"/>
                    <a:pt x="166" y="32"/>
                    <a:pt x="170" y="29"/>
                  </a:cubicBezTo>
                  <a:cubicBezTo>
                    <a:pt x="127" y="14"/>
                    <a:pt x="83" y="41"/>
                    <a:pt x="52" y="76"/>
                  </a:cubicBezTo>
                  <a:cubicBezTo>
                    <a:pt x="44" y="86"/>
                    <a:pt x="38" y="96"/>
                    <a:pt x="34" y="107"/>
                  </a:cubicBezTo>
                  <a:close/>
                  <a:moveTo>
                    <a:pt x="146" y="84"/>
                  </a:moveTo>
                  <a:cubicBezTo>
                    <a:pt x="145" y="90"/>
                    <a:pt x="145" y="95"/>
                    <a:pt x="146" y="101"/>
                  </a:cubicBezTo>
                  <a:cubicBezTo>
                    <a:pt x="147" y="104"/>
                    <a:pt x="148" y="107"/>
                    <a:pt x="149" y="110"/>
                  </a:cubicBezTo>
                  <a:cubicBezTo>
                    <a:pt x="151" y="109"/>
                    <a:pt x="152" y="109"/>
                    <a:pt x="154" y="109"/>
                  </a:cubicBezTo>
                  <a:cubicBezTo>
                    <a:pt x="154" y="108"/>
                    <a:pt x="154" y="108"/>
                    <a:pt x="155" y="107"/>
                  </a:cubicBezTo>
                  <a:cubicBezTo>
                    <a:pt x="157" y="101"/>
                    <a:pt x="155" y="94"/>
                    <a:pt x="150" y="88"/>
                  </a:cubicBezTo>
                  <a:cubicBezTo>
                    <a:pt x="148" y="86"/>
                    <a:pt x="147" y="85"/>
                    <a:pt x="146" y="84"/>
                  </a:cubicBezTo>
                  <a:close/>
                  <a:moveTo>
                    <a:pt x="239" y="109"/>
                  </a:moveTo>
                  <a:cubicBezTo>
                    <a:pt x="242" y="110"/>
                    <a:pt x="244" y="109"/>
                    <a:pt x="247" y="109"/>
                  </a:cubicBezTo>
                  <a:cubicBezTo>
                    <a:pt x="253" y="105"/>
                    <a:pt x="260" y="102"/>
                    <a:pt x="268" y="101"/>
                  </a:cubicBezTo>
                  <a:cubicBezTo>
                    <a:pt x="269" y="101"/>
                    <a:pt x="269" y="100"/>
                    <a:pt x="270" y="100"/>
                  </a:cubicBezTo>
                  <a:cubicBezTo>
                    <a:pt x="270" y="98"/>
                    <a:pt x="271" y="96"/>
                    <a:pt x="271" y="95"/>
                  </a:cubicBezTo>
                  <a:cubicBezTo>
                    <a:pt x="274" y="90"/>
                    <a:pt x="279" y="86"/>
                    <a:pt x="286" y="83"/>
                  </a:cubicBezTo>
                  <a:cubicBezTo>
                    <a:pt x="292" y="73"/>
                    <a:pt x="294" y="62"/>
                    <a:pt x="293" y="52"/>
                  </a:cubicBezTo>
                  <a:cubicBezTo>
                    <a:pt x="293" y="48"/>
                    <a:pt x="292" y="44"/>
                    <a:pt x="291" y="40"/>
                  </a:cubicBezTo>
                  <a:cubicBezTo>
                    <a:pt x="266" y="43"/>
                    <a:pt x="240" y="56"/>
                    <a:pt x="228" y="74"/>
                  </a:cubicBezTo>
                  <a:cubicBezTo>
                    <a:pt x="228" y="75"/>
                    <a:pt x="228" y="75"/>
                    <a:pt x="228" y="75"/>
                  </a:cubicBezTo>
                  <a:cubicBezTo>
                    <a:pt x="228" y="77"/>
                    <a:pt x="228" y="78"/>
                    <a:pt x="227" y="79"/>
                  </a:cubicBezTo>
                  <a:cubicBezTo>
                    <a:pt x="227" y="82"/>
                    <a:pt x="225" y="86"/>
                    <a:pt x="222" y="89"/>
                  </a:cubicBezTo>
                  <a:cubicBezTo>
                    <a:pt x="221" y="94"/>
                    <a:pt x="222" y="99"/>
                    <a:pt x="224" y="103"/>
                  </a:cubicBezTo>
                  <a:cubicBezTo>
                    <a:pt x="226" y="105"/>
                    <a:pt x="228" y="106"/>
                    <a:pt x="231" y="108"/>
                  </a:cubicBezTo>
                  <a:cubicBezTo>
                    <a:pt x="234" y="108"/>
                    <a:pt x="236" y="109"/>
                    <a:pt x="239" y="109"/>
                  </a:cubicBezTo>
                  <a:close/>
                  <a:moveTo>
                    <a:pt x="218" y="104"/>
                  </a:moveTo>
                  <a:cubicBezTo>
                    <a:pt x="218" y="106"/>
                    <a:pt x="218" y="107"/>
                    <a:pt x="218" y="109"/>
                  </a:cubicBezTo>
                  <a:cubicBezTo>
                    <a:pt x="219" y="108"/>
                    <a:pt x="220" y="108"/>
                    <a:pt x="221" y="108"/>
                  </a:cubicBezTo>
                  <a:cubicBezTo>
                    <a:pt x="221" y="107"/>
                    <a:pt x="220" y="107"/>
                    <a:pt x="220" y="106"/>
                  </a:cubicBezTo>
                  <a:cubicBezTo>
                    <a:pt x="219" y="106"/>
                    <a:pt x="219" y="105"/>
                    <a:pt x="218" y="104"/>
                  </a:cubicBezTo>
                  <a:close/>
                  <a:moveTo>
                    <a:pt x="151" y="81"/>
                  </a:moveTo>
                  <a:cubicBezTo>
                    <a:pt x="152" y="82"/>
                    <a:pt x="153" y="83"/>
                    <a:pt x="154" y="84"/>
                  </a:cubicBezTo>
                  <a:cubicBezTo>
                    <a:pt x="161" y="92"/>
                    <a:pt x="163" y="100"/>
                    <a:pt x="161" y="108"/>
                  </a:cubicBezTo>
                  <a:cubicBezTo>
                    <a:pt x="166" y="107"/>
                    <a:pt x="171" y="105"/>
                    <a:pt x="176" y="104"/>
                  </a:cubicBezTo>
                  <a:cubicBezTo>
                    <a:pt x="191" y="100"/>
                    <a:pt x="203" y="96"/>
                    <a:pt x="211" y="91"/>
                  </a:cubicBezTo>
                  <a:cubicBezTo>
                    <a:pt x="209" y="85"/>
                    <a:pt x="206" y="79"/>
                    <a:pt x="202" y="74"/>
                  </a:cubicBezTo>
                  <a:cubicBezTo>
                    <a:pt x="198" y="69"/>
                    <a:pt x="193" y="65"/>
                    <a:pt x="188" y="62"/>
                  </a:cubicBezTo>
                  <a:cubicBezTo>
                    <a:pt x="187" y="64"/>
                    <a:pt x="186" y="66"/>
                    <a:pt x="185" y="68"/>
                  </a:cubicBezTo>
                  <a:cubicBezTo>
                    <a:pt x="178" y="77"/>
                    <a:pt x="166" y="82"/>
                    <a:pt x="151" y="81"/>
                  </a:cubicBezTo>
                  <a:close/>
                  <a:moveTo>
                    <a:pt x="19" y="103"/>
                  </a:moveTo>
                  <a:cubicBezTo>
                    <a:pt x="22" y="103"/>
                    <a:pt x="25" y="104"/>
                    <a:pt x="28" y="105"/>
                  </a:cubicBezTo>
                  <a:cubicBezTo>
                    <a:pt x="32" y="95"/>
                    <a:pt x="38" y="84"/>
                    <a:pt x="48" y="72"/>
                  </a:cubicBezTo>
                  <a:cubicBezTo>
                    <a:pt x="60" y="58"/>
                    <a:pt x="74" y="46"/>
                    <a:pt x="89" y="36"/>
                  </a:cubicBezTo>
                  <a:cubicBezTo>
                    <a:pt x="86" y="37"/>
                    <a:pt x="82" y="39"/>
                    <a:pt x="78" y="40"/>
                  </a:cubicBezTo>
                  <a:cubicBezTo>
                    <a:pt x="77" y="40"/>
                    <a:pt x="77" y="41"/>
                    <a:pt x="76" y="41"/>
                  </a:cubicBezTo>
                  <a:cubicBezTo>
                    <a:pt x="50" y="57"/>
                    <a:pt x="28" y="80"/>
                    <a:pt x="19" y="103"/>
                  </a:cubicBezTo>
                  <a:close/>
                  <a:moveTo>
                    <a:pt x="6" y="85"/>
                  </a:moveTo>
                  <a:cubicBezTo>
                    <a:pt x="5" y="87"/>
                    <a:pt x="4" y="99"/>
                    <a:pt x="13" y="101"/>
                  </a:cubicBezTo>
                  <a:cubicBezTo>
                    <a:pt x="21" y="81"/>
                    <a:pt x="38" y="62"/>
                    <a:pt x="58" y="47"/>
                  </a:cubicBezTo>
                  <a:cubicBezTo>
                    <a:pt x="31" y="55"/>
                    <a:pt x="7" y="79"/>
                    <a:pt x="6" y="85"/>
                  </a:cubicBezTo>
                  <a:close/>
                  <a:moveTo>
                    <a:pt x="305" y="80"/>
                  </a:moveTo>
                  <a:cubicBezTo>
                    <a:pt x="309" y="80"/>
                    <a:pt x="313" y="80"/>
                    <a:pt x="317" y="82"/>
                  </a:cubicBezTo>
                  <a:cubicBezTo>
                    <a:pt x="327" y="84"/>
                    <a:pt x="336" y="88"/>
                    <a:pt x="345" y="94"/>
                  </a:cubicBezTo>
                  <a:cubicBezTo>
                    <a:pt x="348" y="86"/>
                    <a:pt x="349" y="78"/>
                    <a:pt x="345" y="70"/>
                  </a:cubicBezTo>
                  <a:cubicBezTo>
                    <a:pt x="336" y="48"/>
                    <a:pt x="317" y="42"/>
                    <a:pt x="303" y="40"/>
                  </a:cubicBezTo>
                  <a:cubicBezTo>
                    <a:pt x="301" y="40"/>
                    <a:pt x="299" y="40"/>
                    <a:pt x="297" y="40"/>
                  </a:cubicBezTo>
                  <a:cubicBezTo>
                    <a:pt x="298" y="44"/>
                    <a:pt x="299" y="48"/>
                    <a:pt x="299" y="51"/>
                  </a:cubicBezTo>
                  <a:cubicBezTo>
                    <a:pt x="300" y="61"/>
                    <a:pt x="298" y="71"/>
                    <a:pt x="294" y="81"/>
                  </a:cubicBezTo>
                  <a:cubicBezTo>
                    <a:pt x="297" y="80"/>
                    <a:pt x="301" y="80"/>
                    <a:pt x="305" y="80"/>
                  </a:cubicBezTo>
                  <a:close/>
                  <a:moveTo>
                    <a:pt x="190" y="56"/>
                  </a:moveTo>
                  <a:cubicBezTo>
                    <a:pt x="196" y="60"/>
                    <a:pt x="202" y="64"/>
                    <a:pt x="207" y="70"/>
                  </a:cubicBezTo>
                  <a:cubicBezTo>
                    <a:pt x="210" y="74"/>
                    <a:pt x="212" y="79"/>
                    <a:pt x="214" y="83"/>
                  </a:cubicBezTo>
                  <a:cubicBezTo>
                    <a:pt x="214" y="73"/>
                    <a:pt x="211" y="63"/>
                    <a:pt x="205" y="54"/>
                  </a:cubicBezTo>
                  <a:cubicBezTo>
                    <a:pt x="200" y="51"/>
                    <a:pt x="195" y="49"/>
                    <a:pt x="190" y="48"/>
                  </a:cubicBezTo>
                  <a:cubicBezTo>
                    <a:pt x="191" y="51"/>
                    <a:pt x="190" y="54"/>
                    <a:pt x="190" y="56"/>
                  </a:cubicBezTo>
                  <a:close/>
                  <a:moveTo>
                    <a:pt x="217" y="65"/>
                  </a:moveTo>
                  <a:cubicBezTo>
                    <a:pt x="218" y="69"/>
                    <a:pt x="219" y="73"/>
                    <a:pt x="220" y="78"/>
                  </a:cubicBezTo>
                  <a:cubicBezTo>
                    <a:pt x="220" y="76"/>
                    <a:pt x="221" y="75"/>
                    <a:pt x="222" y="74"/>
                  </a:cubicBezTo>
                  <a:cubicBezTo>
                    <a:pt x="221" y="71"/>
                    <a:pt x="220" y="68"/>
                    <a:pt x="217" y="65"/>
                  </a:cubicBezTo>
                  <a:close/>
                  <a:moveTo>
                    <a:pt x="149" y="75"/>
                  </a:moveTo>
                  <a:cubicBezTo>
                    <a:pt x="163" y="76"/>
                    <a:pt x="174" y="73"/>
                    <a:pt x="180" y="65"/>
                  </a:cubicBezTo>
                  <a:cubicBezTo>
                    <a:pt x="181" y="63"/>
                    <a:pt x="182" y="62"/>
                    <a:pt x="183" y="60"/>
                  </a:cubicBezTo>
                  <a:cubicBezTo>
                    <a:pt x="175" y="58"/>
                    <a:pt x="167" y="57"/>
                    <a:pt x="158" y="60"/>
                  </a:cubicBezTo>
                  <a:cubicBezTo>
                    <a:pt x="158" y="60"/>
                    <a:pt x="157" y="60"/>
                    <a:pt x="157" y="61"/>
                  </a:cubicBezTo>
                  <a:cubicBezTo>
                    <a:pt x="153" y="65"/>
                    <a:pt x="151" y="69"/>
                    <a:pt x="149" y="74"/>
                  </a:cubicBezTo>
                  <a:cubicBezTo>
                    <a:pt x="149" y="74"/>
                    <a:pt x="149" y="75"/>
                    <a:pt x="149" y="75"/>
                  </a:cubicBezTo>
                  <a:close/>
                  <a:moveTo>
                    <a:pt x="135" y="73"/>
                  </a:moveTo>
                  <a:cubicBezTo>
                    <a:pt x="138" y="74"/>
                    <a:pt x="140" y="74"/>
                    <a:pt x="142" y="75"/>
                  </a:cubicBezTo>
                  <a:cubicBezTo>
                    <a:pt x="143" y="75"/>
                    <a:pt x="143" y="74"/>
                    <a:pt x="143" y="73"/>
                  </a:cubicBezTo>
                  <a:cubicBezTo>
                    <a:pt x="143" y="71"/>
                    <a:pt x="143" y="69"/>
                    <a:pt x="143" y="67"/>
                  </a:cubicBezTo>
                  <a:cubicBezTo>
                    <a:pt x="140" y="69"/>
                    <a:pt x="138" y="71"/>
                    <a:pt x="135" y="73"/>
                  </a:cubicBezTo>
                  <a:close/>
                  <a:moveTo>
                    <a:pt x="209" y="50"/>
                  </a:moveTo>
                  <a:cubicBezTo>
                    <a:pt x="209" y="50"/>
                    <a:pt x="210" y="51"/>
                    <a:pt x="211" y="51"/>
                  </a:cubicBezTo>
                  <a:cubicBezTo>
                    <a:pt x="218" y="57"/>
                    <a:pt x="223" y="62"/>
                    <a:pt x="226" y="68"/>
                  </a:cubicBezTo>
                  <a:cubicBezTo>
                    <a:pt x="239" y="50"/>
                    <a:pt x="264" y="37"/>
                    <a:pt x="289" y="35"/>
                  </a:cubicBezTo>
                  <a:cubicBezTo>
                    <a:pt x="287" y="30"/>
                    <a:pt x="284" y="25"/>
                    <a:pt x="280" y="21"/>
                  </a:cubicBezTo>
                  <a:cubicBezTo>
                    <a:pt x="273" y="19"/>
                    <a:pt x="266" y="18"/>
                    <a:pt x="260" y="17"/>
                  </a:cubicBezTo>
                  <a:cubicBezTo>
                    <a:pt x="245" y="14"/>
                    <a:pt x="229" y="13"/>
                    <a:pt x="212" y="13"/>
                  </a:cubicBezTo>
                  <a:cubicBezTo>
                    <a:pt x="202" y="17"/>
                    <a:pt x="191" y="22"/>
                    <a:pt x="182" y="28"/>
                  </a:cubicBezTo>
                  <a:cubicBezTo>
                    <a:pt x="187" y="31"/>
                    <a:pt x="193" y="35"/>
                    <a:pt x="198" y="39"/>
                  </a:cubicBezTo>
                  <a:cubicBezTo>
                    <a:pt x="202" y="42"/>
                    <a:pt x="206" y="46"/>
                    <a:pt x="209" y="50"/>
                  </a:cubicBezTo>
                  <a:close/>
                  <a:moveTo>
                    <a:pt x="176" y="32"/>
                  </a:moveTo>
                  <a:cubicBezTo>
                    <a:pt x="172" y="35"/>
                    <a:pt x="168" y="39"/>
                    <a:pt x="164" y="42"/>
                  </a:cubicBezTo>
                  <a:cubicBezTo>
                    <a:pt x="161" y="46"/>
                    <a:pt x="157" y="50"/>
                    <a:pt x="154" y="54"/>
                  </a:cubicBezTo>
                  <a:cubicBezTo>
                    <a:pt x="157" y="52"/>
                    <a:pt x="160" y="49"/>
                    <a:pt x="163" y="47"/>
                  </a:cubicBezTo>
                  <a:cubicBezTo>
                    <a:pt x="169" y="43"/>
                    <a:pt x="176" y="41"/>
                    <a:pt x="182" y="41"/>
                  </a:cubicBezTo>
                  <a:cubicBezTo>
                    <a:pt x="182" y="41"/>
                    <a:pt x="182" y="40"/>
                    <a:pt x="182" y="40"/>
                  </a:cubicBezTo>
                  <a:cubicBezTo>
                    <a:pt x="181" y="37"/>
                    <a:pt x="179" y="35"/>
                    <a:pt x="177" y="33"/>
                  </a:cubicBezTo>
                  <a:cubicBezTo>
                    <a:pt x="177" y="32"/>
                    <a:pt x="176" y="32"/>
                    <a:pt x="176" y="32"/>
                  </a:cubicBezTo>
                  <a:close/>
                  <a:moveTo>
                    <a:pt x="171" y="52"/>
                  </a:moveTo>
                  <a:cubicBezTo>
                    <a:pt x="176" y="52"/>
                    <a:pt x="180" y="53"/>
                    <a:pt x="184" y="54"/>
                  </a:cubicBezTo>
                  <a:cubicBezTo>
                    <a:pt x="185" y="52"/>
                    <a:pt x="185" y="49"/>
                    <a:pt x="184" y="47"/>
                  </a:cubicBezTo>
                  <a:cubicBezTo>
                    <a:pt x="178" y="47"/>
                    <a:pt x="172" y="48"/>
                    <a:pt x="166" y="52"/>
                  </a:cubicBezTo>
                  <a:cubicBezTo>
                    <a:pt x="166" y="52"/>
                    <a:pt x="165" y="52"/>
                    <a:pt x="165" y="53"/>
                  </a:cubicBezTo>
                  <a:cubicBezTo>
                    <a:pt x="167" y="52"/>
                    <a:pt x="169" y="52"/>
                    <a:pt x="171" y="52"/>
                  </a:cubicBezTo>
                  <a:close/>
                  <a:moveTo>
                    <a:pt x="189" y="41"/>
                  </a:moveTo>
                  <a:cubicBezTo>
                    <a:pt x="190" y="42"/>
                    <a:pt x="191" y="42"/>
                    <a:pt x="193" y="42"/>
                  </a:cubicBezTo>
                  <a:cubicBezTo>
                    <a:pt x="191" y="41"/>
                    <a:pt x="189" y="40"/>
                    <a:pt x="188" y="39"/>
                  </a:cubicBezTo>
                  <a:cubicBezTo>
                    <a:pt x="188" y="40"/>
                    <a:pt x="189" y="41"/>
                    <a:pt x="189" y="41"/>
                  </a:cubicBezTo>
                  <a:close/>
                  <a:moveTo>
                    <a:pt x="297" y="34"/>
                  </a:moveTo>
                  <a:cubicBezTo>
                    <a:pt x="299" y="34"/>
                    <a:pt x="302" y="34"/>
                    <a:pt x="304" y="35"/>
                  </a:cubicBezTo>
                  <a:cubicBezTo>
                    <a:pt x="308" y="35"/>
                    <a:pt x="312" y="36"/>
                    <a:pt x="315" y="37"/>
                  </a:cubicBezTo>
                  <a:cubicBezTo>
                    <a:pt x="307" y="32"/>
                    <a:pt x="298" y="28"/>
                    <a:pt x="290" y="25"/>
                  </a:cubicBezTo>
                  <a:cubicBezTo>
                    <a:pt x="292" y="28"/>
                    <a:pt x="294" y="31"/>
                    <a:pt x="295" y="34"/>
                  </a:cubicBezTo>
                  <a:cubicBezTo>
                    <a:pt x="296" y="34"/>
                    <a:pt x="296" y="34"/>
                    <a:pt x="297" y="34"/>
                  </a:cubicBezTo>
                  <a:close/>
                  <a:moveTo>
                    <a:pt x="165" y="18"/>
                  </a:moveTo>
                  <a:cubicBezTo>
                    <a:pt x="170" y="19"/>
                    <a:pt x="174" y="22"/>
                    <a:pt x="177" y="24"/>
                  </a:cubicBezTo>
                  <a:cubicBezTo>
                    <a:pt x="183" y="21"/>
                    <a:pt x="189" y="17"/>
                    <a:pt x="195" y="14"/>
                  </a:cubicBezTo>
                  <a:cubicBezTo>
                    <a:pt x="185" y="15"/>
                    <a:pt x="175" y="16"/>
                    <a:pt x="165" y="18"/>
                  </a:cubicBezTo>
                  <a:close/>
                  <a:moveTo>
                    <a:pt x="233" y="8"/>
                  </a:moveTo>
                  <a:cubicBezTo>
                    <a:pt x="242" y="8"/>
                    <a:pt x="252" y="9"/>
                    <a:pt x="261" y="11"/>
                  </a:cubicBezTo>
                  <a:cubicBezTo>
                    <a:pt x="263" y="11"/>
                    <a:pt x="265" y="11"/>
                    <a:pt x="267" y="12"/>
                  </a:cubicBezTo>
                  <a:cubicBezTo>
                    <a:pt x="262" y="10"/>
                    <a:pt x="258" y="8"/>
                    <a:pt x="252" y="7"/>
                  </a:cubicBezTo>
                  <a:cubicBezTo>
                    <a:pt x="247" y="6"/>
                    <a:pt x="240" y="7"/>
                    <a:pt x="233" y="8"/>
                  </a:cubicBez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7" name="ïṥḷiḋe">
              <a:extLst>
                <a:ext uri="{FF2B5EF4-FFF2-40B4-BE49-F238E27FC236}">
                  <a16:creationId xmlns:a16="http://schemas.microsoft.com/office/drawing/2014/main" id="{DFE3929F-5AB8-4000-8D12-E54C5FD42FA7}"/>
                </a:ext>
              </a:extLst>
            </p:cNvPr>
            <p:cNvSpPr/>
            <p:nvPr/>
          </p:nvSpPr>
          <p:spPr bwMode="auto">
            <a:xfrm>
              <a:off x="7816595" y="5334263"/>
              <a:ext cx="1797233" cy="228337"/>
            </a:xfrm>
            <a:prstGeom prst="ellipse">
              <a:avLst/>
            </a:prstGeom>
            <a:solidFill>
              <a:srgbClr val="61D6E5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8" name="îšlide">
              <a:extLst>
                <a:ext uri="{FF2B5EF4-FFF2-40B4-BE49-F238E27FC236}">
                  <a16:creationId xmlns:a16="http://schemas.microsoft.com/office/drawing/2014/main" id="{3EC430A7-A035-4BA4-8F00-CA7328293E61}"/>
                </a:ext>
              </a:extLst>
            </p:cNvPr>
            <p:cNvSpPr/>
            <p:nvPr/>
          </p:nvSpPr>
          <p:spPr bwMode="auto">
            <a:xfrm>
              <a:off x="8043529" y="2217517"/>
              <a:ext cx="1193946" cy="1263745"/>
            </a:xfrm>
            <a:custGeom>
              <a:avLst/>
              <a:gdLst/>
              <a:ahLst/>
              <a:cxnLst>
                <a:cxn ang="0">
                  <a:pos x="754" y="358"/>
                </a:cxn>
                <a:cxn ang="0">
                  <a:pos x="703" y="342"/>
                </a:cxn>
                <a:cxn ang="0">
                  <a:pos x="616" y="103"/>
                </a:cxn>
                <a:cxn ang="0">
                  <a:pos x="325" y="14"/>
                </a:cxn>
                <a:cxn ang="0">
                  <a:pos x="54" y="162"/>
                </a:cxn>
                <a:cxn ang="0">
                  <a:pos x="98" y="573"/>
                </a:cxn>
                <a:cxn ang="0">
                  <a:pos x="180" y="816"/>
                </a:cxn>
                <a:cxn ang="0">
                  <a:pos x="512" y="812"/>
                </a:cxn>
                <a:cxn ang="0">
                  <a:pos x="713" y="671"/>
                </a:cxn>
                <a:cxn ang="0">
                  <a:pos x="709" y="552"/>
                </a:cxn>
                <a:cxn ang="0">
                  <a:pos x="773" y="489"/>
                </a:cxn>
                <a:cxn ang="0">
                  <a:pos x="754" y="358"/>
                </a:cxn>
              </a:cxnLst>
              <a:rect l="0" t="0" r="r" b="b"/>
              <a:pathLst>
                <a:path w="790" h="836">
                  <a:moveTo>
                    <a:pt x="754" y="358"/>
                  </a:moveTo>
                  <a:cubicBezTo>
                    <a:pt x="754" y="358"/>
                    <a:pt x="735" y="338"/>
                    <a:pt x="703" y="342"/>
                  </a:cubicBezTo>
                  <a:cubicBezTo>
                    <a:pt x="697" y="252"/>
                    <a:pt x="677" y="165"/>
                    <a:pt x="616" y="103"/>
                  </a:cubicBezTo>
                  <a:cubicBezTo>
                    <a:pt x="542" y="29"/>
                    <a:pt x="429" y="0"/>
                    <a:pt x="325" y="14"/>
                  </a:cubicBezTo>
                  <a:cubicBezTo>
                    <a:pt x="223" y="28"/>
                    <a:pt x="100" y="59"/>
                    <a:pt x="54" y="162"/>
                  </a:cubicBezTo>
                  <a:cubicBezTo>
                    <a:pt x="0" y="284"/>
                    <a:pt x="63" y="451"/>
                    <a:pt x="98" y="573"/>
                  </a:cubicBezTo>
                  <a:cubicBezTo>
                    <a:pt x="121" y="655"/>
                    <a:pt x="149" y="736"/>
                    <a:pt x="180" y="816"/>
                  </a:cubicBezTo>
                  <a:cubicBezTo>
                    <a:pt x="243" y="836"/>
                    <a:pt x="446" y="826"/>
                    <a:pt x="512" y="812"/>
                  </a:cubicBezTo>
                  <a:cubicBezTo>
                    <a:pt x="582" y="798"/>
                    <a:pt x="705" y="758"/>
                    <a:pt x="713" y="671"/>
                  </a:cubicBezTo>
                  <a:cubicBezTo>
                    <a:pt x="716" y="631"/>
                    <a:pt x="711" y="590"/>
                    <a:pt x="709" y="552"/>
                  </a:cubicBezTo>
                  <a:cubicBezTo>
                    <a:pt x="737" y="538"/>
                    <a:pt x="766" y="518"/>
                    <a:pt x="773" y="489"/>
                  </a:cubicBezTo>
                  <a:cubicBezTo>
                    <a:pt x="790" y="423"/>
                    <a:pt x="784" y="384"/>
                    <a:pt x="754" y="358"/>
                  </a:cubicBezTo>
                  <a:close/>
                </a:path>
              </a:pathLst>
            </a:custGeom>
            <a:solidFill>
              <a:srgbClr val="F7D2BA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39" name="í$lîḍê">
              <a:extLst>
                <a:ext uri="{FF2B5EF4-FFF2-40B4-BE49-F238E27FC236}">
                  <a16:creationId xmlns:a16="http://schemas.microsoft.com/office/drawing/2014/main" id="{5D976E45-CC89-4B0E-8BED-E81C594021E2}"/>
                </a:ext>
              </a:extLst>
            </p:cNvPr>
            <p:cNvSpPr/>
            <p:nvPr/>
          </p:nvSpPr>
          <p:spPr bwMode="auto">
            <a:xfrm>
              <a:off x="8493890" y="3014065"/>
              <a:ext cx="321987" cy="220621"/>
            </a:xfrm>
            <a:custGeom>
              <a:avLst/>
              <a:gdLst/>
              <a:ahLst/>
              <a:cxnLst>
                <a:cxn ang="0">
                  <a:pos x="213" y="59"/>
                </a:cxn>
                <a:cxn ang="0">
                  <a:pos x="98" y="146"/>
                </a:cxn>
                <a:cxn ang="0">
                  <a:pos x="95" y="35"/>
                </a:cxn>
                <a:cxn ang="0">
                  <a:pos x="213" y="59"/>
                </a:cxn>
              </a:cxnLst>
              <a:rect l="0" t="0" r="r" b="b"/>
              <a:pathLst>
                <a:path w="213" h="146">
                  <a:moveTo>
                    <a:pt x="213" y="59"/>
                  </a:moveTo>
                  <a:cubicBezTo>
                    <a:pt x="98" y="146"/>
                    <a:pt x="98" y="146"/>
                    <a:pt x="98" y="146"/>
                  </a:cubicBezTo>
                  <a:cubicBezTo>
                    <a:pt x="98" y="146"/>
                    <a:pt x="0" y="72"/>
                    <a:pt x="95" y="35"/>
                  </a:cubicBezTo>
                  <a:cubicBezTo>
                    <a:pt x="185" y="0"/>
                    <a:pt x="213" y="59"/>
                    <a:pt x="213" y="59"/>
                  </a:cubicBezTo>
                  <a:close/>
                </a:path>
              </a:pathLst>
            </a:custGeom>
            <a:solidFill>
              <a:srgbClr val="FFA4A4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0" name="îŝ1ïḋê">
              <a:extLst>
                <a:ext uri="{FF2B5EF4-FFF2-40B4-BE49-F238E27FC236}">
                  <a16:creationId xmlns:a16="http://schemas.microsoft.com/office/drawing/2014/main" id="{43E6801F-9448-4D46-8FF5-6FD1C1244501}"/>
                </a:ext>
              </a:extLst>
            </p:cNvPr>
            <p:cNvSpPr/>
            <p:nvPr/>
          </p:nvSpPr>
          <p:spPr bwMode="auto">
            <a:xfrm>
              <a:off x="8481964" y="3020028"/>
              <a:ext cx="134337" cy="128725"/>
            </a:xfrm>
            <a:custGeom>
              <a:avLst/>
              <a:gdLst/>
              <a:ahLst/>
              <a:cxnLst>
                <a:cxn ang="0">
                  <a:pos x="53" y="2"/>
                </a:cxn>
                <a:cxn ang="0">
                  <a:pos x="65" y="4"/>
                </a:cxn>
                <a:cxn ang="0">
                  <a:pos x="2" y="85"/>
                </a:cxn>
                <a:cxn ang="0">
                  <a:pos x="23" y="49"/>
                </a:cxn>
                <a:cxn ang="0">
                  <a:pos x="44" y="13"/>
                </a:cxn>
                <a:cxn ang="0">
                  <a:pos x="53" y="2"/>
                </a:cxn>
              </a:cxnLst>
              <a:rect l="0" t="0" r="r" b="b"/>
              <a:pathLst>
                <a:path w="89" h="85">
                  <a:moveTo>
                    <a:pt x="53" y="2"/>
                  </a:moveTo>
                  <a:cubicBezTo>
                    <a:pt x="56" y="0"/>
                    <a:pt x="60" y="0"/>
                    <a:pt x="65" y="4"/>
                  </a:cubicBezTo>
                  <a:cubicBezTo>
                    <a:pt x="89" y="23"/>
                    <a:pt x="15" y="75"/>
                    <a:pt x="2" y="85"/>
                  </a:cubicBezTo>
                  <a:cubicBezTo>
                    <a:pt x="0" y="74"/>
                    <a:pt x="18" y="58"/>
                    <a:pt x="23" y="49"/>
                  </a:cubicBezTo>
                  <a:cubicBezTo>
                    <a:pt x="30" y="37"/>
                    <a:pt x="38" y="25"/>
                    <a:pt x="44" y="13"/>
                  </a:cubicBezTo>
                  <a:cubicBezTo>
                    <a:pt x="47" y="8"/>
                    <a:pt x="49" y="4"/>
                    <a:pt x="53" y="2"/>
                  </a:cubicBez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1" name="ï$ļiďè">
              <a:extLst>
                <a:ext uri="{FF2B5EF4-FFF2-40B4-BE49-F238E27FC236}">
                  <a16:creationId xmlns:a16="http://schemas.microsoft.com/office/drawing/2014/main" id="{53C8E8B9-3C0C-4552-9CE6-2070B7F3857E}"/>
                </a:ext>
              </a:extLst>
            </p:cNvPr>
            <p:cNvSpPr/>
            <p:nvPr/>
          </p:nvSpPr>
          <p:spPr bwMode="auto">
            <a:xfrm>
              <a:off x="8578420" y="2979341"/>
              <a:ext cx="176777" cy="52963"/>
            </a:xfrm>
            <a:custGeom>
              <a:avLst/>
              <a:gdLst/>
              <a:ahLst/>
              <a:cxnLst>
                <a:cxn ang="0">
                  <a:pos x="15" y="11"/>
                </a:cxn>
                <a:cxn ang="0">
                  <a:pos x="23" y="33"/>
                </a:cxn>
                <a:cxn ang="0">
                  <a:pos x="79" y="16"/>
                </a:cxn>
                <a:cxn ang="0">
                  <a:pos x="114" y="3"/>
                </a:cxn>
                <a:cxn ang="0">
                  <a:pos x="99" y="0"/>
                </a:cxn>
                <a:cxn ang="0">
                  <a:pos x="57" y="4"/>
                </a:cxn>
                <a:cxn ang="0">
                  <a:pos x="15" y="11"/>
                </a:cxn>
              </a:cxnLst>
              <a:rect l="0" t="0" r="r" b="b"/>
              <a:pathLst>
                <a:path w="117" h="35">
                  <a:moveTo>
                    <a:pt x="15" y="11"/>
                  </a:moveTo>
                  <a:cubicBezTo>
                    <a:pt x="0" y="17"/>
                    <a:pt x="10" y="32"/>
                    <a:pt x="23" y="33"/>
                  </a:cubicBezTo>
                  <a:cubicBezTo>
                    <a:pt x="39" y="35"/>
                    <a:pt x="63" y="22"/>
                    <a:pt x="79" y="16"/>
                  </a:cubicBezTo>
                  <a:cubicBezTo>
                    <a:pt x="89" y="13"/>
                    <a:pt x="105" y="9"/>
                    <a:pt x="114" y="3"/>
                  </a:cubicBezTo>
                  <a:cubicBezTo>
                    <a:pt x="117" y="2"/>
                    <a:pt x="100" y="0"/>
                    <a:pt x="99" y="0"/>
                  </a:cubicBezTo>
                  <a:cubicBezTo>
                    <a:pt x="85" y="0"/>
                    <a:pt x="71" y="4"/>
                    <a:pt x="57" y="4"/>
                  </a:cubicBezTo>
                  <a:cubicBezTo>
                    <a:pt x="43" y="5"/>
                    <a:pt x="28" y="5"/>
                    <a:pt x="15" y="11"/>
                  </a:cubicBez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2" name="ïSlíďê">
              <a:extLst>
                <a:ext uri="{FF2B5EF4-FFF2-40B4-BE49-F238E27FC236}">
                  <a16:creationId xmlns:a16="http://schemas.microsoft.com/office/drawing/2014/main" id="{C1EF0946-A484-45B4-9106-C80E201377D3}"/>
                </a:ext>
              </a:extLst>
            </p:cNvPr>
            <p:cNvSpPr/>
            <p:nvPr/>
          </p:nvSpPr>
          <p:spPr bwMode="auto">
            <a:xfrm>
              <a:off x="8575614" y="2702601"/>
              <a:ext cx="197822" cy="193613"/>
            </a:xfrm>
            <a:prstGeom prst="ellipse">
              <a:avLst/>
            </a:prstGeom>
            <a:solidFill>
              <a:srgbClr val="FFFEF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3" name="ïšḻîdê">
              <a:extLst>
                <a:ext uri="{FF2B5EF4-FFF2-40B4-BE49-F238E27FC236}">
                  <a16:creationId xmlns:a16="http://schemas.microsoft.com/office/drawing/2014/main" id="{AD878D80-D666-40CA-88F1-07D251B33E84}"/>
                </a:ext>
              </a:extLst>
            </p:cNvPr>
            <p:cNvSpPr/>
            <p:nvPr/>
          </p:nvSpPr>
          <p:spPr bwMode="auto">
            <a:xfrm>
              <a:off x="8616301" y="2766086"/>
              <a:ext cx="40687" cy="65239"/>
            </a:xfrm>
            <a:prstGeom prst="ellipse">
              <a:avLst/>
            </a:pr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4" name="íS1iḍé">
              <a:extLst>
                <a:ext uri="{FF2B5EF4-FFF2-40B4-BE49-F238E27FC236}">
                  <a16:creationId xmlns:a16="http://schemas.microsoft.com/office/drawing/2014/main" id="{B54F0DCC-AB26-446E-A5DC-324C51847B1F}"/>
                </a:ext>
              </a:extLst>
            </p:cNvPr>
            <p:cNvSpPr/>
            <p:nvPr/>
          </p:nvSpPr>
          <p:spPr bwMode="auto">
            <a:xfrm>
              <a:off x="8194702" y="2799407"/>
              <a:ext cx="188702" cy="183090"/>
            </a:xfrm>
            <a:prstGeom prst="ellipse">
              <a:avLst/>
            </a:prstGeom>
            <a:solidFill>
              <a:srgbClr val="FFFEF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5" name="iṩḻïḑe">
              <a:extLst>
                <a:ext uri="{FF2B5EF4-FFF2-40B4-BE49-F238E27FC236}">
                  <a16:creationId xmlns:a16="http://schemas.microsoft.com/office/drawing/2014/main" id="{CA7EEF99-5AF5-42C7-8806-85E30C3AA247}"/>
                </a:ext>
              </a:extLst>
            </p:cNvPr>
            <p:cNvSpPr/>
            <p:nvPr/>
          </p:nvSpPr>
          <p:spPr bwMode="auto">
            <a:xfrm>
              <a:off x="8233986" y="2860087"/>
              <a:ext cx="39284" cy="61732"/>
            </a:xfrm>
            <a:prstGeom prst="ellipse">
              <a:avLst/>
            </a:pr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6" name="íSlïde">
              <a:extLst>
                <a:ext uri="{FF2B5EF4-FFF2-40B4-BE49-F238E27FC236}">
                  <a16:creationId xmlns:a16="http://schemas.microsoft.com/office/drawing/2014/main" id="{6DF7A98D-239B-4D63-9C9C-52D461A6154A}"/>
                </a:ext>
              </a:extLst>
            </p:cNvPr>
            <p:cNvSpPr/>
            <p:nvPr/>
          </p:nvSpPr>
          <p:spPr bwMode="auto">
            <a:xfrm>
              <a:off x="8565092" y="2613511"/>
              <a:ext cx="206941" cy="164852"/>
            </a:xfrm>
            <a:custGeom>
              <a:avLst/>
              <a:gdLst/>
              <a:ahLst/>
              <a:cxnLst>
                <a:cxn ang="0">
                  <a:pos x="7" y="108"/>
                </a:cxn>
                <a:cxn ang="0">
                  <a:pos x="25" y="101"/>
                </a:cxn>
                <a:cxn ang="0">
                  <a:pos x="60" y="59"/>
                </a:cxn>
                <a:cxn ang="0">
                  <a:pos x="110" y="23"/>
                </a:cxn>
                <a:cxn ang="0">
                  <a:pos x="118" y="1"/>
                </a:cxn>
                <a:cxn ang="0">
                  <a:pos x="67" y="26"/>
                </a:cxn>
                <a:cxn ang="0">
                  <a:pos x="22" y="69"/>
                </a:cxn>
                <a:cxn ang="0">
                  <a:pos x="0" y="98"/>
                </a:cxn>
                <a:cxn ang="0">
                  <a:pos x="7" y="108"/>
                </a:cxn>
              </a:cxnLst>
              <a:rect l="0" t="0" r="r" b="b"/>
              <a:pathLst>
                <a:path w="137" h="109">
                  <a:moveTo>
                    <a:pt x="7" y="108"/>
                  </a:moveTo>
                  <a:cubicBezTo>
                    <a:pt x="12" y="109"/>
                    <a:pt x="20" y="106"/>
                    <a:pt x="25" y="101"/>
                  </a:cubicBezTo>
                  <a:cubicBezTo>
                    <a:pt x="38" y="89"/>
                    <a:pt x="46" y="72"/>
                    <a:pt x="60" y="59"/>
                  </a:cubicBezTo>
                  <a:cubicBezTo>
                    <a:pt x="75" y="45"/>
                    <a:pt x="92" y="32"/>
                    <a:pt x="110" y="23"/>
                  </a:cubicBezTo>
                  <a:cubicBezTo>
                    <a:pt x="117" y="19"/>
                    <a:pt x="137" y="2"/>
                    <a:pt x="118" y="1"/>
                  </a:cubicBezTo>
                  <a:cubicBezTo>
                    <a:pt x="99" y="0"/>
                    <a:pt x="81" y="15"/>
                    <a:pt x="67" y="26"/>
                  </a:cubicBezTo>
                  <a:cubicBezTo>
                    <a:pt x="51" y="39"/>
                    <a:pt x="35" y="53"/>
                    <a:pt x="22" y="69"/>
                  </a:cubicBezTo>
                  <a:cubicBezTo>
                    <a:pt x="16" y="77"/>
                    <a:pt x="0" y="86"/>
                    <a:pt x="0" y="98"/>
                  </a:cubicBezTo>
                  <a:cubicBezTo>
                    <a:pt x="0" y="104"/>
                    <a:pt x="3" y="107"/>
                    <a:pt x="7" y="108"/>
                  </a:cubicBez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7" name="îṥḻïde">
              <a:extLst>
                <a:ext uri="{FF2B5EF4-FFF2-40B4-BE49-F238E27FC236}">
                  <a16:creationId xmlns:a16="http://schemas.microsoft.com/office/drawing/2014/main" id="{9F2E992A-F3B4-49BD-9F6F-A02EF97F31E2}"/>
                </a:ext>
              </a:extLst>
            </p:cNvPr>
            <p:cNvSpPr/>
            <p:nvPr/>
          </p:nvSpPr>
          <p:spPr bwMode="auto">
            <a:xfrm>
              <a:off x="8137179" y="2755564"/>
              <a:ext cx="257098" cy="83127"/>
            </a:xfrm>
            <a:custGeom>
              <a:avLst/>
              <a:gdLst/>
              <a:ahLst/>
              <a:cxnLst>
                <a:cxn ang="0">
                  <a:pos x="166" y="50"/>
                </a:cxn>
                <a:cxn ang="0">
                  <a:pos x="147" y="53"/>
                </a:cxn>
                <a:cxn ang="0">
                  <a:pos x="95" y="33"/>
                </a:cxn>
                <a:cxn ang="0">
                  <a:pos x="34" y="25"/>
                </a:cxn>
                <a:cxn ang="0">
                  <a:pos x="17" y="9"/>
                </a:cxn>
                <a:cxn ang="0">
                  <a:pos x="73" y="8"/>
                </a:cxn>
                <a:cxn ang="0">
                  <a:pos x="134" y="24"/>
                </a:cxn>
                <a:cxn ang="0">
                  <a:pos x="167" y="38"/>
                </a:cxn>
                <a:cxn ang="0">
                  <a:pos x="166" y="50"/>
                </a:cxn>
              </a:cxnLst>
              <a:rect l="0" t="0" r="r" b="b"/>
              <a:pathLst>
                <a:path w="170" h="55">
                  <a:moveTo>
                    <a:pt x="166" y="50"/>
                  </a:moveTo>
                  <a:cubicBezTo>
                    <a:pt x="161" y="54"/>
                    <a:pt x="153" y="55"/>
                    <a:pt x="147" y="53"/>
                  </a:cubicBezTo>
                  <a:cubicBezTo>
                    <a:pt x="129" y="48"/>
                    <a:pt x="114" y="37"/>
                    <a:pt x="95" y="33"/>
                  </a:cubicBezTo>
                  <a:cubicBezTo>
                    <a:pt x="75" y="28"/>
                    <a:pt x="55" y="25"/>
                    <a:pt x="34" y="25"/>
                  </a:cubicBezTo>
                  <a:cubicBezTo>
                    <a:pt x="27" y="25"/>
                    <a:pt x="0" y="20"/>
                    <a:pt x="17" y="9"/>
                  </a:cubicBezTo>
                  <a:cubicBezTo>
                    <a:pt x="32" y="0"/>
                    <a:pt x="57" y="5"/>
                    <a:pt x="73" y="8"/>
                  </a:cubicBezTo>
                  <a:cubicBezTo>
                    <a:pt x="94" y="11"/>
                    <a:pt x="114" y="15"/>
                    <a:pt x="134" y="24"/>
                  </a:cubicBezTo>
                  <a:cubicBezTo>
                    <a:pt x="143" y="28"/>
                    <a:pt x="162" y="28"/>
                    <a:pt x="167" y="38"/>
                  </a:cubicBezTo>
                  <a:cubicBezTo>
                    <a:pt x="170" y="44"/>
                    <a:pt x="169" y="48"/>
                    <a:pt x="166" y="50"/>
                  </a:cubicBez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8" name="îSľíďé">
              <a:extLst>
                <a:ext uri="{FF2B5EF4-FFF2-40B4-BE49-F238E27FC236}">
                  <a16:creationId xmlns:a16="http://schemas.microsoft.com/office/drawing/2014/main" id="{5B68FB75-6A6C-4D8C-B705-F011DAD2C725}"/>
                </a:ext>
              </a:extLst>
            </p:cNvPr>
            <p:cNvSpPr/>
            <p:nvPr/>
          </p:nvSpPr>
          <p:spPr bwMode="auto">
            <a:xfrm>
              <a:off x="8118940" y="2271882"/>
              <a:ext cx="897915" cy="210098"/>
            </a:xfrm>
            <a:custGeom>
              <a:avLst/>
              <a:gdLst/>
              <a:ahLst/>
              <a:cxnLst>
                <a:cxn ang="0">
                  <a:pos x="1" y="135"/>
                </a:cxn>
                <a:cxn ang="0">
                  <a:pos x="6" y="130"/>
                </a:cxn>
                <a:cxn ang="0">
                  <a:pos x="21" y="116"/>
                </a:cxn>
                <a:cxn ang="0">
                  <a:pos x="80" y="73"/>
                </a:cxn>
                <a:cxn ang="0">
                  <a:pos x="122" y="49"/>
                </a:cxn>
                <a:cxn ang="0">
                  <a:pos x="147" y="38"/>
                </a:cxn>
                <a:cxn ang="0">
                  <a:pos x="159" y="33"/>
                </a:cxn>
                <a:cxn ang="0">
                  <a:pos x="172" y="28"/>
                </a:cxn>
                <a:cxn ang="0">
                  <a:pos x="186" y="23"/>
                </a:cxn>
                <a:cxn ang="0">
                  <a:pos x="200" y="19"/>
                </a:cxn>
                <a:cxn ang="0">
                  <a:pos x="228" y="11"/>
                </a:cxn>
                <a:cxn ang="0">
                  <a:pos x="288" y="2"/>
                </a:cxn>
                <a:cxn ang="0">
                  <a:pos x="303" y="1"/>
                </a:cxn>
                <a:cxn ang="0">
                  <a:pos x="318" y="0"/>
                </a:cxn>
                <a:cxn ang="0">
                  <a:pos x="348" y="1"/>
                </a:cxn>
                <a:cxn ang="0">
                  <a:pos x="355" y="1"/>
                </a:cxn>
                <a:cxn ang="0">
                  <a:pos x="362" y="2"/>
                </a:cxn>
                <a:cxn ang="0">
                  <a:pos x="377" y="3"/>
                </a:cxn>
                <a:cxn ang="0">
                  <a:pos x="391" y="5"/>
                </a:cxn>
                <a:cxn ang="0">
                  <a:pos x="405" y="7"/>
                </a:cxn>
                <a:cxn ang="0">
                  <a:pos x="458" y="20"/>
                </a:cxn>
                <a:cxn ang="0">
                  <a:pos x="471" y="24"/>
                </a:cxn>
                <a:cxn ang="0">
                  <a:pos x="482" y="28"/>
                </a:cxn>
                <a:cxn ang="0">
                  <a:pos x="494" y="32"/>
                </a:cxn>
                <a:cxn ang="0">
                  <a:pos x="499" y="34"/>
                </a:cxn>
                <a:cxn ang="0">
                  <a:pos x="504" y="36"/>
                </a:cxn>
                <a:cxn ang="0">
                  <a:pos x="542" y="52"/>
                </a:cxn>
                <a:cxn ang="0">
                  <a:pos x="570" y="67"/>
                </a:cxn>
                <a:cxn ang="0">
                  <a:pos x="594" y="80"/>
                </a:cxn>
                <a:cxn ang="0">
                  <a:pos x="570" y="67"/>
                </a:cxn>
                <a:cxn ang="0">
                  <a:pos x="542" y="53"/>
                </a:cxn>
                <a:cxn ang="0">
                  <a:pos x="504" y="36"/>
                </a:cxn>
                <a:cxn ang="0">
                  <a:pos x="499" y="34"/>
                </a:cxn>
                <a:cxn ang="0">
                  <a:pos x="493" y="32"/>
                </a:cxn>
                <a:cxn ang="0">
                  <a:pos x="482" y="28"/>
                </a:cxn>
                <a:cxn ang="0">
                  <a:pos x="470" y="24"/>
                </a:cxn>
                <a:cxn ang="0">
                  <a:pos x="458" y="21"/>
                </a:cxn>
                <a:cxn ang="0">
                  <a:pos x="405" y="9"/>
                </a:cxn>
                <a:cxn ang="0">
                  <a:pos x="391" y="6"/>
                </a:cxn>
                <a:cxn ang="0">
                  <a:pos x="377" y="5"/>
                </a:cxn>
                <a:cxn ang="0">
                  <a:pos x="362" y="3"/>
                </a:cxn>
                <a:cxn ang="0">
                  <a:pos x="355" y="3"/>
                </a:cxn>
                <a:cxn ang="0">
                  <a:pos x="348" y="2"/>
                </a:cxn>
                <a:cxn ang="0">
                  <a:pos x="318" y="2"/>
                </a:cxn>
                <a:cxn ang="0">
                  <a:pos x="303" y="3"/>
                </a:cxn>
                <a:cxn ang="0">
                  <a:pos x="288" y="4"/>
                </a:cxn>
                <a:cxn ang="0">
                  <a:pos x="229" y="13"/>
                </a:cxn>
                <a:cxn ang="0">
                  <a:pos x="200" y="21"/>
                </a:cxn>
                <a:cxn ang="0">
                  <a:pos x="187" y="25"/>
                </a:cxn>
                <a:cxn ang="0">
                  <a:pos x="173" y="30"/>
                </a:cxn>
                <a:cxn ang="0">
                  <a:pos x="160" y="35"/>
                </a:cxn>
                <a:cxn ang="0">
                  <a:pos x="148" y="40"/>
                </a:cxn>
                <a:cxn ang="0">
                  <a:pos x="124" y="52"/>
                </a:cxn>
                <a:cxn ang="0">
                  <a:pos x="82" y="76"/>
                </a:cxn>
                <a:cxn ang="0">
                  <a:pos x="23" y="119"/>
                </a:cxn>
                <a:cxn ang="0">
                  <a:pos x="4" y="138"/>
                </a:cxn>
                <a:cxn ang="0">
                  <a:pos x="1" y="138"/>
                </a:cxn>
                <a:cxn ang="0">
                  <a:pos x="1" y="135"/>
                </a:cxn>
                <a:cxn ang="0">
                  <a:pos x="1" y="135"/>
                </a:cxn>
              </a:cxnLst>
              <a:rect l="0" t="0" r="r" b="b"/>
              <a:pathLst>
                <a:path w="594" h="139">
                  <a:moveTo>
                    <a:pt x="1" y="135"/>
                  </a:moveTo>
                  <a:cubicBezTo>
                    <a:pt x="1" y="135"/>
                    <a:pt x="2" y="133"/>
                    <a:pt x="6" y="130"/>
                  </a:cubicBezTo>
                  <a:cubicBezTo>
                    <a:pt x="9" y="127"/>
                    <a:pt x="14" y="122"/>
                    <a:pt x="21" y="116"/>
                  </a:cubicBezTo>
                  <a:cubicBezTo>
                    <a:pt x="34" y="105"/>
                    <a:pt x="54" y="89"/>
                    <a:pt x="80" y="73"/>
                  </a:cubicBezTo>
                  <a:cubicBezTo>
                    <a:pt x="93" y="65"/>
                    <a:pt x="107" y="57"/>
                    <a:pt x="122" y="49"/>
                  </a:cubicBezTo>
                  <a:cubicBezTo>
                    <a:pt x="130" y="45"/>
                    <a:pt x="138" y="42"/>
                    <a:pt x="147" y="38"/>
                  </a:cubicBezTo>
                  <a:cubicBezTo>
                    <a:pt x="151" y="36"/>
                    <a:pt x="155" y="34"/>
                    <a:pt x="159" y="33"/>
                  </a:cubicBezTo>
                  <a:cubicBezTo>
                    <a:pt x="164" y="31"/>
                    <a:pt x="168" y="29"/>
                    <a:pt x="172" y="28"/>
                  </a:cubicBezTo>
                  <a:cubicBezTo>
                    <a:pt x="177" y="26"/>
                    <a:pt x="181" y="24"/>
                    <a:pt x="186" y="23"/>
                  </a:cubicBezTo>
                  <a:cubicBezTo>
                    <a:pt x="190" y="21"/>
                    <a:pt x="195" y="20"/>
                    <a:pt x="200" y="19"/>
                  </a:cubicBezTo>
                  <a:cubicBezTo>
                    <a:pt x="209" y="16"/>
                    <a:pt x="219" y="14"/>
                    <a:pt x="228" y="11"/>
                  </a:cubicBezTo>
                  <a:cubicBezTo>
                    <a:pt x="248" y="7"/>
                    <a:pt x="268" y="3"/>
                    <a:pt x="288" y="2"/>
                  </a:cubicBezTo>
                  <a:cubicBezTo>
                    <a:pt x="293" y="2"/>
                    <a:pt x="298" y="1"/>
                    <a:pt x="303" y="1"/>
                  </a:cubicBezTo>
                  <a:cubicBezTo>
                    <a:pt x="308" y="1"/>
                    <a:pt x="313" y="0"/>
                    <a:pt x="318" y="0"/>
                  </a:cubicBezTo>
                  <a:cubicBezTo>
                    <a:pt x="328" y="0"/>
                    <a:pt x="338" y="1"/>
                    <a:pt x="348" y="1"/>
                  </a:cubicBezTo>
                  <a:cubicBezTo>
                    <a:pt x="350" y="1"/>
                    <a:pt x="353" y="1"/>
                    <a:pt x="355" y="1"/>
                  </a:cubicBezTo>
                  <a:cubicBezTo>
                    <a:pt x="362" y="2"/>
                    <a:pt x="362" y="2"/>
                    <a:pt x="362" y="2"/>
                  </a:cubicBezTo>
                  <a:cubicBezTo>
                    <a:pt x="367" y="2"/>
                    <a:pt x="372" y="3"/>
                    <a:pt x="377" y="3"/>
                  </a:cubicBezTo>
                  <a:cubicBezTo>
                    <a:pt x="382" y="4"/>
                    <a:pt x="387" y="4"/>
                    <a:pt x="391" y="5"/>
                  </a:cubicBezTo>
                  <a:cubicBezTo>
                    <a:pt x="396" y="6"/>
                    <a:pt x="401" y="7"/>
                    <a:pt x="405" y="7"/>
                  </a:cubicBezTo>
                  <a:cubicBezTo>
                    <a:pt x="424" y="11"/>
                    <a:pt x="442" y="15"/>
                    <a:pt x="458" y="20"/>
                  </a:cubicBezTo>
                  <a:cubicBezTo>
                    <a:pt x="462" y="21"/>
                    <a:pt x="467" y="22"/>
                    <a:pt x="471" y="24"/>
                  </a:cubicBezTo>
                  <a:cubicBezTo>
                    <a:pt x="475" y="25"/>
                    <a:pt x="478" y="26"/>
                    <a:pt x="482" y="28"/>
                  </a:cubicBezTo>
                  <a:cubicBezTo>
                    <a:pt x="486" y="29"/>
                    <a:pt x="490" y="30"/>
                    <a:pt x="494" y="32"/>
                  </a:cubicBezTo>
                  <a:cubicBezTo>
                    <a:pt x="495" y="32"/>
                    <a:pt x="497" y="33"/>
                    <a:pt x="499" y="34"/>
                  </a:cubicBezTo>
                  <a:cubicBezTo>
                    <a:pt x="501" y="34"/>
                    <a:pt x="503" y="35"/>
                    <a:pt x="504" y="36"/>
                  </a:cubicBezTo>
                  <a:cubicBezTo>
                    <a:pt x="518" y="42"/>
                    <a:pt x="531" y="47"/>
                    <a:pt x="542" y="52"/>
                  </a:cubicBezTo>
                  <a:cubicBezTo>
                    <a:pt x="553" y="58"/>
                    <a:pt x="563" y="62"/>
                    <a:pt x="570" y="67"/>
                  </a:cubicBezTo>
                  <a:cubicBezTo>
                    <a:pt x="586" y="75"/>
                    <a:pt x="594" y="80"/>
                    <a:pt x="594" y="80"/>
                  </a:cubicBezTo>
                  <a:cubicBezTo>
                    <a:pt x="594" y="80"/>
                    <a:pt x="586" y="76"/>
                    <a:pt x="570" y="67"/>
                  </a:cubicBezTo>
                  <a:cubicBezTo>
                    <a:pt x="563" y="63"/>
                    <a:pt x="553" y="58"/>
                    <a:pt x="542" y="53"/>
                  </a:cubicBezTo>
                  <a:cubicBezTo>
                    <a:pt x="531" y="47"/>
                    <a:pt x="518" y="42"/>
                    <a:pt x="504" y="36"/>
                  </a:cubicBezTo>
                  <a:cubicBezTo>
                    <a:pt x="502" y="36"/>
                    <a:pt x="501" y="35"/>
                    <a:pt x="499" y="34"/>
                  </a:cubicBezTo>
                  <a:cubicBezTo>
                    <a:pt x="497" y="34"/>
                    <a:pt x="495" y="33"/>
                    <a:pt x="493" y="32"/>
                  </a:cubicBezTo>
                  <a:cubicBezTo>
                    <a:pt x="490" y="31"/>
                    <a:pt x="486" y="30"/>
                    <a:pt x="482" y="28"/>
                  </a:cubicBezTo>
                  <a:cubicBezTo>
                    <a:pt x="478" y="27"/>
                    <a:pt x="474" y="26"/>
                    <a:pt x="470" y="24"/>
                  </a:cubicBezTo>
                  <a:cubicBezTo>
                    <a:pt x="466" y="23"/>
                    <a:pt x="462" y="22"/>
                    <a:pt x="458" y="21"/>
                  </a:cubicBezTo>
                  <a:cubicBezTo>
                    <a:pt x="442" y="16"/>
                    <a:pt x="424" y="12"/>
                    <a:pt x="405" y="9"/>
                  </a:cubicBezTo>
                  <a:cubicBezTo>
                    <a:pt x="401" y="8"/>
                    <a:pt x="396" y="7"/>
                    <a:pt x="391" y="6"/>
                  </a:cubicBezTo>
                  <a:cubicBezTo>
                    <a:pt x="386" y="6"/>
                    <a:pt x="382" y="5"/>
                    <a:pt x="377" y="5"/>
                  </a:cubicBezTo>
                  <a:cubicBezTo>
                    <a:pt x="372" y="4"/>
                    <a:pt x="367" y="4"/>
                    <a:pt x="362" y="3"/>
                  </a:cubicBezTo>
                  <a:cubicBezTo>
                    <a:pt x="355" y="3"/>
                    <a:pt x="355" y="3"/>
                    <a:pt x="355" y="3"/>
                  </a:cubicBezTo>
                  <a:cubicBezTo>
                    <a:pt x="353" y="2"/>
                    <a:pt x="350" y="2"/>
                    <a:pt x="348" y="2"/>
                  </a:cubicBezTo>
                  <a:cubicBezTo>
                    <a:pt x="338" y="2"/>
                    <a:pt x="328" y="2"/>
                    <a:pt x="318" y="2"/>
                  </a:cubicBezTo>
                  <a:cubicBezTo>
                    <a:pt x="313" y="2"/>
                    <a:pt x="308" y="2"/>
                    <a:pt x="303" y="3"/>
                  </a:cubicBezTo>
                  <a:cubicBezTo>
                    <a:pt x="298" y="3"/>
                    <a:pt x="293" y="3"/>
                    <a:pt x="288" y="4"/>
                  </a:cubicBezTo>
                  <a:cubicBezTo>
                    <a:pt x="268" y="5"/>
                    <a:pt x="248" y="9"/>
                    <a:pt x="229" y="13"/>
                  </a:cubicBezTo>
                  <a:cubicBezTo>
                    <a:pt x="219" y="16"/>
                    <a:pt x="210" y="18"/>
                    <a:pt x="200" y="21"/>
                  </a:cubicBezTo>
                  <a:cubicBezTo>
                    <a:pt x="196" y="22"/>
                    <a:pt x="191" y="24"/>
                    <a:pt x="187" y="25"/>
                  </a:cubicBezTo>
                  <a:cubicBezTo>
                    <a:pt x="182" y="27"/>
                    <a:pt x="178" y="28"/>
                    <a:pt x="173" y="30"/>
                  </a:cubicBezTo>
                  <a:cubicBezTo>
                    <a:pt x="169" y="32"/>
                    <a:pt x="165" y="33"/>
                    <a:pt x="160" y="35"/>
                  </a:cubicBezTo>
                  <a:cubicBezTo>
                    <a:pt x="156" y="37"/>
                    <a:pt x="152" y="39"/>
                    <a:pt x="148" y="40"/>
                  </a:cubicBezTo>
                  <a:cubicBezTo>
                    <a:pt x="139" y="44"/>
                    <a:pt x="131" y="48"/>
                    <a:pt x="124" y="52"/>
                  </a:cubicBezTo>
                  <a:cubicBezTo>
                    <a:pt x="108" y="59"/>
                    <a:pt x="94" y="68"/>
                    <a:pt x="82" y="76"/>
                  </a:cubicBezTo>
                  <a:cubicBezTo>
                    <a:pt x="56" y="92"/>
                    <a:pt x="37" y="108"/>
                    <a:pt x="23" y="119"/>
                  </a:cubicBezTo>
                  <a:cubicBezTo>
                    <a:pt x="10" y="131"/>
                    <a:pt x="4" y="138"/>
                    <a:pt x="4" y="138"/>
                  </a:cubicBezTo>
                  <a:cubicBezTo>
                    <a:pt x="3" y="139"/>
                    <a:pt x="2" y="139"/>
                    <a:pt x="1" y="138"/>
                  </a:cubicBezTo>
                  <a:cubicBezTo>
                    <a:pt x="0" y="137"/>
                    <a:pt x="0" y="136"/>
                    <a:pt x="1" y="135"/>
                  </a:cubicBezTo>
                  <a:cubicBezTo>
                    <a:pt x="1" y="135"/>
                    <a:pt x="1" y="135"/>
                    <a:pt x="1" y="135"/>
                  </a:cubicBez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9" name="isļiḍè">
              <a:extLst>
                <a:ext uri="{FF2B5EF4-FFF2-40B4-BE49-F238E27FC236}">
                  <a16:creationId xmlns:a16="http://schemas.microsoft.com/office/drawing/2014/main" id="{FE5DE6DD-3D1B-41B6-B3F8-3989C03EC620}"/>
                </a:ext>
              </a:extLst>
            </p:cNvPr>
            <p:cNvSpPr/>
            <p:nvPr/>
          </p:nvSpPr>
          <p:spPr bwMode="auto">
            <a:xfrm>
              <a:off x="8112977" y="2312920"/>
              <a:ext cx="902475" cy="187299"/>
            </a:xfrm>
            <a:custGeom>
              <a:avLst/>
              <a:gdLst/>
              <a:ahLst/>
              <a:cxnLst>
                <a:cxn ang="0">
                  <a:pos x="1" y="120"/>
                </a:cxn>
                <a:cxn ang="0">
                  <a:pos x="6" y="115"/>
                </a:cxn>
                <a:cxn ang="0">
                  <a:pos x="22" y="102"/>
                </a:cxn>
                <a:cxn ang="0">
                  <a:pos x="48" y="84"/>
                </a:cxn>
                <a:cxn ang="0">
                  <a:pos x="84" y="63"/>
                </a:cxn>
                <a:cxn ang="0">
                  <a:pos x="104" y="52"/>
                </a:cxn>
                <a:cxn ang="0">
                  <a:pos x="127" y="41"/>
                </a:cxn>
                <a:cxn ang="0">
                  <a:pos x="178" y="22"/>
                </a:cxn>
                <a:cxn ang="0">
                  <a:pos x="206" y="14"/>
                </a:cxn>
                <a:cxn ang="0">
                  <a:pos x="220" y="10"/>
                </a:cxn>
                <a:cxn ang="0">
                  <a:pos x="235" y="8"/>
                </a:cxn>
                <a:cxn ang="0">
                  <a:pos x="242" y="6"/>
                </a:cxn>
                <a:cxn ang="0">
                  <a:pos x="250" y="5"/>
                </a:cxn>
                <a:cxn ang="0">
                  <a:pos x="265" y="3"/>
                </a:cxn>
                <a:cxn ang="0">
                  <a:pos x="280" y="2"/>
                </a:cxn>
                <a:cxn ang="0">
                  <a:pos x="295" y="1"/>
                </a:cxn>
                <a:cxn ang="0">
                  <a:pos x="325" y="0"/>
                </a:cxn>
                <a:cxn ang="0">
                  <a:pos x="340" y="1"/>
                </a:cxn>
                <a:cxn ang="0">
                  <a:pos x="355" y="2"/>
                </a:cxn>
                <a:cxn ang="0">
                  <a:pos x="384" y="6"/>
                </a:cxn>
                <a:cxn ang="0">
                  <a:pos x="412" y="11"/>
                </a:cxn>
                <a:cxn ang="0">
                  <a:pos x="439" y="18"/>
                </a:cxn>
                <a:cxn ang="0">
                  <a:pos x="465" y="27"/>
                </a:cxn>
                <a:cxn ang="0">
                  <a:pos x="477" y="31"/>
                </a:cxn>
                <a:cxn ang="0">
                  <a:pos x="488" y="36"/>
                </a:cxn>
                <a:cxn ang="0">
                  <a:pos x="510" y="45"/>
                </a:cxn>
                <a:cxn ang="0">
                  <a:pos x="546" y="64"/>
                </a:cxn>
                <a:cxn ang="0">
                  <a:pos x="574" y="80"/>
                </a:cxn>
                <a:cxn ang="0">
                  <a:pos x="597" y="96"/>
                </a:cxn>
                <a:cxn ang="0">
                  <a:pos x="574" y="81"/>
                </a:cxn>
                <a:cxn ang="0">
                  <a:pos x="546" y="64"/>
                </a:cxn>
                <a:cxn ang="0">
                  <a:pos x="510" y="46"/>
                </a:cxn>
                <a:cxn ang="0">
                  <a:pos x="488" y="36"/>
                </a:cxn>
                <a:cxn ang="0">
                  <a:pos x="476" y="32"/>
                </a:cxn>
                <a:cxn ang="0">
                  <a:pos x="464" y="27"/>
                </a:cxn>
                <a:cxn ang="0">
                  <a:pos x="439" y="19"/>
                </a:cxn>
                <a:cxn ang="0">
                  <a:pos x="412" y="13"/>
                </a:cxn>
                <a:cxn ang="0">
                  <a:pos x="384" y="7"/>
                </a:cxn>
                <a:cxn ang="0">
                  <a:pos x="355" y="4"/>
                </a:cxn>
                <a:cxn ang="0">
                  <a:pos x="340" y="2"/>
                </a:cxn>
                <a:cxn ang="0">
                  <a:pos x="325" y="2"/>
                </a:cxn>
                <a:cxn ang="0">
                  <a:pos x="295" y="3"/>
                </a:cxn>
                <a:cxn ang="0">
                  <a:pos x="280" y="4"/>
                </a:cxn>
                <a:cxn ang="0">
                  <a:pos x="265" y="5"/>
                </a:cxn>
                <a:cxn ang="0">
                  <a:pos x="250" y="7"/>
                </a:cxn>
                <a:cxn ang="0">
                  <a:pos x="243" y="8"/>
                </a:cxn>
                <a:cxn ang="0">
                  <a:pos x="235" y="10"/>
                </a:cxn>
                <a:cxn ang="0">
                  <a:pos x="221" y="13"/>
                </a:cxn>
                <a:cxn ang="0">
                  <a:pos x="207" y="16"/>
                </a:cxn>
                <a:cxn ang="0">
                  <a:pos x="179" y="24"/>
                </a:cxn>
                <a:cxn ang="0">
                  <a:pos x="129" y="44"/>
                </a:cxn>
                <a:cxn ang="0">
                  <a:pos x="106" y="54"/>
                </a:cxn>
                <a:cxn ang="0">
                  <a:pos x="85" y="65"/>
                </a:cxn>
                <a:cxn ang="0">
                  <a:pos x="50" y="87"/>
                </a:cxn>
                <a:cxn ang="0">
                  <a:pos x="24" y="105"/>
                </a:cxn>
                <a:cxn ang="0">
                  <a:pos x="9" y="118"/>
                </a:cxn>
                <a:cxn ang="0">
                  <a:pos x="3" y="123"/>
                </a:cxn>
                <a:cxn ang="0">
                  <a:pos x="1" y="123"/>
                </a:cxn>
                <a:cxn ang="0">
                  <a:pos x="1" y="120"/>
                </a:cxn>
                <a:cxn ang="0">
                  <a:pos x="1" y="120"/>
                </a:cxn>
              </a:cxnLst>
              <a:rect l="0" t="0" r="r" b="b"/>
              <a:pathLst>
                <a:path w="597" h="124">
                  <a:moveTo>
                    <a:pt x="1" y="120"/>
                  </a:moveTo>
                  <a:cubicBezTo>
                    <a:pt x="1" y="120"/>
                    <a:pt x="3" y="118"/>
                    <a:pt x="6" y="115"/>
                  </a:cubicBezTo>
                  <a:cubicBezTo>
                    <a:pt x="10" y="112"/>
                    <a:pt x="15" y="108"/>
                    <a:pt x="22" y="102"/>
                  </a:cubicBezTo>
                  <a:cubicBezTo>
                    <a:pt x="29" y="97"/>
                    <a:pt x="38" y="91"/>
                    <a:pt x="48" y="84"/>
                  </a:cubicBezTo>
                  <a:cubicBezTo>
                    <a:pt x="59" y="77"/>
                    <a:pt x="70" y="70"/>
                    <a:pt x="84" y="63"/>
                  </a:cubicBezTo>
                  <a:cubicBezTo>
                    <a:pt x="90" y="59"/>
                    <a:pt x="97" y="55"/>
                    <a:pt x="104" y="52"/>
                  </a:cubicBezTo>
                  <a:cubicBezTo>
                    <a:pt x="112" y="48"/>
                    <a:pt x="119" y="44"/>
                    <a:pt x="127" y="41"/>
                  </a:cubicBezTo>
                  <a:cubicBezTo>
                    <a:pt x="143" y="34"/>
                    <a:pt x="160" y="27"/>
                    <a:pt x="178" y="22"/>
                  </a:cubicBezTo>
                  <a:cubicBezTo>
                    <a:pt x="187" y="19"/>
                    <a:pt x="197" y="16"/>
                    <a:pt x="206" y="14"/>
                  </a:cubicBezTo>
                  <a:cubicBezTo>
                    <a:pt x="211" y="13"/>
                    <a:pt x="216" y="11"/>
                    <a:pt x="220" y="10"/>
                  </a:cubicBezTo>
                  <a:cubicBezTo>
                    <a:pt x="225" y="9"/>
                    <a:pt x="230" y="8"/>
                    <a:pt x="235" y="8"/>
                  </a:cubicBezTo>
                  <a:cubicBezTo>
                    <a:pt x="237" y="7"/>
                    <a:pt x="240" y="7"/>
                    <a:pt x="242" y="6"/>
                  </a:cubicBezTo>
                  <a:cubicBezTo>
                    <a:pt x="250" y="5"/>
                    <a:pt x="250" y="5"/>
                    <a:pt x="250" y="5"/>
                  </a:cubicBezTo>
                  <a:cubicBezTo>
                    <a:pt x="255" y="4"/>
                    <a:pt x="260" y="4"/>
                    <a:pt x="265" y="3"/>
                  </a:cubicBezTo>
                  <a:cubicBezTo>
                    <a:pt x="270" y="3"/>
                    <a:pt x="275" y="2"/>
                    <a:pt x="280" y="2"/>
                  </a:cubicBezTo>
                  <a:cubicBezTo>
                    <a:pt x="285" y="1"/>
                    <a:pt x="290" y="1"/>
                    <a:pt x="295" y="1"/>
                  </a:cubicBezTo>
                  <a:cubicBezTo>
                    <a:pt x="305" y="0"/>
                    <a:pt x="315" y="0"/>
                    <a:pt x="325" y="0"/>
                  </a:cubicBezTo>
                  <a:cubicBezTo>
                    <a:pt x="330" y="1"/>
                    <a:pt x="335" y="1"/>
                    <a:pt x="340" y="1"/>
                  </a:cubicBezTo>
                  <a:cubicBezTo>
                    <a:pt x="345" y="1"/>
                    <a:pt x="350" y="2"/>
                    <a:pt x="355" y="2"/>
                  </a:cubicBezTo>
                  <a:cubicBezTo>
                    <a:pt x="365" y="3"/>
                    <a:pt x="375" y="4"/>
                    <a:pt x="384" y="6"/>
                  </a:cubicBezTo>
                  <a:cubicBezTo>
                    <a:pt x="394" y="7"/>
                    <a:pt x="403" y="9"/>
                    <a:pt x="412" y="11"/>
                  </a:cubicBezTo>
                  <a:cubicBezTo>
                    <a:pt x="422" y="13"/>
                    <a:pt x="431" y="16"/>
                    <a:pt x="439" y="18"/>
                  </a:cubicBezTo>
                  <a:cubicBezTo>
                    <a:pt x="448" y="21"/>
                    <a:pt x="457" y="24"/>
                    <a:pt x="465" y="27"/>
                  </a:cubicBezTo>
                  <a:cubicBezTo>
                    <a:pt x="469" y="28"/>
                    <a:pt x="473" y="29"/>
                    <a:pt x="477" y="31"/>
                  </a:cubicBezTo>
                  <a:cubicBezTo>
                    <a:pt x="481" y="32"/>
                    <a:pt x="484" y="34"/>
                    <a:pt x="488" y="36"/>
                  </a:cubicBezTo>
                  <a:cubicBezTo>
                    <a:pt x="496" y="39"/>
                    <a:pt x="503" y="42"/>
                    <a:pt x="510" y="45"/>
                  </a:cubicBezTo>
                  <a:cubicBezTo>
                    <a:pt x="523" y="52"/>
                    <a:pt x="536" y="58"/>
                    <a:pt x="546" y="64"/>
                  </a:cubicBezTo>
                  <a:cubicBezTo>
                    <a:pt x="557" y="70"/>
                    <a:pt x="566" y="75"/>
                    <a:pt x="574" y="80"/>
                  </a:cubicBezTo>
                  <a:cubicBezTo>
                    <a:pt x="588" y="90"/>
                    <a:pt x="597" y="96"/>
                    <a:pt x="597" y="96"/>
                  </a:cubicBezTo>
                  <a:cubicBezTo>
                    <a:pt x="597" y="96"/>
                    <a:pt x="588" y="90"/>
                    <a:pt x="574" y="81"/>
                  </a:cubicBezTo>
                  <a:cubicBezTo>
                    <a:pt x="566" y="76"/>
                    <a:pt x="557" y="71"/>
                    <a:pt x="546" y="64"/>
                  </a:cubicBezTo>
                  <a:cubicBezTo>
                    <a:pt x="536" y="58"/>
                    <a:pt x="523" y="52"/>
                    <a:pt x="510" y="46"/>
                  </a:cubicBezTo>
                  <a:cubicBezTo>
                    <a:pt x="503" y="42"/>
                    <a:pt x="495" y="40"/>
                    <a:pt x="488" y="36"/>
                  </a:cubicBezTo>
                  <a:cubicBezTo>
                    <a:pt x="484" y="35"/>
                    <a:pt x="480" y="33"/>
                    <a:pt x="476" y="32"/>
                  </a:cubicBezTo>
                  <a:cubicBezTo>
                    <a:pt x="473" y="30"/>
                    <a:pt x="468" y="29"/>
                    <a:pt x="464" y="27"/>
                  </a:cubicBezTo>
                  <a:cubicBezTo>
                    <a:pt x="456" y="25"/>
                    <a:pt x="448" y="22"/>
                    <a:pt x="439" y="19"/>
                  </a:cubicBezTo>
                  <a:cubicBezTo>
                    <a:pt x="430" y="17"/>
                    <a:pt x="421" y="14"/>
                    <a:pt x="412" y="13"/>
                  </a:cubicBezTo>
                  <a:cubicBezTo>
                    <a:pt x="403" y="11"/>
                    <a:pt x="394" y="8"/>
                    <a:pt x="384" y="7"/>
                  </a:cubicBezTo>
                  <a:cubicBezTo>
                    <a:pt x="374" y="6"/>
                    <a:pt x="365" y="4"/>
                    <a:pt x="355" y="4"/>
                  </a:cubicBezTo>
                  <a:cubicBezTo>
                    <a:pt x="350" y="3"/>
                    <a:pt x="345" y="3"/>
                    <a:pt x="340" y="2"/>
                  </a:cubicBezTo>
                  <a:cubicBezTo>
                    <a:pt x="335" y="2"/>
                    <a:pt x="330" y="2"/>
                    <a:pt x="325" y="2"/>
                  </a:cubicBezTo>
                  <a:cubicBezTo>
                    <a:pt x="315" y="2"/>
                    <a:pt x="305" y="2"/>
                    <a:pt x="295" y="3"/>
                  </a:cubicBezTo>
                  <a:cubicBezTo>
                    <a:pt x="290" y="3"/>
                    <a:pt x="285" y="3"/>
                    <a:pt x="280" y="4"/>
                  </a:cubicBezTo>
                  <a:cubicBezTo>
                    <a:pt x="275" y="4"/>
                    <a:pt x="270" y="5"/>
                    <a:pt x="265" y="5"/>
                  </a:cubicBezTo>
                  <a:cubicBezTo>
                    <a:pt x="260" y="6"/>
                    <a:pt x="255" y="7"/>
                    <a:pt x="250" y="7"/>
                  </a:cubicBezTo>
                  <a:cubicBezTo>
                    <a:pt x="243" y="8"/>
                    <a:pt x="243" y="8"/>
                    <a:pt x="243" y="8"/>
                  </a:cubicBezTo>
                  <a:cubicBezTo>
                    <a:pt x="240" y="9"/>
                    <a:pt x="238" y="9"/>
                    <a:pt x="235" y="10"/>
                  </a:cubicBezTo>
                  <a:cubicBezTo>
                    <a:pt x="231" y="11"/>
                    <a:pt x="226" y="12"/>
                    <a:pt x="221" y="13"/>
                  </a:cubicBezTo>
                  <a:cubicBezTo>
                    <a:pt x="216" y="14"/>
                    <a:pt x="211" y="15"/>
                    <a:pt x="207" y="16"/>
                  </a:cubicBezTo>
                  <a:cubicBezTo>
                    <a:pt x="197" y="18"/>
                    <a:pt x="188" y="21"/>
                    <a:pt x="179" y="24"/>
                  </a:cubicBezTo>
                  <a:cubicBezTo>
                    <a:pt x="161" y="30"/>
                    <a:pt x="144" y="36"/>
                    <a:pt x="129" y="44"/>
                  </a:cubicBezTo>
                  <a:cubicBezTo>
                    <a:pt x="121" y="47"/>
                    <a:pt x="113" y="51"/>
                    <a:pt x="106" y="54"/>
                  </a:cubicBezTo>
                  <a:cubicBezTo>
                    <a:pt x="99" y="58"/>
                    <a:pt x="92" y="62"/>
                    <a:pt x="85" y="65"/>
                  </a:cubicBezTo>
                  <a:cubicBezTo>
                    <a:pt x="72" y="73"/>
                    <a:pt x="60" y="80"/>
                    <a:pt x="50" y="87"/>
                  </a:cubicBezTo>
                  <a:cubicBezTo>
                    <a:pt x="40" y="94"/>
                    <a:pt x="31" y="100"/>
                    <a:pt x="24" y="105"/>
                  </a:cubicBezTo>
                  <a:cubicBezTo>
                    <a:pt x="18" y="111"/>
                    <a:pt x="12" y="115"/>
                    <a:pt x="9" y="118"/>
                  </a:cubicBezTo>
                  <a:cubicBezTo>
                    <a:pt x="5" y="121"/>
                    <a:pt x="3" y="123"/>
                    <a:pt x="3" y="123"/>
                  </a:cubicBezTo>
                  <a:cubicBezTo>
                    <a:pt x="3" y="124"/>
                    <a:pt x="1" y="124"/>
                    <a:pt x="1" y="123"/>
                  </a:cubicBezTo>
                  <a:cubicBezTo>
                    <a:pt x="0" y="122"/>
                    <a:pt x="0" y="121"/>
                    <a:pt x="1" y="120"/>
                  </a:cubicBezTo>
                  <a:cubicBezTo>
                    <a:pt x="1" y="120"/>
                    <a:pt x="1" y="120"/>
                    <a:pt x="1" y="120"/>
                  </a:cubicBez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0" name="ïşḷidè">
              <a:extLst>
                <a:ext uri="{FF2B5EF4-FFF2-40B4-BE49-F238E27FC236}">
                  <a16:creationId xmlns:a16="http://schemas.microsoft.com/office/drawing/2014/main" id="{BCC3BE63-2B6D-459C-B83A-67A43B6E50E3}"/>
                </a:ext>
              </a:extLst>
            </p:cNvPr>
            <p:cNvSpPr/>
            <p:nvPr/>
          </p:nvSpPr>
          <p:spPr bwMode="auto">
            <a:xfrm>
              <a:off x="8108418" y="2359569"/>
              <a:ext cx="900721" cy="184493"/>
            </a:xfrm>
            <a:custGeom>
              <a:avLst/>
              <a:gdLst/>
              <a:ahLst/>
              <a:cxnLst>
                <a:cxn ang="0">
                  <a:pos x="1" y="98"/>
                </a:cxn>
                <a:cxn ang="0">
                  <a:pos x="24" y="83"/>
                </a:cxn>
                <a:cxn ang="0">
                  <a:pos x="52" y="66"/>
                </a:cxn>
                <a:cxn ang="0">
                  <a:pos x="89" y="48"/>
                </a:cxn>
                <a:cxn ang="0">
                  <a:pos x="134" y="29"/>
                </a:cxn>
                <a:cxn ang="0">
                  <a:pos x="159" y="21"/>
                </a:cxn>
                <a:cxn ang="0">
                  <a:pos x="186" y="13"/>
                </a:cxn>
                <a:cxn ang="0">
                  <a:pos x="200" y="10"/>
                </a:cxn>
                <a:cxn ang="0">
                  <a:pos x="215" y="7"/>
                </a:cxn>
                <a:cxn ang="0">
                  <a:pos x="244" y="3"/>
                </a:cxn>
                <a:cxn ang="0">
                  <a:pos x="304" y="0"/>
                </a:cxn>
                <a:cxn ang="0">
                  <a:pos x="319" y="0"/>
                </a:cxn>
                <a:cxn ang="0">
                  <a:pos x="334" y="1"/>
                </a:cxn>
                <a:cxn ang="0">
                  <a:pos x="364" y="5"/>
                </a:cxn>
                <a:cxn ang="0">
                  <a:pos x="379" y="8"/>
                </a:cxn>
                <a:cxn ang="0">
                  <a:pos x="393" y="11"/>
                </a:cxn>
                <a:cxn ang="0">
                  <a:pos x="407" y="15"/>
                </a:cxn>
                <a:cxn ang="0">
                  <a:pos x="421" y="19"/>
                </a:cxn>
                <a:cxn ang="0">
                  <a:pos x="434" y="23"/>
                </a:cxn>
                <a:cxn ang="0">
                  <a:pos x="447" y="28"/>
                </a:cxn>
                <a:cxn ang="0">
                  <a:pos x="460" y="33"/>
                </a:cxn>
                <a:cxn ang="0">
                  <a:pos x="472" y="39"/>
                </a:cxn>
                <a:cxn ang="0">
                  <a:pos x="515" y="61"/>
                </a:cxn>
                <a:cxn ang="0">
                  <a:pos x="533" y="73"/>
                </a:cxn>
                <a:cxn ang="0">
                  <a:pos x="542" y="79"/>
                </a:cxn>
                <a:cxn ang="0">
                  <a:pos x="549" y="84"/>
                </a:cxn>
                <a:cxn ang="0">
                  <a:pos x="563" y="95"/>
                </a:cxn>
                <a:cxn ang="0">
                  <a:pos x="569" y="99"/>
                </a:cxn>
                <a:cxn ang="0">
                  <a:pos x="575" y="104"/>
                </a:cxn>
                <a:cxn ang="0">
                  <a:pos x="596" y="122"/>
                </a:cxn>
                <a:cxn ang="0">
                  <a:pos x="575" y="104"/>
                </a:cxn>
                <a:cxn ang="0">
                  <a:pos x="569" y="99"/>
                </a:cxn>
                <a:cxn ang="0">
                  <a:pos x="563" y="95"/>
                </a:cxn>
                <a:cxn ang="0">
                  <a:pos x="549" y="85"/>
                </a:cxn>
                <a:cxn ang="0">
                  <a:pos x="542" y="79"/>
                </a:cxn>
                <a:cxn ang="0">
                  <a:pos x="533" y="73"/>
                </a:cxn>
                <a:cxn ang="0">
                  <a:pos x="515" y="62"/>
                </a:cxn>
                <a:cxn ang="0">
                  <a:pos x="471" y="39"/>
                </a:cxn>
                <a:cxn ang="0">
                  <a:pos x="459" y="34"/>
                </a:cxn>
                <a:cxn ang="0">
                  <a:pos x="447" y="29"/>
                </a:cxn>
                <a:cxn ang="0">
                  <a:pos x="434" y="24"/>
                </a:cxn>
                <a:cxn ang="0">
                  <a:pos x="421" y="20"/>
                </a:cxn>
                <a:cxn ang="0">
                  <a:pos x="407" y="16"/>
                </a:cxn>
                <a:cxn ang="0">
                  <a:pos x="393" y="13"/>
                </a:cxn>
                <a:cxn ang="0">
                  <a:pos x="378" y="9"/>
                </a:cxn>
                <a:cxn ang="0">
                  <a:pos x="364" y="7"/>
                </a:cxn>
                <a:cxn ang="0">
                  <a:pos x="334" y="3"/>
                </a:cxn>
                <a:cxn ang="0">
                  <a:pos x="319" y="2"/>
                </a:cxn>
                <a:cxn ang="0">
                  <a:pos x="304" y="2"/>
                </a:cxn>
                <a:cxn ang="0">
                  <a:pos x="244" y="5"/>
                </a:cxn>
                <a:cxn ang="0">
                  <a:pos x="215" y="10"/>
                </a:cxn>
                <a:cxn ang="0">
                  <a:pos x="201" y="13"/>
                </a:cxn>
                <a:cxn ang="0">
                  <a:pos x="187" y="16"/>
                </a:cxn>
                <a:cxn ang="0">
                  <a:pos x="160" y="24"/>
                </a:cxn>
                <a:cxn ang="0">
                  <a:pos x="135" y="32"/>
                </a:cxn>
                <a:cxn ang="0">
                  <a:pos x="90" y="51"/>
                </a:cxn>
                <a:cxn ang="0">
                  <a:pos x="53" y="70"/>
                </a:cxn>
                <a:cxn ang="0">
                  <a:pos x="26" y="86"/>
                </a:cxn>
                <a:cxn ang="0">
                  <a:pos x="3" y="102"/>
                </a:cxn>
                <a:cxn ang="0">
                  <a:pos x="1" y="101"/>
                </a:cxn>
                <a:cxn ang="0">
                  <a:pos x="1" y="99"/>
                </a:cxn>
                <a:cxn ang="0">
                  <a:pos x="1" y="98"/>
                </a:cxn>
              </a:cxnLst>
              <a:rect l="0" t="0" r="r" b="b"/>
              <a:pathLst>
                <a:path w="596" h="122">
                  <a:moveTo>
                    <a:pt x="1" y="98"/>
                  </a:moveTo>
                  <a:cubicBezTo>
                    <a:pt x="1" y="98"/>
                    <a:pt x="9" y="92"/>
                    <a:pt x="24" y="83"/>
                  </a:cubicBezTo>
                  <a:cubicBezTo>
                    <a:pt x="32" y="78"/>
                    <a:pt x="41" y="72"/>
                    <a:pt x="52" y="66"/>
                  </a:cubicBezTo>
                  <a:cubicBezTo>
                    <a:pt x="62" y="61"/>
                    <a:pt x="75" y="54"/>
                    <a:pt x="89" y="48"/>
                  </a:cubicBezTo>
                  <a:cubicBezTo>
                    <a:pt x="102" y="41"/>
                    <a:pt x="118" y="35"/>
                    <a:pt x="134" y="29"/>
                  </a:cubicBezTo>
                  <a:cubicBezTo>
                    <a:pt x="142" y="26"/>
                    <a:pt x="151" y="23"/>
                    <a:pt x="159" y="21"/>
                  </a:cubicBezTo>
                  <a:cubicBezTo>
                    <a:pt x="168" y="18"/>
                    <a:pt x="177" y="16"/>
                    <a:pt x="186" y="13"/>
                  </a:cubicBezTo>
                  <a:cubicBezTo>
                    <a:pt x="191" y="12"/>
                    <a:pt x="196" y="11"/>
                    <a:pt x="200" y="10"/>
                  </a:cubicBezTo>
                  <a:cubicBezTo>
                    <a:pt x="205" y="9"/>
                    <a:pt x="210" y="8"/>
                    <a:pt x="215" y="7"/>
                  </a:cubicBezTo>
                  <a:cubicBezTo>
                    <a:pt x="224" y="6"/>
                    <a:pt x="234" y="4"/>
                    <a:pt x="244" y="3"/>
                  </a:cubicBezTo>
                  <a:cubicBezTo>
                    <a:pt x="264" y="0"/>
                    <a:pt x="284" y="0"/>
                    <a:pt x="304" y="0"/>
                  </a:cubicBezTo>
                  <a:cubicBezTo>
                    <a:pt x="309" y="0"/>
                    <a:pt x="314" y="0"/>
                    <a:pt x="319" y="0"/>
                  </a:cubicBezTo>
                  <a:cubicBezTo>
                    <a:pt x="324" y="1"/>
                    <a:pt x="329" y="1"/>
                    <a:pt x="334" y="1"/>
                  </a:cubicBezTo>
                  <a:cubicBezTo>
                    <a:pt x="344" y="3"/>
                    <a:pt x="354" y="3"/>
                    <a:pt x="364" y="5"/>
                  </a:cubicBezTo>
                  <a:cubicBezTo>
                    <a:pt x="369" y="6"/>
                    <a:pt x="374" y="7"/>
                    <a:pt x="379" y="8"/>
                  </a:cubicBezTo>
                  <a:cubicBezTo>
                    <a:pt x="384" y="9"/>
                    <a:pt x="388" y="10"/>
                    <a:pt x="393" y="11"/>
                  </a:cubicBezTo>
                  <a:cubicBezTo>
                    <a:pt x="398" y="12"/>
                    <a:pt x="403" y="13"/>
                    <a:pt x="407" y="15"/>
                  </a:cubicBezTo>
                  <a:cubicBezTo>
                    <a:pt x="412" y="16"/>
                    <a:pt x="416" y="17"/>
                    <a:pt x="421" y="19"/>
                  </a:cubicBezTo>
                  <a:cubicBezTo>
                    <a:pt x="425" y="20"/>
                    <a:pt x="430" y="22"/>
                    <a:pt x="434" y="23"/>
                  </a:cubicBezTo>
                  <a:cubicBezTo>
                    <a:pt x="439" y="25"/>
                    <a:pt x="443" y="26"/>
                    <a:pt x="447" y="28"/>
                  </a:cubicBezTo>
                  <a:cubicBezTo>
                    <a:pt x="451" y="30"/>
                    <a:pt x="456" y="31"/>
                    <a:pt x="460" y="33"/>
                  </a:cubicBezTo>
                  <a:cubicBezTo>
                    <a:pt x="464" y="35"/>
                    <a:pt x="468" y="37"/>
                    <a:pt x="472" y="39"/>
                  </a:cubicBezTo>
                  <a:cubicBezTo>
                    <a:pt x="488" y="46"/>
                    <a:pt x="502" y="54"/>
                    <a:pt x="515" y="61"/>
                  </a:cubicBezTo>
                  <a:cubicBezTo>
                    <a:pt x="521" y="65"/>
                    <a:pt x="528" y="69"/>
                    <a:pt x="533" y="73"/>
                  </a:cubicBezTo>
                  <a:cubicBezTo>
                    <a:pt x="536" y="75"/>
                    <a:pt x="539" y="77"/>
                    <a:pt x="542" y="79"/>
                  </a:cubicBezTo>
                  <a:cubicBezTo>
                    <a:pt x="544" y="81"/>
                    <a:pt x="547" y="82"/>
                    <a:pt x="549" y="84"/>
                  </a:cubicBezTo>
                  <a:cubicBezTo>
                    <a:pt x="554" y="88"/>
                    <a:pt x="559" y="91"/>
                    <a:pt x="563" y="95"/>
                  </a:cubicBezTo>
                  <a:cubicBezTo>
                    <a:pt x="565" y="96"/>
                    <a:pt x="568" y="98"/>
                    <a:pt x="569" y="99"/>
                  </a:cubicBezTo>
                  <a:cubicBezTo>
                    <a:pt x="571" y="101"/>
                    <a:pt x="573" y="102"/>
                    <a:pt x="575" y="104"/>
                  </a:cubicBezTo>
                  <a:cubicBezTo>
                    <a:pt x="588" y="115"/>
                    <a:pt x="596" y="122"/>
                    <a:pt x="596" y="122"/>
                  </a:cubicBezTo>
                  <a:cubicBezTo>
                    <a:pt x="596" y="122"/>
                    <a:pt x="588" y="115"/>
                    <a:pt x="575" y="104"/>
                  </a:cubicBezTo>
                  <a:cubicBezTo>
                    <a:pt x="573" y="102"/>
                    <a:pt x="571" y="101"/>
                    <a:pt x="569" y="99"/>
                  </a:cubicBezTo>
                  <a:cubicBezTo>
                    <a:pt x="567" y="98"/>
                    <a:pt x="565" y="96"/>
                    <a:pt x="563" y="95"/>
                  </a:cubicBezTo>
                  <a:cubicBezTo>
                    <a:pt x="559" y="92"/>
                    <a:pt x="554" y="88"/>
                    <a:pt x="549" y="85"/>
                  </a:cubicBezTo>
                  <a:cubicBezTo>
                    <a:pt x="547" y="83"/>
                    <a:pt x="544" y="81"/>
                    <a:pt x="542" y="79"/>
                  </a:cubicBezTo>
                  <a:cubicBezTo>
                    <a:pt x="539" y="77"/>
                    <a:pt x="536" y="75"/>
                    <a:pt x="533" y="73"/>
                  </a:cubicBezTo>
                  <a:cubicBezTo>
                    <a:pt x="527" y="70"/>
                    <a:pt x="521" y="66"/>
                    <a:pt x="515" y="62"/>
                  </a:cubicBezTo>
                  <a:cubicBezTo>
                    <a:pt x="501" y="55"/>
                    <a:pt x="487" y="46"/>
                    <a:pt x="471" y="39"/>
                  </a:cubicBezTo>
                  <a:cubicBezTo>
                    <a:pt x="467" y="38"/>
                    <a:pt x="463" y="36"/>
                    <a:pt x="459" y="34"/>
                  </a:cubicBezTo>
                  <a:cubicBezTo>
                    <a:pt x="455" y="32"/>
                    <a:pt x="451" y="31"/>
                    <a:pt x="447" y="29"/>
                  </a:cubicBezTo>
                  <a:cubicBezTo>
                    <a:pt x="443" y="28"/>
                    <a:pt x="438" y="26"/>
                    <a:pt x="434" y="24"/>
                  </a:cubicBezTo>
                  <a:cubicBezTo>
                    <a:pt x="429" y="23"/>
                    <a:pt x="425" y="21"/>
                    <a:pt x="421" y="20"/>
                  </a:cubicBezTo>
                  <a:cubicBezTo>
                    <a:pt x="416" y="19"/>
                    <a:pt x="411" y="17"/>
                    <a:pt x="407" y="16"/>
                  </a:cubicBezTo>
                  <a:cubicBezTo>
                    <a:pt x="402" y="15"/>
                    <a:pt x="397" y="14"/>
                    <a:pt x="393" y="13"/>
                  </a:cubicBezTo>
                  <a:cubicBezTo>
                    <a:pt x="388" y="11"/>
                    <a:pt x="383" y="10"/>
                    <a:pt x="378" y="9"/>
                  </a:cubicBezTo>
                  <a:cubicBezTo>
                    <a:pt x="374" y="9"/>
                    <a:pt x="369" y="8"/>
                    <a:pt x="364" y="7"/>
                  </a:cubicBezTo>
                  <a:cubicBezTo>
                    <a:pt x="354" y="5"/>
                    <a:pt x="344" y="4"/>
                    <a:pt x="334" y="3"/>
                  </a:cubicBezTo>
                  <a:cubicBezTo>
                    <a:pt x="329" y="3"/>
                    <a:pt x="324" y="3"/>
                    <a:pt x="319" y="2"/>
                  </a:cubicBezTo>
                  <a:cubicBezTo>
                    <a:pt x="314" y="2"/>
                    <a:pt x="309" y="2"/>
                    <a:pt x="304" y="2"/>
                  </a:cubicBezTo>
                  <a:cubicBezTo>
                    <a:pt x="284" y="2"/>
                    <a:pt x="264" y="3"/>
                    <a:pt x="244" y="5"/>
                  </a:cubicBezTo>
                  <a:cubicBezTo>
                    <a:pt x="234" y="6"/>
                    <a:pt x="225" y="8"/>
                    <a:pt x="215" y="10"/>
                  </a:cubicBezTo>
                  <a:cubicBezTo>
                    <a:pt x="210" y="11"/>
                    <a:pt x="205" y="12"/>
                    <a:pt x="201" y="13"/>
                  </a:cubicBezTo>
                  <a:cubicBezTo>
                    <a:pt x="196" y="14"/>
                    <a:pt x="191" y="15"/>
                    <a:pt x="187" y="16"/>
                  </a:cubicBezTo>
                  <a:cubicBezTo>
                    <a:pt x="178" y="18"/>
                    <a:pt x="169" y="21"/>
                    <a:pt x="160" y="24"/>
                  </a:cubicBezTo>
                  <a:cubicBezTo>
                    <a:pt x="151" y="26"/>
                    <a:pt x="143" y="29"/>
                    <a:pt x="135" y="32"/>
                  </a:cubicBezTo>
                  <a:cubicBezTo>
                    <a:pt x="119" y="38"/>
                    <a:pt x="104" y="44"/>
                    <a:pt x="90" y="51"/>
                  </a:cubicBezTo>
                  <a:cubicBezTo>
                    <a:pt x="76" y="57"/>
                    <a:pt x="64" y="64"/>
                    <a:pt x="53" y="70"/>
                  </a:cubicBezTo>
                  <a:cubicBezTo>
                    <a:pt x="43" y="76"/>
                    <a:pt x="33" y="81"/>
                    <a:pt x="26" y="86"/>
                  </a:cubicBezTo>
                  <a:cubicBezTo>
                    <a:pt x="11" y="95"/>
                    <a:pt x="3" y="102"/>
                    <a:pt x="3" y="102"/>
                  </a:cubicBezTo>
                  <a:cubicBezTo>
                    <a:pt x="3" y="102"/>
                    <a:pt x="1" y="102"/>
                    <a:pt x="1" y="101"/>
                  </a:cubicBezTo>
                  <a:cubicBezTo>
                    <a:pt x="0" y="100"/>
                    <a:pt x="0" y="99"/>
                    <a:pt x="1" y="99"/>
                  </a:cubicBezTo>
                  <a:cubicBezTo>
                    <a:pt x="1" y="98"/>
                    <a:pt x="1" y="98"/>
                    <a:pt x="1" y="98"/>
                  </a:cubicBez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1" name="îsľiďê">
              <a:extLst>
                <a:ext uri="{FF2B5EF4-FFF2-40B4-BE49-F238E27FC236}">
                  <a16:creationId xmlns:a16="http://schemas.microsoft.com/office/drawing/2014/main" id="{7C83237C-4BCD-41D3-9B46-DA578CEC8D35}"/>
                </a:ext>
              </a:extLst>
            </p:cNvPr>
            <p:cNvSpPr/>
            <p:nvPr/>
          </p:nvSpPr>
          <p:spPr bwMode="auto">
            <a:xfrm>
              <a:off x="10018942" y="3262044"/>
              <a:ext cx="548570" cy="379509"/>
            </a:xfrm>
            <a:custGeom>
              <a:avLst/>
              <a:gdLst/>
              <a:ahLst/>
              <a:cxnLst>
                <a:cxn ang="0">
                  <a:pos x="323" y="68"/>
                </a:cxn>
                <a:cxn ang="0">
                  <a:pos x="158" y="52"/>
                </a:cxn>
                <a:cxn ang="0">
                  <a:pos x="148" y="15"/>
                </a:cxn>
                <a:cxn ang="0">
                  <a:pos x="42" y="89"/>
                </a:cxn>
                <a:cxn ang="0">
                  <a:pos x="3" y="197"/>
                </a:cxn>
                <a:cxn ang="0">
                  <a:pos x="3" y="240"/>
                </a:cxn>
                <a:cxn ang="0">
                  <a:pos x="18" y="251"/>
                </a:cxn>
                <a:cxn ang="0">
                  <a:pos x="323" y="68"/>
                </a:cxn>
              </a:cxnLst>
              <a:rect l="0" t="0" r="r" b="b"/>
              <a:pathLst>
                <a:path w="363" h="251">
                  <a:moveTo>
                    <a:pt x="323" y="68"/>
                  </a:moveTo>
                  <a:cubicBezTo>
                    <a:pt x="312" y="28"/>
                    <a:pt x="234" y="26"/>
                    <a:pt x="158" y="52"/>
                  </a:cubicBezTo>
                  <a:cubicBezTo>
                    <a:pt x="161" y="35"/>
                    <a:pt x="157" y="21"/>
                    <a:pt x="148" y="15"/>
                  </a:cubicBezTo>
                  <a:cubicBezTo>
                    <a:pt x="127" y="0"/>
                    <a:pt x="79" y="34"/>
                    <a:pt x="42" y="89"/>
                  </a:cubicBezTo>
                  <a:cubicBezTo>
                    <a:pt x="14" y="130"/>
                    <a:pt x="0" y="172"/>
                    <a:pt x="3" y="197"/>
                  </a:cubicBezTo>
                  <a:cubicBezTo>
                    <a:pt x="1" y="211"/>
                    <a:pt x="1" y="225"/>
                    <a:pt x="3" y="240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53" y="251"/>
                    <a:pt x="363" y="211"/>
                    <a:pt x="323" y="68"/>
                  </a:cubicBezTo>
                  <a:close/>
                </a:path>
              </a:pathLst>
            </a:custGeom>
            <a:solidFill>
              <a:srgbClr val="F7D2BA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2" name="îšḷïdé">
              <a:extLst>
                <a:ext uri="{FF2B5EF4-FFF2-40B4-BE49-F238E27FC236}">
                  <a16:creationId xmlns:a16="http://schemas.microsoft.com/office/drawing/2014/main" id="{A6386D65-111A-4D5A-BD34-8DFB3C082769}"/>
                </a:ext>
              </a:extLst>
            </p:cNvPr>
            <p:cNvSpPr/>
            <p:nvPr/>
          </p:nvSpPr>
          <p:spPr bwMode="auto">
            <a:xfrm>
              <a:off x="7021800" y="3324126"/>
              <a:ext cx="533488" cy="374599"/>
            </a:xfrm>
            <a:custGeom>
              <a:avLst/>
              <a:gdLst/>
              <a:ahLst/>
              <a:cxnLst>
                <a:cxn ang="0">
                  <a:pos x="317" y="90"/>
                </a:cxn>
                <a:cxn ang="0">
                  <a:pos x="218" y="13"/>
                </a:cxn>
                <a:cxn ang="0">
                  <a:pos x="206" y="48"/>
                </a:cxn>
                <a:cxn ang="0">
                  <a:pos x="46" y="55"/>
                </a:cxn>
                <a:cxn ang="0">
                  <a:pos x="331" y="248"/>
                </a:cxn>
                <a:cxn ang="0">
                  <a:pos x="346" y="238"/>
                </a:cxn>
                <a:cxn ang="0">
                  <a:pos x="348" y="196"/>
                </a:cxn>
                <a:cxn ang="0">
                  <a:pos x="317" y="90"/>
                </a:cxn>
              </a:cxnLst>
              <a:rect l="0" t="0" r="r" b="b"/>
              <a:pathLst>
                <a:path w="353" h="248">
                  <a:moveTo>
                    <a:pt x="317" y="90"/>
                  </a:moveTo>
                  <a:cubicBezTo>
                    <a:pt x="284" y="34"/>
                    <a:pt x="239" y="0"/>
                    <a:pt x="218" y="13"/>
                  </a:cubicBezTo>
                  <a:cubicBezTo>
                    <a:pt x="209" y="18"/>
                    <a:pt x="205" y="31"/>
                    <a:pt x="206" y="48"/>
                  </a:cubicBezTo>
                  <a:cubicBezTo>
                    <a:pt x="134" y="19"/>
                    <a:pt x="59" y="17"/>
                    <a:pt x="46" y="55"/>
                  </a:cubicBezTo>
                  <a:cubicBezTo>
                    <a:pt x="0" y="191"/>
                    <a:pt x="298" y="245"/>
                    <a:pt x="331" y="248"/>
                  </a:cubicBezTo>
                  <a:cubicBezTo>
                    <a:pt x="346" y="238"/>
                    <a:pt x="346" y="238"/>
                    <a:pt x="346" y="238"/>
                  </a:cubicBezTo>
                  <a:cubicBezTo>
                    <a:pt x="350" y="224"/>
                    <a:pt x="350" y="209"/>
                    <a:pt x="348" y="196"/>
                  </a:cubicBezTo>
                  <a:cubicBezTo>
                    <a:pt x="353" y="172"/>
                    <a:pt x="341" y="131"/>
                    <a:pt x="317" y="90"/>
                  </a:cubicBezTo>
                  <a:close/>
                </a:path>
              </a:pathLst>
            </a:custGeom>
            <a:solidFill>
              <a:srgbClr val="F7D2BA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3" name="ïṩḻiḍè">
              <a:extLst>
                <a:ext uri="{FF2B5EF4-FFF2-40B4-BE49-F238E27FC236}">
                  <a16:creationId xmlns:a16="http://schemas.microsoft.com/office/drawing/2014/main" id="{DB68BA76-DC43-4287-A082-AA2F634E319D}"/>
                </a:ext>
              </a:extLst>
            </p:cNvPr>
            <p:cNvSpPr/>
            <p:nvPr/>
          </p:nvSpPr>
          <p:spPr bwMode="auto">
            <a:xfrm>
              <a:off x="8082813" y="4106996"/>
              <a:ext cx="1212185" cy="1373880"/>
            </a:xfrm>
            <a:custGeom>
              <a:avLst/>
              <a:gdLst/>
              <a:ahLst/>
              <a:cxnLst>
                <a:cxn ang="0">
                  <a:pos x="677" y="398"/>
                </a:cxn>
                <a:cxn ang="0">
                  <a:pos x="802" y="37"/>
                </a:cxn>
                <a:cxn ang="0">
                  <a:pos x="397" y="11"/>
                </a:cxn>
                <a:cxn ang="0">
                  <a:pos x="0" y="113"/>
                </a:cxn>
                <a:cxn ang="0">
                  <a:pos x="121" y="413"/>
                </a:cxn>
                <a:cxn ang="0">
                  <a:pos x="175" y="831"/>
                </a:cxn>
                <a:cxn ang="0">
                  <a:pos x="220" y="834"/>
                </a:cxn>
                <a:cxn ang="0">
                  <a:pos x="213" y="836"/>
                </a:cxn>
                <a:cxn ang="0">
                  <a:pos x="135" y="868"/>
                </a:cxn>
                <a:cxn ang="0">
                  <a:pos x="96" y="888"/>
                </a:cxn>
                <a:cxn ang="0">
                  <a:pos x="149" y="901"/>
                </a:cxn>
                <a:cxn ang="0">
                  <a:pos x="287" y="883"/>
                </a:cxn>
                <a:cxn ang="0">
                  <a:pos x="350" y="847"/>
                </a:cxn>
                <a:cxn ang="0">
                  <a:pos x="348" y="841"/>
                </a:cxn>
                <a:cxn ang="0">
                  <a:pos x="350" y="841"/>
                </a:cxn>
                <a:cxn ang="0">
                  <a:pos x="260" y="398"/>
                </a:cxn>
                <a:cxn ang="0">
                  <a:pos x="318" y="171"/>
                </a:cxn>
                <a:cxn ang="0">
                  <a:pos x="402" y="150"/>
                </a:cxn>
                <a:cxn ang="0">
                  <a:pos x="494" y="163"/>
                </a:cxn>
                <a:cxn ang="0">
                  <a:pos x="537" y="388"/>
                </a:cxn>
                <a:cxn ang="0">
                  <a:pos x="586" y="836"/>
                </a:cxn>
                <a:cxn ang="0">
                  <a:pos x="508" y="868"/>
                </a:cxn>
                <a:cxn ang="0">
                  <a:pos x="469" y="888"/>
                </a:cxn>
                <a:cxn ang="0">
                  <a:pos x="521" y="901"/>
                </a:cxn>
                <a:cxn ang="0">
                  <a:pos x="659" y="883"/>
                </a:cxn>
                <a:cxn ang="0">
                  <a:pos x="727" y="841"/>
                </a:cxn>
                <a:cxn ang="0">
                  <a:pos x="721" y="826"/>
                </a:cxn>
                <a:cxn ang="0">
                  <a:pos x="741" y="825"/>
                </a:cxn>
                <a:cxn ang="0">
                  <a:pos x="677" y="398"/>
                </a:cxn>
              </a:cxnLst>
              <a:rect l="0" t="0" r="r" b="b"/>
              <a:pathLst>
                <a:path w="802" h="909">
                  <a:moveTo>
                    <a:pt x="677" y="398"/>
                  </a:moveTo>
                  <a:cubicBezTo>
                    <a:pt x="802" y="37"/>
                    <a:pt x="802" y="37"/>
                    <a:pt x="802" y="37"/>
                  </a:cubicBezTo>
                  <a:cubicBezTo>
                    <a:pt x="802" y="37"/>
                    <a:pt x="561" y="0"/>
                    <a:pt x="397" y="11"/>
                  </a:cubicBezTo>
                  <a:cubicBezTo>
                    <a:pt x="167" y="27"/>
                    <a:pt x="0" y="113"/>
                    <a:pt x="0" y="113"/>
                  </a:cubicBezTo>
                  <a:cubicBezTo>
                    <a:pt x="121" y="413"/>
                    <a:pt x="121" y="413"/>
                    <a:pt x="121" y="413"/>
                  </a:cubicBezTo>
                  <a:cubicBezTo>
                    <a:pt x="175" y="831"/>
                    <a:pt x="175" y="831"/>
                    <a:pt x="175" y="831"/>
                  </a:cubicBezTo>
                  <a:cubicBezTo>
                    <a:pt x="220" y="834"/>
                    <a:pt x="220" y="834"/>
                    <a:pt x="220" y="834"/>
                  </a:cubicBezTo>
                  <a:cubicBezTo>
                    <a:pt x="217" y="834"/>
                    <a:pt x="215" y="835"/>
                    <a:pt x="213" y="836"/>
                  </a:cubicBezTo>
                  <a:cubicBezTo>
                    <a:pt x="187" y="847"/>
                    <a:pt x="162" y="859"/>
                    <a:pt x="135" y="868"/>
                  </a:cubicBezTo>
                  <a:cubicBezTo>
                    <a:pt x="125" y="872"/>
                    <a:pt x="89" y="875"/>
                    <a:pt x="96" y="888"/>
                  </a:cubicBezTo>
                  <a:cubicBezTo>
                    <a:pt x="100" y="895"/>
                    <a:pt x="139" y="900"/>
                    <a:pt x="149" y="901"/>
                  </a:cubicBezTo>
                  <a:cubicBezTo>
                    <a:pt x="198" y="909"/>
                    <a:pt x="239" y="889"/>
                    <a:pt x="287" y="883"/>
                  </a:cubicBezTo>
                  <a:cubicBezTo>
                    <a:pt x="319" y="879"/>
                    <a:pt x="361" y="889"/>
                    <a:pt x="350" y="847"/>
                  </a:cubicBezTo>
                  <a:cubicBezTo>
                    <a:pt x="349" y="845"/>
                    <a:pt x="348" y="843"/>
                    <a:pt x="348" y="841"/>
                  </a:cubicBezTo>
                  <a:cubicBezTo>
                    <a:pt x="350" y="841"/>
                    <a:pt x="350" y="841"/>
                    <a:pt x="350" y="841"/>
                  </a:cubicBezTo>
                  <a:cubicBezTo>
                    <a:pt x="260" y="398"/>
                    <a:pt x="260" y="398"/>
                    <a:pt x="260" y="398"/>
                  </a:cubicBezTo>
                  <a:cubicBezTo>
                    <a:pt x="318" y="171"/>
                    <a:pt x="318" y="171"/>
                    <a:pt x="318" y="171"/>
                  </a:cubicBezTo>
                  <a:cubicBezTo>
                    <a:pt x="345" y="159"/>
                    <a:pt x="373" y="151"/>
                    <a:pt x="402" y="150"/>
                  </a:cubicBezTo>
                  <a:cubicBezTo>
                    <a:pt x="433" y="149"/>
                    <a:pt x="465" y="154"/>
                    <a:pt x="494" y="163"/>
                  </a:cubicBezTo>
                  <a:cubicBezTo>
                    <a:pt x="537" y="388"/>
                    <a:pt x="537" y="388"/>
                    <a:pt x="537" y="388"/>
                  </a:cubicBezTo>
                  <a:cubicBezTo>
                    <a:pt x="586" y="836"/>
                    <a:pt x="586" y="836"/>
                    <a:pt x="586" y="836"/>
                  </a:cubicBezTo>
                  <a:cubicBezTo>
                    <a:pt x="559" y="847"/>
                    <a:pt x="535" y="859"/>
                    <a:pt x="508" y="868"/>
                  </a:cubicBezTo>
                  <a:cubicBezTo>
                    <a:pt x="498" y="872"/>
                    <a:pt x="461" y="875"/>
                    <a:pt x="469" y="888"/>
                  </a:cubicBezTo>
                  <a:cubicBezTo>
                    <a:pt x="473" y="895"/>
                    <a:pt x="512" y="900"/>
                    <a:pt x="521" y="901"/>
                  </a:cubicBezTo>
                  <a:cubicBezTo>
                    <a:pt x="570" y="909"/>
                    <a:pt x="612" y="889"/>
                    <a:pt x="659" y="883"/>
                  </a:cubicBezTo>
                  <a:cubicBezTo>
                    <a:pt x="692" y="879"/>
                    <a:pt x="738" y="883"/>
                    <a:pt x="727" y="841"/>
                  </a:cubicBezTo>
                  <a:cubicBezTo>
                    <a:pt x="725" y="834"/>
                    <a:pt x="723" y="830"/>
                    <a:pt x="721" y="826"/>
                  </a:cubicBezTo>
                  <a:cubicBezTo>
                    <a:pt x="741" y="825"/>
                    <a:pt x="741" y="825"/>
                    <a:pt x="741" y="825"/>
                  </a:cubicBezTo>
                  <a:lnTo>
                    <a:pt x="677" y="398"/>
                  </a:lnTo>
                  <a:close/>
                </a:path>
              </a:pathLst>
            </a:custGeom>
            <a:solidFill>
              <a:srgbClr val="33313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4" name="iŝļíḓè">
              <a:extLst>
                <a:ext uri="{FF2B5EF4-FFF2-40B4-BE49-F238E27FC236}">
                  <a16:creationId xmlns:a16="http://schemas.microsoft.com/office/drawing/2014/main" id="{33EA4009-FA1C-43B6-8A02-F23111DBFA2B}"/>
                </a:ext>
              </a:extLst>
            </p:cNvPr>
            <p:cNvSpPr/>
            <p:nvPr/>
          </p:nvSpPr>
          <p:spPr bwMode="auto">
            <a:xfrm>
              <a:off x="7316429" y="3293611"/>
              <a:ext cx="2918574" cy="984199"/>
            </a:xfrm>
            <a:custGeom>
              <a:avLst/>
              <a:gdLst/>
              <a:ahLst/>
              <a:cxnLst>
                <a:cxn ang="0">
                  <a:pos x="1931" y="226"/>
                </a:cxn>
                <a:cxn ang="0">
                  <a:pos x="1789" y="73"/>
                </a:cxn>
                <a:cxn ang="0">
                  <a:pos x="1434" y="255"/>
                </a:cxn>
                <a:cxn ang="0">
                  <a:pos x="1184" y="0"/>
                </a:cxn>
                <a:cxn ang="0">
                  <a:pos x="628" y="47"/>
                </a:cxn>
                <a:cxn ang="0">
                  <a:pos x="418" y="287"/>
                </a:cxn>
                <a:cxn ang="0">
                  <a:pos x="154" y="96"/>
                </a:cxn>
                <a:cxn ang="0">
                  <a:pos x="0" y="280"/>
                </a:cxn>
                <a:cxn ang="0">
                  <a:pos x="434" y="434"/>
                </a:cxn>
                <a:cxn ang="0">
                  <a:pos x="574" y="318"/>
                </a:cxn>
                <a:cxn ang="0">
                  <a:pos x="507" y="651"/>
                </a:cxn>
                <a:cxn ang="0">
                  <a:pos x="857" y="586"/>
                </a:cxn>
                <a:cxn ang="0">
                  <a:pos x="1317" y="602"/>
                </a:cxn>
                <a:cxn ang="0">
                  <a:pos x="1244" y="273"/>
                </a:cxn>
                <a:cxn ang="0">
                  <a:pos x="1415" y="365"/>
                </a:cxn>
                <a:cxn ang="0">
                  <a:pos x="1931" y="226"/>
                </a:cxn>
              </a:cxnLst>
              <a:rect l="0" t="0" r="r" b="b"/>
              <a:pathLst>
                <a:path w="1931" h="651">
                  <a:moveTo>
                    <a:pt x="1931" y="226"/>
                  </a:moveTo>
                  <a:cubicBezTo>
                    <a:pt x="1789" y="73"/>
                    <a:pt x="1789" y="73"/>
                    <a:pt x="1789" y="73"/>
                  </a:cubicBezTo>
                  <a:cubicBezTo>
                    <a:pt x="1434" y="255"/>
                    <a:pt x="1434" y="255"/>
                    <a:pt x="1434" y="255"/>
                  </a:cubicBezTo>
                  <a:cubicBezTo>
                    <a:pt x="1184" y="0"/>
                    <a:pt x="1184" y="0"/>
                    <a:pt x="1184" y="0"/>
                  </a:cubicBezTo>
                  <a:cubicBezTo>
                    <a:pt x="628" y="47"/>
                    <a:pt x="628" y="47"/>
                    <a:pt x="628" y="47"/>
                  </a:cubicBezTo>
                  <a:cubicBezTo>
                    <a:pt x="606" y="85"/>
                    <a:pt x="418" y="287"/>
                    <a:pt x="418" y="287"/>
                  </a:cubicBezTo>
                  <a:cubicBezTo>
                    <a:pt x="154" y="96"/>
                    <a:pt x="154" y="96"/>
                    <a:pt x="154" y="96"/>
                  </a:cubicBezTo>
                  <a:cubicBezTo>
                    <a:pt x="0" y="280"/>
                    <a:pt x="0" y="280"/>
                    <a:pt x="0" y="280"/>
                  </a:cubicBezTo>
                  <a:cubicBezTo>
                    <a:pt x="434" y="434"/>
                    <a:pt x="434" y="434"/>
                    <a:pt x="434" y="434"/>
                  </a:cubicBezTo>
                  <a:cubicBezTo>
                    <a:pt x="574" y="318"/>
                    <a:pt x="574" y="318"/>
                    <a:pt x="574" y="318"/>
                  </a:cubicBezTo>
                  <a:cubicBezTo>
                    <a:pt x="507" y="651"/>
                    <a:pt x="507" y="651"/>
                    <a:pt x="507" y="651"/>
                  </a:cubicBezTo>
                  <a:cubicBezTo>
                    <a:pt x="857" y="586"/>
                    <a:pt x="857" y="586"/>
                    <a:pt x="857" y="586"/>
                  </a:cubicBezTo>
                  <a:cubicBezTo>
                    <a:pt x="1317" y="602"/>
                    <a:pt x="1317" y="602"/>
                    <a:pt x="1317" y="602"/>
                  </a:cubicBezTo>
                  <a:cubicBezTo>
                    <a:pt x="1244" y="273"/>
                    <a:pt x="1244" y="273"/>
                    <a:pt x="1244" y="273"/>
                  </a:cubicBezTo>
                  <a:cubicBezTo>
                    <a:pt x="1415" y="365"/>
                    <a:pt x="1415" y="365"/>
                    <a:pt x="1415" y="365"/>
                  </a:cubicBezTo>
                  <a:lnTo>
                    <a:pt x="1931" y="226"/>
                  </a:lnTo>
                  <a:close/>
                </a:path>
              </a:pathLst>
            </a:custGeom>
            <a:solidFill>
              <a:srgbClr val="FFFEFD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5" name="îsļïde">
              <a:extLst>
                <a:ext uri="{FF2B5EF4-FFF2-40B4-BE49-F238E27FC236}">
                  <a16:creationId xmlns:a16="http://schemas.microsoft.com/office/drawing/2014/main" id="{10337791-E3BF-4622-8405-CE5D67CD0142}"/>
                </a:ext>
              </a:extLst>
            </p:cNvPr>
            <p:cNvSpPr/>
            <p:nvPr/>
          </p:nvSpPr>
          <p:spPr bwMode="auto">
            <a:xfrm>
              <a:off x="8519494" y="3358850"/>
              <a:ext cx="195016" cy="888795"/>
            </a:xfrm>
            <a:custGeom>
              <a:avLst/>
              <a:gdLst/>
              <a:ahLst/>
              <a:cxnLst>
                <a:cxn ang="0">
                  <a:pos x="0" y="232"/>
                </a:cxn>
                <a:cxn ang="0">
                  <a:pos x="108" y="375"/>
                </a:cxn>
                <a:cxn ang="0">
                  <a:pos x="9" y="1956"/>
                </a:cxn>
                <a:cxn ang="0">
                  <a:pos x="392" y="2534"/>
                </a:cxn>
                <a:cxn ang="0">
                  <a:pos x="556" y="1861"/>
                </a:cxn>
                <a:cxn ang="0">
                  <a:pos x="263" y="362"/>
                </a:cxn>
                <a:cxn ang="0">
                  <a:pos x="345" y="198"/>
                </a:cxn>
                <a:cxn ang="0">
                  <a:pos x="181" y="0"/>
                </a:cxn>
                <a:cxn ang="0">
                  <a:pos x="0" y="232"/>
                </a:cxn>
              </a:cxnLst>
              <a:rect l="0" t="0" r="r" b="b"/>
              <a:pathLst>
                <a:path w="556" h="2534">
                  <a:moveTo>
                    <a:pt x="0" y="232"/>
                  </a:moveTo>
                  <a:lnTo>
                    <a:pt x="108" y="375"/>
                  </a:lnTo>
                  <a:lnTo>
                    <a:pt x="9" y="1956"/>
                  </a:lnTo>
                  <a:lnTo>
                    <a:pt x="392" y="2534"/>
                  </a:lnTo>
                  <a:lnTo>
                    <a:pt x="556" y="1861"/>
                  </a:lnTo>
                  <a:lnTo>
                    <a:pt x="263" y="362"/>
                  </a:lnTo>
                  <a:lnTo>
                    <a:pt x="345" y="198"/>
                  </a:lnTo>
                  <a:lnTo>
                    <a:pt x="181" y="0"/>
                  </a:lnTo>
                  <a:lnTo>
                    <a:pt x="0" y="232"/>
                  </a:lnTo>
                  <a:close/>
                </a:path>
              </a:pathLst>
            </a:custGeom>
            <a:solidFill>
              <a:srgbClr val="FFA4A4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56" name="íṡļîḋê">
              <a:extLst>
                <a:ext uri="{FF2B5EF4-FFF2-40B4-BE49-F238E27FC236}">
                  <a16:creationId xmlns:a16="http://schemas.microsoft.com/office/drawing/2014/main" id="{6C4390B3-3BFC-444D-A96E-B70897BC9A56}"/>
                </a:ext>
              </a:extLst>
            </p:cNvPr>
            <p:cNvSpPr/>
            <p:nvPr/>
          </p:nvSpPr>
          <p:spPr bwMode="auto">
            <a:xfrm>
              <a:off x="8335352" y="3358850"/>
              <a:ext cx="714824" cy="92247"/>
            </a:xfrm>
            <a:custGeom>
              <a:avLst/>
              <a:gdLst/>
              <a:ahLst/>
              <a:cxnLst>
                <a:cxn ang="0">
                  <a:pos x="319" y="30"/>
                </a:cxn>
                <a:cxn ang="0">
                  <a:pos x="259" y="37"/>
                </a:cxn>
                <a:cxn ang="0">
                  <a:pos x="202" y="46"/>
                </a:cxn>
                <a:cxn ang="0">
                  <a:pos x="167" y="4"/>
                </a:cxn>
                <a:cxn ang="0">
                  <a:pos x="164" y="0"/>
                </a:cxn>
                <a:cxn ang="0">
                  <a:pos x="162" y="4"/>
                </a:cxn>
                <a:cxn ang="0">
                  <a:pos x="122" y="54"/>
                </a:cxn>
                <a:cxn ang="0">
                  <a:pos x="0" y="34"/>
                </a:cxn>
                <a:cxn ang="0">
                  <a:pos x="123" y="60"/>
                </a:cxn>
                <a:cxn ang="0">
                  <a:pos x="125" y="61"/>
                </a:cxn>
                <a:cxn ang="0">
                  <a:pos x="126" y="59"/>
                </a:cxn>
                <a:cxn ang="0">
                  <a:pos x="164" y="12"/>
                </a:cxn>
                <a:cxn ang="0">
                  <a:pos x="197" y="52"/>
                </a:cxn>
                <a:cxn ang="0">
                  <a:pos x="199" y="54"/>
                </a:cxn>
                <a:cxn ang="0">
                  <a:pos x="201" y="54"/>
                </a:cxn>
                <a:cxn ang="0">
                  <a:pos x="261" y="45"/>
                </a:cxn>
                <a:cxn ang="0">
                  <a:pos x="320" y="36"/>
                </a:cxn>
                <a:cxn ang="0">
                  <a:pos x="473" y="6"/>
                </a:cxn>
                <a:cxn ang="0">
                  <a:pos x="319" y="30"/>
                </a:cxn>
              </a:cxnLst>
              <a:rect l="0" t="0" r="r" b="b"/>
              <a:pathLst>
                <a:path w="473" h="61">
                  <a:moveTo>
                    <a:pt x="319" y="30"/>
                  </a:moveTo>
                  <a:cubicBezTo>
                    <a:pt x="259" y="37"/>
                    <a:pt x="259" y="37"/>
                    <a:pt x="259" y="37"/>
                  </a:cubicBezTo>
                  <a:cubicBezTo>
                    <a:pt x="202" y="46"/>
                    <a:pt x="202" y="46"/>
                    <a:pt x="202" y="46"/>
                  </a:cubicBezTo>
                  <a:cubicBezTo>
                    <a:pt x="190" y="32"/>
                    <a:pt x="179" y="18"/>
                    <a:pt x="167" y="4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2" y="4"/>
                    <a:pt x="162" y="4"/>
                    <a:pt x="162" y="4"/>
                  </a:cubicBezTo>
                  <a:cubicBezTo>
                    <a:pt x="148" y="21"/>
                    <a:pt x="135" y="38"/>
                    <a:pt x="122" y="54"/>
                  </a:cubicBezTo>
                  <a:cubicBezTo>
                    <a:pt x="102" y="52"/>
                    <a:pt x="0" y="34"/>
                    <a:pt x="0" y="34"/>
                  </a:cubicBezTo>
                  <a:cubicBezTo>
                    <a:pt x="0" y="34"/>
                    <a:pt x="108" y="58"/>
                    <a:pt x="123" y="60"/>
                  </a:cubicBezTo>
                  <a:cubicBezTo>
                    <a:pt x="125" y="61"/>
                    <a:pt x="125" y="61"/>
                    <a:pt x="125" y="61"/>
                  </a:cubicBezTo>
                  <a:cubicBezTo>
                    <a:pt x="126" y="59"/>
                    <a:pt x="126" y="59"/>
                    <a:pt x="126" y="59"/>
                  </a:cubicBezTo>
                  <a:cubicBezTo>
                    <a:pt x="139" y="44"/>
                    <a:pt x="152" y="28"/>
                    <a:pt x="164" y="12"/>
                  </a:cubicBezTo>
                  <a:cubicBezTo>
                    <a:pt x="175" y="26"/>
                    <a:pt x="186" y="39"/>
                    <a:pt x="197" y="52"/>
                  </a:cubicBezTo>
                  <a:cubicBezTo>
                    <a:pt x="199" y="54"/>
                    <a:pt x="199" y="54"/>
                    <a:pt x="199" y="54"/>
                  </a:cubicBezTo>
                  <a:cubicBezTo>
                    <a:pt x="201" y="54"/>
                    <a:pt x="201" y="54"/>
                    <a:pt x="201" y="54"/>
                  </a:cubicBezTo>
                  <a:cubicBezTo>
                    <a:pt x="261" y="45"/>
                    <a:pt x="261" y="45"/>
                    <a:pt x="261" y="45"/>
                  </a:cubicBezTo>
                  <a:cubicBezTo>
                    <a:pt x="320" y="36"/>
                    <a:pt x="320" y="36"/>
                    <a:pt x="320" y="36"/>
                  </a:cubicBezTo>
                  <a:cubicBezTo>
                    <a:pt x="340" y="33"/>
                    <a:pt x="463" y="8"/>
                    <a:pt x="473" y="6"/>
                  </a:cubicBezTo>
                  <a:cubicBezTo>
                    <a:pt x="463" y="7"/>
                    <a:pt x="339" y="27"/>
                    <a:pt x="319" y="30"/>
                  </a:cubicBezTo>
                  <a:close/>
                </a:path>
              </a:pathLst>
            </a:custGeom>
            <a:solidFill>
              <a:srgbClr val="7F7F7F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4080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64FB53-4409-4F19-8896-6D5ACC3A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两种区别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344BC8A-D8C6-4324-9EBB-D069ABAD7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FFA14C-CFAE-48A7-B511-DACC662CF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6</a:t>
            </a:fld>
            <a:endParaRPr lang="zh-CN" altLang="en-US"/>
          </a:p>
        </p:txBody>
      </p:sp>
      <p:sp>
        <p:nvSpPr>
          <p:cNvPr id="109" name="iconfont-1014-459320">
            <a:extLst>
              <a:ext uri="{FF2B5EF4-FFF2-40B4-BE49-F238E27FC236}">
                <a16:creationId xmlns:a16="http://schemas.microsoft.com/office/drawing/2014/main" id="{C57BF4CF-05CE-4DE3-A724-479EB1650C55}"/>
              </a:ext>
            </a:extLst>
          </p:cNvPr>
          <p:cNvSpPr>
            <a:spLocks noChangeAspect="1"/>
          </p:cNvSpPr>
          <p:nvPr/>
        </p:nvSpPr>
        <p:spPr>
          <a:xfrm>
            <a:off x="2435181" y="2962284"/>
            <a:ext cx="1268507" cy="1221454"/>
          </a:xfrm>
          <a:custGeom>
            <a:avLst/>
            <a:gdLst>
              <a:gd name="connsiteX0" fmla="*/ 351185 w 606862"/>
              <a:gd name="connsiteY0" fmla="*/ 410338 h 584352"/>
              <a:gd name="connsiteX1" fmla="*/ 518180 w 606862"/>
              <a:gd name="connsiteY1" fmla="*/ 410338 h 584352"/>
              <a:gd name="connsiteX2" fmla="*/ 531216 w 606862"/>
              <a:gd name="connsiteY2" fmla="*/ 423358 h 584352"/>
              <a:gd name="connsiteX3" fmla="*/ 518180 w 606862"/>
              <a:gd name="connsiteY3" fmla="*/ 436377 h 584352"/>
              <a:gd name="connsiteX4" fmla="*/ 351185 w 606862"/>
              <a:gd name="connsiteY4" fmla="*/ 436377 h 584352"/>
              <a:gd name="connsiteX5" fmla="*/ 338149 w 606862"/>
              <a:gd name="connsiteY5" fmla="*/ 423358 h 584352"/>
              <a:gd name="connsiteX6" fmla="*/ 351185 w 606862"/>
              <a:gd name="connsiteY6" fmla="*/ 410338 h 584352"/>
              <a:gd name="connsiteX7" fmla="*/ 311358 w 606862"/>
              <a:gd name="connsiteY7" fmla="*/ 363253 h 584352"/>
              <a:gd name="connsiteX8" fmla="*/ 320698 w 606862"/>
              <a:gd name="connsiteY8" fmla="*/ 366603 h 584352"/>
              <a:gd name="connsiteX9" fmla="*/ 321610 w 606862"/>
              <a:gd name="connsiteY9" fmla="*/ 384948 h 584352"/>
              <a:gd name="connsiteX10" fmla="*/ 249890 w 606862"/>
              <a:gd name="connsiteY10" fmla="*/ 463273 h 584352"/>
              <a:gd name="connsiteX11" fmla="*/ 240371 w 606862"/>
              <a:gd name="connsiteY11" fmla="*/ 467567 h 584352"/>
              <a:gd name="connsiteX12" fmla="*/ 230852 w 606862"/>
              <a:gd name="connsiteY12" fmla="*/ 463404 h 584352"/>
              <a:gd name="connsiteX13" fmla="*/ 201903 w 606862"/>
              <a:gd name="connsiteY13" fmla="*/ 432828 h 584352"/>
              <a:gd name="connsiteX14" fmla="*/ 202425 w 606862"/>
              <a:gd name="connsiteY14" fmla="*/ 414353 h 584352"/>
              <a:gd name="connsiteX15" fmla="*/ 220811 w 606862"/>
              <a:gd name="connsiteY15" fmla="*/ 414873 h 584352"/>
              <a:gd name="connsiteX16" fmla="*/ 240110 w 606862"/>
              <a:gd name="connsiteY16" fmla="*/ 435430 h 584352"/>
              <a:gd name="connsiteX17" fmla="*/ 302311 w 606862"/>
              <a:gd name="connsiteY17" fmla="*/ 367514 h 584352"/>
              <a:gd name="connsiteX18" fmla="*/ 311358 w 606862"/>
              <a:gd name="connsiteY18" fmla="*/ 363253 h 584352"/>
              <a:gd name="connsiteX19" fmla="*/ 26073 w 606862"/>
              <a:gd name="connsiteY19" fmla="*/ 297839 h 584352"/>
              <a:gd name="connsiteX20" fmla="*/ 26073 w 606862"/>
              <a:gd name="connsiteY20" fmla="*/ 505466 h 584352"/>
              <a:gd name="connsiteX21" fmla="*/ 79003 w 606862"/>
              <a:gd name="connsiteY21" fmla="*/ 558317 h 584352"/>
              <a:gd name="connsiteX22" fmla="*/ 132062 w 606862"/>
              <a:gd name="connsiteY22" fmla="*/ 505466 h 584352"/>
              <a:gd name="connsiteX23" fmla="*/ 132062 w 606862"/>
              <a:gd name="connsiteY23" fmla="*/ 297839 h 584352"/>
              <a:gd name="connsiteX24" fmla="*/ 351185 w 606862"/>
              <a:gd name="connsiteY24" fmla="*/ 267372 h 584352"/>
              <a:gd name="connsiteX25" fmla="*/ 518180 w 606862"/>
              <a:gd name="connsiteY25" fmla="*/ 267372 h 584352"/>
              <a:gd name="connsiteX26" fmla="*/ 531216 w 606862"/>
              <a:gd name="connsiteY26" fmla="*/ 280391 h 584352"/>
              <a:gd name="connsiteX27" fmla="*/ 518180 w 606862"/>
              <a:gd name="connsiteY27" fmla="*/ 293411 h 584352"/>
              <a:gd name="connsiteX28" fmla="*/ 351185 w 606862"/>
              <a:gd name="connsiteY28" fmla="*/ 293411 h 584352"/>
              <a:gd name="connsiteX29" fmla="*/ 338149 w 606862"/>
              <a:gd name="connsiteY29" fmla="*/ 280391 h 584352"/>
              <a:gd name="connsiteX30" fmla="*/ 351185 w 606862"/>
              <a:gd name="connsiteY30" fmla="*/ 267372 h 584352"/>
              <a:gd name="connsiteX31" fmla="*/ 311358 w 606862"/>
              <a:gd name="connsiteY31" fmla="*/ 213942 h 584352"/>
              <a:gd name="connsiteX32" fmla="*/ 320698 w 606862"/>
              <a:gd name="connsiteY32" fmla="*/ 217360 h 584352"/>
              <a:gd name="connsiteX33" fmla="*/ 321610 w 606862"/>
              <a:gd name="connsiteY33" fmla="*/ 235715 h 584352"/>
              <a:gd name="connsiteX34" fmla="*/ 249890 w 606862"/>
              <a:gd name="connsiteY34" fmla="*/ 314084 h 584352"/>
              <a:gd name="connsiteX35" fmla="*/ 240371 w 606862"/>
              <a:gd name="connsiteY35" fmla="*/ 318250 h 584352"/>
              <a:gd name="connsiteX36" fmla="*/ 230852 w 606862"/>
              <a:gd name="connsiteY36" fmla="*/ 314214 h 584352"/>
              <a:gd name="connsiteX37" fmla="*/ 201903 w 606862"/>
              <a:gd name="connsiteY37" fmla="*/ 283492 h 584352"/>
              <a:gd name="connsiteX38" fmla="*/ 202425 w 606862"/>
              <a:gd name="connsiteY38" fmla="*/ 265136 h 584352"/>
              <a:gd name="connsiteX39" fmla="*/ 220811 w 606862"/>
              <a:gd name="connsiteY39" fmla="*/ 265657 h 584352"/>
              <a:gd name="connsiteX40" fmla="*/ 240110 w 606862"/>
              <a:gd name="connsiteY40" fmla="*/ 286095 h 584352"/>
              <a:gd name="connsiteX41" fmla="*/ 302311 w 606862"/>
              <a:gd name="connsiteY41" fmla="*/ 218141 h 584352"/>
              <a:gd name="connsiteX42" fmla="*/ 311358 w 606862"/>
              <a:gd name="connsiteY42" fmla="*/ 213942 h 584352"/>
              <a:gd name="connsiteX43" fmla="*/ 351185 w 606862"/>
              <a:gd name="connsiteY43" fmla="*/ 124336 h 584352"/>
              <a:gd name="connsiteX44" fmla="*/ 518180 w 606862"/>
              <a:gd name="connsiteY44" fmla="*/ 124336 h 584352"/>
              <a:gd name="connsiteX45" fmla="*/ 531216 w 606862"/>
              <a:gd name="connsiteY45" fmla="*/ 137356 h 584352"/>
              <a:gd name="connsiteX46" fmla="*/ 518180 w 606862"/>
              <a:gd name="connsiteY46" fmla="*/ 150375 h 584352"/>
              <a:gd name="connsiteX47" fmla="*/ 351185 w 606862"/>
              <a:gd name="connsiteY47" fmla="*/ 150375 h 584352"/>
              <a:gd name="connsiteX48" fmla="*/ 338149 w 606862"/>
              <a:gd name="connsiteY48" fmla="*/ 137356 h 584352"/>
              <a:gd name="connsiteX49" fmla="*/ 351185 w 606862"/>
              <a:gd name="connsiteY49" fmla="*/ 124336 h 584352"/>
              <a:gd name="connsiteX50" fmla="*/ 311358 w 606862"/>
              <a:gd name="connsiteY50" fmla="*/ 64761 h 584352"/>
              <a:gd name="connsiteX51" fmla="*/ 320698 w 606862"/>
              <a:gd name="connsiteY51" fmla="*/ 68111 h 584352"/>
              <a:gd name="connsiteX52" fmla="*/ 321610 w 606862"/>
              <a:gd name="connsiteY52" fmla="*/ 86586 h 584352"/>
              <a:gd name="connsiteX53" fmla="*/ 249890 w 606862"/>
              <a:gd name="connsiteY53" fmla="*/ 164781 h 584352"/>
              <a:gd name="connsiteX54" fmla="*/ 240371 w 606862"/>
              <a:gd name="connsiteY54" fmla="*/ 169075 h 584352"/>
              <a:gd name="connsiteX55" fmla="*/ 230852 w 606862"/>
              <a:gd name="connsiteY55" fmla="*/ 165042 h 584352"/>
              <a:gd name="connsiteX56" fmla="*/ 201903 w 606862"/>
              <a:gd name="connsiteY56" fmla="*/ 134336 h 584352"/>
              <a:gd name="connsiteX57" fmla="*/ 202425 w 606862"/>
              <a:gd name="connsiteY57" fmla="*/ 115991 h 584352"/>
              <a:gd name="connsiteX58" fmla="*/ 220811 w 606862"/>
              <a:gd name="connsiteY58" fmla="*/ 116511 h 584352"/>
              <a:gd name="connsiteX59" fmla="*/ 240110 w 606862"/>
              <a:gd name="connsiteY59" fmla="*/ 136938 h 584352"/>
              <a:gd name="connsiteX60" fmla="*/ 302311 w 606862"/>
              <a:gd name="connsiteY60" fmla="*/ 69022 h 584352"/>
              <a:gd name="connsiteX61" fmla="*/ 311358 w 606862"/>
              <a:gd name="connsiteY61" fmla="*/ 64761 h 584352"/>
              <a:gd name="connsiteX62" fmla="*/ 158136 w 606862"/>
              <a:gd name="connsiteY62" fmla="*/ 26035 h 584352"/>
              <a:gd name="connsiteX63" fmla="*/ 158136 w 606862"/>
              <a:gd name="connsiteY63" fmla="*/ 505466 h 584352"/>
              <a:gd name="connsiteX64" fmla="*/ 137668 w 606862"/>
              <a:gd name="connsiteY64" fmla="*/ 558317 h 584352"/>
              <a:gd name="connsiteX65" fmla="*/ 527859 w 606862"/>
              <a:gd name="connsiteY65" fmla="*/ 558317 h 584352"/>
              <a:gd name="connsiteX66" fmla="*/ 580789 w 606862"/>
              <a:gd name="connsiteY66" fmla="*/ 505466 h 584352"/>
              <a:gd name="connsiteX67" fmla="*/ 580789 w 606862"/>
              <a:gd name="connsiteY67" fmla="*/ 26035 h 584352"/>
              <a:gd name="connsiteX68" fmla="*/ 145099 w 606862"/>
              <a:gd name="connsiteY68" fmla="*/ 0 h 584352"/>
              <a:gd name="connsiteX69" fmla="*/ 593825 w 606862"/>
              <a:gd name="connsiteY69" fmla="*/ 0 h 584352"/>
              <a:gd name="connsiteX70" fmla="*/ 606862 w 606862"/>
              <a:gd name="connsiteY70" fmla="*/ 13017 h 584352"/>
              <a:gd name="connsiteX71" fmla="*/ 606862 w 606862"/>
              <a:gd name="connsiteY71" fmla="*/ 505466 h 584352"/>
              <a:gd name="connsiteX72" fmla="*/ 527859 w 606862"/>
              <a:gd name="connsiteY72" fmla="*/ 584352 h 584352"/>
              <a:gd name="connsiteX73" fmla="*/ 79003 w 606862"/>
              <a:gd name="connsiteY73" fmla="*/ 584352 h 584352"/>
              <a:gd name="connsiteX74" fmla="*/ 0 w 606862"/>
              <a:gd name="connsiteY74" fmla="*/ 505466 h 584352"/>
              <a:gd name="connsiteX75" fmla="*/ 0 w 606862"/>
              <a:gd name="connsiteY75" fmla="*/ 284821 h 584352"/>
              <a:gd name="connsiteX76" fmla="*/ 13037 w 606862"/>
              <a:gd name="connsiteY76" fmla="*/ 271804 h 584352"/>
              <a:gd name="connsiteX77" fmla="*/ 132062 w 606862"/>
              <a:gd name="connsiteY77" fmla="*/ 271804 h 584352"/>
              <a:gd name="connsiteX78" fmla="*/ 132062 w 606862"/>
              <a:gd name="connsiteY78" fmla="*/ 13017 h 584352"/>
              <a:gd name="connsiteX79" fmla="*/ 145099 w 606862"/>
              <a:gd name="connsiteY79" fmla="*/ 0 h 584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606862" h="584352">
                <a:moveTo>
                  <a:pt x="351185" y="410338"/>
                </a:moveTo>
                <a:lnTo>
                  <a:pt x="518180" y="410338"/>
                </a:lnTo>
                <a:cubicBezTo>
                  <a:pt x="525480" y="410338"/>
                  <a:pt x="531216" y="416197"/>
                  <a:pt x="531216" y="423358"/>
                </a:cubicBezTo>
                <a:cubicBezTo>
                  <a:pt x="531216" y="430518"/>
                  <a:pt x="525480" y="436377"/>
                  <a:pt x="518180" y="436377"/>
                </a:cubicBezTo>
                <a:lnTo>
                  <a:pt x="351185" y="436377"/>
                </a:lnTo>
                <a:cubicBezTo>
                  <a:pt x="343885" y="436377"/>
                  <a:pt x="338149" y="430518"/>
                  <a:pt x="338149" y="423358"/>
                </a:cubicBezTo>
                <a:cubicBezTo>
                  <a:pt x="338149" y="416197"/>
                  <a:pt x="343885" y="410338"/>
                  <a:pt x="351185" y="410338"/>
                </a:cubicBezTo>
                <a:close/>
                <a:moveTo>
                  <a:pt x="311358" y="363253"/>
                </a:moveTo>
                <a:cubicBezTo>
                  <a:pt x="314699" y="363090"/>
                  <a:pt x="318090" y="364196"/>
                  <a:pt x="320698" y="366603"/>
                </a:cubicBezTo>
                <a:cubicBezTo>
                  <a:pt x="326044" y="371417"/>
                  <a:pt x="326435" y="379744"/>
                  <a:pt x="321610" y="384948"/>
                </a:cubicBezTo>
                <a:lnTo>
                  <a:pt x="249890" y="463273"/>
                </a:lnTo>
                <a:cubicBezTo>
                  <a:pt x="247543" y="466006"/>
                  <a:pt x="244022" y="467437"/>
                  <a:pt x="240371" y="467567"/>
                </a:cubicBezTo>
                <a:cubicBezTo>
                  <a:pt x="236720" y="467567"/>
                  <a:pt x="233330" y="466006"/>
                  <a:pt x="230852" y="463404"/>
                </a:cubicBezTo>
                <a:lnTo>
                  <a:pt x="201903" y="432828"/>
                </a:lnTo>
                <a:cubicBezTo>
                  <a:pt x="196948" y="427624"/>
                  <a:pt x="197079" y="419297"/>
                  <a:pt x="202425" y="414353"/>
                </a:cubicBezTo>
                <a:cubicBezTo>
                  <a:pt x="207641" y="409409"/>
                  <a:pt x="215856" y="409669"/>
                  <a:pt x="220811" y="414873"/>
                </a:cubicBezTo>
                <a:lnTo>
                  <a:pt x="240110" y="435430"/>
                </a:lnTo>
                <a:lnTo>
                  <a:pt x="302311" y="367514"/>
                </a:lnTo>
                <a:cubicBezTo>
                  <a:pt x="304724" y="364847"/>
                  <a:pt x="308016" y="363415"/>
                  <a:pt x="311358" y="363253"/>
                </a:cubicBezTo>
                <a:close/>
                <a:moveTo>
                  <a:pt x="26073" y="297839"/>
                </a:moveTo>
                <a:lnTo>
                  <a:pt x="26073" y="505466"/>
                </a:lnTo>
                <a:cubicBezTo>
                  <a:pt x="26073" y="534625"/>
                  <a:pt x="49800" y="558317"/>
                  <a:pt x="79003" y="558317"/>
                </a:cubicBezTo>
                <a:cubicBezTo>
                  <a:pt x="108205" y="558317"/>
                  <a:pt x="132062" y="534625"/>
                  <a:pt x="132062" y="505466"/>
                </a:cubicBezTo>
                <a:lnTo>
                  <a:pt x="132062" y="297839"/>
                </a:lnTo>
                <a:close/>
                <a:moveTo>
                  <a:pt x="351185" y="267372"/>
                </a:moveTo>
                <a:lnTo>
                  <a:pt x="518180" y="267372"/>
                </a:lnTo>
                <a:cubicBezTo>
                  <a:pt x="525480" y="267372"/>
                  <a:pt x="531216" y="273101"/>
                  <a:pt x="531216" y="280391"/>
                </a:cubicBezTo>
                <a:cubicBezTo>
                  <a:pt x="531216" y="287552"/>
                  <a:pt x="525480" y="293411"/>
                  <a:pt x="518180" y="293411"/>
                </a:cubicBezTo>
                <a:lnTo>
                  <a:pt x="351185" y="293411"/>
                </a:lnTo>
                <a:cubicBezTo>
                  <a:pt x="343885" y="293411"/>
                  <a:pt x="338149" y="287552"/>
                  <a:pt x="338149" y="280391"/>
                </a:cubicBezTo>
                <a:cubicBezTo>
                  <a:pt x="338149" y="273101"/>
                  <a:pt x="343885" y="267372"/>
                  <a:pt x="351185" y="267372"/>
                </a:cubicBezTo>
                <a:close/>
                <a:moveTo>
                  <a:pt x="311358" y="213942"/>
                </a:moveTo>
                <a:cubicBezTo>
                  <a:pt x="314699" y="213812"/>
                  <a:pt x="318090" y="214951"/>
                  <a:pt x="320698" y="217360"/>
                </a:cubicBezTo>
                <a:cubicBezTo>
                  <a:pt x="326044" y="222176"/>
                  <a:pt x="326435" y="230378"/>
                  <a:pt x="321610" y="235715"/>
                </a:cubicBezTo>
                <a:lnTo>
                  <a:pt x="249890" y="314084"/>
                </a:lnTo>
                <a:cubicBezTo>
                  <a:pt x="247543" y="316688"/>
                  <a:pt x="244022" y="318250"/>
                  <a:pt x="240371" y="318250"/>
                </a:cubicBezTo>
                <a:cubicBezTo>
                  <a:pt x="236720" y="318250"/>
                  <a:pt x="233330" y="316818"/>
                  <a:pt x="230852" y="314214"/>
                </a:cubicBezTo>
                <a:lnTo>
                  <a:pt x="201903" y="283492"/>
                </a:lnTo>
                <a:cubicBezTo>
                  <a:pt x="196948" y="278284"/>
                  <a:pt x="197079" y="270083"/>
                  <a:pt x="202425" y="265136"/>
                </a:cubicBezTo>
                <a:cubicBezTo>
                  <a:pt x="207641" y="260189"/>
                  <a:pt x="215856" y="260450"/>
                  <a:pt x="220811" y="265657"/>
                </a:cubicBezTo>
                <a:lnTo>
                  <a:pt x="240110" y="286095"/>
                </a:lnTo>
                <a:lnTo>
                  <a:pt x="302311" y="218141"/>
                </a:lnTo>
                <a:cubicBezTo>
                  <a:pt x="304724" y="215472"/>
                  <a:pt x="308016" y="214073"/>
                  <a:pt x="311358" y="213942"/>
                </a:cubicBezTo>
                <a:close/>
                <a:moveTo>
                  <a:pt x="351185" y="124336"/>
                </a:moveTo>
                <a:lnTo>
                  <a:pt x="518180" y="124336"/>
                </a:lnTo>
                <a:cubicBezTo>
                  <a:pt x="525480" y="124336"/>
                  <a:pt x="531216" y="130195"/>
                  <a:pt x="531216" y="137356"/>
                </a:cubicBezTo>
                <a:cubicBezTo>
                  <a:pt x="531216" y="144516"/>
                  <a:pt x="525480" y="150375"/>
                  <a:pt x="518180" y="150375"/>
                </a:cubicBezTo>
                <a:lnTo>
                  <a:pt x="351185" y="150375"/>
                </a:lnTo>
                <a:cubicBezTo>
                  <a:pt x="343885" y="150375"/>
                  <a:pt x="338149" y="144516"/>
                  <a:pt x="338149" y="137356"/>
                </a:cubicBezTo>
                <a:cubicBezTo>
                  <a:pt x="338149" y="130195"/>
                  <a:pt x="343885" y="124336"/>
                  <a:pt x="351185" y="124336"/>
                </a:cubicBezTo>
                <a:close/>
                <a:moveTo>
                  <a:pt x="311358" y="64761"/>
                </a:moveTo>
                <a:cubicBezTo>
                  <a:pt x="314699" y="64598"/>
                  <a:pt x="318090" y="65704"/>
                  <a:pt x="320698" y="68111"/>
                </a:cubicBezTo>
                <a:cubicBezTo>
                  <a:pt x="326044" y="73055"/>
                  <a:pt x="326435" y="81252"/>
                  <a:pt x="321610" y="86586"/>
                </a:cubicBezTo>
                <a:lnTo>
                  <a:pt x="249890" y="164781"/>
                </a:lnTo>
                <a:cubicBezTo>
                  <a:pt x="247543" y="167514"/>
                  <a:pt x="244022" y="169075"/>
                  <a:pt x="240371" y="169075"/>
                </a:cubicBezTo>
                <a:cubicBezTo>
                  <a:pt x="236720" y="169075"/>
                  <a:pt x="233330" y="167644"/>
                  <a:pt x="230852" y="165042"/>
                </a:cubicBezTo>
                <a:lnTo>
                  <a:pt x="201903" y="134336"/>
                </a:lnTo>
                <a:cubicBezTo>
                  <a:pt x="196948" y="129132"/>
                  <a:pt x="197079" y="120935"/>
                  <a:pt x="202425" y="115991"/>
                </a:cubicBezTo>
                <a:cubicBezTo>
                  <a:pt x="207641" y="111047"/>
                  <a:pt x="215856" y="111307"/>
                  <a:pt x="220811" y="116511"/>
                </a:cubicBezTo>
                <a:lnTo>
                  <a:pt x="240110" y="136938"/>
                </a:lnTo>
                <a:lnTo>
                  <a:pt x="302311" y="69022"/>
                </a:lnTo>
                <a:cubicBezTo>
                  <a:pt x="304724" y="66355"/>
                  <a:pt x="308016" y="64923"/>
                  <a:pt x="311358" y="64761"/>
                </a:cubicBezTo>
                <a:close/>
                <a:moveTo>
                  <a:pt x="158136" y="26035"/>
                </a:moveTo>
                <a:lnTo>
                  <a:pt x="158136" y="505466"/>
                </a:lnTo>
                <a:cubicBezTo>
                  <a:pt x="158136" y="525774"/>
                  <a:pt x="150314" y="544389"/>
                  <a:pt x="137668" y="558317"/>
                </a:cubicBezTo>
                <a:lnTo>
                  <a:pt x="527859" y="558317"/>
                </a:lnTo>
                <a:cubicBezTo>
                  <a:pt x="557062" y="558317"/>
                  <a:pt x="580789" y="534625"/>
                  <a:pt x="580789" y="505466"/>
                </a:cubicBezTo>
                <a:lnTo>
                  <a:pt x="580789" y="26035"/>
                </a:lnTo>
                <a:close/>
                <a:moveTo>
                  <a:pt x="145099" y="0"/>
                </a:moveTo>
                <a:lnTo>
                  <a:pt x="593825" y="0"/>
                </a:lnTo>
                <a:cubicBezTo>
                  <a:pt x="601126" y="0"/>
                  <a:pt x="606862" y="5858"/>
                  <a:pt x="606862" y="13017"/>
                </a:cubicBezTo>
                <a:lnTo>
                  <a:pt x="606862" y="505466"/>
                </a:lnTo>
                <a:cubicBezTo>
                  <a:pt x="606862" y="548945"/>
                  <a:pt x="571402" y="584352"/>
                  <a:pt x="527859" y="584352"/>
                </a:cubicBezTo>
                <a:lnTo>
                  <a:pt x="79003" y="584352"/>
                </a:lnTo>
                <a:cubicBezTo>
                  <a:pt x="35460" y="584352"/>
                  <a:pt x="0" y="548945"/>
                  <a:pt x="0" y="505466"/>
                </a:cubicBezTo>
                <a:lnTo>
                  <a:pt x="0" y="284821"/>
                </a:lnTo>
                <a:cubicBezTo>
                  <a:pt x="0" y="277662"/>
                  <a:pt x="5866" y="271804"/>
                  <a:pt x="13037" y="271804"/>
                </a:cubicBezTo>
                <a:lnTo>
                  <a:pt x="132062" y="271804"/>
                </a:lnTo>
                <a:lnTo>
                  <a:pt x="132062" y="13017"/>
                </a:lnTo>
                <a:cubicBezTo>
                  <a:pt x="132062" y="5858"/>
                  <a:pt x="137799" y="0"/>
                  <a:pt x="14509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2" name="crossed-arrows_612">
            <a:extLst>
              <a:ext uri="{FF2B5EF4-FFF2-40B4-BE49-F238E27FC236}">
                <a16:creationId xmlns:a16="http://schemas.microsoft.com/office/drawing/2014/main" id="{798ADDD6-3251-4EB8-AC9C-2B7015960DE9}"/>
              </a:ext>
            </a:extLst>
          </p:cNvPr>
          <p:cNvSpPr>
            <a:spLocks noChangeAspect="1"/>
          </p:cNvSpPr>
          <p:nvPr/>
        </p:nvSpPr>
        <p:spPr>
          <a:xfrm>
            <a:off x="4519420" y="2962284"/>
            <a:ext cx="1244330" cy="1221454"/>
          </a:xfrm>
          <a:custGeom>
            <a:avLst/>
            <a:gdLst>
              <a:gd name="connsiteX0" fmla="*/ 512769 w 606181"/>
              <a:gd name="connsiteY0" fmla="*/ 58358 h 595037"/>
              <a:gd name="connsiteX1" fmla="*/ 547819 w 606181"/>
              <a:gd name="connsiteY1" fmla="*/ 65557 h 595037"/>
              <a:gd name="connsiteX2" fmla="*/ 560258 w 606181"/>
              <a:gd name="connsiteY2" fmla="*/ 130336 h 595037"/>
              <a:gd name="connsiteX3" fmla="*/ 495349 w 606181"/>
              <a:gd name="connsiteY3" fmla="*/ 142844 h 595037"/>
              <a:gd name="connsiteX4" fmla="*/ 482910 w 606181"/>
              <a:gd name="connsiteY4" fmla="*/ 77972 h 595037"/>
              <a:gd name="connsiteX5" fmla="*/ 512769 w 606181"/>
              <a:gd name="connsiteY5" fmla="*/ 58358 h 595037"/>
              <a:gd name="connsiteX6" fmla="*/ 396442 w 606181"/>
              <a:gd name="connsiteY6" fmla="*/ 16126 h 595037"/>
              <a:gd name="connsiteX7" fmla="*/ 418885 w 606181"/>
              <a:gd name="connsiteY7" fmla="*/ 33962 h 595037"/>
              <a:gd name="connsiteX8" fmla="*/ 427207 w 606181"/>
              <a:gd name="connsiteY8" fmla="*/ 108015 h 595037"/>
              <a:gd name="connsiteX9" fmla="*/ 474710 w 606181"/>
              <a:gd name="connsiteY9" fmla="*/ 151998 h 595037"/>
              <a:gd name="connsiteX10" fmla="*/ 514826 w 606181"/>
              <a:gd name="connsiteY10" fmla="*/ 161803 h 595037"/>
              <a:gd name="connsiteX11" fmla="*/ 536427 w 606181"/>
              <a:gd name="connsiteY11" fmla="*/ 174690 h 595037"/>
              <a:gd name="connsiteX12" fmla="*/ 600762 w 606181"/>
              <a:gd name="connsiteY12" fmla="*/ 245287 h 595037"/>
              <a:gd name="connsiteX13" fmla="*/ 605905 w 606181"/>
              <a:gd name="connsiteY13" fmla="*/ 262283 h 595037"/>
              <a:gd name="connsiteX14" fmla="*/ 591972 w 606181"/>
              <a:gd name="connsiteY14" fmla="*/ 345580 h 595037"/>
              <a:gd name="connsiteX15" fmla="*/ 572054 w 606181"/>
              <a:gd name="connsiteY15" fmla="*/ 362482 h 595037"/>
              <a:gd name="connsiteX16" fmla="*/ 568688 w 606181"/>
              <a:gd name="connsiteY16" fmla="*/ 362202 h 595037"/>
              <a:gd name="connsiteX17" fmla="*/ 552043 w 606181"/>
              <a:gd name="connsiteY17" fmla="*/ 338857 h 595037"/>
              <a:gd name="connsiteX18" fmla="*/ 564293 w 606181"/>
              <a:gd name="connsiteY18" fmla="*/ 265364 h 595037"/>
              <a:gd name="connsiteX19" fmla="*/ 538858 w 606181"/>
              <a:gd name="connsiteY19" fmla="*/ 237910 h 595037"/>
              <a:gd name="connsiteX20" fmla="*/ 510899 w 606181"/>
              <a:gd name="connsiteY20" fmla="*/ 353331 h 595037"/>
              <a:gd name="connsiteX21" fmla="*/ 506504 w 606181"/>
              <a:gd name="connsiteY21" fmla="*/ 362576 h 595037"/>
              <a:gd name="connsiteX22" fmla="*/ 450865 w 606181"/>
              <a:gd name="connsiteY22" fmla="*/ 441764 h 595037"/>
              <a:gd name="connsiteX23" fmla="*/ 468071 w 606181"/>
              <a:gd name="connsiteY23" fmla="*/ 537014 h 595037"/>
              <a:gd name="connsiteX24" fmla="*/ 443478 w 606181"/>
              <a:gd name="connsiteY24" fmla="*/ 572313 h 595037"/>
              <a:gd name="connsiteX25" fmla="*/ 438054 w 606181"/>
              <a:gd name="connsiteY25" fmla="*/ 572780 h 595037"/>
              <a:gd name="connsiteX26" fmla="*/ 408131 w 606181"/>
              <a:gd name="connsiteY26" fmla="*/ 547753 h 595037"/>
              <a:gd name="connsiteX27" fmla="*/ 388775 w 606181"/>
              <a:gd name="connsiteY27" fmla="*/ 440083 h 595037"/>
              <a:gd name="connsiteX28" fmla="*/ 393824 w 606181"/>
              <a:gd name="connsiteY28" fmla="*/ 417298 h 595037"/>
              <a:gd name="connsiteX29" fmla="*/ 424028 w 606181"/>
              <a:gd name="connsiteY29" fmla="*/ 374155 h 595037"/>
              <a:gd name="connsiteX30" fmla="*/ 372504 w 606181"/>
              <a:gd name="connsiteY30" fmla="*/ 372941 h 595037"/>
              <a:gd name="connsiteX31" fmla="*/ 309011 w 606181"/>
              <a:gd name="connsiteY31" fmla="*/ 443165 h 595037"/>
              <a:gd name="connsiteX32" fmla="*/ 266090 w 606181"/>
              <a:gd name="connsiteY32" fmla="*/ 445406 h 595037"/>
              <a:gd name="connsiteX33" fmla="*/ 263845 w 606181"/>
              <a:gd name="connsiteY33" fmla="*/ 402450 h 595037"/>
              <a:gd name="connsiteX34" fmla="*/ 336690 w 606181"/>
              <a:gd name="connsiteY34" fmla="*/ 321861 h 595037"/>
              <a:gd name="connsiteX35" fmla="*/ 360067 w 606181"/>
              <a:gd name="connsiteY35" fmla="*/ 311869 h 595037"/>
              <a:gd name="connsiteX36" fmla="*/ 434875 w 606181"/>
              <a:gd name="connsiteY36" fmla="*/ 313643 h 595037"/>
              <a:gd name="connsiteX37" fmla="*/ 463209 w 606181"/>
              <a:gd name="connsiteY37" fmla="*/ 196542 h 595037"/>
              <a:gd name="connsiteX38" fmla="*/ 394105 w 606181"/>
              <a:gd name="connsiteY38" fmla="*/ 132668 h 595037"/>
              <a:gd name="connsiteX39" fmla="*/ 387746 w 606181"/>
              <a:gd name="connsiteY39" fmla="*/ 120061 h 595037"/>
              <a:gd name="connsiteX40" fmla="*/ 378582 w 606181"/>
              <a:gd name="connsiteY40" fmla="*/ 38538 h 595037"/>
              <a:gd name="connsiteX41" fmla="*/ 396442 w 606181"/>
              <a:gd name="connsiteY41" fmla="*/ 16126 h 595037"/>
              <a:gd name="connsiteX42" fmla="*/ 32077 w 606181"/>
              <a:gd name="connsiteY42" fmla="*/ 0 h 595037"/>
              <a:gd name="connsiteX43" fmla="*/ 363319 w 606181"/>
              <a:gd name="connsiteY43" fmla="*/ 0 h 595037"/>
              <a:gd name="connsiteX44" fmla="*/ 370146 w 606181"/>
              <a:gd name="connsiteY44" fmla="*/ 4949 h 595037"/>
              <a:gd name="connsiteX45" fmla="*/ 367621 w 606181"/>
              <a:gd name="connsiteY45" fmla="*/ 12886 h 595037"/>
              <a:gd name="connsiteX46" fmla="*/ 265031 w 606181"/>
              <a:gd name="connsiteY46" fmla="*/ 87870 h 595037"/>
              <a:gd name="connsiteX47" fmla="*/ 240903 w 606181"/>
              <a:gd name="connsiteY47" fmla="*/ 126156 h 595037"/>
              <a:gd name="connsiteX48" fmla="*/ 232767 w 606181"/>
              <a:gd name="connsiteY48" fmla="*/ 169484 h 595037"/>
              <a:gd name="connsiteX49" fmla="*/ 214812 w 606181"/>
              <a:gd name="connsiteY49" fmla="*/ 202540 h 595037"/>
              <a:gd name="connsiteX50" fmla="*/ 160852 w 606181"/>
              <a:gd name="connsiteY50" fmla="*/ 254179 h 595037"/>
              <a:gd name="connsiteX51" fmla="*/ 143457 w 606181"/>
              <a:gd name="connsiteY51" fmla="*/ 284714 h 595037"/>
              <a:gd name="connsiteX52" fmla="*/ 113064 w 606181"/>
              <a:gd name="connsiteY52" fmla="*/ 416099 h 595037"/>
              <a:gd name="connsiteX53" fmla="*/ 106892 w 606181"/>
              <a:gd name="connsiteY53" fmla="*/ 432161 h 595037"/>
              <a:gd name="connsiteX54" fmla="*/ 18984 w 606181"/>
              <a:gd name="connsiteY54" fmla="*/ 589785 h 595037"/>
              <a:gd name="connsiteX55" fmla="*/ 7575 w 606181"/>
              <a:gd name="connsiteY55" fmla="*/ 594734 h 595037"/>
              <a:gd name="connsiteX56" fmla="*/ 0 w 606181"/>
              <a:gd name="connsiteY56" fmla="*/ 584930 h 595037"/>
              <a:gd name="connsiteX57" fmla="*/ 0 w 606181"/>
              <a:gd name="connsiteY57" fmla="*/ 32029 h 595037"/>
              <a:gd name="connsiteX58" fmla="*/ 32077 w 606181"/>
              <a:gd name="connsiteY58" fmla="*/ 0 h 595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606181" h="595037">
                <a:moveTo>
                  <a:pt x="512769" y="58358"/>
                </a:moveTo>
                <a:cubicBezTo>
                  <a:pt x="524507" y="56106"/>
                  <a:pt x="537110" y="58323"/>
                  <a:pt x="547819" y="65557"/>
                </a:cubicBezTo>
                <a:cubicBezTo>
                  <a:pt x="569237" y="80025"/>
                  <a:pt x="574755" y="109054"/>
                  <a:pt x="560258" y="130336"/>
                </a:cubicBezTo>
                <a:cubicBezTo>
                  <a:pt x="545761" y="151712"/>
                  <a:pt x="516768" y="157219"/>
                  <a:pt x="495349" y="142844"/>
                </a:cubicBezTo>
                <a:cubicBezTo>
                  <a:pt x="474025" y="128376"/>
                  <a:pt x="468413" y="99347"/>
                  <a:pt x="482910" y="77972"/>
                </a:cubicBezTo>
                <a:cubicBezTo>
                  <a:pt x="490159" y="67331"/>
                  <a:pt x="501031" y="60610"/>
                  <a:pt x="512769" y="58358"/>
                </a:cubicBezTo>
                <a:close/>
                <a:moveTo>
                  <a:pt x="396442" y="16126"/>
                </a:moveTo>
                <a:cubicBezTo>
                  <a:pt x="407757" y="14819"/>
                  <a:pt x="417669" y="22850"/>
                  <a:pt x="418885" y="33962"/>
                </a:cubicBezTo>
                <a:lnTo>
                  <a:pt x="427207" y="108015"/>
                </a:lnTo>
                <a:lnTo>
                  <a:pt x="474710" y="151998"/>
                </a:lnTo>
                <a:lnTo>
                  <a:pt x="514826" y="161803"/>
                </a:lnTo>
                <a:cubicBezTo>
                  <a:pt x="523148" y="163858"/>
                  <a:pt x="530629" y="168340"/>
                  <a:pt x="536427" y="174690"/>
                </a:cubicBezTo>
                <a:lnTo>
                  <a:pt x="600762" y="245287"/>
                </a:lnTo>
                <a:cubicBezTo>
                  <a:pt x="605063" y="249863"/>
                  <a:pt x="606933" y="256120"/>
                  <a:pt x="605905" y="262283"/>
                </a:cubicBezTo>
                <a:lnTo>
                  <a:pt x="591972" y="345580"/>
                </a:lnTo>
                <a:cubicBezTo>
                  <a:pt x="590382" y="355479"/>
                  <a:pt x="581779" y="362482"/>
                  <a:pt x="572054" y="362482"/>
                </a:cubicBezTo>
                <a:cubicBezTo>
                  <a:pt x="570932" y="362482"/>
                  <a:pt x="569810" y="362389"/>
                  <a:pt x="568688" y="362202"/>
                </a:cubicBezTo>
                <a:cubicBezTo>
                  <a:pt x="557654" y="360335"/>
                  <a:pt x="550173" y="349876"/>
                  <a:pt x="552043" y="338857"/>
                </a:cubicBezTo>
                <a:lnTo>
                  <a:pt x="564293" y="265364"/>
                </a:lnTo>
                <a:lnTo>
                  <a:pt x="538858" y="237910"/>
                </a:lnTo>
                <a:cubicBezTo>
                  <a:pt x="538858" y="237910"/>
                  <a:pt x="518192" y="324476"/>
                  <a:pt x="510899" y="353331"/>
                </a:cubicBezTo>
                <a:cubicBezTo>
                  <a:pt x="510150" y="356599"/>
                  <a:pt x="508467" y="359681"/>
                  <a:pt x="506504" y="362576"/>
                </a:cubicBezTo>
                <a:lnTo>
                  <a:pt x="450865" y="441764"/>
                </a:lnTo>
                <a:lnTo>
                  <a:pt x="468071" y="537014"/>
                </a:lnTo>
                <a:cubicBezTo>
                  <a:pt x="470970" y="553543"/>
                  <a:pt x="460029" y="569325"/>
                  <a:pt x="443478" y="572313"/>
                </a:cubicBezTo>
                <a:cubicBezTo>
                  <a:pt x="441701" y="572687"/>
                  <a:pt x="439831" y="572780"/>
                  <a:pt x="438054" y="572780"/>
                </a:cubicBezTo>
                <a:cubicBezTo>
                  <a:pt x="423654" y="572780"/>
                  <a:pt x="410843" y="562508"/>
                  <a:pt x="408131" y="547753"/>
                </a:cubicBezTo>
                <a:lnTo>
                  <a:pt x="388775" y="440083"/>
                </a:lnTo>
                <a:cubicBezTo>
                  <a:pt x="387372" y="432146"/>
                  <a:pt x="389149" y="423928"/>
                  <a:pt x="393824" y="417298"/>
                </a:cubicBezTo>
                <a:lnTo>
                  <a:pt x="424028" y="374155"/>
                </a:lnTo>
                <a:lnTo>
                  <a:pt x="372504" y="372941"/>
                </a:lnTo>
                <a:lnTo>
                  <a:pt x="309011" y="443165"/>
                </a:lnTo>
                <a:cubicBezTo>
                  <a:pt x="297790" y="455585"/>
                  <a:pt x="278433" y="456612"/>
                  <a:pt x="266090" y="445406"/>
                </a:cubicBezTo>
                <a:cubicBezTo>
                  <a:pt x="253559" y="434107"/>
                  <a:pt x="252624" y="414963"/>
                  <a:pt x="263845" y="402450"/>
                </a:cubicBezTo>
                <a:lnTo>
                  <a:pt x="336690" y="321861"/>
                </a:lnTo>
                <a:cubicBezTo>
                  <a:pt x="342674" y="315324"/>
                  <a:pt x="351464" y="311496"/>
                  <a:pt x="360067" y="311869"/>
                </a:cubicBezTo>
                <a:lnTo>
                  <a:pt x="434875" y="313643"/>
                </a:lnTo>
                <a:lnTo>
                  <a:pt x="463209" y="196542"/>
                </a:lnTo>
                <a:lnTo>
                  <a:pt x="394105" y="132668"/>
                </a:lnTo>
                <a:cubicBezTo>
                  <a:pt x="390551" y="129306"/>
                  <a:pt x="388307" y="124824"/>
                  <a:pt x="387746" y="120061"/>
                </a:cubicBezTo>
                <a:lnTo>
                  <a:pt x="378582" y="38538"/>
                </a:lnTo>
                <a:cubicBezTo>
                  <a:pt x="377366" y="27332"/>
                  <a:pt x="385315" y="17340"/>
                  <a:pt x="396442" y="16126"/>
                </a:cubicBezTo>
                <a:close/>
                <a:moveTo>
                  <a:pt x="32077" y="0"/>
                </a:moveTo>
                <a:lnTo>
                  <a:pt x="363319" y="0"/>
                </a:lnTo>
                <a:cubicBezTo>
                  <a:pt x="366498" y="0"/>
                  <a:pt x="369210" y="1961"/>
                  <a:pt x="370146" y="4949"/>
                </a:cubicBezTo>
                <a:cubicBezTo>
                  <a:pt x="371174" y="7844"/>
                  <a:pt x="370146" y="11112"/>
                  <a:pt x="367621" y="12886"/>
                </a:cubicBezTo>
                <a:lnTo>
                  <a:pt x="265031" y="87870"/>
                </a:lnTo>
                <a:cubicBezTo>
                  <a:pt x="252406" y="97115"/>
                  <a:pt x="243709" y="110748"/>
                  <a:pt x="240903" y="126156"/>
                </a:cubicBezTo>
                <a:lnTo>
                  <a:pt x="232767" y="169484"/>
                </a:lnTo>
                <a:cubicBezTo>
                  <a:pt x="230336" y="182090"/>
                  <a:pt x="224164" y="193669"/>
                  <a:pt x="214812" y="202540"/>
                </a:cubicBezTo>
                <a:lnTo>
                  <a:pt x="160852" y="254179"/>
                </a:lnTo>
                <a:cubicBezTo>
                  <a:pt x="152154" y="262490"/>
                  <a:pt x="146076" y="273135"/>
                  <a:pt x="143457" y="284714"/>
                </a:cubicBezTo>
                <a:lnTo>
                  <a:pt x="113064" y="416099"/>
                </a:lnTo>
                <a:cubicBezTo>
                  <a:pt x="111755" y="421702"/>
                  <a:pt x="109697" y="427118"/>
                  <a:pt x="106892" y="432161"/>
                </a:cubicBezTo>
                <a:lnTo>
                  <a:pt x="18984" y="589785"/>
                </a:lnTo>
                <a:cubicBezTo>
                  <a:pt x="16740" y="593801"/>
                  <a:pt x="12064" y="595855"/>
                  <a:pt x="7575" y="594734"/>
                </a:cubicBezTo>
                <a:cubicBezTo>
                  <a:pt x="3086" y="593520"/>
                  <a:pt x="0" y="589505"/>
                  <a:pt x="0" y="584930"/>
                </a:cubicBezTo>
                <a:lnTo>
                  <a:pt x="0" y="32029"/>
                </a:lnTo>
                <a:cubicBezTo>
                  <a:pt x="0" y="14287"/>
                  <a:pt x="14402" y="0"/>
                  <a:pt x="3207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3" name="brain_169626">
            <a:extLst>
              <a:ext uri="{FF2B5EF4-FFF2-40B4-BE49-F238E27FC236}">
                <a16:creationId xmlns:a16="http://schemas.microsoft.com/office/drawing/2014/main" id="{AC37EF40-E634-4842-B01C-19E9E9937E80}"/>
              </a:ext>
            </a:extLst>
          </p:cNvPr>
          <p:cNvSpPr>
            <a:spLocks noChangeAspect="1"/>
          </p:cNvSpPr>
          <p:nvPr/>
        </p:nvSpPr>
        <p:spPr>
          <a:xfrm>
            <a:off x="6579482" y="3023854"/>
            <a:ext cx="1118883" cy="1221454"/>
          </a:xfrm>
          <a:custGeom>
            <a:avLst/>
            <a:gdLst>
              <a:gd name="connsiteX0" fmla="*/ 373273 h 605239"/>
              <a:gd name="connsiteY0" fmla="*/ 373273 h 605239"/>
              <a:gd name="connsiteX1" fmla="*/ 373273 h 605239"/>
              <a:gd name="connsiteY1" fmla="*/ 373273 h 605239"/>
              <a:gd name="connsiteX2" fmla="*/ 373273 h 605239"/>
              <a:gd name="connsiteY2" fmla="*/ 373273 h 605239"/>
              <a:gd name="connsiteX3" fmla="*/ 373273 h 605239"/>
              <a:gd name="connsiteY3" fmla="*/ 373273 h 605239"/>
              <a:gd name="connsiteX4" fmla="*/ 373273 h 605239"/>
              <a:gd name="connsiteY4" fmla="*/ 373273 h 605239"/>
              <a:gd name="connsiteX5" fmla="*/ 373273 h 605239"/>
              <a:gd name="connsiteY5" fmla="*/ 373273 h 605239"/>
              <a:gd name="connsiteX6" fmla="*/ 373273 h 605239"/>
              <a:gd name="connsiteY6" fmla="*/ 373273 h 605239"/>
              <a:gd name="connsiteX7" fmla="*/ 373273 h 605239"/>
              <a:gd name="connsiteY7" fmla="*/ 373273 h 605239"/>
              <a:gd name="connsiteX8" fmla="*/ 373273 h 605239"/>
              <a:gd name="connsiteY8" fmla="*/ 373273 h 605239"/>
              <a:gd name="connsiteX9" fmla="*/ 373273 h 605239"/>
              <a:gd name="connsiteY9" fmla="*/ 373273 h 605239"/>
              <a:gd name="connsiteX10" fmla="*/ 373273 h 605239"/>
              <a:gd name="connsiteY10" fmla="*/ 373273 h 605239"/>
              <a:gd name="connsiteX11" fmla="*/ 373273 h 605239"/>
              <a:gd name="connsiteY11" fmla="*/ 373273 h 605239"/>
              <a:gd name="connsiteX12" fmla="*/ 373273 h 605239"/>
              <a:gd name="connsiteY12" fmla="*/ 373273 h 605239"/>
              <a:gd name="connsiteX13" fmla="*/ 373273 h 605239"/>
              <a:gd name="connsiteY13" fmla="*/ 373273 h 605239"/>
              <a:gd name="connsiteX14" fmla="*/ 373273 h 605239"/>
              <a:gd name="connsiteY14" fmla="*/ 373273 h 605239"/>
              <a:gd name="connsiteX15" fmla="*/ 373273 h 605239"/>
              <a:gd name="connsiteY15" fmla="*/ 373273 h 605239"/>
              <a:gd name="connsiteX16" fmla="*/ 373273 h 605239"/>
              <a:gd name="connsiteY16" fmla="*/ 373273 h 605239"/>
              <a:gd name="connsiteX17" fmla="*/ 373273 h 605239"/>
              <a:gd name="connsiteY17" fmla="*/ 373273 h 605239"/>
              <a:gd name="connsiteX18" fmla="*/ 373273 h 605239"/>
              <a:gd name="connsiteY18" fmla="*/ 373273 h 605239"/>
              <a:gd name="connsiteX19" fmla="*/ 373273 h 605239"/>
              <a:gd name="connsiteY19" fmla="*/ 373273 h 605239"/>
              <a:gd name="connsiteX20" fmla="*/ 373273 h 605239"/>
              <a:gd name="connsiteY20" fmla="*/ 373273 h 605239"/>
              <a:gd name="connsiteX21" fmla="*/ 373273 h 605239"/>
              <a:gd name="connsiteY21" fmla="*/ 373273 h 605239"/>
              <a:gd name="connsiteX22" fmla="*/ 373273 h 605239"/>
              <a:gd name="connsiteY22" fmla="*/ 373273 h 605239"/>
              <a:gd name="connsiteX23" fmla="*/ 373273 h 605239"/>
              <a:gd name="connsiteY23" fmla="*/ 373273 h 605239"/>
              <a:gd name="connsiteX24" fmla="*/ 373273 h 605239"/>
              <a:gd name="connsiteY24" fmla="*/ 373273 h 605239"/>
              <a:gd name="connsiteX25" fmla="*/ 373273 h 605239"/>
              <a:gd name="connsiteY25" fmla="*/ 373273 h 605239"/>
              <a:gd name="connsiteX26" fmla="*/ 373273 h 605239"/>
              <a:gd name="connsiteY26" fmla="*/ 373273 h 605239"/>
              <a:gd name="connsiteX27" fmla="*/ 373273 h 605239"/>
              <a:gd name="connsiteY27" fmla="*/ 373273 h 605239"/>
              <a:gd name="connsiteX28" fmla="*/ 373273 h 605239"/>
              <a:gd name="connsiteY28" fmla="*/ 373273 h 605239"/>
              <a:gd name="connsiteX29" fmla="*/ 373273 h 605239"/>
              <a:gd name="connsiteY29" fmla="*/ 373273 h 605239"/>
              <a:gd name="connsiteX30" fmla="*/ 373273 h 605239"/>
              <a:gd name="connsiteY30" fmla="*/ 373273 h 605239"/>
              <a:gd name="connsiteX31" fmla="*/ 373273 h 605239"/>
              <a:gd name="connsiteY31" fmla="*/ 373273 h 605239"/>
              <a:gd name="connsiteX32" fmla="*/ 373273 h 605239"/>
              <a:gd name="connsiteY32" fmla="*/ 373273 h 605239"/>
              <a:gd name="connsiteX33" fmla="*/ 373273 h 605239"/>
              <a:gd name="connsiteY33" fmla="*/ 373273 h 605239"/>
              <a:gd name="connsiteX34" fmla="*/ 373273 h 605239"/>
              <a:gd name="connsiteY34" fmla="*/ 373273 h 605239"/>
              <a:gd name="connsiteX35" fmla="*/ 373273 h 605239"/>
              <a:gd name="connsiteY35" fmla="*/ 373273 h 605239"/>
              <a:gd name="connsiteX36" fmla="*/ 373273 h 605239"/>
              <a:gd name="connsiteY36" fmla="*/ 373273 h 605239"/>
              <a:gd name="connsiteX37" fmla="*/ 373273 h 605239"/>
              <a:gd name="connsiteY37" fmla="*/ 373273 h 605239"/>
              <a:gd name="connsiteX38" fmla="*/ 373273 h 605239"/>
              <a:gd name="connsiteY38" fmla="*/ 373273 h 605239"/>
              <a:gd name="connsiteX39" fmla="*/ 373273 h 605239"/>
              <a:gd name="connsiteY39" fmla="*/ 373273 h 605239"/>
              <a:gd name="connsiteX40" fmla="*/ 373273 h 605239"/>
              <a:gd name="connsiteY40" fmla="*/ 373273 h 605239"/>
              <a:gd name="connsiteX41" fmla="*/ 373273 h 605239"/>
              <a:gd name="connsiteY41" fmla="*/ 373273 h 605239"/>
              <a:gd name="connsiteX42" fmla="*/ 373273 h 605239"/>
              <a:gd name="connsiteY42" fmla="*/ 373273 h 605239"/>
              <a:gd name="connsiteX43" fmla="*/ 373273 h 605239"/>
              <a:gd name="connsiteY43" fmla="*/ 373273 h 605239"/>
              <a:gd name="connsiteX44" fmla="*/ 373273 h 605239"/>
              <a:gd name="connsiteY44" fmla="*/ 373273 h 605239"/>
              <a:gd name="connsiteX45" fmla="*/ 373273 h 605239"/>
              <a:gd name="connsiteY45" fmla="*/ 373273 h 605239"/>
              <a:gd name="connsiteX46" fmla="*/ 373273 h 605239"/>
              <a:gd name="connsiteY46" fmla="*/ 373273 h 605239"/>
              <a:gd name="connsiteX47" fmla="*/ 373273 h 605239"/>
              <a:gd name="connsiteY47" fmla="*/ 373273 h 605239"/>
              <a:gd name="connsiteX48" fmla="*/ 373273 h 605239"/>
              <a:gd name="connsiteY48" fmla="*/ 373273 h 605239"/>
              <a:gd name="connsiteX49" fmla="*/ 373273 h 605239"/>
              <a:gd name="connsiteY49" fmla="*/ 373273 h 605239"/>
              <a:gd name="connsiteX50" fmla="*/ 373273 h 605239"/>
              <a:gd name="connsiteY50" fmla="*/ 373273 h 605239"/>
              <a:gd name="connsiteX51" fmla="*/ 373273 h 605239"/>
              <a:gd name="connsiteY51" fmla="*/ 373273 h 605239"/>
              <a:gd name="connsiteX52" fmla="*/ 373273 h 605239"/>
              <a:gd name="connsiteY52" fmla="*/ 373273 h 605239"/>
              <a:gd name="connsiteX53" fmla="*/ 373273 h 605239"/>
              <a:gd name="connsiteY53" fmla="*/ 373273 h 605239"/>
              <a:gd name="connsiteX54" fmla="*/ 373273 h 605239"/>
              <a:gd name="connsiteY54" fmla="*/ 373273 h 60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553724" h="604485">
                <a:moveTo>
                  <a:pt x="334726" y="92389"/>
                </a:moveTo>
                <a:cubicBezTo>
                  <a:pt x="293956" y="84727"/>
                  <a:pt x="250155" y="93135"/>
                  <a:pt x="213399" y="119774"/>
                </a:cubicBezTo>
                <a:cubicBezTo>
                  <a:pt x="208676" y="123232"/>
                  <a:pt x="185851" y="142563"/>
                  <a:pt x="204898" y="170381"/>
                </a:cubicBezTo>
                <a:cubicBezTo>
                  <a:pt x="235909" y="215643"/>
                  <a:pt x="269124" y="176353"/>
                  <a:pt x="299662" y="193169"/>
                </a:cubicBezTo>
                <a:cubicBezTo>
                  <a:pt x="310996" y="199298"/>
                  <a:pt x="317450" y="212186"/>
                  <a:pt x="317450" y="228688"/>
                </a:cubicBezTo>
                <a:cubicBezTo>
                  <a:pt x="317450" y="236389"/>
                  <a:pt x="316348" y="243933"/>
                  <a:pt x="317922" y="248019"/>
                </a:cubicBezTo>
                <a:cubicBezTo>
                  <a:pt x="320913" y="255877"/>
                  <a:pt x="336497" y="257920"/>
                  <a:pt x="349720" y="256506"/>
                </a:cubicBezTo>
                <a:cubicBezTo>
                  <a:pt x="379629" y="253362"/>
                  <a:pt x="386398" y="266407"/>
                  <a:pt x="393324" y="286681"/>
                </a:cubicBezTo>
                <a:cubicBezTo>
                  <a:pt x="401352" y="310255"/>
                  <a:pt x="415205" y="322200"/>
                  <a:pt x="434252" y="322200"/>
                </a:cubicBezTo>
                <a:cubicBezTo>
                  <a:pt x="441808" y="322200"/>
                  <a:pt x="447947" y="317485"/>
                  <a:pt x="450781" y="311041"/>
                </a:cubicBezTo>
                <a:cubicBezTo>
                  <a:pt x="472189" y="262163"/>
                  <a:pt x="467309" y="206214"/>
                  <a:pt x="437873" y="161422"/>
                </a:cubicBezTo>
                <a:cubicBezTo>
                  <a:pt x="413237" y="123782"/>
                  <a:pt x="375497" y="100051"/>
                  <a:pt x="334726" y="92389"/>
                </a:cubicBezTo>
                <a:close/>
                <a:moveTo>
                  <a:pt x="340433" y="61467"/>
                </a:moveTo>
                <a:cubicBezTo>
                  <a:pt x="389389" y="70622"/>
                  <a:pt x="434724" y="99029"/>
                  <a:pt x="464318" y="144134"/>
                </a:cubicBezTo>
                <a:cubicBezTo>
                  <a:pt x="499579" y="197884"/>
                  <a:pt x="505246" y="264992"/>
                  <a:pt x="479588" y="323614"/>
                </a:cubicBezTo>
                <a:cubicBezTo>
                  <a:pt x="460226" y="368091"/>
                  <a:pt x="387657" y="366991"/>
                  <a:pt x="363573" y="296896"/>
                </a:cubicBezTo>
                <a:cubicBezTo>
                  <a:pt x="362471" y="293910"/>
                  <a:pt x="361054" y="289510"/>
                  <a:pt x="359952" y="287467"/>
                </a:cubicBezTo>
                <a:cubicBezTo>
                  <a:pt x="354285" y="286995"/>
                  <a:pt x="302496" y="296425"/>
                  <a:pt x="288486" y="259020"/>
                </a:cubicBezTo>
                <a:cubicBezTo>
                  <a:pt x="285180" y="250219"/>
                  <a:pt x="285495" y="241261"/>
                  <a:pt x="285810" y="234189"/>
                </a:cubicBezTo>
                <a:cubicBezTo>
                  <a:pt x="285967" y="231360"/>
                  <a:pt x="286439" y="223344"/>
                  <a:pt x="284393" y="220515"/>
                </a:cubicBezTo>
                <a:cubicBezTo>
                  <a:pt x="272744" y="215486"/>
                  <a:pt x="219066" y="246762"/>
                  <a:pt x="178925" y="188140"/>
                </a:cubicBezTo>
                <a:cubicBezTo>
                  <a:pt x="149173" y="144763"/>
                  <a:pt x="176406" y="107830"/>
                  <a:pt x="194824" y="94314"/>
                </a:cubicBezTo>
                <a:cubicBezTo>
                  <a:pt x="238900" y="62410"/>
                  <a:pt x="291477" y="52312"/>
                  <a:pt x="340433" y="61467"/>
                </a:cubicBezTo>
                <a:close/>
                <a:moveTo>
                  <a:pt x="329370" y="32853"/>
                </a:moveTo>
                <a:cubicBezTo>
                  <a:pt x="268391" y="25711"/>
                  <a:pt x="203671" y="44033"/>
                  <a:pt x="152674" y="94955"/>
                </a:cubicBezTo>
                <a:cubicBezTo>
                  <a:pt x="78067" y="169294"/>
                  <a:pt x="90344" y="256678"/>
                  <a:pt x="88927" y="263122"/>
                </a:cubicBezTo>
                <a:lnTo>
                  <a:pt x="88927" y="281196"/>
                </a:lnTo>
                <a:cubicBezTo>
                  <a:pt x="88927" y="287325"/>
                  <a:pt x="90344" y="283553"/>
                  <a:pt x="43911" y="358678"/>
                </a:cubicBezTo>
                <a:lnTo>
                  <a:pt x="73187" y="358678"/>
                </a:lnTo>
                <a:cubicBezTo>
                  <a:pt x="81844" y="358678"/>
                  <a:pt x="88927" y="365751"/>
                  <a:pt x="88927" y="374395"/>
                </a:cubicBezTo>
                <a:lnTo>
                  <a:pt x="88927" y="458793"/>
                </a:lnTo>
                <a:cubicBezTo>
                  <a:pt x="88927" y="471680"/>
                  <a:pt x="99315" y="482053"/>
                  <a:pt x="112065" y="482053"/>
                </a:cubicBezTo>
                <a:lnTo>
                  <a:pt x="218624" y="482053"/>
                </a:lnTo>
                <a:cubicBezTo>
                  <a:pt x="227438" y="482053"/>
                  <a:pt x="234363" y="488968"/>
                  <a:pt x="234363" y="497770"/>
                </a:cubicBezTo>
                <a:lnTo>
                  <a:pt x="234363" y="573052"/>
                </a:lnTo>
                <a:lnTo>
                  <a:pt x="376966" y="573052"/>
                </a:lnTo>
                <a:cubicBezTo>
                  <a:pt x="379957" y="509086"/>
                  <a:pt x="407501" y="448734"/>
                  <a:pt x="453304" y="405985"/>
                </a:cubicBezTo>
                <a:cubicBezTo>
                  <a:pt x="497061" y="365122"/>
                  <a:pt x="522245" y="307442"/>
                  <a:pt x="522245" y="247720"/>
                </a:cubicBezTo>
                <a:cubicBezTo>
                  <a:pt x="522245" y="127390"/>
                  <a:pt x="431003" y="44755"/>
                  <a:pt x="329370" y="32853"/>
                </a:cubicBezTo>
                <a:close/>
                <a:moveTo>
                  <a:pt x="302045" y="27"/>
                </a:moveTo>
                <a:cubicBezTo>
                  <a:pt x="440555" y="-2016"/>
                  <a:pt x="553724" y="109414"/>
                  <a:pt x="553724" y="247720"/>
                </a:cubicBezTo>
                <a:cubicBezTo>
                  <a:pt x="553724" y="316244"/>
                  <a:pt x="524920" y="382253"/>
                  <a:pt x="474868" y="428931"/>
                </a:cubicBezTo>
                <a:cubicBezTo>
                  <a:pt x="433787" y="467122"/>
                  <a:pt x="408131" y="521973"/>
                  <a:pt x="408131" y="588768"/>
                </a:cubicBezTo>
                <a:cubicBezTo>
                  <a:pt x="408131" y="597413"/>
                  <a:pt x="401205" y="604485"/>
                  <a:pt x="392391" y="604485"/>
                </a:cubicBezTo>
                <a:lnTo>
                  <a:pt x="218624" y="604485"/>
                </a:lnTo>
                <a:cubicBezTo>
                  <a:pt x="209967" y="604485"/>
                  <a:pt x="202884" y="597413"/>
                  <a:pt x="202884" y="588768"/>
                </a:cubicBezTo>
                <a:lnTo>
                  <a:pt x="202884" y="513486"/>
                </a:lnTo>
                <a:lnTo>
                  <a:pt x="112065" y="513486"/>
                </a:lnTo>
                <a:cubicBezTo>
                  <a:pt x="82002" y="513486"/>
                  <a:pt x="57447" y="488968"/>
                  <a:pt x="57447" y="458793"/>
                </a:cubicBezTo>
                <a:lnTo>
                  <a:pt x="57447" y="390111"/>
                </a:lnTo>
                <a:lnTo>
                  <a:pt x="15737" y="390111"/>
                </a:lnTo>
                <a:cubicBezTo>
                  <a:pt x="3460" y="390111"/>
                  <a:pt x="-4095" y="376595"/>
                  <a:pt x="2358" y="366222"/>
                </a:cubicBezTo>
                <a:lnTo>
                  <a:pt x="57447" y="276795"/>
                </a:lnTo>
                <a:cubicBezTo>
                  <a:pt x="57447" y="259507"/>
                  <a:pt x="57290" y="259193"/>
                  <a:pt x="57605" y="257307"/>
                </a:cubicBezTo>
                <a:cubicBezTo>
                  <a:pt x="52096" y="119001"/>
                  <a:pt x="162905" y="2070"/>
                  <a:pt x="302045" y="2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4905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79584-2078-4968-B536-E178C30B6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体育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6C3AB4-E1C1-488D-B625-5276159A7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46B58-98E0-4834-96F9-E5C562682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7</a:t>
            </a:fld>
            <a:endParaRPr lang="zh-CN" altLang="en-US"/>
          </a:p>
        </p:txBody>
      </p:sp>
      <p:sp>
        <p:nvSpPr>
          <p:cNvPr id="5" name="swimming_50004">
            <a:extLst>
              <a:ext uri="{FF2B5EF4-FFF2-40B4-BE49-F238E27FC236}">
                <a16:creationId xmlns:a16="http://schemas.microsoft.com/office/drawing/2014/main" id="{80985BEA-A46F-4B23-BA1C-ED7438EFF07E}"/>
              </a:ext>
            </a:extLst>
          </p:cNvPr>
          <p:cNvSpPr/>
          <p:nvPr/>
        </p:nvSpPr>
        <p:spPr>
          <a:xfrm>
            <a:off x="2130339" y="1424026"/>
            <a:ext cx="609685" cy="385350"/>
          </a:xfrm>
          <a:custGeom>
            <a:avLst/>
            <a:gdLst>
              <a:gd name="connsiteX0" fmla="*/ 190901 w 601409"/>
              <a:gd name="connsiteY0" fmla="*/ 268391 h 380120"/>
              <a:gd name="connsiteX1" fmla="*/ 271280 w 601409"/>
              <a:gd name="connsiteY1" fmla="*/ 305634 h 380120"/>
              <a:gd name="connsiteX2" fmla="*/ 297116 w 601409"/>
              <a:gd name="connsiteY2" fmla="*/ 317093 h 380120"/>
              <a:gd name="connsiteX3" fmla="*/ 321517 w 601409"/>
              <a:gd name="connsiteY3" fmla="*/ 305634 h 380120"/>
              <a:gd name="connsiteX4" fmla="*/ 401896 w 601409"/>
              <a:gd name="connsiteY4" fmla="*/ 268391 h 380120"/>
              <a:gd name="connsiteX5" fmla="*/ 483711 w 601409"/>
              <a:gd name="connsiteY5" fmla="*/ 305634 h 380120"/>
              <a:gd name="connsiteX6" fmla="*/ 508112 w 601409"/>
              <a:gd name="connsiteY6" fmla="*/ 317093 h 380120"/>
              <a:gd name="connsiteX7" fmla="*/ 532513 w 601409"/>
              <a:gd name="connsiteY7" fmla="*/ 305634 h 380120"/>
              <a:gd name="connsiteX8" fmla="*/ 601409 w 601409"/>
              <a:gd name="connsiteY8" fmla="*/ 271256 h 380120"/>
              <a:gd name="connsiteX9" fmla="*/ 601409 w 601409"/>
              <a:gd name="connsiteY9" fmla="*/ 334282 h 380120"/>
              <a:gd name="connsiteX10" fmla="*/ 579879 w 601409"/>
              <a:gd name="connsiteY10" fmla="*/ 347174 h 380120"/>
              <a:gd name="connsiteX11" fmla="*/ 508112 w 601409"/>
              <a:gd name="connsiteY11" fmla="*/ 380120 h 380120"/>
              <a:gd name="connsiteX12" fmla="*/ 436345 w 601409"/>
              <a:gd name="connsiteY12" fmla="*/ 347174 h 380120"/>
              <a:gd name="connsiteX13" fmla="*/ 401896 w 601409"/>
              <a:gd name="connsiteY13" fmla="*/ 331418 h 380120"/>
              <a:gd name="connsiteX14" fmla="*/ 368883 w 601409"/>
              <a:gd name="connsiteY14" fmla="*/ 347174 h 380120"/>
              <a:gd name="connsiteX15" fmla="*/ 297116 w 601409"/>
              <a:gd name="connsiteY15" fmla="*/ 378688 h 380120"/>
              <a:gd name="connsiteX16" fmla="*/ 225349 w 601409"/>
              <a:gd name="connsiteY16" fmla="*/ 347174 h 380120"/>
              <a:gd name="connsiteX17" fmla="*/ 190901 w 601409"/>
              <a:gd name="connsiteY17" fmla="*/ 331418 h 380120"/>
              <a:gd name="connsiteX18" fmla="*/ 157888 w 601409"/>
              <a:gd name="connsiteY18" fmla="*/ 347174 h 380120"/>
              <a:gd name="connsiteX19" fmla="*/ 86121 w 601409"/>
              <a:gd name="connsiteY19" fmla="*/ 378688 h 380120"/>
              <a:gd name="connsiteX20" fmla="*/ 14353 w 601409"/>
              <a:gd name="connsiteY20" fmla="*/ 347174 h 380120"/>
              <a:gd name="connsiteX21" fmla="*/ 0 w 601409"/>
              <a:gd name="connsiteY21" fmla="*/ 335715 h 380120"/>
              <a:gd name="connsiteX22" fmla="*/ 0 w 601409"/>
              <a:gd name="connsiteY22" fmla="*/ 271256 h 380120"/>
              <a:gd name="connsiteX23" fmla="*/ 60284 w 601409"/>
              <a:gd name="connsiteY23" fmla="*/ 305634 h 380120"/>
              <a:gd name="connsiteX24" fmla="*/ 86121 w 601409"/>
              <a:gd name="connsiteY24" fmla="*/ 317093 h 380120"/>
              <a:gd name="connsiteX25" fmla="*/ 110522 w 601409"/>
              <a:gd name="connsiteY25" fmla="*/ 305634 h 380120"/>
              <a:gd name="connsiteX26" fmla="*/ 190901 w 601409"/>
              <a:gd name="connsiteY26" fmla="*/ 268391 h 380120"/>
              <a:gd name="connsiteX27" fmla="*/ 466460 w 601409"/>
              <a:gd name="connsiteY27" fmla="*/ 90681 h 380120"/>
              <a:gd name="connsiteX28" fmla="*/ 543935 w 601409"/>
              <a:gd name="connsiteY28" fmla="*/ 168041 h 380120"/>
              <a:gd name="connsiteX29" fmla="*/ 466460 w 601409"/>
              <a:gd name="connsiteY29" fmla="*/ 245401 h 380120"/>
              <a:gd name="connsiteX30" fmla="*/ 388985 w 601409"/>
              <a:gd name="connsiteY30" fmla="*/ 168041 h 380120"/>
              <a:gd name="connsiteX31" fmla="*/ 466460 w 601409"/>
              <a:gd name="connsiteY31" fmla="*/ 90681 h 380120"/>
              <a:gd name="connsiteX32" fmla="*/ 412071 w 601409"/>
              <a:gd name="connsiteY32" fmla="*/ 440 h 380120"/>
              <a:gd name="connsiteX33" fmla="*/ 447956 w 601409"/>
              <a:gd name="connsiteY33" fmla="*/ 26239 h 380120"/>
              <a:gd name="connsiteX34" fmla="*/ 422119 w 601409"/>
              <a:gd name="connsiteY34" fmla="*/ 62070 h 380120"/>
              <a:gd name="connsiteX35" fmla="*/ 358961 w 601409"/>
              <a:gd name="connsiteY35" fmla="*/ 92169 h 380120"/>
              <a:gd name="connsiteX36" fmla="*/ 351784 w 601409"/>
              <a:gd name="connsiteY36" fmla="*/ 125135 h 380120"/>
              <a:gd name="connsiteX37" fmla="*/ 379057 w 601409"/>
              <a:gd name="connsiteY37" fmla="*/ 213998 h 380120"/>
              <a:gd name="connsiteX38" fmla="*/ 381928 w 601409"/>
              <a:gd name="connsiteY38" fmla="*/ 249830 h 380120"/>
              <a:gd name="connsiteX39" fmla="*/ 305851 w 601409"/>
              <a:gd name="connsiteY39" fmla="*/ 291395 h 380120"/>
              <a:gd name="connsiteX40" fmla="*/ 287191 w 601409"/>
              <a:gd name="connsiteY40" fmla="*/ 291395 h 380120"/>
              <a:gd name="connsiteX41" fmla="*/ 191019 w 601409"/>
              <a:gd name="connsiteY41" fmla="*/ 248397 h 380120"/>
              <a:gd name="connsiteX42" fmla="*/ 109201 w 601409"/>
              <a:gd name="connsiteY42" fmla="*/ 277062 h 380120"/>
              <a:gd name="connsiteX43" fmla="*/ 158005 w 601409"/>
              <a:gd name="connsiteY43" fmla="*/ 213998 h 380120"/>
              <a:gd name="connsiteX44" fmla="*/ 284320 w 601409"/>
              <a:gd name="connsiteY44" fmla="*/ 169566 h 380120"/>
              <a:gd name="connsiteX45" fmla="*/ 297239 w 601409"/>
              <a:gd name="connsiteY45" fmla="*/ 166700 h 380120"/>
              <a:gd name="connsiteX46" fmla="*/ 290062 w 601409"/>
              <a:gd name="connsiteY46" fmla="*/ 139467 h 380120"/>
              <a:gd name="connsiteX47" fmla="*/ 307287 w 601409"/>
              <a:gd name="connsiteY47" fmla="*/ 56337 h 380120"/>
              <a:gd name="connsiteX48" fmla="*/ 412071 w 601409"/>
              <a:gd name="connsiteY48" fmla="*/ 440 h 380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601409" h="380120">
                <a:moveTo>
                  <a:pt x="190901" y="268391"/>
                </a:moveTo>
                <a:cubicBezTo>
                  <a:pt x="223914" y="268391"/>
                  <a:pt x="252621" y="282715"/>
                  <a:pt x="271280" y="305634"/>
                </a:cubicBezTo>
                <a:cubicBezTo>
                  <a:pt x="278457" y="312796"/>
                  <a:pt x="287069" y="317093"/>
                  <a:pt x="297116" y="317093"/>
                </a:cubicBezTo>
                <a:cubicBezTo>
                  <a:pt x="305728" y="317093"/>
                  <a:pt x="314340" y="312796"/>
                  <a:pt x="321517" y="305634"/>
                </a:cubicBezTo>
                <a:cubicBezTo>
                  <a:pt x="341612" y="282715"/>
                  <a:pt x="370319" y="268391"/>
                  <a:pt x="401896" y="268391"/>
                </a:cubicBezTo>
                <a:cubicBezTo>
                  <a:pt x="434909" y="268391"/>
                  <a:pt x="463616" y="282715"/>
                  <a:pt x="483711" y="305634"/>
                </a:cubicBezTo>
                <a:cubicBezTo>
                  <a:pt x="489452" y="312796"/>
                  <a:pt x="498064" y="317093"/>
                  <a:pt x="508112" y="317093"/>
                </a:cubicBezTo>
                <a:cubicBezTo>
                  <a:pt x="518159" y="317093"/>
                  <a:pt x="526771" y="312796"/>
                  <a:pt x="532513" y="305634"/>
                </a:cubicBezTo>
                <a:cubicBezTo>
                  <a:pt x="549737" y="287013"/>
                  <a:pt x="574138" y="274121"/>
                  <a:pt x="601409" y="271256"/>
                </a:cubicBezTo>
                <a:lnTo>
                  <a:pt x="601409" y="334282"/>
                </a:lnTo>
                <a:cubicBezTo>
                  <a:pt x="591362" y="337147"/>
                  <a:pt x="584185" y="342877"/>
                  <a:pt x="579879" y="347174"/>
                </a:cubicBezTo>
                <a:cubicBezTo>
                  <a:pt x="562655" y="368661"/>
                  <a:pt x="535383" y="380120"/>
                  <a:pt x="508112" y="380120"/>
                </a:cubicBezTo>
                <a:cubicBezTo>
                  <a:pt x="480840" y="380120"/>
                  <a:pt x="453569" y="368661"/>
                  <a:pt x="436345" y="347174"/>
                </a:cubicBezTo>
                <a:cubicBezTo>
                  <a:pt x="430603" y="341445"/>
                  <a:pt x="419120" y="331418"/>
                  <a:pt x="401896" y="331418"/>
                </a:cubicBezTo>
                <a:cubicBezTo>
                  <a:pt x="388978" y="331418"/>
                  <a:pt x="377495" y="337147"/>
                  <a:pt x="368883" y="347174"/>
                </a:cubicBezTo>
                <a:cubicBezTo>
                  <a:pt x="350224" y="367228"/>
                  <a:pt x="324388" y="378688"/>
                  <a:pt x="297116" y="378688"/>
                </a:cubicBezTo>
                <a:cubicBezTo>
                  <a:pt x="268409" y="378688"/>
                  <a:pt x="242573" y="367228"/>
                  <a:pt x="225349" y="347174"/>
                </a:cubicBezTo>
                <a:cubicBezTo>
                  <a:pt x="216737" y="337147"/>
                  <a:pt x="203819" y="331418"/>
                  <a:pt x="190901" y="331418"/>
                </a:cubicBezTo>
                <a:cubicBezTo>
                  <a:pt x="177983" y="331418"/>
                  <a:pt x="166500" y="337147"/>
                  <a:pt x="157888" y="347174"/>
                </a:cubicBezTo>
                <a:cubicBezTo>
                  <a:pt x="139228" y="367228"/>
                  <a:pt x="113392" y="378688"/>
                  <a:pt x="86121" y="378688"/>
                </a:cubicBezTo>
                <a:cubicBezTo>
                  <a:pt x="58849" y="378688"/>
                  <a:pt x="31577" y="367228"/>
                  <a:pt x="14353" y="347174"/>
                </a:cubicBezTo>
                <a:cubicBezTo>
                  <a:pt x="10047" y="342877"/>
                  <a:pt x="5741" y="338580"/>
                  <a:pt x="0" y="335715"/>
                </a:cubicBezTo>
                <a:lnTo>
                  <a:pt x="0" y="271256"/>
                </a:lnTo>
                <a:cubicBezTo>
                  <a:pt x="24401" y="275553"/>
                  <a:pt x="45931" y="288445"/>
                  <a:pt x="60284" y="305634"/>
                </a:cubicBezTo>
                <a:cubicBezTo>
                  <a:pt x="67461" y="312796"/>
                  <a:pt x="76073" y="317093"/>
                  <a:pt x="86121" y="317093"/>
                </a:cubicBezTo>
                <a:cubicBezTo>
                  <a:pt x="94733" y="317093"/>
                  <a:pt x="104780" y="312796"/>
                  <a:pt x="110522" y="305634"/>
                </a:cubicBezTo>
                <a:cubicBezTo>
                  <a:pt x="130616" y="282715"/>
                  <a:pt x="159323" y="268391"/>
                  <a:pt x="190901" y="268391"/>
                </a:cubicBezTo>
                <a:close/>
                <a:moveTo>
                  <a:pt x="466460" y="90681"/>
                </a:moveTo>
                <a:cubicBezTo>
                  <a:pt x="509248" y="90681"/>
                  <a:pt x="543935" y="125316"/>
                  <a:pt x="543935" y="168041"/>
                </a:cubicBezTo>
                <a:cubicBezTo>
                  <a:pt x="543935" y="210766"/>
                  <a:pt x="509248" y="245401"/>
                  <a:pt x="466460" y="245401"/>
                </a:cubicBezTo>
                <a:cubicBezTo>
                  <a:pt x="423672" y="245401"/>
                  <a:pt x="388985" y="210766"/>
                  <a:pt x="388985" y="168041"/>
                </a:cubicBezTo>
                <a:cubicBezTo>
                  <a:pt x="388985" y="125316"/>
                  <a:pt x="423672" y="90681"/>
                  <a:pt x="466460" y="90681"/>
                </a:cubicBezTo>
                <a:close/>
                <a:moveTo>
                  <a:pt x="412071" y="440"/>
                </a:moveTo>
                <a:cubicBezTo>
                  <a:pt x="429296" y="-2427"/>
                  <a:pt x="445085" y="9039"/>
                  <a:pt x="447956" y="26239"/>
                </a:cubicBezTo>
                <a:cubicBezTo>
                  <a:pt x="450827" y="43438"/>
                  <a:pt x="439344" y="59204"/>
                  <a:pt x="422119" y="62070"/>
                </a:cubicBezTo>
                <a:cubicBezTo>
                  <a:pt x="390540" y="66370"/>
                  <a:pt x="369009" y="77837"/>
                  <a:pt x="358961" y="92169"/>
                </a:cubicBezTo>
                <a:cubicBezTo>
                  <a:pt x="348913" y="107935"/>
                  <a:pt x="351784" y="125135"/>
                  <a:pt x="351784" y="125135"/>
                </a:cubicBezTo>
                <a:cubicBezTo>
                  <a:pt x="351784" y="125135"/>
                  <a:pt x="376186" y="206832"/>
                  <a:pt x="379057" y="213998"/>
                </a:cubicBezTo>
                <a:cubicBezTo>
                  <a:pt x="383363" y="225464"/>
                  <a:pt x="383363" y="238364"/>
                  <a:pt x="381928" y="249830"/>
                </a:cubicBezTo>
                <a:cubicBezTo>
                  <a:pt x="351784" y="255563"/>
                  <a:pt x="325947" y="269896"/>
                  <a:pt x="305851" y="291395"/>
                </a:cubicBezTo>
                <a:cubicBezTo>
                  <a:pt x="301545" y="297128"/>
                  <a:pt x="291497" y="297128"/>
                  <a:pt x="287191" y="291395"/>
                </a:cubicBezTo>
                <a:cubicBezTo>
                  <a:pt x="262789" y="264163"/>
                  <a:pt x="228340" y="248397"/>
                  <a:pt x="191019" y="248397"/>
                </a:cubicBezTo>
                <a:cubicBezTo>
                  <a:pt x="160876" y="248397"/>
                  <a:pt x="132168" y="258430"/>
                  <a:pt x="109201" y="277062"/>
                </a:cubicBezTo>
                <a:cubicBezTo>
                  <a:pt x="112072" y="249830"/>
                  <a:pt x="129297" y="224031"/>
                  <a:pt x="158005" y="213998"/>
                </a:cubicBezTo>
                <a:lnTo>
                  <a:pt x="284320" y="169566"/>
                </a:lnTo>
                <a:cubicBezTo>
                  <a:pt x="288626" y="168133"/>
                  <a:pt x="292933" y="166700"/>
                  <a:pt x="297239" y="166700"/>
                </a:cubicBezTo>
                <a:lnTo>
                  <a:pt x="290062" y="139467"/>
                </a:lnTo>
                <a:cubicBezTo>
                  <a:pt x="288626" y="133734"/>
                  <a:pt x="281449" y="95036"/>
                  <a:pt x="307287" y="56337"/>
                </a:cubicBezTo>
                <a:cubicBezTo>
                  <a:pt x="327382" y="26239"/>
                  <a:pt x="363267" y="7606"/>
                  <a:pt x="412071" y="44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wrestling_94107">
            <a:extLst>
              <a:ext uri="{FF2B5EF4-FFF2-40B4-BE49-F238E27FC236}">
                <a16:creationId xmlns:a16="http://schemas.microsoft.com/office/drawing/2014/main" id="{44F4275A-9225-4813-9ECE-7959C9B76ABC}"/>
              </a:ext>
            </a:extLst>
          </p:cNvPr>
          <p:cNvSpPr/>
          <p:nvPr/>
        </p:nvSpPr>
        <p:spPr>
          <a:xfrm>
            <a:off x="7661520" y="1561795"/>
            <a:ext cx="609685" cy="495162"/>
          </a:xfrm>
          <a:custGeom>
            <a:avLst/>
            <a:gdLst>
              <a:gd name="connsiteX0" fmla="*/ 466035 w 608020"/>
              <a:gd name="connsiteY0" fmla="*/ 190009 h 493810"/>
              <a:gd name="connsiteX1" fmla="*/ 465567 w 608020"/>
              <a:gd name="connsiteY1" fmla="*/ 242485 h 493810"/>
              <a:gd name="connsiteX2" fmla="*/ 448078 w 608020"/>
              <a:gd name="connsiteY2" fmla="*/ 266669 h 493810"/>
              <a:gd name="connsiteX3" fmla="*/ 334535 w 608020"/>
              <a:gd name="connsiteY3" fmla="*/ 305512 h 493810"/>
              <a:gd name="connsiteX4" fmla="*/ 326212 w 608020"/>
              <a:gd name="connsiteY4" fmla="*/ 307006 h 493810"/>
              <a:gd name="connsiteX5" fmla="*/ 301707 w 608020"/>
              <a:gd name="connsiteY5" fmla="*/ 289452 h 493810"/>
              <a:gd name="connsiteX6" fmla="*/ 317794 w 608020"/>
              <a:gd name="connsiteY6" fmla="*/ 256678 h 493810"/>
              <a:gd name="connsiteX7" fmla="*/ 413940 w 608020"/>
              <a:gd name="connsiteY7" fmla="*/ 223717 h 493810"/>
              <a:gd name="connsiteX8" fmla="*/ 414127 w 608020"/>
              <a:gd name="connsiteY8" fmla="*/ 208964 h 493810"/>
              <a:gd name="connsiteX9" fmla="*/ 442934 w 608020"/>
              <a:gd name="connsiteY9" fmla="*/ 202708 h 493810"/>
              <a:gd name="connsiteX10" fmla="*/ 466035 w 608020"/>
              <a:gd name="connsiteY10" fmla="*/ 190009 h 493810"/>
              <a:gd name="connsiteX11" fmla="*/ 472411 w 608020"/>
              <a:gd name="connsiteY11" fmla="*/ 132569 h 493810"/>
              <a:gd name="connsiteX12" fmla="*/ 568830 w 608020"/>
              <a:gd name="connsiteY12" fmla="*/ 232023 h 493810"/>
              <a:gd name="connsiteX13" fmla="*/ 576967 w 608020"/>
              <a:gd name="connsiteY13" fmla="*/ 252475 h 493810"/>
              <a:gd name="connsiteX14" fmla="*/ 556392 w 608020"/>
              <a:gd name="connsiteY14" fmla="*/ 343244 h 493810"/>
              <a:gd name="connsiteX15" fmla="*/ 605209 w 608020"/>
              <a:gd name="connsiteY15" fmla="*/ 449889 h 493810"/>
              <a:gd name="connsiteX16" fmla="*/ 589872 w 608020"/>
              <a:gd name="connsiteY16" fmla="*/ 490978 h 493810"/>
              <a:gd name="connsiteX17" fmla="*/ 548724 w 608020"/>
              <a:gd name="connsiteY17" fmla="*/ 475663 h 493810"/>
              <a:gd name="connsiteX18" fmla="*/ 495417 w 608020"/>
              <a:gd name="connsiteY18" fmla="*/ 359306 h 493810"/>
              <a:gd name="connsiteX19" fmla="*/ 493453 w 608020"/>
              <a:gd name="connsiteY19" fmla="*/ 339135 h 493810"/>
              <a:gd name="connsiteX20" fmla="*/ 496633 w 608020"/>
              <a:gd name="connsiteY20" fmla="*/ 326061 h 493810"/>
              <a:gd name="connsiteX21" fmla="*/ 451463 w 608020"/>
              <a:gd name="connsiteY21" fmla="*/ 349314 h 493810"/>
              <a:gd name="connsiteX22" fmla="*/ 446319 w 608020"/>
              <a:gd name="connsiteY22" fmla="*/ 464176 h 493810"/>
              <a:gd name="connsiteX23" fmla="*/ 415271 w 608020"/>
              <a:gd name="connsiteY23" fmla="*/ 493779 h 493810"/>
              <a:gd name="connsiteX24" fmla="*/ 413868 w 608020"/>
              <a:gd name="connsiteY24" fmla="*/ 493779 h 493810"/>
              <a:gd name="connsiteX25" fmla="*/ 384222 w 608020"/>
              <a:gd name="connsiteY25" fmla="*/ 461375 h 493810"/>
              <a:gd name="connsiteX26" fmla="*/ 390207 w 608020"/>
              <a:gd name="connsiteY26" fmla="*/ 328676 h 493810"/>
              <a:gd name="connsiteX27" fmla="*/ 406386 w 608020"/>
              <a:gd name="connsiteY27" fmla="*/ 302809 h 493810"/>
              <a:gd name="connsiteX28" fmla="*/ 464182 w 608020"/>
              <a:gd name="connsiteY28" fmla="*/ 283011 h 493810"/>
              <a:gd name="connsiteX29" fmla="*/ 486346 w 608020"/>
              <a:gd name="connsiteY29" fmla="*/ 242669 h 493810"/>
              <a:gd name="connsiteX30" fmla="*/ 471944 w 608020"/>
              <a:gd name="connsiteY30" fmla="*/ 182903 h 493810"/>
              <a:gd name="connsiteX31" fmla="*/ 478677 w 608020"/>
              <a:gd name="connsiteY31" fmla="*/ 147417 h 493810"/>
              <a:gd name="connsiteX32" fmla="*/ 472411 w 608020"/>
              <a:gd name="connsiteY32" fmla="*/ 132569 h 493810"/>
              <a:gd name="connsiteX33" fmla="*/ 236557 w 608020"/>
              <a:gd name="connsiteY33" fmla="*/ 110814 h 493810"/>
              <a:gd name="connsiteX34" fmla="*/ 267789 w 608020"/>
              <a:gd name="connsiteY34" fmla="*/ 114829 h 493810"/>
              <a:gd name="connsiteX35" fmla="*/ 283032 w 608020"/>
              <a:gd name="connsiteY35" fmla="*/ 123514 h 493810"/>
              <a:gd name="connsiteX36" fmla="*/ 289016 w 608020"/>
              <a:gd name="connsiteY36" fmla="*/ 127716 h 493810"/>
              <a:gd name="connsiteX37" fmla="*/ 258906 w 608020"/>
              <a:gd name="connsiteY37" fmla="*/ 127062 h 493810"/>
              <a:gd name="connsiteX38" fmla="*/ 352509 w 608020"/>
              <a:gd name="connsiteY38" fmla="*/ 148166 h 493810"/>
              <a:gd name="connsiteX39" fmla="*/ 427597 w 608020"/>
              <a:gd name="connsiteY39" fmla="*/ 132011 h 493810"/>
              <a:gd name="connsiteX40" fmla="*/ 458362 w 608020"/>
              <a:gd name="connsiteY40" fmla="*/ 151808 h 493810"/>
              <a:gd name="connsiteX41" fmla="*/ 438538 w 608020"/>
              <a:gd name="connsiteY41" fmla="*/ 182531 h 493810"/>
              <a:gd name="connsiteX42" fmla="*/ 357839 w 608020"/>
              <a:gd name="connsiteY42" fmla="*/ 199900 h 493810"/>
              <a:gd name="connsiteX43" fmla="*/ 346712 w 608020"/>
              <a:gd name="connsiteY43" fmla="*/ 199806 h 493810"/>
              <a:gd name="connsiteX44" fmla="*/ 247498 w 608020"/>
              <a:gd name="connsiteY44" fmla="*/ 177581 h 493810"/>
              <a:gd name="connsiteX45" fmla="*/ 288923 w 608020"/>
              <a:gd name="connsiteY45" fmla="*/ 196164 h 493810"/>
              <a:gd name="connsiteX46" fmla="*/ 342130 w 608020"/>
              <a:gd name="connsiteY46" fmla="*/ 220070 h 493810"/>
              <a:gd name="connsiteX47" fmla="*/ 355876 w 608020"/>
              <a:gd name="connsiteY47" fmla="*/ 221471 h 493810"/>
              <a:gd name="connsiteX48" fmla="*/ 357839 w 608020"/>
              <a:gd name="connsiteY48" fmla="*/ 221004 h 493810"/>
              <a:gd name="connsiteX49" fmla="*/ 311084 w 608020"/>
              <a:gd name="connsiteY49" fmla="*/ 237065 h 493810"/>
              <a:gd name="connsiteX50" fmla="*/ 289110 w 608020"/>
              <a:gd name="connsiteY50" fmla="*/ 252940 h 493810"/>
              <a:gd name="connsiteX51" fmla="*/ 282377 w 608020"/>
              <a:gd name="connsiteY51" fmla="*/ 246590 h 493810"/>
              <a:gd name="connsiteX52" fmla="*/ 270314 w 608020"/>
              <a:gd name="connsiteY52" fmla="*/ 228754 h 493810"/>
              <a:gd name="connsiteX53" fmla="*/ 240952 w 608020"/>
              <a:gd name="connsiteY53" fmla="*/ 280208 h 493810"/>
              <a:gd name="connsiteX54" fmla="*/ 324176 w 608020"/>
              <a:gd name="connsiteY54" fmla="*/ 331848 h 493810"/>
              <a:gd name="connsiteX55" fmla="*/ 338857 w 608020"/>
              <a:gd name="connsiteY55" fmla="*/ 357714 h 493810"/>
              <a:gd name="connsiteX56" fmla="*/ 340540 w 608020"/>
              <a:gd name="connsiteY56" fmla="*/ 462208 h 493810"/>
              <a:gd name="connsiteX57" fmla="*/ 309962 w 608020"/>
              <a:gd name="connsiteY57" fmla="*/ 493771 h 493810"/>
              <a:gd name="connsiteX58" fmla="*/ 309401 w 608020"/>
              <a:gd name="connsiteY58" fmla="*/ 493771 h 493810"/>
              <a:gd name="connsiteX59" fmla="*/ 278356 w 608020"/>
              <a:gd name="connsiteY59" fmla="*/ 463235 h 493810"/>
              <a:gd name="connsiteX60" fmla="*/ 276953 w 608020"/>
              <a:gd name="connsiteY60" fmla="*/ 375643 h 493810"/>
              <a:gd name="connsiteX61" fmla="*/ 178581 w 608020"/>
              <a:gd name="connsiteY61" fmla="*/ 314479 h 493810"/>
              <a:gd name="connsiteX62" fmla="*/ 178301 w 608020"/>
              <a:gd name="connsiteY62" fmla="*/ 314292 h 493810"/>
              <a:gd name="connsiteX63" fmla="*/ 141551 w 608020"/>
              <a:gd name="connsiteY63" fmla="*/ 389090 h 493810"/>
              <a:gd name="connsiteX64" fmla="*/ 136221 w 608020"/>
              <a:gd name="connsiteY64" fmla="*/ 396748 h 493810"/>
              <a:gd name="connsiteX65" fmla="*/ 53652 w 608020"/>
              <a:gd name="connsiteY65" fmla="*/ 484059 h 493810"/>
              <a:gd name="connsiteX66" fmla="*/ 9703 w 608020"/>
              <a:gd name="connsiteY66" fmla="*/ 485273 h 493810"/>
              <a:gd name="connsiteX67" fmla="*/ 8487 w 608020"/>
              <a:gd name="connsiteY67" fmla="*/ 441477 h 493810"/>
              <a:gd name="connsiteX68" fmla="*/ 87783 w 608020"/>
              <a:gd name="connsiteY68" fmla="*/ 357527 h 493810"/>
              <a:gd name="connsiteX69" fmla="*/ 211590 w 608020"/>
              <a:gd name="connsiteY69" fmla="*/ 130144 h 493810"/>
              <a:gd name="connsiteX70" fmla="*/ 236557 w 608020"/>
              <a:gd name="connsiteY70" fmla="*/ 110814 h 493810"/>
              <a:gd name="connsiteX71" fmla="*/ 293998 w 608020"/>
              <a:gd name="connsiteY71" fmla="*/ 328 h 493810"/>
              <a:gd name="connsiteX72" fmla="*/ 312006 w 608020"/>
              <a:gd name="connsiteY72" fmla="*/ 6272 h 493810"/>
              <a:gd name="connsiteX73" fmla="*/ 335105 w 608020"/>
              <a:gd name="connsiteY73" fmla="*/ 39135 h 493810"/>
              <a:gd name="connsiteX74" fmla="*/ 340154 w 608020"/>
              <a:gd name="connsiteY74" fmla="*/ 33160 h 493810"/>
              <a:gd name="connsiteX75" fmla="*/ 407766 w 608020"/>
              <a:gd name="connsiteY75" fmla="*/ 34280 h 493810"/>
              <a:gd name="connsiteX76" fmla="*/ 406644 w 608020"/>
              <a:gd name="connsiteY76" fmla="*/ 101687 h 493810"/>
              <a:gd name="connsiteX77" fmla="*/ 339032 w 608020"/>
              <a:gd name="connsiteY77" fmla="*/ 100660 h 493810"/>
              <a:gd name="connsiteX78" fmla="*/ 326408 w 608020"/>
              <a:gd name="connsiteY78" fmla="*/ 76199 h 493810"/>
              <a:gd name="connsiteX79" fmla="*/ 264688 w 608020"/>
              <a:gd name="connsiteY79" fmla="*/ 89176 h 493810"/>
              <a:gd name="connsiteX80" fmla="*/ 246826 w 608020"/>
              <a:gd name="connsiteY80" fmla="*/ 24104 h 493810"/>
              <a:gd name="connsiteX81" fmla="*/ 275734 w 608020"/>
              <a:gd name="connsiteY81" fmla="*/ 1709 h 493810"/>
              <a:gd name="connsiteX82" fmla="*/ 293998 w 608020"/>
              <a:gd name="connsiteY82" fmla="*/ 328 h 493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08020" h="493810">
                <a:moveTo>
                  <a:pt x="466035" y="190009"/>
                </a:moveTo>
                <a:lnTo>
                  <a:pt x="465567" y="242485"/>
                </a:lnTo>
                <a:cubicBezTo>
                  <a:pt x="465474" y="253410"/>
                  <a:pt x="458459" y="263121"/>
                  <a:pt x="448078" y="266669"/>
                </a:cubicBezTo>
                <a:lnTo>
                  <a:pt x="334535" y="305512"/>
                </a:lnTo>
                <a:cubicBezTo>
                  <a:pt x="331823" y="306539"/>
                  <a:pt x="328924" y="307006"/>
                  <a:pt x="326212" y="307006"/>
                </a:cubicBezTo>
                <a:cubicBezTo>
                  <a:pt x="315362" y="307006"/>
                  <a:pt x="305355" y="300190"/>
                  <a:pt x="301707" y="289452"/>
                </a:cubicBezTo>
                <a:cubicBezTo>
                  <a:pt x="297031" y="276006"/>
                  <a:pt x="304233" y="261253"/>
                  <a:pt x="317794" y="256678"/>
                </a:cubicBezTo>
                <a:lnTo>
                  <a:pt x="413940" y="223717"/>
                </a:lnTo>
                <a:lnTo>
                  <a:pt x="414127" y="208964"/>
                </a:lnTo>
                <a:lnTo>
                  <a:pt x="442934" y="202708"/>
                </a:lnTo>
                <a:cubicBezTo>
                  <a:pt x="452006" y="200747"/>
                  <a:pt x="459956" y="196172"/>
                  <a:pt x="466035" y="190009"/>
                </a:cubicBezTo>
                <a:close/>
                <a:moveTo>
                  <a:pt x="472411" y="132569"/>
                </a:moveTo>
                <a:lnTo>
                  <a:pt x="568830" y="232023"/>
                </a:lnTo>
                <a:cubicBezTo>
                  <a:pt x="574161" y="237440"/>
                  <a:pt x="577060" y="244817"/>
                  <a:pt x="576967" y="252475"/>
                </a:cubicBezTo>
                <a:cubicBezTo>
                  <a:pt x="576967" y="253782"/>
                  <a:pt x="556392" y="343244"/>
                  <a:pt x="556392" y="343244"/>
                </a:cubicBezTo>
                <a:lnTo>
                  <a:pt x="605209" y="449889"/>
                </a:lnTo>
                <a:cubicBezTo>
                  <a:pt x="612317" y="465484"/>
                  <a:pt x="605490" y="483880"/>
                  <a:pt x="589872" y="490978"/>
                </a:cubicBezTo>
                <a:cubicBezTo>
                  <a:pt x="574161" y="498168"/>
                  <a:pt x="555831" y="491164"/>
                  <a:pt x="548724" y="475663"/>
                </a:cubicBezTo>
                <a:lnTo>
                  <a:pt x="495417" y="359306"/>
                </a:lnTo>
                <a:cubicBezTo>
                  <a:pt x="492518" y="352956"/>
                  <a:pt x="491863" y="345859"/>
                  <a:pt x="493453" y="339135"/>
                </a:cubicBezTo>
                <a:lnTo>
                  <a:pt x="496633" y="326061"/>
                </a:lnTo>
                <a:lnTo>
                  <a:pt x="451463" y="349314"/>
                </a:lnTo>
                <a:lnTo>
                  <a:pt x="446319" y="464176"/>
                </a:lnTo>
                <a:cubicBezTo>
                  <a:pt x="445571" y="480799"/>
                  <a:pt x="431824" y="493779"/>
                  <a:pt x="415271" y="493779"/>
                </a:cubicBezTo>
                <a:cubicBezTo>
                  <a:pt x="414803" y="493779"/>
                  <a:pt x="414336" y="493779"/>
                  <a:pt x="413868" y="493779"/>
                </a:cubicBezTo>
                <a:cubicBezTo>
                  <a:pt x="396754" y="493032"/>
                  <a:pt x="383474" y="478464"/>
                  <a:pt x="384222" y="461375"/>
                </a:cubicBezTo>
                <a:lnTo>
                  <a:pt x="390207" y="328676"/>
                </a:lnTo>
                <a:cubicBezTo>
                  <a:pt x="390675" y="317750"/>
                  <a:pt x="396847" y="308038"/>
                  <a:pt x="406386" y="302809"/>
                </a:cubicBezTo>
                <a:cubicBezTo>
                  <a:pt x="459319" y="284692"/>
                  <a:pt x="450247" y="287774"/>
                  <a:pt x="464182" y="283011"/>
                </a:cubicBezTo>
                <a:cubicBezTo>
                  <a:pt x="480828" y="277221"/>
                  <a:pt x="490367" y="259665"/>
                  <a:pt x="486346" y="242669"/>
                </a:cubicBezTo>
                <a:lnTo>
                  <a:pt x="471944" y="182903"/>
                </a:lnTo>
                <a:cubicBezTo>
                  <a:pt x="478584" y="172818"/>
                  <a:pt x="481389" y="160211"/>
                  <a:pt x="478677" y="147417"/>
                </a:cubicBezTo>
                <a:cubicBezTo>
                  <a:pt x="477461" y="141908"/>
                  <a:pt x="475217" y="137052"/>
                  <a:pt x="472411" y="132569"/>
                </a:cubicBezTo>
                <a:close/>
                <a:moveTo>
                  <a:pt x="236557" y="110814"/>
                </a:moveTo>
                <a:cubicBezTo>
                  <a:pt x="247030" y="108012"/>
                  <a:pt x="258252" y="109413"/>
                  <a:pt x="267789" y="114829"/>
                </a:cubicBezTo>
                <a:lnTo>
                  <a:pt x="283032" y="123514"/>
                </a:lnTo>
                <a:cubicBezTo>
                  <a:pt x="285182" y="124728"/>
                  <a:pt x="287146" y="126222"/>
                  <a:pt x="289016" y="127716"/>
                </a:cubicBezTo>
                <a:lnTo>
                  <a:pt x="258906" y="127062"/>
                </a:lnTo>
                <a:lnTo>
                  <a:pt x="352509" y="148166"/>
                </a:lnTo>
                <a:lnTo>
                  <a:pt x="427597" y="132011"/>
                </a:lnTo>
                <a:cubicBezTo>
                  <a:pt x="441624" y="128930"/>
                  <a:pt x="455370" y="137801"/>
                  <a:pt x="458362" y="151808"/>
                </a:cubicBezTo>
                <a:cubicBezTo>
                  <a:pt x="461448" y="165722"/>
                  <a:pt x="452565" y="179542"/>
                  <a:pt x="438538" y="182531"/>
                </a:cubicBezTo>
                <a:lnTo>
                  <a:pt x="357839" y="199900"/>
                </a:lnTo>
                <a:cubicBezTo>
                  <a:pt x="354286" y="200647"/>
                  <a:pt x="350452" y="200647"/>
                  <a:pt x="346712" y="199806"/>
                </a:cubicBezTo>
                <a:lnTo>
                  <a:pt x="247498" y="177581"/>
                </a:lnTo>
                <a:lnTo>
                  <a:pt x="288923" y="196164"/>
                </a:lnTo>
                <a:lnTo>
                  <a:pt x="342130" y="220070"/>
                </a:lnTo>
                <a:cubicBezTo>
                  <a:pt x="346244" y="221938"/>
                  <a:pt x="351107" y="222498"/>
                  <a:pt x="355876" y="221471"/>
                </a:cubicBezTo>
                <a:lnTo>
                  <a:pt x="357839" y="221004"/>
                </a:lnTo>
                <a:lnTo>
                  <a:pt x="311084" y="237065"/>
                </a:lnTo>
                <a:cubicBezTo>
                  <a:pt x="302014" y="240240"/>
                  <a:pt x="294440" y="245843"/>
                  <a:pt x="289110" y="252940"/>
                </a:cubicBezTo>
                <a:cubicBezTo>
                  <a:pt x="286585" y="251166"/>
                  <a:pt x="284154" y="249205"/>
                  <a:pt x="282377" y="246590"/>
                </a:cubicBezTo>
                <a:lnTo>
                  <a:pt x="270314" y="228754"/>
                </a:lnTo>
                <a:lnTo>
                  <a:pt x="240952" y="280208"/>
                </a:lnTo>
                <a:cubicBezTo>
                  <a:pt x="241046" y="280208"/>
                  <a:pt x="324082" y="331848"/>
                  <a:pt x="324176" y="331848"/>
                </a:cubicBezTo>
                <a:cubicBezTo>
                  <a:pt x="333153" y="337450"/>
                  <a:pt x="338670" y="347162"/>
                  <a:pt x="338857" y="357714"/>
                </a:cubicBezTo>
                <a:lnTo>
                  <a:pt x="340540" y="462208"/>
                </a:lnTo>
                <a:cubicBezTo>
                  <a:pt x="340821" y="479390"/>
                  <a:pt x="327075" y="493491"/>
                  <a:pt x="309962" y="493771"/>
                </a:cubicBezTo>
                <a:lnTo>
                  <a:pt x="309401" y="493771"/>
                </a:lnTo>
                <a:cubicBezTo>
                  <a:pt x="292476" y="493771"/>
                  <a:pt x="278637" y="480231"/>
                  <a:pt x="278356" y="463235"/>
                </a:cubicBezTo>
                <a:lnTo>
                  <a:pt x="276953" y="375643"/>
                </a:lnTo>
                <a:lnTo>
                  <a:pt x="178581" y="314479"/>
                </a:lnTo>
                <a:cubicBezTo>
                  <a:pt x="178488" y="314479"/>
                  <a:pt x="178394" y="314385"/>
                  <a:pt x="178301" y="314292"/>
                </a:cubicBezTo>
                <a:lnTo>
                  <a:pt x="141551" y="389090"/>
                </a:lnTo>
                <a:cubicBezTo>
                  <a:pt x="140149" y="391892"/>
                  <a:pt x="138372" y="394506"/>
                  <a:pt x="136221" y="396748"/>
                </a:cubicBezTo>
                <a:lnTo>
                  <a:pt x="53652" y="484059"/>
                </a:lnTo>
                <a:cubicBezTo>
                  <a:pt x="41870" y="496479"/>
                  <a:pt x="22140" y="497039"/>
                  <a:pt x="9703" y="485273"/>
                </a:cubicBezTo>
                <a:cubicBezTo>
                  <a:pt x="-2734" y="473507"/>
                  <a:pt x="-3295" y="453897"/>
                  <a:pt x="8487" y="441477"/>
                </a:cubicBezTo>
                <a:lnTo>
                  <a:pt x="87783" y="357527"/>
                </a:lnTo>
                <a:lnTo>
                  <a:pt x="211590" y="130144"/>
                </a:lnTo>
                <a:cubicBezTo>
                  <a:pt x="217014" y="120619"/>
                  <a:pt x="225991" y="113709"/>
                  <a:pt x="236557" y="110814"/>
                </a:cubicBezTo>
                <a:close/>
                <a:moveTo>
                  <a:pt x="293998" y="328"/>
                </a:moveTo>
                <a:cubicBezTo>
                  <a:pt x="300159" y="1056"/>
                  <a:pt x="306279" y="3005"/>
                  <a:pt x="312006" y="6272"/>
                </a:cubicBezTo>
                <a:cubicBezTo>
                  <a:pt x="324724" y="13554"/>
                  <a:pt x="332673" y="25785"/>
                  <a:pt x="335105" y="39135"/>
                </a:cubicBezTo>
                <a:cubicBezTo>
                  <a:pt x="336694" y="37081"/>
                  <a:pt x="338284" y="35027"/>
                  <a:pt x="340154" y="33160"/>
                </a:cubicBezTo>
                <a:cubicBezTo>
                  <a:pt x="359138" y="14861"/>
                  <a:pt x="389343" y="15328"/>
                  <a:pt x="407766" y="34280"/>
                </a:cubicBezTo>
                <a:cubicBezTo>
                  <a:pt x="426095" y="53233"/>
                  <a:pt x="425627" y="83388"/>
                  <a:pt x="406644" y="101687"/>
                </a:cubicBezTo>
                <a:cubicBezTo>
                  <a:pt x="387660" y="120079"/>
                  <a:pt x="357455" y="119612"/>
                  <a:pt x="339032" y="100660"/>
                </a:cubicBezTo>
                <a:cubicBezTo>
                  <a:pt x="332299" y="93658"/>
                  <a:pt x="328091" y="85162"/>
                  <a:pt x="326408" y="76199"/>
                </a:cubicBezTo>
                <a:cubicBezTo>
                  <a:pt x="312193" y="95245"/>
                  <a:pt x="285822" y="101220"/>
                  <a:pt x="264688" y="89176"/>
                </a:cubicBezTo>
                <a:cubicBezTo>
                  <a:pt x="241683" y="76106"/>
                  <a:pt x="233734" y="46977"/>
                  <a:pt x="246826" y="24104"/>
                </a:cubicBezTo>
                <a:cubicBezTo>
                  <a:pt x="253372" y="12668"/>
                  <a:pt x="263939" y="4942"/>
                  <a:pt x="275734" y="1709"/>
                </a:cubicBezTo>
                <a:cubicBezTo>
                  <a:pt x="281632" y="93"/>
                  <a:pt x="287836" y="-400"/>
                  <a:pt x="293998" y="32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E47B93-E3FE-47E7-AF41-A447EA33736F}"/>
              </a:ext>
            </a:extLst>
          </p:cNvPr>
          <p:cNvSpPr txBox="1"/>
          <p:nvPr/>
        </p:nvSpPr>
        <p:spPr>
          <a:xfrm>
            <a:off x="1336964" y="3332018"/>
            <a:ext cx="20504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孙杨</a:t>
            </a:r>
            <a:endParaRPr lang="en-US" altLang="zh-CN" dirty="0"/>
          </a:p>
          <a:p>
            <a:r>
              <a:rPr lang="en-US" altLang="zh-CN" dirty="0"/>
              <a:t>You</a:t>
            </a:r>
            <a:r>
              <a:rPr lang="zh-CN" altLang="en-US" dirty="0"/>
              <a:t> </a:t>
            </a:r>
            <a:r>
              <a:rPr lang="en-US" altLang="zh-CN" dirty="0"/>
              <a:t>loser,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win.</a:t>
            </a:r>
          </a:p>
          <a:p>
            <a:r>
              <a:rPr lang="zh-CN" altLang="en-US" dirty="0"/>
              <a:t>你不尊重我，就是不尊重中国。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46C01A3-EC0C-4433-BA6D-DBB1E2990549}"/>
              </a:ext>
            </a:extLst>
          </p:cNvPr>
          <p:cNvSpPr txBox="1"/>
          <p:nvPr/>
        </p:nvSpPr>
        <p:spPr>
          <a:xfrm>
            <a:off x="6096000" y="3283527"/>
            <a:ext cx="437803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张伟丽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在这个八角笼里，我觉得所有的人都值得尊重，我不希望在八角笼里说垃圾话。我觉得在这个平台上，我们都是武者都需要互相尊重，我们需要给孩子们做一个好的榜样，</a:t>
            </a:r>
            <a:r>
              <a:rPr lang="zh-CN" altLang="en-US" b="1" i="0" dirty="0">
                <a:solidFill>
                  <a:srgbClr val="121212"/>
                </a:solidFill>
                <a:effectLst/>
                <a:latin typeface="-apple-system"/>
              </a:rPr>
              <a:t>因为我觉得我们是冠军，我们不是暴君。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8A1321F-64A8-4B27-A652-4EF814038038}"/>
              </a:ext>
            </a:extLst>
          </p:cNvPr>
          <p:cNvSpPr txBox="1"/>
          <p:nvPr/>
        </p:nvSpPr>
        <p:spPr>
          <a:xfrm>
            <a:off x="4274127" y="5708073"/>
            <a:ext cx="2687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胜者为王败者为寇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74743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20827E-A298-4BBE-95B5-C78AE46C0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6C85A8-4AC8-4C95-8CA8-1D2C9F9C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17B6E6-2EB6-424E-95F5-B3BB9EC4E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8</a:t>
            </a:fld>
            <a:endParaRPr lang="zh-CN" altLang="en-US"/>
          </a:p>
        </p:txBody>
      </p:sp>
      <p:grpSp>
        <p:nvGrpSpPr>
          <p:cNvPr id="5" name="îŝḷíďê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C862A73E-1493-4577-BDE4-41B4EF3A7867}"/>
              </a:ext>
            </a:extLst>
          </p:cNvPr>
          <p:cNvGrpSpPr>
            <a:grpSpLocks noChangeAspect="1"/>
          </p:cNvGrpSpPr>
          <p:nvPr/>
        </p:nvGrpSpPr>
        <p:grpSpPr>
          <a:xfrm>
            <a:off x="673099" y="1348917"/>
            <a:ext cx="10845802" cy="4585158"/>
            <a:chOff x="673099" y="1348917"/>
            <a:chExt cx="10845802" cy="4585158"/>
          </a:xfrm>
        </p:grpSpPr>
        <p:grpSp>
          <p:nvGrpSpPr>
            <p:cNvPr id="6" name="ïsḷïḑè">
              <a:extLst>
                <a:ext uri="{FF2B5EF4-FFF2-40B4-BE49-F238E27FC236}">
                  <a16:creationId xmlns:a16="http://schemas.microsoft.com/office/drawing/2014/main" id="{7A004464-0D3D-4C61-859D-EC0C90884955}"/>
                </a:ext>
              </a:extLst>
            </p:cNvPr>
            <p:cNvGrpSpPr/>
            <p:nvPr/>
          </p:nvGrpSpPr>
          <p:grpSpPr>
            <a:xfrm>
              <a:off x="1603375" y="1949457"/>
              <a:ext cx="3411129" cy="3984618"/>
              <a:chOff x="4390434" y="1949457"/>
              <a:chExt cx="3411129" cy="3984618"/>
            </a:xfrm>
          </p:grpSpPr>
          <p:sp>
            <p:nvSpPr>
              <p:cNvPr id="37" name="íSḷîďe">
                <a:extLst>
                  <a:ext uri="{FF2B5EF4-FFF2-40B4-BE49-F238E27FC236}">
                    <a16:creationId xmlns:a16="http://schemas.microsoft.com/office/drawing/2014/main" id="{00253651-A0EC-470F-853C-B32D98AC45A3}"/>
                  </a:ext>
                </a:extLst>
              </p:cNvPr>
              <p:cNvSpPr/>
              <p:nvPr/>
            </p:nvSpPr>
            <p:spPr>
              <a:xfrm flipH="1">
                <a:off x="4390434" y="1949457"/>
                <a:ext cx="3411129" cy="398461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05" h="21058" extrusionOk="0">
                    <a:moveTo>
                      <a:pt x="9667" y="0"/>
                    </a:moveTo>
                    <a:cubicBezTo>
                      <a:pt x="8291" y="6"/>
                      <a:pt x="6793" y="229"/>
                      <a:pt x="5243" y="793"/>
                    </a:cubicBezTo>
                    <a:cubicBezTo>
                      <a:pt x="870" y="2385"/>
                      <a:pt x="175" y="6005"/>
                      <a:pt x="79" y="6714"/>
                    </a:cubicBezTo>
                    <a:cubicBezTo>
                      <a:pt x="-126" y="8244"/>
                      <a:pt x="63" y="9608"/>
                      <a:pt x="716" y="11274"/>
                    </a:cubicBezTo>
                    <a:cubicBezTo>
                      <a:pt x="1289" y="12733"/>
                      <a:pt x="2993" y="14896"/>
                      <a:pt x="3999" y="15993"/>
                    </a:cubicBezTo>
                    <a:cubicBezTo>
                      <a:pt x="4251" y="16268"/>
                      <a:pt x="4299" y="16454"/>
                      <a:pt x="4215" y="16823"/>
                    </a:cubicBezTo>
                    <a:cubicBezTo>
                      <a:pt x="4069" y="17466"/>
                      <a:pt x="3861" y="18075"/>
                      <a:pt x="3695" y="18534"/>
                    </a:cubicBezTo>
                    <a:cubicBezTo>
                      <a:pt x="3286" y="19661"/>
                      <a:pt x="2895" y="20332"/>
                      <a:pt x="2534" y="20529"/>
                    </a:cubicBezTo>
                    <a:cubicBezTo>
                      <a:pt x="2314" y="20650"/>
                      <a:pt x="2041" y="20669"/>
                      <a:pt x="1839" y="20576"/>
                    </a:cubicBezTo>
                    <a:cubicBezTo>
                      <a:pt x="1627" y="20479"/>
                      <a:pt x="1509" y="20214"/>
                      <a:pt x="1509" y="19971"/>
                    </a:cubicBezTo>
                    <a:cubicBezTo>
                      <a:pt x="1509" y="19668"/>
                      <a:pt x="1005" y="19695"/>
                      <a:pt x="1005" y="19971"/>
                    </a:cubicBezTo>
                    <a:cubicBezTo>
                      <a:pt x="1005" y="20599"/>
                      <a:pt x="1378" y="20847"/>
                      <a:pt x="1600" y="20948"/>
                    </a:cubicBezTo>
                    <a:cubicBezTo>
                      <a:pt x="1759" y="21021"/>
                      <a:pt x="1938" y="21058"/>
                      <a:pt x="2123" y="21058"/>
                    </a:cubicBezTo>
                    <a:cubicBezTo>
                      <a:pt x="2359" y="21058"/>
                      <a:pt x="2599" y="20999"/>
                      <a:pt x="2809" y="20884"/>
                    </a:cubicBezTo>
                    <a:cubicBezTo>
                      <a:pt x="3432" y="20541"/>
                      <a:pt x="3888" y="19450"/>
                      <a:pt x="4176" y="18658"/>
                    </a:cubicBezTo>
                    <a:cubicBezTo>
                      <a:pt x="4346" y="18189"/>
                      <a:pt x="4561" y="17566"/>
                      <a:pt x="4710" y="16903"/>
                    </a:cubicBezTo>
                    <a:cubicBezTo>
                      <a:pt x="4821" y="16413"/>
                      <a:pt x="4741" y="16105"/>
                      <a:pt x="4399" y="15732"/>
                    </a:cubicBezTo>
                    <a:cubicBezTo>
                      <a:pt x="3415" y="14658"/>
                      <a:pt x="1748" y="12549"/>
                      <a:pt x="1195" y="11141"/>
                    </a:cubicBezTo>
                    <a:cubicBezTo>
                      <a:pt x="566" y="9536"/>
                      <a:pt x="383" y="8228"/>
                      <a:pt x="579" y="6763"/>
                    </a:cubicBezTo>
                    <a:cubicBezTo>
                      <a:pt x="669" y="6095"/>
                      <a:pt x="1325" y="2682"/>
                      <a:pt x="5443" y="1183"/>
                    </a:cubicBezTo>
                    <a:cubicBezTo>
                      <a:pt x="10181" y="-542"/>
                      <a:pt x="14382" y="1054"/>
                      <a:pt x="15942" y="2140"/>
                    </a:cubicBezTo>
                    <a:cubicBezTo>
                      <a:pt x="17439" y="3183"/>
                      <a:pt x="18363" y="4290"/>
                      <a:pt x="18766" y="5524"/>
                    </a:cubicBezTo>
                    <a:cubicBezTo>
                      <a:pt x="19012" y="6277"/>
                      <a:pt x="19113" y="7054"/>
                      <a:pt x="19045" y="7713"/>
                    </a:cubicBezTo>
                    <a:cubicBezTo>
                      <a:pt x="18999" y="8161"/>
                      <a:pt x="18831" y="8510"/>
                      <a:pt x="18685" y="8821"/>
                    </a:cubicBezTo>
                    <a:cubicBezTo>
                      <a:pt x="18561" y="9083"/>
                      <a:pt x="18452" y="9311"/>
                      <a:pt x="18434" y="9549"/>
                    </a:cubicBezTo>
                    <a:cubicBezTo>
                      <a:pt x="18416" y="9777"/>
                      <a:pt x="18477" y="10122"/>
                      <a:pt x="19292" y="10681"/>
                    </a:cubicBezTo>
                    <a:cubicBezTo>
                      <a:pt x="19989" y="11160"/>
                      <a:pt x="21056" y="11522"/>
                      <a:pt x="20846" y="12150"/>
                    </a:cubicBezTo>
                    <a:cubicBezTo>
                      <a:pt x="20652" y="12729"/>
                      <a:pt x="19732" y="12705"/>
                      <a:pt x="19017" y="12860"/>
                    </a:cubicBezTo>
                    <a:cubicBezTo>
                      <a:pt x="18689" y="12931"/>
                      <a:pt x="18511" y="13007"/>
                      <a:pt x="18380" y="13116"/>
                    </a:cubicBezTo>
                    <a:lnTo>
                      <a:pt x="18364" y="13136"/>
                    </a:lnTo>
                    <a:lnTo>
                      <a:pt x="18354" y="13159"/>
                    </a:lnTo>
                    <a:cubicBezTo>
                      <a:pt x="18350" y="13169"/>
                      <a:pt x="18345" y="13181"/>
                      <a:pt x="18340" y="13195"/>
                    </a:cubicBezTo>
                    <a:cubicBezTo>
                      <a:pt x="18335" y="13208"/>
                      <a:pt x="18330" y="13223"/>
                      <a:pt x="18327" y="13238"/>
                    </a:cubicBezTo>
                    <a:lnTo>
                      <a:pt x="18299" y="13506"/>
                    </a:lnTo>
                    <a:lnTo>
                      <a:pt x="18299" y="13524"/>
                    </a:lnTo>
                    <a:cubicBezTo>
                      <a:pt x="18847" y="13780"/>
                      <a:pt x="19073" y="14326"/>
                      <a:pt x="18929" y="14826"/>
                    </a:cubicBezTo>
                    <a:cubicBezTo>
                      <a:pt x="18907" y="14901"/>
                      <a:pt x="18835" y="15023"/>
                      <a:pt x="18738" y="15124"/>
                    </a:cubicBezTo>
                    <a:cubicBezTo>
                      <a:pt x="18647" y="15219"/>
                      <a:pt x="18561" y="15308"/>
                      <a:pt x="18522" y="15405"/>
                    </a:cubicBezTo>
                    <a:cubicBezTo>
                      <a:pt x="18467" y="15544"/>
                      <a:pt x="18538" y="15665"/>
                      <a:pt x="18601" y="15774"/>
                    </a:cubicBezTo>
                    <a:cubicBezTo>
                      <a:pt x="18670" y="15893"/>
                      <a:pt x="18710" y="15972"/>
                      <a:pt x="18680" y="16069"/>
                    </a:cubicBezTo>
                    <a:cubicBezTo>
                      <a:pt x="18660" y="16135"/>
                      <a:pt x="18605" y="16163"/>
                      <a:pt x="18445" y="16214"/>
                    </a:cubicBezTo>
                    <a:cubicBezTo>
                      <a:pt x="18294" y="16262"/>
                      <a:pt x="18084" y="16331"/>
                      <a:pt x="18045" y="16543"/>
                    </a:cubicBezTo>
                    <a:cubicBezTo>
                      <a:pt x="18030" y="16628"/>
                      <a:pt x="18055" y="16734"/>
                      <a:pt x="18094" y="16899"/>
                    </a:cubicBezTo>
                    <a:cubicBezTo>
                      <a:pt x="18203" y="17354"/>
                      <a:pt x="18140" y="18257"/>
                      <a:pt x="17650" y="18748"/>
                    </a:cubicBezTo>
                    <a:cubicBezTo>
                      <a:pt x="17313" y="19085"/>
                      <a:pt x="16408" y="18924"/>
                      <a:pt x="15563" y="18752"/>
                    </a:cubicBezTo>
                    <a:cubicBezTo>
                      <a:pt x="15335" y="18705"/>
                      <a:pt x="15092" y="18660"/>
                      <a:pt x="14837" y="18599"/>
                    </a:cubicBezTo>
                    <a:cubicBezTo>
                      <a:pt x="13330" y="18240"/>
                      <a:pt x="11956" y="17405"/>
                      <a:pt x="10649" y="16354"/>
                    </a:cubicBezTo>
                    <a:cubicBezTo>
                      <a:pt x="9858" y="15717"/>
                      <a:pt x="9300" y="14967"/>
                      <a:pt x="8854" y="14071"/>
                    </a:cubicBezTo>
                    <a:lnTo>
                      <a:pt x="8854" y="12771"/>
                    </a:lnTo>
                    <a:cubicBezTo>
                      <a:pt x="9007" y="12751"/>
                      <a:pt x="9129" y="12719"/>
                      <a:pt x="9129" y="12677"/>
                    </a:cubicBezTo>
                    <a:cubicBezTo>
                      <a:pt x="9129" y="12613"/>
                      <a:pt x="8898" y="12563"/>
                      <a:pt x="8615" y="12563"/>
                    </a:cubicBezTo>
                    <a:cubicBezTo>
                      <a:pt x="8332" y="12563"/>
                      <a:pt x="8104" y="12613"/>
                      <a:pt x="8104" y="12677"/>
                    </a:cubicBezTo>
                    <a:cubicBezTo>
                      <a:pt x="8104" y="12717"/>
                      <a:pt x="8210" y="12748"/>
                      <a:pt x="8350" y="12769"/>
                    </a:cubicBezTo>
                    <a:lnTo>
                      <a:pt x="8350" y="14071"/>
                    </a:lnTo>
                    <a:cubicBezTo>
                      <a:pt x="8877" y="15124"/>
                      <a:pt x="9551" y="16008"/>
                      <a:pt x="10498" y="16757"/>
                    </a:cubicBezTo>
                    <a:cubicBezTo>
                      <a:pt x="11827" y="17807"/>
                      <a:pt x="13210" y="18641"/>
                      <a:pt x="14719" y="19010"/>
                    </a:cubicBezTo>
                    <a:cubicBezTo>
                      <a:pt x="14970" y="19072"/>
                      <a:pt x="15210" y="19117"/>
                      <a:pt x="15435" y="19163"/>
                    </a:cubicBezTo>
                    <a:cubicBezTo>
                      <a:pt x="16645" y="19409"/>
                      <a:pt x="17551" y="19509"/>
                      <a:pt x="18039" y="19020"/>
                    </a:cubicBezTo>
                    <a:cubicBezTo>
                      <a:pt x="18675" y="18382"/>
                      <a:pt x="18709" y="17328"/>
                      <a:pt x="18587" y="16815"/>
                    </a:cubicBezTo>
                    <a:cubicBezTo>
                      <a:pt x="18574" y="16759"/>
                      <a:pt x="18555" y="16682"/>
                      <a:pt x="18548" y="16637"/>
                    </a:cubicBezTo>
                    <a:cubicBezTo>
                      <a:pt x="18557" y="16634"/>
                      <a:pt x="18569" y="16630"/>
                      <a:pt x="18581" y="16626"/>
                    </a:cubicBezTo>
                    <a:cubicBezTo>
                      <a:pt x="18594" y="16622"/>
                      <a:pt x="18609" y="16617"/>
                      <a:pt x="18624" y="16612"/>
                    </a:cubicBezTo>
                    <a:cubicBezTo>
                      <a:pt x="18784" y="16561"/>
                      <a:pt x="19082" y="16463"/>
                      <a:pt x="19168" y="16171"/>
                    </a:cubicBezTo>
                    <a:cubicBezTo>
                      <a:pt x="19244" y="15917"/>
                      <a:pt x="19128" y="15719"/>
                      <a:pt x="19052" y="15588"/>
                    </a:cubicBezTo>
                    <a:cubicBezTo>
                      <a:pt x="19042" y="15570"/>
                      <a:pt x="19026" y="15540"/>
                      <a:pt x="19015" y="15517"/>
                    </a:cubicBezTo>
                    <a:cubicBezTo>
                      <a:pt x="19028" y="15500"/>
                      <a:pt x="19048" y="15477"/>
                      <a:pt x="19069" y="15455"/>
                    </a:cubicBezTo>
                    <a:cubicBezTo>
                      <a:pt x="19090" y="15433"/>
                      <a:pt x="19112" y="15410"/>
                      <a:pt x="19129" y="15392"/>
                    </a:cubicBezTo>
                    <a:cubicBezTo>
                      <a:pt x="19301" y="15206"/>
                      <a:pt x="19433" y="14955"/>
                      <a:pt x="19389" y="14654"/>
                    </a:cubicBezTo>
                    <a:cubicBezTo>
                      <a:pt x="19327" y="14229"/>
                      <a:pt x="19182" y="13816"/>
                      <a:pt x="18801" y="13533"/>
                    </a:cubicBezTo>
                    <a:lnTo>
                      <a:pt x="18817" y="13365"/>
                    </a:lnTo>
                    <a:cubicBezTo>
                      <a:pt x="18917" y="13328"/>
                      <a:pt x="19072" y="13287"/>
                      <a:pt x="19173" y="13263"/>
                    </a:cubicBezTo>
                    <a:cubicBezTo>
                      <a:pt x="20119" y="13038"/>
                      <a:pt x="21318" y="12886"/>
                      <a:pt x="21402" y="12077"/>
                    </a:cubicBezTo>
                    <a:cubicBezTo>
                      <a:pt x="21474" y="11373"/>
                      <a:pt x="20415" y="10973"/>
                      <a:pt x="19687" y="10419"/>
                    </a:cubicBezTo>
                    <a:cubicBezTo>
                      <a:pt x="19390" y="10192"/>
                      <a:pt x="19012" y="9738"/>
                      <a:pt x="18941" y="9549"/>
                    </a:cubicBezTo>
                    <a:cubicBezTo>
                      <a:pt x="18958" y="9386"/>
                      <a:pt x="19049" y="9196"/>
                      <a:pt x="19152" y="8980"/>
                    </a:cubicBezTo>
                    <a:cubicBezTo>
                      <a:pt x="19313" y="8642"/>
                      <a:pt x="19497" y="8261"/>
                      <a:pt x="19547" y="7748"/>
                    </a:cubicBezTo>
                    <a:cubicBezTo>
                      <a:pt x="19617" y="7041"/>
                      <a:pt x="19510" y="6212"/>
                      <a:pt x="19250" y="5412"/>
                    </a:cubicBezTo>
                    <a:cubicBezTo>
                      <a:pt x="18820" y="4091"/>
                      <a:pt x="17843" y="2913"/>
                      <a:pt x="16262" y="1813"/>
                    </a:cubicBezTo>
                    <a:cubicBezTo>
                      <a:pt x="15134" y="1028"/>
                      <a:pt x="12694" y="-12"/>
                      <a:pt x="9667" y="0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numCol="1" anchor="ctr">
                <a:normAutofit/>
              </a:bodyPr>
              <a:lstStyle>
                <a:defPPr>
                  <a:defRPr lang="id-ID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/>
              </a:p>
            </p:txBody>
          </p:sp>
          <p:grpSp>
            <p:nvGrpSpPr>
              <p:cNvPr id="38" name="ïšļîdê">
                <a:extLst>
                  <a:ext uri="{FF2B5EF4-FFF2-40B4-BE49-F238E27FC236}">
                    <a16:creationId xmlns:a16="http://schemas.microsoft.com/office/drawing/2014/main" id="{6FFAE45A-7C34-4E29-B2FC-F41817858878}"/>
                  </a:ext>
                </a:extLst>
              </p:cNvPr>
              <p:cNvGrpSpPr/>
              <p:nvPr/>
            </p:nvGrpSpPr>
            <p:grpSpPr>
              <a:xfrm>
                <a:off x="5122801" y="2298845"/>
                <a:ext cx="2385344" cy="2016542"/>
                <a:chOff x="5122801" y="2298845"/>
                <a:chExt cx="2385344" cy="2016542"/>
              </a:xfrm>
              <a:solidFill>
                <a:schemeClr val="accent1"/>
              </a:solidFill>
            </p:grpSpPr>
            <p:sp>
              <p:nvSpPr>
                <p:cNvPr id="39" name="íS1íḑe">
                  <a:extLst>
                    <a:ext uri="{FF2B5EF4-FFF2-40B4-BE49-F238E27FC236}">
                      <a16:creationId xmlns:a16="http://schemas.microsoft.com/office/drawing/2014/main" id="{F751420B-356D-43A6-B993-D4A12EB70A5A}"/>
                    </a:ext>
                  </a:extLst>
                </p:cNvPr>
                <p:cNvSpPr/>
                <p:nvPr/>
              </p:nvSpPr>
              <p:spPr>
                <a:xfrm rot="58819">
                  <a:off x="7091276" y="2958111"/>
                  <a:ext cx="145357" cy="3114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6374" y="3786"/>
                      </a:moveTo>
                      <a:lnTo>
                        <a:pt x="21600" y="3786"/>
                      </a:lnTo>
                      <a:lnTo>
                        <a:pt x="21600" y="0"/>
                      </a:lnTo>
                      <a:lnTo>
                        <a:pt x="14493" y="0"/>
                      </a:lnTo>
                      <a:cubicBezTo>
                        <a:pt x="4432" y="0"/>
                        <a:pt x="4667" y="3640"/>
                        <a:pt x="4667" y="4183"/>
                      </a:cubicBezTo>
                      <a:lnTo>
                        <a:pt x="4667" y="7156"/>
                      </a:lnTo>
                      <a:lnTo>
                        <a:pt x="0" y="7156"/>
                      </a:lnTo>
                      <a:lnTo>
                        <a:pt x="0" y="10793"/>
                      </a:lnTo>
                      <a:lnTo>
                        <a:pt x="4667" y="10793"/>
                      </a:lnTo>
                      <a:lnTo>
                        <a:pt x="4667" y="21600"/>
                      </a:lnTo>
                      <a:lnTo>
                        <a:pt x="14258" y="21600"/>
                      </a:lnTo>
                      <a:lnTo>
                        <a:pt x="14258" y="10794"/>
                      </a:lnTo>
                      <a:lnTo>
                        <a:pt x="20691" y="10794"/>
                      </a:lnTo>
                      <a:cubicBezTo>
                        <a:pt x="20691" y="10794"/>
                        <a:pt x="21297" y="9050"/>
                        <a:pt x="21589" y="7144"/>
                      </a:cubicBezTo>
                      <a:lnTo>
                        <a:pt x="14294" y="7144"/>
                      </a:lnTo>
                      <a:lnTo>
                        <a:pt x="14294" y="4657"/>
                      </a:lnTo>
                      <a:cubicBezTo>
                        <a:pt x="14294" y="4285"/>
                        <a:pt x="15340" y="3786"/>
                        <a:pt x="16374" y="378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92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0" name="iSliḓê">
                  <a:extLst>
                    <a:ext uri="{FF2B5EF4-FFF2-40B4-BE49-F238E27FC236}">
                      <a16:creationId xmlns:a16="http://schemas.microsoft.com/office/drawing/2014/main" id="{5708A5EB-2F24-498C-9919-6ED5E589F6DE}"/>
                    </a:ext>
                  </a:extLst>
                </p:cNvPr>
                <p:cNvSpPr/>
                <p:nvPr/>
              </p:nvSpPr>
              <p:spPr>
                <a:xfrm rot="58819">
                  <a:off x="6924076" y="3641176"/>
                  <a:ext cx="244631" cy="44120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2656" y="21600"/>
                      </a:moveTo>
                      <a:lnTo>
                        <a:pt x="12656" y="19155"/>
                      </a:lnTo>
                      <a:cubicBezTo>
                        <a:pt x="15552" y="18986"/>
                        <a:pt x="17766" y="18425"/>
                        <a:pt x="19300" y="17472"/>
                      </a:cubicBezTo>
                      <a:cubicBezTo>
                        <a:pt x="20831" y="16521"/>
                        <a:pt x="21600" y="15331"/>
                        <a:pt x="21600" y="13903"/>
                      </a:cubicBezTo>
                      <a:cubicBezTo>
                        <a:pt x="21600" y="12972"/>
                        <a:pt x="21227" y="12160"/>
                        <a:pt x="20487" y="11464"/>
                      </a:cubicBezTo>
                      <a:cubicBezTo>
                        <a:pt x="19740" y="10770"/>
                        <a:pt x="18748" y="10224"/>
                        <a:pt x="17499" y="9830"/>
                      </a:cubicBezTo>
                      <a:cubicBezTo>
                        <a:pt x="16256" y="9435"/>
                        <a:pt x="14537" y="9015"/>
                        <a:pt x="12344" y="8573"/>
                      </a:cubicBezTo>
                      <a:cubicBezTo>
                        <a:pt x="10351" y="8165"/>
                        <a:pt x="9047" y="7826"/>
                        <a:pt x="8442" y="7552"/>
                      </a:cubicBezTo>
                      <a:cubicBezTo>
                        <a:pt x="7833" y="7276"/>
                        <a:pt x="7528" y="6881"/>
                        <a:pt x="7528" y="6366"/>
                      </a:cubicBezTo>
                      <a:cubicBezTo>
                        <a:pt x="7528" y="5862"/>
                        <a:pt x="7845" y="5432"/>
                        <a:pt x="8475" y="5078"/>
                      </a:cubicBezTo>
                      <a:cubicBezTo>
                        <a:pt x="9104" y="4723"/>
                        <a:pt x="9940" y="4546"/>
                        <a:pt x="10982" y="4546"/>
                      </a:cubicBezTo>
                      <a:cubicBezTo>
                        <a:pt x="13061" y="4546"/>
                        <a:pt x="14589" y="5339"/>
                        <a:pt x="15582" y="6925"/>
                      </a:cubicBezTo>
                      <a:lnTo>
                        <a:pt x="20665" y="5769"/>
                      </a:lnTo>
                      <a:cubicBezTo>
                        <a:pt x="19452" y="3455"/>
                        <a:pt x="16781" y="2162"/>
                        <a:pt x="12656" y="1888"/>
                      </a:cubicBezTo>
                      <a:lnTo>
                        <a:pt x="12656" y="0"/>
                      </a:lnTo>
                      <a:lnTo>
                        <a:pt x="8967" y="0"/>
                      </a:lnTo>
                      <a:lnTo>
                        <a:pt x="8967" y="1888"/>
                      </a:lnTo>
                      <a:cubicBezTo>
                        <a:pt x="6236" y="2101"/>
                        <a:pt x="4235" y="2685"/>
                        <a:pt x="2963" y="3640"/>
                      </a:cubicBezTo>
                      <a:cubicBezTo>
                        <a:pt x="1692" y="4598"/>
                        <a:pt x="1053" y="5676"/>
                        <a:pt x="1053" y="6872"/>
                      </a:cubicBezTo>
                      <a:cubicBezTo>
                        <a:pt x="1053" y="7783"/>
                        <a:pt x="1410" y="8585"/>
                        <a:pt x="2122" y="9272"/>
                      </a:cubicBezTo>
                      <a:cubicBezTo>
                        <a:pt x="2834" y="9959"/>
                        <a:pt x="3762" y="10491"/>
                        <a:pt x="4903" y="10871"/>
                      </a:cubicBezTo>
                      <a:cubicBezTo>
                        <a:pt x="6044" y="11256"/>
                        <a:pt x="7631" y="11639"/>
                        <a:pt x="9659" y="12030"/>
                      </a:cubicBezTo>
                      <a:cubicBezTo>
                        <a:pt x="11915" y="12473"/>
                        <a:pt x="13372" y="12838"/>
                        <a:pt x="14027" y="13127"/>
                      </a:cubicBezTo>
                      <a:cubicBezTo>
                        <a:pt x="14680" y="13413"/>
                        <a:pt x="15008" y="13837"/>
                        <a:pt x="15008" y="14397"/>
                      </a:cubicBezTo>
                      <a:cubicBezTo>
                        <a:pt x="15008" y="14937"/>
                        <a:pt x="14680" y="15396"/>
                        <a:pt x="14027" y="15778"/>
                      </a:cubicBezTo>
                      <a:cubicBezTo>
                        <a:pt x="13372" y="16160"/>
                        <a:pt x="12344" y="16350"/>
                        <a:pt x="10954" y="16350"/>
                      </a:cubicBezTo>
                      <a:cubicBezTo>
                        <a:pt x="7985" y="16350"/>
                        <a:pt x="6236" y="15459"/>
                        <a:pt x="5706" y="13677"/>
                      </a:cubicBezTo>
                      <a:lnTo>
                        <a:pt x="0" y="14502"/>
                      </a:lnTo>
                      <a:cubicBezTo>
                        <a:pt x="1152" y="17337"/>
                        <a:pt x="4138" y="18894"/>
                        <a:pt x="8967" y="19168"/>
                      </a:cubicBezTo>
                      <a:lnTo>
                        <a:pt x="8967" y="21600"/>
                      </a:lnTo>
                      <a:cubicBezTo>
                        <a:pt x="8967" y="21600"/>
                        <a:pt x="12656" y="21600"/>
                        <a:pt x="12656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1" name="íṧľîḍe">
                  <a:extLst>
                    <a:ext uri="{FF2B5EF4-FFF2-40B4-BE49-F238E27FC236}">
                      <a16:creationId xmlns:a16="http://schemas.microsoft.com/office/drawing/2014/main" id="{C9A1C35B-AD2A-4169-8E6F-D7D96C87359A}"/>
                    </a:ext>
                  </a:extLst>
                </p:cNvPr>
                <p:cNvSpPr/>
                <p:nvPr/>
              </p:nvSpPr>
              <p:spPr>
                <a:xfrm rot="58819" flipH="1">
                  <a:off x="7185004" y="3653572"/>
                  <a:ext cx="252539" cy="2867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43" h="21462" extrusionOk="0">
                      <a:moveTo>
                        <a:pt x="12766" y="12816"/>
                      </a:moveTo>
                      <a:lnTo>
                        <a:pt x="17505" y="8429"/>
                      </a:lnTo>
                      <a:cubicBezTo>
                        <a:pt x="17941" y="8358"/>
                        <a:pt x="18364" y="8236"/>
                        <a:pt x="18765" y="8059"/>
                      </a:cubicBezTo>
                      <a:cubicBezTo>
                        <a:pt x="18854" y="8020"/>
                        <a:pt x="18942" y="7978"/>
                        <a:pt x="19029" y="7935"/>
                      </a:cubicBezTo>
                      <a:cubicBezTo>
                        <a:pt x="20050" y="7416"/>
                        <a:pt x="20810" y="6598"/>
                        <a:pt x="21189" y="5607"/>
                      </a:cubicBezTo>
                      <a:cubicBezTo>
                        <a:pt x="21600" y="4530"/>
                        <a:pt x="21509" y="3377"/>
                        <a:pt x="20935" y="2360"/>
                      </a:cubicBezTo>
                      <a:cubicBezTo>
                        <a:pt x="20361" y="1344"/>
                        <a:pt x="19374" y="585"/>
                        <a:pt x="18152" y="224"/>
                      </a:cubicBezTo>
                      <a:cubicBezTo>
                        <a:pt x="16929" y="-138"/>
                        <a:pt x="15621" y="-58"/>
                        <a:pt x="14468" y="448"/>
                      </a:cubicBezTo>
                      <a:cubicBezTo>
                        <a:pt x="12442" y="1336"/>
                        <a:pt x="11393" y="3317"/>
                        <a:pt x="11932" y="5260"/>
                      </a:cubicBezTo>
                      <a:lnTo>
                        <a:pt x="13051" y="5020"/>
                      </a:lnTo>
                      <a:cubicBezTo>
                        <a:pt x="12639" y="3540"/>
                        <a:pt x="13430" y="2039"/>
                        <a:pt x="14981" y="1355"/>
                      </a:cubicBezTo>
                      <a:cubicBezTo>
                        <a:pt x="15859" y="972"/>
                        <a:pt x="16856" y="910"/>
                        <a:pt x="17785" y="1187"/>
                      </a:cubicBezTo>
                      <a:cubicBezTo>
                        <a:pt x="18713" y="1461"/>
                        <a:pt x="19469" y="2038"/>
                        <a:pt x="19903" y="2812"/>
                      </a:cubicBezTo>
                      <a:cubicBezTo>
                        <a:pt x="20340" y="3586"/>
                        <a:pt x="20410" y="4463"/>
                        <a:pt x="20097" y="5283"/>
                      </a:cubicBezTo>
                      <a:cubicBezTo>
                        <a:pt x="19941" y="5692"/>
                        <a:pt x="19701" y="6061"/>
                        <a:pt x="19390" y="6377"/>
                      </a:cubicBezTo>
                      <a:cubicBezTo>
                        <a:pt x="19372" y="6103"/>
                        <a:pt x="19059" y="5925"/>
                        <a:pt x="18486" y="5925"/>
                      </a:cubicBezTo>
                      <a:lnTo>
                        <a:pt x="6835" y="5925"/>
                      </a:lnTo>
                      <a:lnTo>
                        <a:pt x="4487" y="3936"/>
                      </a:lnTo>
                      <a:cubicBezTo>
                        <a:pt x="4150" y="3650"/>
                        <a:pt x="3564" y="3442"/>
                        <a:pt x="3096" y="3442"/>
                      </a:cubicBezTo>
                      <a:lnTo>
                        <a:pt x="577" y="3442"/>
                      </a:lnTo>
                      <a:cubicBezTo>
                        <a:pt x="258" y="3442"/>
                        <a:pt x="0" y="3668"/>
                        <a:pt x="0" y="3950"/>
                      </a:cubicBezTo>
                      <a:cubicBezTo>
                        <a:pt x="0" y="4231"/>
                        <a:pt x="258" y="4457"/>
                        <a:pt x="577" y="4457"/>
                      </a:cubicBezTo>
                      <a:lnTo>
                        <a:pt x="3096" y="4457"/>
                      </a:lnTo>
                      <a:cubicBezTo>
                        <a:pt x="3267" y="4457"/>
                        <a:pt x="3565" y="4564"/>
                        <a:pt x="3689" y="4667"/>
                      </a:cubicBezTo>
                      <a:lnTo>
                        <a:pt x="5175" y="5925"/>
                      </a:lnTo>
                      <a:lnTo>
                        <a:pt x="3502" y="5925"/>
                      </a:lnTo>
                      <a:cubicBezTo>
                        <a:pt x="2548" y="5925"/>
                        <a:pt x="2341" y="6389"/>
                        <a:pt x="3042" y="6959"/>
                      </a:cubicBezTo>
                      <a:lnTo>
                        <a:pt x="10306" y="12885"/>
                      </a:lnTo>
                      <a:cubicBezTo>
                        <a:pt x="10477" y="13025"/>
                        <a:pt x="10674" y="13128"/>
                        <a:pt x="10882" y="13196"/>
                      </a:cubicBezTo>
                      <a:lnTo>
                        <a:pt x="10882" y="19969"/>
                      </a:lnTo>
                      <a:lnTo>
                        <a:pt x="7511" y="21261"/>
                      </a:lnTo>
                      <a:cubicBezTo>
                        <a:pt x="7222" y="21372"/>
                        <a:pt x="7243" y="21462"/>
                        <a:pt x="7561" y="21462"/>
                      </a:cubicBezTo>
                      <a:lnTo>
                        <a:pt x="15552" y="21462"/>
                      </a:lnTo>
                      <a:cubicBezTo>
                        <a:pt x="15872" y="21462"/>
                        <a:pt x="15891" y="21374"/>
                        <a:pt x="15597" y="21268"/>
                      </a:cubicBezTo>
                      <a:lnTo>
                        <a:pt x="12033" y="19961"/>
                      </a:lnTo>
                      <a:lnTo>
                        <a:pt x="12033" y="13213"/>
                      </a:lnTo>
                      <a:cubicBezTo>
                        <a:pt x="12304" y="13138"/>
                        <a:pt x="12558" y="13008"/>
                        <a:pt x="12766" y="1281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8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2" name="îŝḻíḋê">
                  <a:extLst>
                    <a:ext uri="{FF2B5EF4-FFF2-40B4-BE49-F238E27FC236}">
                      <a16:creationId xmlns:a16="http://schemas.microsoft.com/office/drawing/2014/main" id="{2BE876D3-4C0E-4163-8286-636FD2E3CACC}"/>
                    </a:ext>
                  </a:extLst>
                </p:cNvPr>
                <p:cNvSpPr/>
                <p:nvPr/>
              </p:nvSpPr>
              <p:spPr>
                <a:xfrm rot="58819" flipH="1">
                  <a:off x="7170756" y="3358138"/>
                  <a:ext cx="264324" cy="2450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94" h="21336" extrusionOk="0">
                      <a:moveTo>
                        <a:pt x="18665" y="6651"/>
                      </a:moveTo>
                      <a:cubicBezTo>
                        <a:pt x="17745" y="5323"/>
                        <a:pt x="16750" y="4642"/>
                        <a:pt x="15709" y="4626"/>
                      </a:cubicBezTo>
                      <a:cubicBezTo>
                        <a:pt x="15697" y="4626"/>
                        <a:pt x="15684" y="4626"/>
                        <a:pt x="15672" y="4626"/>
                      </a:cubicBezTo>
                      <a:cubicBezTo>
                        <a:pt x="14019" y="4626"/>
                        <a:pt x="12762" y="6306"/>
                        <a:pt x="12750" y="6324"/>
                      </a:cubicBezTo>
                      <a:lnTo>
                        <a:pt x="12355" y="5995"/>
                      </a:lnTo>
                      <a:cubicBezTo>
                        <a:pt x="12413" y="5917"/>
                        <a:pt x="13772" y="4093"/>
                        <a:pt x="15671" y="4093"/>
                      </a:cubicBezTo>
                      <a:cubicBezTo>
                        <a:pt x="15685" y="4093"/>
                        <a:pt x="15698" y="4093"/>
                        <a:pt x="15712" y="4093"/>
                      </a:cubicBezTo>
                      <a:cubicBezTo>
                        <a:pt x="16919" y="4110"/>
                        <a:pt x="18048" y="4864"/>
                        <a:pt x="19067" y="6334"/>
                      </a:cubicBezTo>
                      <a:cubicBezTo>
                        <a:pt x="19067" y="6334"/>
                        <a:pt x="18665" y="6651"/>
                        <a:pt x="18665" y="6651"/>
                      </a:cubicBezTo>
                      <a:close/>
                      <a:moveTo>
                        <a:pt x="18665" y="8517"/>
                      </a:moveTo>
                      <a:cubicBezTo>
                        <a:pt x="17745" y="7189"/>
                        <a:pt x="16750" y="6508"/>
                        <a:pt x="15709" y="6491"/>
                      </a:cubicBezTo>
                      <a:cubicBezTo>
                        <a:pt x="15697" y="6491"/>
                        <a:pt x="15684" y="6491"/>
                        <a:pt x="15672" y="6491"/>
                      </a:cubicBezTo>
                      <a:cubicBezTo>
                        <a:pt x="14019" y="6491"/>
                        <a:pt x="12762" y="8172"/>
                        <a:pt x="12750" y="8189"/>
                      </a:cubicBezTo>
                      <a:lnTo>
                        <a:pt x="12355" y="7861"/>
                      </a:lnTo>
                      <a:cubicBezTo>
                        <a:pt x="12413" y="7782"/>
                        <a:pt x="13772" y="5958"/>
                        <a:pt x="15671" y="5958"/>
                      </a:cubicBezTo>
                      <a:cubicBezTo>
                        <a:pt x="15685" y="5958"/>
                        <a:pt x="15698" y="5959"/>
                        <a:pt x="15712" y="5959"/>
                      </a:cubicBezTo>
                      <a:cubicBezTo>
                        <a:pt x="16919" y="5975"/>
                        <a:pt x="18048" y="6729"/>
                        <a:pt x="19067" y="8199"/>
                      </a:cubicBezTo>
                      <a:cubicBezTo>
                        <a:pt x="19067" y="8199"/>
                        <a:pt x="18665" y="8517"/>
                        <a:pt x="18665" y="8517"/>
                      </a:cubicBezTo>
                      <a:close/>
                      <a:moveTo>
                        <a:pt x="18665" y="10382"/>
                      </a:moveTo>
                      <a:cubicBezTo>
                        <a:pt x="17745" y="9054"/>
                        <a:pt x="16750" y="8373"/>
                        <a:pt x="15709" y="8357"/>
                      </a:cubicBezTo>
                      <a:cubicBezTo>
                        <a:pt x="14054" y="8350"/>
                        <a:pt x="12762" y="10037"/>
                        <a:pt x="12750" y="10055"/>
                      </a:cubicBezTo>
                      <a:lnTo>
                        <a:pt x="12355" y="9726"/>
                      </a:lnTo>
                      <a:cubicBezTo>
                        <a:pt x="12413" y="9648"/>
                        <a:pt x="13772" y="7824"/>
                        <a:pt x="15671" y="7824"/>
                      </a:cubicBezTo>
                      <a:cubicBezTo>
                        <a:pt x="15685" y="7824"/>
                        <a:pt x="15698" y="7824"/>
                        <a:pt x="15712" y="7824"/>
                      </a:cubicBezTo>
                      <a:cubicBezTo>
                        <a:pt x="16919" y="7841"/>
                        <a:pt x="18048" y="8595"/>
                        <a:pt x="19067" y="10065"/>
                      </a:cubicBezTo>
                      <a:cubicBezTo>
                        <a:pt x="19067" y="10065"/>
                        <a:pt x="18665" y="10382"/>
                        <a:pt x="18665" y="10382"/>
                      </a:cubicBezTo>
                      <a:close/>
                      <a:moveTo>
                        <a:pt x="8475" y="6651"/>
                      </a:moveTo>
                      <a:cubicBezTo>
                        <a:pt x="7554" y="5323"/>
                        <a:pt x="6559" y="4642"/>
                        <a:pt x="5518" y="4626"/>
                      </a:cubicBezTo>
                      <a:cubicBezTo>
                        <a:pt x="5506" y="4626"/>
                        <a:pt x="5493" y="4626"/>
                        <a:pt x="5480" y="4626"/>
                      </a:cubicBezTo>
                      <a:cubicBezTo>
                        <a:pt x="3828" y="4626"/>
                        <a:pt x="2571" y="6306"/>
                        <a:pt x="2559" y="6324"/>
                      </a:cubicBezTo>
                      <a:lnTo>
                        <a:pt x="2164" y="5995"/>
                      </a:lnTo>
                      <a:cubicBezTo>
                        <a:pt x="2222" y="5917"/>
                        <a:pt x="3581" y="4093"/>
                        <a:pt x="5480" y="4093"/>
                      </a:cubicBezTo>
                      <a:cubicBezTo>
                        <a:pt x="5494" y="4093"/>
                        <a:pt x="5508" y="4093"/>
                        <a:pt x="5522" y="4093"/>
                      </a:cubicBezTo>
                      <a:cubicBezTo>
                        <a:pt x="6729" y="4110"/>
                        <a:pt x="7858" y="4864"/>
                        <a:pt x="8877" y="6334"/>
                      </a:cubicBezTo>
                      <a:cubicBezTo>
                        <a:pt x="8877" y="6334"/>
                        <a:pt x="8475" y="6651"/>
                        <a:pt x="8475" y="6651"/>
                      </a:cubicBezTo>
                      <a:close/>
                      <a:moveTo>
                        <a:pt x="8475" y="8517"/>
                      </a:moveTo>
                      <a:cubicBezTo>
                        <a:pt x="7554" y="7189"/>
                        <a:pt x="6559" y="6508"/>
                        <a:pt x="5518" y="6491"/>
                      </a:cubicBezTo>
                      <a:cubicBezTo>
                        <a:pt x="5506" y="6491"/>
                        <a:pt x="5493" y="6491"/>
                        <a:pt x="5480" y="6491"/>
                      </a:cubicBezTo>
                      <a:cubicBezTo>
                        <a:pt x="3828" y="6491"/>
                        <a:pt x="2571" y="8172"/>
                        <a:pt x="2559" y="8189"/>
                      </a:cubicBezTo>
                      <a:lnTo>
                        <a:pt x="2164" y="7861"/>
                      </a:lnTo>
                      <a:cubicBezTo>
                        <a:pt x="2222" y="7782"/>
                        <a:pt x="3581" y="5958"/>
                        <a:pt x="5480" y="5958"/>
                      </a:cubicBezTo>
                      <a:cubicBezTo>
                        <a:pt x="5494" y="5958"/>
                        <a:pt x="5508" y="5959"/>
                        <a:pt x="5522" y="5959"/>
                      </a:cubicBezTo>
                      <a:cubicBezTo>
                        <a:pt x="6729" y="5975"/>
                        <a:pt x="7858" y="6729"/>
                        <a:pt x="8877" y="8199"/>
                      </a:cubicBezTo>
                      <a:cubicBezTo>
                        <a:pt x="8877" y="8199"/>
                        <a:pt x="8475" y="8517"/>
                        <a:pt x="8475" y="8517"/>
                      </a:cubicBezTo>
                      <a:close/>
                      <a:moveTo>
                        <a:pt x="8475" y="10382"/>
                      </a:moveTo>
                      <a:cubicBezTo>
                        <a:pt x="7554" y="9054"/>
                        <a:pt x="6559" y="8373"/>
                        <a:pt x="5518" y="8357"/>
                      </a:cubicBezTo>
                      <a:cubicBezTo>
                        <a:pt x="5506" y="8357"/>
                        <a:pt x="5493" y="8357"/>
                        <a:pt x="5480" y="8357"/>
                      </a:cubicBezTo>
                      <a:cubicBezTo>
                        <a:pt x="3828" y="8357"/>
                        <a:pt x="2571" y="10037"/>
                        <a:pt x="2559" y="10055"/>
                      </a:cubicBezTo>
                      <a:lnTo>
                        <a:pt x="2164" y="9726"/>
                      </a:lnTo>
                      <a:cubicBezTo>
                        <a:pt x="2222" y="9648"/>
                        <a:pt x="3581" y="7824"/>
                        <a:pt x="5480" y="7824"/>
                      </a:cubicBezTo>
                      <a:cubicBezTo>
                        <a:pt x="5494" y="7824"/>
                        <a:pt x="5508" y="7824"/>
                        <a:pt x="5522" y="7824"/>
                      </a:cubicBezTo>
                      <a:cubicBezTo>
                        <a:pt x="6729" y="7841"/>
                        <a:pt x="7858" y="8595"/>
                        <a:pt x="8877" y="10065"/>
                      </a:cubicBezTo>
                      <a:cubicBezTo>
                        <a:pt x="8877" y="10065"/>
                        <a:pt x="8475" y="10382"/>
                        <a:pt x="8475" y="10382"/>
                      </a:cubicBezTo>
                      <a:close/>
                      <a:moveTo>
                        <a:pt x="20790" y="21336"/>
                      </a:moveTo>
                      <a:cubicBezTo>
                        <a:pt x="20896" y="21336"/>
                        <a:pt x="21001" y="21308"/>
                        <a:pt x="21106" y="21266"/>
                      </a:cubicBezTo>
                      <a:cubicBezTo>
                        <a:pt x="21396" y="21139"/>
                        <a:pt x="21581" y="20830"/>
                        <a:pt x="21581" y="20493"/>
                      </a:cubicBezTo>
                      <a:lnTo>
                        <a:pt x="21581" y="4244"/>
                      </a:lnTo>
                      <a:cubicBezTo>
                        <a:pt x="21594" y="4187"/>
                        <a:pt x="21594" y="4117"/>
                        <a:pt x="21594" y="4061"/>
                      </a:cubicBezTo>
                      <a:cubicBezTo>
                        <a:pt x="21594" y="3780"/>
                        <a:pt x="21527" y="3626"/>
                        <a:pt x="21027" y="3008"/>
                      </a:cubicBezTo>
                      <a:cubicBezTo>
                        <a:pt x="20816" y="2699"/>
                        <a:pt x="20421" y="2250"/>
                        <a:pt x="19920" y="1801"/>
                      </a:cubicBezTo>
                      <a:cubicBezTo>
                        <a:pt x="18338" y="381"/>
                        <a:pt x="16586" y="-222"/>
                        <a:pt x="14912" y="72"/>
                      </a:cubicBezTo>
                      <a:cubicBezTo>
                        <a:pt x="12751" y="451"/>
                        <a:pt x="11486" y="1561"/>
                        <a:pt x="10801" y="2460"/>
                      </a:cubicBezTo>
                      <a:cubicBezTo>
                        <a:pt x="10102" y="1561"/>
                        <a:pt x="8837" y="451"/>
                        <a:pt x="6689" y="72"/>
                      </a:cubicBezTo>
                      <a:cubicBezTo>
                        <a:pt x="6412" y="16"/>
                        <a:pt x="6122" y="2"/>
                        <a:pt x="5846" y="2"/>
                      </a:cubicBezTo>
                      <a:cubicBezTo>
                        <a:pt x="3921" y="2"/>
                        <a:pt x="2076" y="1126"/>
                        <a:pt x="337" y="3345"/>
                      </a:cubicBezTo>
                      <a:lnTo>
                        <a:pt x="324" y="3359"/>
                      </a:lnTo>
                      <a:cubicBezTo>
                        <a:pt x="192" y="3457"/>
                        <a:pt x="99" y="3597"/>
                        <a:pt x="46" y="3766"/>
                      </a:cubicBezTo>
                      <a:cubicBezTo>
                        <a:pt x="-6" y="3921"/>
                        <a:pt x="-6" y="4047"/>
                        <a:pt x="7" y="4160"/>
                      </a:cubicBezTo>
                      <a:lnTo>
                        <a:pt x="7" y="20479"/>
                      </a:lnTo>
                      <a:cubicBezTo>
                        <a:pt x="7" y="20816"/>
                        <a:pt x="192" y="21125"/>
                        <a:pt x="482" y="21251"/>
                      </a:cubicBezTo>
                      <a:cubicBezTo>
                        <a:pt x="772" y="21378"/>
                        <a:pt x="1114" y="21322"/>
                        <a:pt x="1338" y="21083"/>
                      </a:cubicBezTo>
                      <a:cubicBezTo>
                        <a:pt x="1365" y="21041"/>
                        <a:pt x="4436" y="17951"/>
                        <a:pt x="6965" y="17951"/>
                      </a:cubicBezTo>
                      <a:cubicBezTo>
                        <a:pt x="9219" y="17951"/>
                        <a:pt x="10009" y="20605"/>
                        <a:pt x="10036" y="20718"/>
                      </a:cubicBezTo>
                      <a:cubicBezTo>
                        <a:pt x="10036" y="20732"/>
                        <a:pt x="10049" y="20732"/>
                        <a:pt x="10049" y="20746"/>
                      </a:cubicBezTo>
                      <a:cubicBezTo>
                        <a:pt x="10049" y="20760"/>
                        <a:pt x="10062" y="20788"/>
                        <a:pt x="10076" y="20802"/>
                      </a:cubicBezTo>
                      <a:cubicBezTo>
                        <a:pt x="10089" y="20830"/>
                        <a:pt x="10102" y="20859"/>
                        <a:pt x="10115" y="20886"/>
                      </a:cubicBezTo>
                      <a:cubicBezTo>
                        <a:pt x="10129" y="20900"/>
                        <a:pt x="10129" y="20914"/>
                        <a:pt x="10142" y="20929"/>
                      </a:cubicBezTo>
                      <a:cubicBezTo>
                        <a:pt x="10155" y="20956"/>
                        <a:pt x="10181" y="20985"/>
                        <a:pt x="10194" y="21012"/>
                      </a:cubicBezTo>
                      <a:cubicBezTo>
                        <a:pt x="10208" y="21027"/>
                        <a:pt x="10208" y="21041"/>
                        <a:pt x="10221" y="21041"/>
                      </a:cubicBezTo>
                      <a:lnTo>
                        <a:pt x="10313" y="21139"/>
                      </a:lnTo>
                      <a:cubicBezTo>
                        <a:pt x="10339" y="21168"/>
                        <a:pt x="10379" y="21195"/>
                        <a:pt x="10405" y="21209"/>
                      </a:cubicBezTo>
                      <a:cubicBezTo>
                        <a:pt x="10405" y="21209"/>
                        <a:pt x="10419" y="21209"/>
                        <a:pt x="10419" y="21223"/>
                      </a:cubicBezTo>
                      <a:cubicBezTo>
                        <a:pt x="10537" y="21293"/>
                        <a:pt x="10669" y="21336"/>
                        <a:pt x="10801" y="21336"/>
                      </a:cubicBezTo>
                      <a:lnTo>
                        <a:pt x="10906" y="21336"/>
                      </a:lnTo>
                      <a:cubicBezTo>
                        <a:pt x="10919" y="21336"/>
                        <a:pt x="10932" y="21336"/>
                        <a:pt x="10946" y="21322"/>
                      </a:cubicBezTo>
                      <a:cubicBezTo>
                        <a:pt x="10959" y="21322"/>
                        <a:pt x="10972" y="21322"/>
                        <a:pt x="10985" y="21308"/>
                      </a:cubicBezTo>
                      <a:cubicBezTo>
                        <a:pt x="11012" y="21293"/>
                        <a:pt x="11051" y="21293"/>
                        <a:pt x="11077" y="21280"/>
                      </a:cubicBezTo>
                      <a:cubicBezTo>
                        <a:pt x="11091" y="21280"/>
                        <a:pt x="11104" y="21266"/>
                        <a:pt x="11104" y="21266"/>
                      </a:cubicBezTo>
                      <a:cubicBezTo>
                        <a:pt x="11130" y="21251"/>
                        <a:pt x="11170" y="21237"/>
                        <a:pt x="11196" y="21209"/>
                      </a:cubicBezTo>
                      <a:cubicBezTo>
                        <a:pt x="11209" y="21209"/>
                        <a:pt x="11209" y="21196"/>
                        <a:pt x="11222" y="21196"/>
                      </a:cubicBezTo>
                      <a:cubicBezTo>
                        <a:pt x="11249" y="21181"/>
                        <a:pt x="11275" y="21154"/>
                        <a:pt x="11301" y="21125"/>
                      </a:cubicBezTo>
                      <a:lnTo>
                        <a:pt x="11394" y="21027"/>
                      </a:lnTo>
                      <a:cubicBezTo>
                        <a:pt x="11407" y="21012"/>
                        <a:pt x="11407" y="20999"/>
                        <a:pt x="11420" y="20985"/>
                      </a:cubicBezTo>
                      <a:cubicBezTo>
                        <a:pt x="11434" y="20956"/>
                        <a:pt x="11460" y="20929"/>
                        <a:pt x="11472" y="20900"/>
                      </a:cubicBezTo>
                      <a:cubicBezTo>
                        <a:pt x="11486" y="20886"/>
                        <a:pt x="11486" y="20859"/>
                        <a:pt x="11499" y="20844"/>
                      </a:cubicBezTo>
                      <a:cubicBezTo>
                        <a:pt x="11512" y="20816"/>
                        <a:pt x="11525" y="20788"/>
                        <a:pt x="11525" y="20760"/>
                      </a:cubicBezTo>
                      <a:cubicBezTo>
                        <a:pt x="11525" y="20746"/>
                        <a:pt x="11538" y="20746"/>
                        <a:pt x="11538" y="20732"/>
                      </a:cubicBezTo>
                      <a:cubicBezTo>
                        <a:pt x="11565" y="20620"/>
                        <a:pt x="12355" y="17965"/>
                        <a:pt x="14609" y="17965"/>
                      </a:cubicBezTo>
                      <a:cubicBezTo>
                        <a:pt x="17140" y="17965"/>
                        <a:pt x="20223" y="21055"/>
                        <a:pt x="20249" y="21097"/>
                      </a:cubicBezTo>
                      <a:cubicBezTo>
                        <a:pt x="20394" y="21251"/>
                        <a:pt x="20593" y="21336"/>
                        <a:pt x="20790" y="2133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62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3" name="ïşḷíďè">
                  <a:extLst>
                    <a:ext uri="{FF2B5EF4-FFF2-40B4-BE49-F238E27FC236}">
                      <a16:creationId xmlns:a16="http://schemas.microsoft.com/office/drawing/2014/main" id="{D2E6FED0-BEA5-40EE-94B2-8C182A4A1369}"/>
                    </a:ext>
                  </a:extLst>
                </p:cNvPr>
                <p:cNvSpPr/>
                <p:nvPr/>
              </p:nvSpPr>
              <p:spPr>
                <a:xfrm rot="58819" flipH="1">
                  <a:off x="6439569" y="4143751"/>
                  <a:ext cx="117383" cy="1091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45" h="20829" extrusionOk="0">
                      <a:moveTo>
                        <a:pt x="20454" y="14769"/>
                      </a:moveTo>
                      <a:cubicBezTo>
                        <a:pt x="19922" y="14495"/>
                        <a:pt x="17314" y="13164"/>
                        <a:pt x="16831" y="12980"/>
                      </a:cubicBezTo>
                      <a:cubicBezTo>
                        <a:pt x="16344" y="12798"/>
                        <a:pt x="15988" y="12706"/>
                        <a:pt x="15638" y="13255"/>
                      </a:cubicBezTo>
                      <a:cubicBezTo>
                        <a:pt x="15283" y="13804"/>
                        <a:pt x="14268" y="15044"/>
                        <a:pt x="13957" y="15411"/>
                      </a:cubicBezTo>
                      <a:cubicBezTo>
                        <a:pt x="13649" y="15780"/>
                        <a:pt x="13340" y="15825"/>
                        <a:pt x="12809" y="15549"/>
                      </a:cubicBezTo>
                      <a:cubicBezTo>
                        <a:pt x="12280" y="15274"/>
                        <a:pt x="10571" y="14692"/>
                        <a:pt x="8545" y="12822"/>
                      </a:cubicBezTo>
                      <a:cubicBezTo>
                        <a:pt x="6971" y="11361"/>
                        <a:pt x="5907" y="9561"/>
                        <a:pt x="5596" y="9012"/>
                      </a:cubicBezTo>
                      <a:cubicBezTo>
                        <a:pt x="5288" y="8463"/>
                        <a:pt x="5567" y="8164"/>
                        <a:pt x="5829" y="7890"/>
                      </a:cubicBezTo>
                      <a:cubicBezTo>
                        <a:pt x="6068" y="7642"/>
                        <a:pt x="6359" y="7248"/>
                        <a:pt x="6626" y="6927"/>
                      </a:cubicBezTo>
                      <a:cubicBezTo>
                        <a:pt x="6890" y="6605"/>
                        <a:pt x="6977" y="6376"/>
                        <a:pt x="7155" y="6008"/>
                      </a:cubicBezTo>
                      <a:cubicBezTo>
                        <a:pt x="7332" y="5642"/>
                        <a:pt x="7244" y="5322"/>
                        <a:pt x="7109" y="5047"/>
                      </a:cubicBezTo>
                      <a:cubicBezTo>
                        <a:pt x="6977" y="4773"/>
                        <a:pt x="5917" y="2065"/>
                        <a:pt x="5475" y="963"/>
                      </a:cubicBezTo>
                      <a:cubicBezTo>
                        <a:pt x="5035" y="-135"/>
                        <a:pt x="4593" y="46"/>
                        <a:pt x="4282" y="46"/>
                      </a:cubicBezTo>
                      <a:cubicBezTo>
                        <a:pt x="3974" y="46"/>
                        <a:pt x="3621" y="0"/>
                        <a:pt x="3267" y="0"/>
                      </a:cubicBezTo>
                      <a:cubicBezTo>
                        <a:pt x="2912" y="0"/>
                        <a:pt x="2339" y="140"/>
                        <a:pt x="1853" y="689"/>
                      </a:cubicBezTo>
                      <a:cubicBezTo>
                        <a:pt x="1368" y="1237"/>
                        <a:pt x="0" y="2571"/>
                        <a:pt x="0" y="5273"/>
                      </a:cubicBezTo>
                      <a:cubicBezTo>
                        <a:pt x="0" y="7981"/>
                        <a:pt x="1897" y="10598"/>
                        <a:pt x="2162" y="10961"/>
                      </a:cubicBezTo>
                      <a:cubicBezTo>
                        <a:pt x="2429" y="11329"/>
                        <a:pt x="5829" y="17063"/>
                        <a:pt x="11218" y="19265"/>
                      </a:cubicBezTo>
                      <a:cubicBezTo>
                        <a:pt x="16607" y="21465"/>
                        <a:pt x="16607" y="20731"/>
                        <a:pt x="17580" y="20639"/>
                      </a:cubicBezTo>
                      <a:cubicBezTo>
                        <a:pt x="18550" y="20550"/>
                        <a:pt x="20716" y="19311"/>
                        <a:pt x="21158" y="18026"/>
                      </a:cubicBezTo>
                      <a:cubicBezTo>
                        <a:pt x="21600" y="16740"/>
                        <a:pt x="21600" y="15640"/>
                        <a:pt x="21469" y="15411"/>
                      </a:cubicBezTo>
                      <a:cubicBezTo>
                        <a:pt x="21335" y="15181"/>
                        <a:pt x="20981" y="15044"/>
                        <a:pt x="20454" y="1476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4" name="iśļïḓe">
                  <a:extLst>
                    <a:ext uri="{FF2B5EF4-FFF2-40B4-BE49-F238E27FC236}">
                      <a16:creationId xmlns:a16="http://schemas.microsoft.com/office/drawing/2014/main" id="{D2161024-6135-4033-A13A-D09B84E8A177}"/>
                    </a:ext>
                  </a:extLst>
                </p:cNvPr>
                <p:cNvSpPr/>
                <p:nvPr/>
              </p:nvSpPr>
              <p:spPr>
                <a:xfrm rot="58819" flipH="1">
                  <a:off x="6383681" y="4082743"/>
                  <a:ext cx="232644" cy="23264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996" y="19367"/>
                      </a:moveTo>
                      <a:cubicBezTo>
                        <a:pt x="9185" y="19367"/>
                        <a:pt x="7498" y="18828"/>
                        <a:pt x="6092" y="17905"/>
                      </a:cubicBezTo>
                      <a:lnTo>
                        <a:pt x="2666" y="18994"/>
                      </a:lnTo>
                      <a:lnTo>
                        <a:pt x="3779" y="15709"/>
                      </a:lnTo>
                      <a:cubicBezTo>
                        <a:pt x="2711" y="14250"/>
                        <a:pt x="2082" y="12457"/>
                        <a:pt x="2082" y="10522"/>
                      </a:cubicBezTo>
                      <a:cubicBezTo>
                        <a:pt x="2082" y="5644"/>
                        <a:pt x="6080" y="1676"/>
                        <a:pt x="10996" y="1676"/>
                      </a:cubicBezTo>
                      <a:cubicBezTo>
                        <a:pt x="15912" y="1676"/>
                        <a:pt x="19910" y="5644"/>
                        <a:pt x="19910" y="10522"/>
                      </a:cubicBezTo>
                      <a:cubicBezTo>
                        <a:pt x="19910" y="15400"/>
                        <a:pt x="15912" y="19367"/>
                        <a:pt x="10996" y="19367"/>
                      </a:cubicBezTo>
                      <a:close/>
                      <a:moveTo>
                        <a:pt x="10996" y="0"/>
                      </a:moveTo>
                      <a:cubicBezTo>
                        <a:pt x="5139" y="0"/>
                        <a:pt x="393" y="4711"/>
                        <a:pt x="393" y="10522"/>
                      </a:cubicBezTo>
                      <a:cubicBezTo>
                        <a:pt x="393" y="12510"/>
                        <a:pt x="948" y="14370"/>
                        <a:pt x="1915" y="15955"/>
                      </a:cubicBezTo>
                      <a:lnTo>
                        <a:pt x="0" y="21600"/>
                      </a:lnTo>
                      <a:lnTo>
                        <a:pt x="5871" y="19734"/>
                      </a:lnTo>
                      <a:cubicBezTo>
                        <a:pt x="7390" y="20569"/>
                        <a:pt x="9137" y="21042"/>
                        <a:pt x="10996" y="21042"/>
                      </a:cubicBezTo>
                      <a:cubicBezTo>
                        <a:pt x="16852" y="21042"/>
                        <a:pt x="21600" y="16332"/>
                        <a:pt x="21600" y="10522"/>
                      </a:cubicBezTo>
                      <a:cubicBezTo>
                        <a:pt x="21600" y="4711"/>
                        <a:pt x="16852" y="0"/>
                        <a:pt x="10996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62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5" name="ïṧliḋé">
                  <a:extLst>
                    <a:ext uri="{FF2B5EF4-FFF2-40B4-BE49-F238E27FC236}">
                      <a16:creationId xmlns:a16="http://schemas.microsoft.com/office/drawing/2014/main" id="{98DC07B5-1B65-483E-AE9B-BD8F85E0AAF8}"/>
                    </a:ext>
                  </a:extLst>
                </p:cNvPr>
                <p:cNvSpPr/>
                <p:nvPr/>
              </p:nvSpPr>
              <p:spPr>
                <a:xfrm rot="58819" flipH="1">
                  <a:off x="6899822" y="3274326"/>
                  <a:ext cx="213567" cy="27786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5911" y="8723"/>
                      </a:moveTo>
                      <a:lnTo>
                        <a:pt x="5689" y="8723"/>
                      </a:lnTo>
                      <a:lnTo>
                        <a:pt x="5689" y="6753"/>
                      </a:lnTo>
                      <a:cubicBezTo>
                        <a:pt x="5689" y="4583"/>
                        <a:pt x="7984" y="2789"/>
                        <a:pt x="10800" y="2789"/>
                      </a:cubicBezTo>
                      <a:cubicBezTo>
                        <a:pt x="13616" y="2789"/>
                        <a:pt x="15911" y="4583"/>
                        <a:pt x="15911" y="6753"/>
                      </a:cubicBezTo>
                      <a:cubicBezTo>
                        <a:pt x="15911" y="6753"/>
                        <a:pt x="15911" y="8723"/>
                        <a:pt x="15911" y="8723"/>
                      </a:cubicBezTo>
                      <a:close/>
                      <a:moveTo>
                        <a:pt x="12537" y="15149"/>
                      </a:moveTo>
                      <a:lnTo>
                        <a:pt x="12537" y="18134"/>
                      </a:lnTo>
                      <a:cubicBezTo>
                        <a:pt x="12537" y="18476"/>
                        <a:pt x="12164" y="18765"/>
                        <a:pt x="11719" y="18765"/>
                      </a:cubicBezTo>
                      <a:lnTo>
                        <a:pt x="9881" y="18765"/>
                      </a:lnTo>
                      <a:cubicBezTo>
                        <a:pt x="9436" y="18765"/>
                        <a:pt x="9063" y="18476"/>
                        <a:pt x="9063" y="18134"/>
                      </a:cubicBezTo>
                      <a:lnTo>
                        <a:pt x="9063" y="15149"/>
                      </a:lnTo>
                      <a:cubicBezTo>
                        <a:pt x="8632" y="14822"/>
                        <a:pt x="8381" y="14371"/>
                        <a:pt x="8381" y="13871"/>
                      </a:cubicBezTo>
                      <a:cubicBezTo>
                        <a:pt x="8381" y="12924"/>
                        <a:pt x="9333" y="12111"/>
                        <a:pt x="10544" y="12073"/>
                      </a:cubicBezTo>
                      <a:cubicBezTo>
                        <a:pt x="10672" y="12069"/>
                        <a:pt x="10929" y="12069"/>
                        <a:pt x="11057" y="12073"/>
                      </a:cubicBezTo>
                      <a:cubicBezTo>
                        <a:pt x="12268" y="12111"/>
                        <a:pt x="13219" y="12924"/>
                        <a:pt x="13219" y="13871"/>
                      </a:cubicBezTo>
                      <a:cubicBezTo>
                        <a:pt x="13219" y="14371"/>
                        <a:pt x="12968" y="14822"/>
                        <a:pt x="12537" y="15149"/>
                      </a:cubicBezTo>
                      <a:close/>
                      <a:moveTo>
                        <a:pt x="21600" y="20099"/>
                      </a:moveTo>
                      <a:lnTo>
                        <a:pt x="21600" y="10219"/>
                      </a:lnTo>
                      <a:cubicBezTo>
                        <a:pt x="21600" y="9392"/>
                        <a:pt x="20912" y="8723"/>
                        <a:pt x="20068" y="8723"/>
                      </a:cubicBezTo>
                      <a:lnTo>
                        <a:pt x="19520" y="8723"/>
                      </a:lnTo>
                      <a:lnTo>
                        <a:pt x="19520" y="6753"/>
                      </a:lnTo>
                      <a:cubicBezTo>
                        <a:pt x="19520" y="3110"/>
                        <a:pt x="15758" y="67"/>
                        <a:pt x="11057" y="2"/>
                      </a:cubicBezTo>
                      <a:cubicBezTo>
                        <a:pt x="10929" y="0"/>
                        <a:pt x="10672" y="0"/>
                        <a:pt x="10544" y="2"/>
                      </a:cubicBezTo>
                      <a:cubicBezTo>
                        <a:pt x="5842" y="67"/>
                        <a:pt x="2081" y="3110"/>
                        <a:pt x="2081" y="6753"/>
                      </a:cubicBezTo>
                      <a:lnTo>
                        <a:pt x="2081" y="8723"/>
                      </a:lnTo>
                      <a:lnTo>
                        <a:pt x="1532" y="8723"/>
                      </a:lnTo>
                      <a:cubicBezTo>
                        <a:pt x="689" y="8723"/>
                        <a:pt x="0" y="9392"/>
                        <a:pt x="0" y="10219"/>
                      </a:cubicBezTo>
                      <a:lnTo>
                        <a:pt x="0" y="20099"/>
                      </a:lnTo>
                      <a:cubicBezTo>
                        <a:pt x="0" y="20924"/>
                        <a:pt x="689" y="21600"/>
                        <a:pt x="1532" y="21600"/>
                      </a:cubicBezTo>
                      <a:lnTo>
                        <a:pt x="20068" y="21600"/>
                      </a:lnTo>
                      <a:cubicBezTo>
                        <a:pt x="20912" y="21600"/>
                        <a:pt x="21600" y="20924"/>
                        <a:pt x="21600" y="2009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8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6" name="îş1îḍe">
                  <a:extLst>
                    <a:ext uri="{FF2B5EF4-FFF2-40B4-BE49-F238E27FC236}">
                      <a16:creationId xmlns:a16="http://schemas.microsoft.com/office/drawing/2014/main" id="{DD205357-9180-4383-B770-5A0168A7C0CC}"/>
                    </a:ext>
                  </a:extLst>
                </p:cNvPr>
                <p:cNvSpPr/>
                <p:nvPr/>
              </p:nvSpPr>
              <p:spPr>
                <a:xfrm rot="58819" flipH="1">
                  <a:off x="5505592" y="3054017"/>
                  <a:ext cx="261670" cy="2127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80" h="21600" extrusionOk="0">
                      <a:moveTo>
                        <a:pt x="0" y="675"/>
                      </a:moveTo>
                      <a:cubicBezTo>
                        <a:pt x="0" y="1049"/>
                        <a:pt x="244" y="1351"/>
                        <a:pt x="547" y="1351"/>
                      </a:cubicBezTo>
                      <a:lnTo>
                        <a:pt x="2641" y="1351"/>
                      </a:lnTo>
                      <a:lnTo>
                        <a:pt x="5764" y="16976"/>
                      </a:lnTo>
                      <a:lnTo>
                        <a:pt x="6233" y="19697"/>
                      </a:lnTo>
                      <a:cubicBezTo>
                        <a:pt x="6423" y="20800"/>
                        <a:pt x="7226" y="21600"/>
                        <a:pt x="8142" y="21600"/>
                      </a:cubicBezTo>
                      <a:lnTo>
                        <a:pt x="18710" y="21600"/>
                      </a:lnTo>
                      <a:cubicBezTo>
                        <a:pt x="19012" y="21600"/>
                        <a:pt x="19259" y="21297"/>
                        <a:pt x="19259" y="20924"/>
                      </a:cubicBezTo>
                      <a:cubicBezTo>
                        <a:pt x="19259" y="20551"/>
                        <a:pt x="19012" y="20249"/>
                        <a:pt x="18710" y="20249"/>
                      </a:cubicBezTo>
                      <a:lnTo>
                        <a:pt x="8142" y="20249"/>
                      </a:lnTo>
                      <a:cubicBezTo>
                        <a:pt x="7741" y="20249"/>
                        <a:pt x="7390" y="19899"/>
                        <a:pt x="7306" y="19416"/>
                      </a:cubicBezTo>
                      <a:lnTo>
                        <a:pt x="6977" y="17500"/>
                      </a:lnTo>
                      <a:lnTo>
                        <a:pt x="19517" y="17500"/>
                      </a:lnTo>
                      <a:cubicBezTo>
                        <a:pt x="19782" y="17500"/>
                        <a:pt x="20009" y="17268"/>
                        <a:pt x="20057" y="16946"/>
                      </a:cubicBezTo>
                      <a:lnTo>
                        <a:pt x="21571" y="6761"/>
                      </a:lnTo>
                      <a:cubicBezTo>
                        <a:pt x="21600" y="6564"/>
                        <a:pt x="21556" y="6361"/>
                        <a:pt x="21453" y="6207"/>
                      </a:cubicBezTo>
                      <a:cubicBezTo>
                        <a:pt x="21349" y="6053"/>
                        <a:pt x="21194" y="5965"/>
                        <a:pt x="21032" y="5964"/>
                      </a:cubicBezTo>
                      <a:lnTo>
                        <a:pt x="4689" y="5943"/>
                      </a:lnTo>
                      <a:lnTo>
                        <a:pt x="3603" y="514"/>
                      </a:lnTo>
                      <a:cubicBezTo>
                        <a:pt x="3542" y="212"/>
                        <a:pt x="3323" y="0"/>
                        <a:pt x="3071" y="0"/>
                      </a:cubicBezTo>
                      <a:lnTo>
                        <a:pt x="547" y="0"/>
                      </a:lnTo>
                      <a:cubicBezTo>
                        <a:pt x="244" y="0"/>
                        <a:pt x="0" y="303"/>
                        <a:pt x="0" y="67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4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7" name="ïšḷíḍè">
                  <a:extLst>
                    <a:ext uri="{FF2B5EF4-FFF2-40B4-BE49-F238E27FC236}">
                      <a16:creationId xmlns:a16="http://schemas.microsoft.com/office/drawing/2014/main" id="{BBA7B245-76C1-4BD5-88EE-C1433D2939DC}"/>
                    </a:ext>
                  </a:extLst>
                </p:cNvPr>
                <p:cNvSpPr/>
                <p:nvPr/>
              </p:nvSpPr>
              <p:spPr>
                <a:xfrm rot="58819" flipH="1">
                  <a:off x="5645168" y="3274954"/>
                  <a:ext cx="37152" cy="371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2"/>
                      </a:moveTo>
                      <a:cubicBezTo>
                        <a:pt x="21600" y="4848"/>
                        <a:pt x="16759" y="0"/>
                        <a:pt x="10800" y="0"/>
                      </a:cubicBezTo>
                      <a:cubicBezTo>
                        <a:pt x="4848" y="0"/>
                        <a:pt x="0" y="4848"/>
                        <a:pt x="0" y="10802"/>
                      </a:cubicBezTo>
                      <a:cubicBezTo>
                        <a:pt x="0" y="16758"/>
                        <a:pt x="4848" y="21600"/>
                        <a:pt x="10800" y="21600"/>
                      </a:cubicBezTo>
                      <a:cubicBezTo>
                        <a:pt x="16759" y="21600"/>
                        <a:pt x="21600" y="16758"/>
                        <a:pt x="21600" y="1080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8" name="ïşlîḑè">
                  <a:extLst>
                    <a:ext uri="{FF2B5EF4-FFF2-40B4-BE49-F238E27FC236}">
                      <a16:creationId xmlns:a16="http://schemas.microsoft.com/office/drawing/2014/main" id="{15CAB186-3557-4163-B600-A3E4A43F7745}"/>
                    </a:ext>
                  </a:extLst>
                </p:cNvPr>
                <p:cNvSpPr/>
                <p:nvPr/>
              </p:nvSpPr>
              <p:spPr>
                <a:xfrm rot="58819" flipH="1">
                  <a:off x="5527076" y="3272933"/>
                  <a:ext cx="37164" cy="3716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02"/>
                      </a:moveTo>
                      <a:cubicBezTo>
                        <a:pt x="21600" y="4848"/>
                        <a:pt x="16754" y="0"/>
                        <a:pt x="10803" y="0"/>
                      </a:cubicBezTo>
                      <a:cubicBezTo>
                        <a:pt x="4846" y="0"/>
                        <a:pt x="0" y="4848"/>
                        <a:pt x="0" y="10802"/>
                      </a:cubicBezTo>
                      <a:cubicBezTo>
                        <a:pt x="0" y="16758"/>
                        <a:pt x="4846" y="21600"/>
                        <a:pt x="10803" y="21600"/>
                      </a:cubicBezTo>
                      <a:cubicBezTo>
                        <a:pt x="16754" y="21600"/>
                        <a:pt x="21600" y="16758"/>
                        <a:pt x="21600" y="1080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49" name="ïṡlíďè">
                  <a:extLst>
                    <a:ext uri="{FF2B5EF4-FFF2-40B4-BE49-F238E27FC236}">
                      <a16:creationId xmlns:a16="http://schemas.microsoft.com/office/drawing/2014/main" id="{CC5B2C08-6913-4EEB-AC94-D18C3B47B405}"/>
                    </a:ext>
                  </a:extLst>
                </p:cNvPr>
                <p:cNvSpPr/>
                <p:nvPr/>
              </p:nvSpPr>
              <p:spPr>
                <a:xfrm rot="58819" flipH="1">
                  <a:off x="7162365" y="2679124"/>
                  <a:ext cx="244172" cy="2187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81" h="21600" extrusionOk="0">
                      <a:moveTo>
                        <a:pt x="10691" y="18543"/>
                      </a:moveTo>
                      <a:cubicBezTo>
                        <a:pt x="9845" y="18543"/>
                        <a:pt x="9157" y="17767"/>
                        <a:pt x="9157" y="16813"/>
                      </a:cubicBezTo>
                      <a:cubicBezTo>
                        <a:pt x="9157" y="15860"/>
                        <a:pt x="9845" y="15085"/>
                        <a:pt x="10691" y="15085"/>
                      </a:cubicBezTo>
                      <a:cubicBezTo>
                        <a:pt x="11536" y="15085"/>
                        <a:pt x="12225" y="15860"/>
                        <a:pt x="12225" y="16813"/>
                      </a:cubicBezTo>
                      <a:cubicBezTo>
                        <a:pt x="12225" y="17767"/>
                        <a:pt x="11536" y="18543"/>
                        <a:pt x="10691" y="18543"/>
                      </a:cubicBezTo>
                      <a:close/>
                      <a:moveTo>
                        <a:pt x="9194" y="6401"/>
                      </a:moveTo>
                      <a:cubicBezTo>
                        <a:pt x="9194" y="5471"/>
                        <a:pt x="9866" y="4714"/>
                        <a:pt x="10691" y="4714"/>
                      </a:cubicBezTo>
                      <a:cubicBezTo>
                        <a:pt x="11516" y="4714"/>
                        <a:pt x="12188" y="5471"/>
                        <a:pt x="12188" y="6401"/>
                      </a:cubicBezTo>
                      <a:lnTo>
                        <a:pt x="12188" y="11878"/>
                      </a:lnTo>
                      <a:cubicBezTo>
                        <a:pt x="12188" y="12808"/>
                        <a:pt x="11516" y="13566"/>
                        <a:pt x="10691" y="13566"/>
                      </a:cubicBezTo>
                      <a:cubicBezTo>
                        <a:pt x="9866" y="13566"/>
                        <a:pt x="9194" y="12808"/>
                        <a:pt x="9194" y="11878"/>
                      </a:cubicBezTo>
                      <a:cubicBezTo>
                        <a:pt x="9194" y="11878"/>
                        <a:pt x="9194" y="6401"/>
                        <a:pt x="9194" y="6401"/>
                      </a:cubicBezTo>
                      <a:close/>
                      <a:moveTo>
                        <a:pt x="12788" y="1365"/>
                      </a:moveTo>
                      <a:cubicBezTo>
                        <a:pt x="12351" y="510"/>
                        <a:pt x="11566" y="0"/>
                        <a:pt x="10691" y="0"/>
                      </a:cubicBezTo>
                      <a:cubicBezTo>
                        <a:pt x="9816" y="0"/>
                        <a:pt x="9031" y="510"/>
                        <a:pt x="8594" y="1365"/>
                      </a:cubicBezTo>
                      <a:lnTo>
                        <a:pt x="329" y="17505"/>
                      </a:lnTo>
                      <a:cubicBezTo>
                        <a:pt x="-109" y="18359"/>
                        <a:pt x="-109" y="19380"/>
                        <a:pt x="329" y="20235"/>
                      </a:cubicBezTo>
                      <a:cubicBezTo>
                        <a:pt x="766" y="21090"/>
                        <a:pt x="1551" y="21600"/>
                        <a:pt x="2426" y="21600"/>
                      </a:cubicBezTo>
                      <a:lnTo>
                        <a:pt x="18956" y="21600"/>
                      </a:lnTo>
                      <a:cubicBezTo>
                        <a:pt x="19831" y="21600"/>
                        <a:pt x="20616" y="21090"/>
                        <a:pt x="21053" y="20235"/>
                      </a:cubicBezTo>
                      <a:cubicBezTo>
                        <a:pt x="21491" y="19380"/>
                        <a:pt x="21491" y="18359"/>
                        <a:pt x="21053" y="17505"/>
                      </a:cubicBezTo>
                      <a:cubicBezTo>
                        <a:pt x="21053" y="17505"/>
                        <a:pt x="12788" y="1365"/>
                        <a:pt x="12788" y="136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5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0" name="ïṣḻîḋè">
                  <a:extLst>
                    <a:ext uri="{FF2B5EF4-FFF2-40B4-BE49-F238E27FC236}">
                      <a16:creationId xmlns:a16="http://schemas.microsoft.com/office/drawing/2014/main" id="{C3F30BA8-48E2-4963-9A24-57FD608F8D4A}"/>
                    </a:ext>
                  </a:extLst>
                </p:cNvPr>
                <p:cNvSpPr/>
                <p:nvPr/>
              </p:nvSpPr>
              <p:spPr>
                <a:xfrm rot="58819" flipH="1">
                  <a:off x="7258852" y="2957932"/>
                  <a:ext cx="249293" cy="32883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034" h="21223" extrusionOk="0">
                      <a:moveTo>
                        <a:pt x="6912" y="12316"/>
                      </a:moveTo>
                      <a:cubicBezTo>
                        <a:pt x="7171" y="12187"/>
                        <a:pt x="7518" y="12243"/>
                        <a:pt x="7686" y="12441"/>
                      </a:cubicBezTo>
                      <a:lnTo>
                        <a:pt x="13207" y="18907"/>
                      </a:lnTo>
                      <a:cubicBezTo>
                        <a:pt x="13376" y="19106"/>
                        <a:pt x="13303" y="19371"/>
                        <a:pt x="13044" y="19500"/>
                      </a:cubicBezTo>
                      <a:cubicBezTo>
                        <a:pt x="12785" y="19629"/>
                        <a:pt x="12439" y="19574"/>
                        <a:pt x="12270" y="19375"/>
                      </a:cubicBezTo>
                      <a:lnTo>
                        <a:pt x="6750" y="12908"/>
                      </a:lnTo>
                      <a:cubicBezTo>
                        <a:pt x="6581" y="12711"/>
                        <a:pt x="6653" y="12446"/>
                        <a:pt x="6912" y="12316"/>
                      </a:cubicBezTo>
                      <a:close/>
                      <a:moveTo>
                        <a:pt x="91" y="8786"/>
                      </a:moveTo>
                      <a:cubicBezTo>
                        <a:pt x="259" y="8984"/>
                        <a:pt x="606" y="9040"/>
                        <a:pt x="865" y="8911"/>
                      </a:cubicBezTo>
                      <a:lnTo>
                        <a:pt x="4323" y="7184"/>
                      </a:lnTo>
                      <a:lnTo>
                        <a:pt x="1535" y="9953"/>
                      </a:lnTo>
                      <a:cubicBezTo>
                        <a:pt x="1347" y="10141"/>
                        <a:pt x="1392" y="10410"/>
                        <a:pt x="1637" y="10553"/>
                      </a:cubicBezTo>
                      <a:cubicBezTo>
                        <a:pt x="1830" y="10667"/>
                        <a:pt x="2090" y="10669"/>
                        <a:pt x="2284" y="10572"/>
                      </a:cubicBezTo>
                      <a:cubicBezTo>
                        <a:pt x="2336" y="10547"/>
                        <a:pt x="2382" y="10514"/>
                        <a:pt x="2422" y="10475"/>
                      </a:cubicBezTo>
                      <a:lnTo>
                        <a:pt x="5345" y="7571"/>
                      </a:lnTo>
                      <a:lnTo>
                        <a:pt x="6467" y="8884"/>
                      </a:lnTo>
                      <a:cubicBezTo>
                        <a:pt x="5065" y="10216"/>
                        <a:pt x="4868" y="12141"/>
                        <a:pt x="6155" y="13648"/>
                      </a:cubicBezTo>
                      <a:lnTo>
                        <a:pt x="11582" y="20005"/>
                      </a:lnTo>
                      <a:cubicBezTo>
                        <a:pt x="12641" y="21246"/>
                        <a:pt x="14823" y="21597"/>
                        <a:pt x="16445" y="20787"/>
                      </a:cubicBezTo>
                      <a:lnTo>
                        <a:pt x="19443" y="19289"/>
                      </a:lnTo>
                      <a:cubicBezTo>
                        <a:pt x="21065" y="18479"/>
                        <a:pt x="21523" y="16810"/>
                        <a:pt x="20464" y="15569"/>
                      </a:cubicBezTo>
                      <a:lnTo>
                        <a:pt x="15038" y="9212"/>
                      </a:lnTo>
                      <a:cubicBezTo>
                        <a:pt x="13751" y="7705"/>
                        <a:pt x="11368" y="7068"/>
                        <a:pt x="9210" y="7514"/>
                      </a:cubicBezTo>
                      <a:lnTo>
                        <a:pt x="8206" y="6338"/>
                      </a:lnTo>
                      <a:lnTo>
                        <a:pt x="10102" y="5391"/>
                      </a:lnTo>
                      <a:lnTo>
                        <a:pt x="17015" y="3866"/>
                      </a:lnTo>
                      <a:cubicBezTo>
                        <a:pt x="17069" y="3853"/>
                        <a:pt x="17119" y="3836"/>
                        <a:pt x="17164" y="3813"/>
                      </a:cubicBezTo>
                      <a:cubicBezTo>
                        <a:pt x="17264" y="3764"/>
                        <a:pt x="17342" y="3691"/>
                        <a:pt x="17384" y="3604"/>
                      </a:cubicBezTo>
                      <a:cubicBezTo>
                        <a:pt x="17445" y="3476"/>
                        <a:pt x="17424" y="3334"/>
                        <a:pt x="17328" y="3221"/>
                      </a:cubicBezTo>
                      <a:lnTo>
                        <a:pt x="14744" y="195"/>
                      </a:lnTo>
                      <a:cubicBezTo>
                        <a:pt x="14644" y="77"/>
                        <a:pt x="14476" y="5"/>
                        <a:pt x="14292" y="0"/>
                      </a:cubicBezTo>
                      <a:cubicBezTo>
                        <a:pt x="14109" y="-3"/>
                        <a:pt x="13934" y="61"/>
                        <a:pt x="13826" y="174"/>
                      </a:cubicBezTo>
                      <a:lnTo>
                        <a:pt x="9465" y="4687"/>
                      </a:lnTo>
                      <a:lnTo>
                        <a:pt x="7595" y="5621"/>
                      </a:lnTo>
                      <a:lnTo>
                        <a:pt x="7245" y="5212"/>
                      </a:lnTo>
                      <a:cubicBezTo>
                        <a:pt x="7239" y="5204"/>
                        <a:pt x="7231" y="5199"/>
                        <a:pt x="7225" y="5192"/>
                      </a:cubicBezTo>
                      <a:cubicBezTo>
                        <a:pt x="7213" y="5180"/>
                        <a:pt x="7203" y="5168"/>
                        <a:pt x="7189" y="5156"/>
                      </a:cubicBezTo>
                      <a:cubicBezTo>
                        <a:pt x="7187" y="5154"/>
                        <a:pt x="7185" y="5154"/>
                        <a:pt x="7182" y="5152"/>
                      </a:cubicBezTo>
                      <a:cubicBezTo>
                        <a:pt x="7168" y="5141"/>
                        <a:pt x="7152" y="5130"/>
                        <a:pt x="7135" y="5119"/>
                      </a:cubicBezTo>
                      <a:cubicBezTo>
                        <a:pt x="7125" y="5113"/>
                        <a:pt x="7117" y="5106"/>
                        <a:pt x="7107" y="5101"/>
                      </a:cubicBezTo>
                      <a:cubicBezTo>
                        <a:pt x="7086" y="5090"/>
                        <a:pt x="7067" y="5082"/>
                        <a:pt x="7046" y="5073"/>
                      </a:cubicBezTo>
                      <a:cubicBezTo>
                        <a:pt x="7038" y="5069"/>
                        <a:pt x="7030" y="5065"/>
                        <a:pt x="7021" y="5062"/>
                      </a:cubicBezTo>
                      <a:cubicBezTo>
                        <a:pt x="6999" y="5054"/>
                        <a:pt x="6975" y="5047"/>
                        <a:pt x="6951" y="5040"/>
                      </a:cubicBezTo>
                      <a:cubicBezTo>
                        <a:pt x="6944" y="5039"/>
                        <a:pt x="6938" y="5038"/>
                        <a:pt x="6931" y="5036"/>
                      </a:cubicBezTo>
                      <a:cubicBezTo>
                        <a:pt x="6906" y="5031"/>
                        <a:pt x="6878" y="5026"/>
                        <a:pt x="6851" y="5022"/>
                      </a:cubicBezTo>
                      <a:cubicBezTo>
                        <a:pt x="6848" y="5023"/>
                        <a:pt x="6844" y="5022"/>
                        <a:pt x="6841" y="5022"/>
                      </a:cubicBezTo>
                      <a:cubicBezTo>
                        <a:pt x="6715" y="5011"/>
                        <a:pt x="6585" y="5031"/>
                        <a:pt x="6471" y="5087"/>
                      </a:cubicBezTo>
                      <a:lnTo>
                        <a:pt x="4663" y="5990"/>
                      </a:lnTo>
                      <a:cubicBezTo>
                        <a:pt x="4655" y="5994"/>
                        <a:pt x="4650" y="5998"/>
                        <a:pt x="4642" y="6002"/>
                      </a:cubicBezTo>
                      <a:lnTo>
                        <a:pt x="253" y="8194"/>
                      </a:lnTo>
                      <a:cubicBezTo>
                        <a:pt x="-5" y="8323"/>
                        <a:pt x="-77" y="8588"/>
                        <a:pt x="91" y="878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92500" lnSpcReduction="1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1" name="ïŝľíḋè">
                  <a:extLst>
                    <a:ext uri="{FF2B5EF4-FFF2-40B4-BE49-F238E27FC236}">
                      <a16:creationId xmlns:a16="http://schemas.microsoft.com/office/drawing/2014/main" id="{575FB560-1E8D-4F1D-9344-99691949D6EA}"/>
                    </a:ext>
                  </a:extLst>
                </p:cNvPr>
                <p:cNvSpPr/>
                <p:nvPr/>
              </p:nvSpPr>
              <p:spPr>
                <a:xfrm rot="58819" flipH="1">
                  <a:off x="6376726" y="3006736"/>
                  <a:ext cx="355572" cy="25644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242" h="21411" extrusionOk="0">
                      <a:moveTo>
                        <a:pt x="8096" y="11174"/>
                      </a:moveTo>
                      <a:cubicBezTo>
                        <a:pt x="8330" y="11696"/>
                        <a:pt x="8974" y="12262"/>
                        <a:pt x="10027" y="12617"/>
                      </a:cubicBezTo>
                      <a:cubicBezTo>
                        <a:pt x="12091" y="13312"/>
                        <a:pt x="12817" y="15383"/>
                        <a:pt x="10454" y="16308"/>
                      </a:cubicBezTo>
                      <a:cubicBezTo>
                        <a:pt x="8150" y="17209"/>
                        <a:pt x="8175" y="14503"/>
                        <a:pt x="8175" y="14503"/>
                      </a:cubicBezTo>
                      <a:cubicBezTo>
                        <a:pt x="8229" y="12751"/>
                        <a:pt x="8187" y="11746"/>
                        <a:pt x="8062" y="11190"/>
                      </a:cubicBezTo>
                      <a:cubicBezTo>
                        <a:pt x="8062" y="11190"/>
                        <a:pt x="8096" y="11174"/>
                        <a:pt x="8096" y="11174"/>
                      </a:cubicBezTo>
                      <a:close/>
                      <a:moveTo>
                        <a:pt x="9608" y="7392"/>
                      </a:moveTo>
                      <a:cubicBezTo>
                        <a:pt x="10194" y="6117"/>
                        <a:pt x="9991" y="3512"/>
                        <a:pt x="9991" y="3512"/>
                      </a:cubicBezTo>
                      <a:cubicBezTo>
                        <a:pt x="9991" y="3512"/>
                        <a:pt x="8268" y="4213"/>
                        <a:pt x="7683" y="5489"/>
                      </a:cubicBezTo>
                      <a:cubicBezTo>
                        <a:pt x="7536" y="5806"/>
                        <a:pt x="7434" y="6105"/>
                        <a:pt x="7370" y="6385"/>
                      </a:cubicBezTo>
                      <a:cubicBezTo>
                        <a:pt x="7355" y="6244"/>
                        <a:pt x="7341" y="6111"/>
                        <a:pt x="7328" y="5982"/>
                      </a:cubicBezTo>
                      <a:cubicBezTo>
                        <a:pt x="7283" y="5549"/>
                        <a:pt x="7243" y="5165"/>
                        <a:pt x="7164" y="4791"/>
                      </a:cubicBezTo>
                      <a:cubicBezTo>
                        <a:pt x="7607" y="4248"/>
                        <a:pt x="7713" y="3290"/>
                        <a:pt x="7157" y="2036"/>
                      </a:cubicBezTo>
                      <a:cubicBezTo>
                        <a:pt x="6587" y="746"/>
                        <a:pt x="4874" y="0"/>
                        <a:pt x="4874" y="0"/>
                      </a:cubicBezTo>
                      <a:cubicBezTo>
                        <a:pt x="4874" y="0"/>
                        <a:pt x="4639" y="2599"/>
                        <a:pt x="5209" y="3889"/>
                      </a:cubicBezTo>
                      <a:cubicBezTo>
                        <a:pt x="5708" y="5018"/>
                        <a:pt x="6277" y="5334"/>
                        <a:pt x="6764" y="5113"/>
                      </a:cubicBezTo>
                      <a:cubicBezTo>
                        <a:pt x="6817" y="5400"/>
                        <a:pt x="6849" y="5710"/>
                        <a:pt x="6887" y="6080"/>
                      </a:cubicBezTo>
                      <a:cubicBezTo>
                        <a:pt x="6903" y="6236"/>
                        <a:pt x="6920" y="6399"/>
                        <a:pt x="6939" y="6572"/>
                      </a:cubicBezTo>
                      <a:cubicBezTo>
                        <a:pt x="6788" y="6370"/>
                        <a:pt x="6595" y="6178"/>
                        <a:pt x="6354" y="6002"/>
                      </a:cubicBezTo>
                      <a:cubicBezTo>
                        <a:pt x="5416" y="5317"/>
                        <a:pt x="3682" y="5953"/>
                        <a:pt x="3682" y="5953"/>
                      </a:cubicBezTo>
                      <a:cubicBezTo>
                        <a:pt x="3682" y="5953"/>
                        <a:pt x="4381" y="8366"/>
                        <a:pt x="5319" y="9052"/>
                      </a:cubicBezTo>
                      <a:cubicBezTo>
                        <a:pt x="6307" y="9773"/>
                        <a:pt x="6973" y="9407"/>
                        <a:pt x="7258" y="8565"/>
                      </a:cubicBezTo>
                      <a:cubicBezTo>
                        <a:pt x="7261" y="8559"/>
                        <a:pt x="7262" y="8552"/>
                        <a:pt x="7264" y="8546"/>
                      </a:cubicBezTo>
                      <a:cubicBezTo>
                        <a:pt x="7288" y="8657"/>
                        <a:pt x="7560" y="9688"/>
                        <a:pt x="7804" y="10606"/>
                      </a:cubicBezTo>
                      <a:cubicBezTo>
                        <a:pt x="7611" y="10436"/>
                        <a:pt x="7418" y="10593"/>
                        <a:pt x="7418" y="10593"/>
                      </a:cubicBezTo>
                      <a:cubicBezTo>
                        <a:pt x="6843" y="10979"/>
                        <a:pt x="6278" y="14505"/>
                        <a:pt x="6278" y="14505"/>
                      </a:cubicBezTo>
                      <a:cubicBezTo>
                        <a:pt x="6186" y="15469"/>
                        <a:pt x="6334" y="16220"/>
                        <a:pt x="6486" y="16722"/>
                      </a:cubicBezTo>
                      <a:cubicBezTo>
                        <a:pt x="6486" y="16722"/>
                        <a:pt x="2723" y="16054"/>
                        <a:pt x="1623" y="16090"/>
                      </a:cubicBezTo>
                      <a:cubicBezTo>
                        <a:pt x="530" y="16127"/>
                        <a:pt x="-1358" y="17692"/>
                        <a:pt x="1532" y="18635"/>
                      </a:cubicBezTo>
                      <a:cubicBezTo>
                        <a:pt x="3343" y="19226"/>
                        <a:pt x="9524" y="21600"/>
                        <a:pt x="10472" y="21399"/>
                      </a:cubicBezTo>
                      <a:cubicBezTo>
                        <a:pt x="11650" y="21149"/>
                        <a:pt x="15342" y="17869"/>
                        <a:pt x="16202" y="17434"/>
                      </a:cubicBezTo>
                      <a:cubicBezTo>
                        <a:pt x="17060" y="17000"/>
                        <a:pt x="19111" y="16798"/>
                        <a:pt x="20242" y="16838"/>
                      </a:cubicBezTo>
                      <a:lnTo>
                        <a:pt x="18853" y="11867"/>
                      </a:lnTo>
                      <a:cubicBezTo>
                        <a:pt x="17859" y="11690"/>
                        <a:pt x="16374" y="10348"/>
                        <a:pt x="13095" y="10351"/>
                      </a:cubicBezTo>
                      <a:cubicBezTo>
                        <a:pt x="10401" y="10354"/>
                        <a:pt x="9657" y="9502"/>
                        <a:pt x="8534" y="9930"/>
                      </a:cubicBezTo>
                      <a:cubicBezTo>
                        <a:pt x="8373" y="9991"/>
                        <a:pt x="8263" y="10105"/>
                        <a:pt x="8186" y="10236"/>
                      </a:cubicBezTo>
                      <a:cubicBezTo>
                        <a:pt x="7946" y="9330"/>
                        <a:pt x="7699" y="8393"/>
                        <a:pt x="7675" y="8282"/>
                      </a:cubicBezTo>
                      <a:cubicBezTo>
                        <a:pt x="7701" y="8313"/>
                        <a:pt x="7729" y="8343"/>
                        <a:pt x="7758" y="8371"/>
                      </a:cubicBezTo>
                      <a:cubicBezTo>
                        <a:pt x="8290" y="8897"/>
                        <a:pt x="8992" y="8734"/>
                        <a:pt x="9608" y="739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70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2" name="ïş1îdé">
                  <a:extLst>
                    <a:ext uri="{FF2B5EF4-FFF2-40B4-BE49-F238E27FC236}">
                      <a16:creationId xmlns:a16="http://schemas.microsoft.com/office/drawing/2014/main" id="{CF831E8C-8E95-4982-8EFD-3D9300664C71}"/>
                    </a:ext>
                  </a:extLst>
                </p:cNvPr>
                <p:cNvSpPr/>
                <p:nvPr/>
              </p:nvSpPr>
              <p:spPr>
                <a:xfrm rot="58819" flipH="1">
                  <a:off x="6665322" y="2757229"/>
                  <a:ext cx="68933" cy="6893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15" y="21600"/>
                      </a:moveTo>
                      <a:cubicBezTo>
                        <a:pt x="16777" y="21600"/>
                        <a:pt x="21600" y="16780"/>
                        <a:pt x="21600" y="10816"/>
                      </a:cubicBezTo>
                      <a:cubicBezTo>
                        <a:pt x="21600" y="4855"/>
                        <a:pt x="16777" y="0"/>
                        <a:pt x="10815" y="0"/>
                      </a:cubicBezTo>
                      <a:cubicBezTo>
                        <a:pt x="4818" y="0"/>
                        <a:pt x="0" y="4855"/>
                        <a:pt x="0" y="10816"/>
                      </a:cubicBezTo>
                      <a:cubicBezTo>
                        <a:pt x="0" y="16780"/>
                        <a:pt x="4818" y="21600"/>
                        <a:pt x="10815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3" name="ïṥľîḋè">
                  <a:extLst>
                    <a:ext uri="{FF2B5EF4-FFF2-40B4-BE49-F238E27FC236}">
                      <a16:creationId xmlns:a16="http://schemas.microsoft.com/office/drawing/2014/main" id="{868BAD2E-810F-4234-A4D8-EC5440D3C636}"/>
                    </a:ext>
                  </a:extLst>
                </p:cNvPr>
                <p:cNvSpPr/>
                <p:nvPr/>
              </p:nvSpPr>
              <p:spPr>
                <a:xfrm rot="58819" flipH="1">
                  <a:off x="6602002" y="2835487"/>
                  <a:ext cx="138362" cy="1182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12705" y="21600"/>
                      </a:lnTo>
                      <a:lnTo>
                        <a:pt x="12705" y="11335"/>
                      </a:lnTo>
                      <a:cubicBezTo>
                        <a:pt x="14557" y="13234"/>
                        <a:pt x="17191" y="15048"/>
                        <a:pt x="21215" y="15836"/>
                      </a:cubicBezTo>
                      <a:cubicBezTo>
                        <a:pt x="20879" y="15263"/>
                        <a:pt x="20604" y="14614"/>
                        <a:pt x="20541" y="13861"/>
                      </a:cubicBezTo>
                      <a:cubicBezTo>
                        <a:pt x="20418" y="12518"/>
                        <a:pt x="20864" y="11281"/>
                        <a:pt x="21600" y="10385"/>
                      </a:cubicBezTo>
                      <a:cubicBezTo>
                        <a:pt x="17053" y="9365"/>
                        <a:pt x="15185" y="6767"/>
                        <a:pt x="13562" y="4402"/>
                      </a:cubicBezTo>
                      <a:cubicBezTo>
                        <a:pt x="12765" y="3256"/>
                        <a:pt x="12014" y="2165"/>
                        <a:pt x="11017" y="1393"/>
                      </a:cubicBezTo>
                      <a:cubicBezTo>
                        <a:pt x="10991" y="1357"/>
                        <a:pt x="10943" y="1357"/>
                        <a:pt x="10930" y="1339"/>
                      </a:cubicBezTo>
                      <a:cubicBezTo>
                        <a:pt x="10070" y="517"/>
                        <a:pt x="9000" y="0"/>
                        <a:pt x="7806" y="0"/>
                      </a:cubicBezTo>
                      <a:lnTo>
                        <a:pt x="4897" y="0"/>
                      </a:lnTo>
                      <a:cubicBezTo>
                        <a:pt x="2201" y="0"/>
                        <a:pt x="0" y="2559"/>
                        <a:pt x="0" y="5715"/>
                      </a:cubicBezTo>
                      <a:cubicBezTo>
                        <a:pt x="0" y="5715"/>
                        <a:pt x="0" y="21600"/>
                        <a:pt x="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4" name="ïşḻíďê">
                  <a:extLst>
                    <a:ext uri="{FF2B5EF4-FFF2-40B4-BE49-F238E27FC236}">
                      <a16:creationId xmlns:a16="http://schemas.microsoft.com/office/drawing/2014/main" id="{3BC28938-5747-42B2-9175-E00128FB9394}"/>
                    </a:ext>
                  </a:extLst>
                </p:cNvPr>
                <p:cNvSpPr/>
                <p:nvPr/>
              </p:nvSpPr>
              <p:spPr>
                <a:xfrm rot="58819" flipH="1">
                  <a:off x="6437981" y="2832871"/>
                  <a:ext cx="160688" cy="1182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92" h="21600" extrusionOk="0">
                      <a:moveTo>
                        <a:pt x="1782" y="10677"/>
                      </a:moveTo>
                      <a:cubicBezTo>
                        <a:pt x="681" y="10839"/>
                        <a:pt x="-108" y="12182"/>
                        <a:pt x="12" y="13686"/>
                      </a:cubicBezTo>
                      <a:cubicBezTo>
                        <a:pt x="131" y="15085"/>
                        <a:pt x="996" y="16118"/>
                        <a:pt x="2004" y="16118"/>
                      </a:cubicBezTo>
                      <a:cubicBezTo>
                        <a:pt x="2071" y="16118"/>
                        <a:pt x="2149" y="16101"/>
                        <a:pt x="2227" y="16101"/>
                      </a:cubicBezTo>
                      <a:cubicBezTo>
                        <a:pt x="6320" y="15478"/>
                        <a:pt x="8864" y="13489"/>
                        <a:pt x="10607" y="11370"/>
                      </a:cubicBezTo>
                      <a:lnTo>
                        <a:pt x="10607" y="21600"/>
                      </a:lnTo>
                      <a:lnTo>
                        <a:pt x="21492" y="21600"/>
                      </a:lnTo>
                      <a:lnTo>
                        <a:pt x="21492" y="5715"/>
                      </a:lnTo>
                      <a:cubicBezTo>
                        <a:pt x="21492" y="2559"/>
                        <a:pt x="19604" y="0"/>
                        <a:pt x="17295" y="0"/>
                      </a:cubicBezTo>
                      <a:lnTo>
                        <a:pt x="14804" y="0"/>
                      </a:lnTo>
                      <a:cubicBezTo>
                        <a:pt x="13794" y="0"/>
                        <a:pt x="12863" y="517"/>
                        <a:pt x="12142" y="1339"/>
                      </a:cubicBezTo>
                      <a:cubicBezTo>
                        <a:pt x="12117" y="1357"/>
                        <a:pt x="12076" y="1357"/>
                        <a:pt x="12063" y="1393"/>
                      </a:cubicBezTo>
                      <a:cubicBezTo>
                        <a:pt x="11211" y="2165"/>
                        <a:pt x="10555" y="3256"/>
                        <a:pt x="9873" y="4402"/>
                      </a:cubicBezTo>
                      <a:cubicBezTo>
                        <a:pt x="8352" y="6982"/>
                        <a:pt x="6621" y="9937"/>
                        <a:pt x="1782" y="1067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5" name="iṥḻïďé">
                  <a:extLst>
                    <a:ext uri="{FF2B5EF4-FFF2-40B4-BE49-F238E27FC236}">
                      <a16:creationId xmlns:a16="http://schemas.microsoft.com/office/drawing/2014/main" id="{60D06983-E8E7-4F86-AADA-4ECFD10AEDFE}"/>
                    </a:ext>
                  </a:extLst>
                </p:cNvPr>
                <p:cNvSpPr/>
                <p:nvPr/>
              </p:nvSpPr>
              <p:spPr>
                <a:xfrm rot="58819" flipH="1">
                  <a:off x="6444905" y="2753457"/>
                  <a:ext cx="68933" cy="6893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10816"/>
                      </a:moveTo>
                      <a:cubicBezTo>
                        <a:pt x="0" y="16780"/>
                        <a:pt x="4823" y="21600"/>
                        <a:pt x="10785" y="21600"/>
                      </a:cubicBezTo>
                      <a:cubicBezTo>
                        <a:pt x="16777" y="21600"/>
                        <a:pt x="21600" y="16780"/>
                        <a:pt x="21600" y="10816"/>
                      </a:cubicBezTo>
                      <a:cubicBezTo>
                        <a:pt x="21600" y="4855"/>
                        <a:pt x="16777" y="0"/>
                        <a:pt x="10785" y="0"/>
                      </a:cubicBezTo>
                      <a:cubicBezTo>
                        <a:pt x="4823" y="0"/>
                        <a:pt x="0" y="4855"/>
                        <a:pt x="0" y="1081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6" name="ïSľíďé">
                  <a:extLst>
                    <a:ext uri="{FF2B5EF4-FFF2-40B4-BE49-F238E27FC236}">
                      <a16:creationId xmlns:a16="http://schemas.microsoft.com/office/drawing/2014/main" id="{B5E7C917-B3CC-4C3F-A60A-2A9276671CAC}"/>
                    </a:ext>
                  </a:extLst>
                </p:cNvPr>
                <p:cNvSpPr/>
                <p:nvPr/>
              </p:nvSpPr>
              <p:spPr>
                <a:xfrm rot="58819" flipH="1">
                  <a:off x="6572449" y="2519161"/>
                  <a:ext cx="38759" cy="20141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9403"/>
                      </a:moveTo>
                      <a:lnTo>
                        <a:pt x="21600" y="2196"/>
                      </a:lnTo>
                      <a:cubicBezTo>
                        <a:pt x="21600" y="985"/>
                        <a:pt x="16471" y="0"/>
                        <a:pt x="10177" y="0"/>
                      </a:cubicBezTo>
                      <a:lnTo>
                        <a:pt x="0" y="0"/>
                      </a:lnTo>
                      <a:lnTo>
                        <a:pt x="0" y="21600"/>
                      </a:lnTo>
                      <a:lnTo>
                        <a:pt x="10177" y="21600"/>
                      </a:lnTo>
                      <a:cubicBezTo>
                        <a:pt x="16471" y="21600"/>
                        <a:pt x="21600" y="20614"/>
                        <a:pt x="21600" y="1940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4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7" name="ïSľídè">
                  <a:extLst>
                    <a:ext uri="{FF2B5EF4-FFF2-40B4-BE49-F238E27FC236}">
                      <a16:creationId xmlns:a16="http://schemas.microsoft.com/office/drawing/2014/main" id="{F89228F7-70D2-4170-A06F-58C0A234D335}"/>
                    </a:ext>
                  </a:extLst>
                </p:cNvPr>
                <p:cNvSpPr/>
                <p:nvPr/>
              </p:nvSpPr>
              <p:spPr>
                <a:xfrm rot="58819" flipH="1">
                  <a:off x="6836177" y="2523674"/>
                  <a:ext cx="38744" cy="20142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97"/>
                      </a:moveTo>
                      <a:lnTo>
                        <a:pt x="0" y="19403"/>
                      </a:lnTo>
                      <a:cubicBezTo>
                        <a:pt x="0" y="20615"/>
                        <a:pt x="5122" y="21600"/>
                        <a:pt x="11426" y="21600"/>
                      </a:cubicBez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11426" y="0"/>
                      </a:lnTo>
                      <a:cubicBezTo>
                        <a:pt x="5122" y="0"/>
                        <a:pt x="0" y="986"/>
                        <a:pt x="0" y="219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4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8" name="ïsḷïďé">
                  <a:extLst>
                    <a:ext uri="{FF2B5EF4-FFF2-40B4-BE49-F238E27FC236}">
                      <a16:creationId xmlns:a16="http://schemas.microsoft.com/office/drawing/2014/main" id="{68A7F594-9BE1-48B9-BA31-607C0CED6604}"/>
                    </a:ext>
                  </a:extLst>
                </p:cNvPr>
                <p:cNvSpPr/>
                <p:nvPr/>
              </p:nvSpPr>
              <p:spPr>
                <a:xfrm rot="58819" flipH="1">
                  <a:off x="6630200" y="2474235"/>
                  <a:ext cx="193974" cy="2480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58" y="10398"/>
                      </a:moveTo>
                      <a:lnTo>
                        <a:pt x="4625" y="9326"/>
                      </a:lnTo>
                      <a:cubicBezTo>
                        <a:pt x="4831" y="9237"/>
                        <a:pt x="5073" y="9215"/>
                        <a:pt x="5298" y="9265"/>
                      </a:cubicBezTo>
                      <a:cubicBezTo>
                        <a:pt x="5525" y="9316"/>
                        <a:pt x="5716" y="9434"/>
                        <a:pt x="5828" y="9595"/>
                      </a:cubicBezTo>
                      <a:lnTo>
                        <a:pt x="7200" y="11525"/>
                      </a:lnTo>
                      <a:cubicBezTo>
                        <a:pt x="7437" y="11860"/>
                        <a:pt x="7283" y="12281"/>
                        <a:pt x="6856" y="12467"/>
                      </a:cubicBezTo>
                      <a:lnTo>
                        <a:pt x="4388" y="13539"/>
                      </a:lnTo>
                      <a:cubicBezTo>
                        <a:pt x="4255" y="13597"/>
                        <a:pt x="4107" y="13627"/>
                        <a:pt x="3959" y="13627"/>
                      </a:cubicBezTo>
                      <a:cubicBezTo>
                        <a:pt x="3876" y="13627"/>
                        <a:pt x="3795" y="13617"/>
                        <a:pt x="3714" y="13600"/>
                      </a:cubicBezTo>
                      <a:cubicBezTo>
                        <a:pt x="3489" y="13549"/>
                        <a:pt x="3298" y="13431"/>
                        <a:pt x="3184" y="13270"/>
                      </a:cubicBezTo>
                      <a:lnTo>
                        <a:pt x="1813" y="11340"/>
                      </a:lnTo>
                      <a:cubicBezTo>
                        <a:pt x="1575" y="11005"/>
                        <a:pt x="1729" y="10584"/>
                        <a:pt x="2158" y="10398"/>
                      </a:cubicBezTo>
                      <a:close/>
                      <a:moveTo>
                        <a:pt x="6587" y="2495"/>
                      </a:moveTo>
                      <a:cubicBezTo>
                        <a:pt x="6587" y="1883"/>
                        <a:pt x="7223" y="1384"/>
                        <a:pt x="8005" y="1384"/>
                      </a:cubicBezTo>
                      <a:lnTo>
                        <a:pt x="13595" y="1384"/>
                      </a:lnTo>
                      <a:cubicBezTo>
                        <a:pt x="14377" y="1384"/>
                        <a:pt x="15015" y="1883"/>
                        <a:pt x="15015" y="2495"/>
                      </a:cubicBezTo>
                      <a:lnTo>
                        <a:pt x="15015" y="4061"/>
                      </a:lnTo>
                      <a:lnTo>
                        <a:pt x="6587" y="4061"/>
                      </a:lnTo>
                      <a:cubicBezTo>
                        <a:pt x="6587" y="4061"/>
                        <a:pt x="6587" y="2495"/>
                        <a:pt x="6587" y="2495"/>
                      </a:cubicBezTo>
                      <a:close/>
                      <a:moveTo>
                        <a:pt x="17727" y="6224"/>
                      </a:moveTo>
                      <a:cubicBezTo>
                        <a:pt x="19296" y="6224"/>
                        <a:pt x="20310" y="6696"/>
                        <a:pt x="20310" y="7425"/>
                      </a:cubicBezTo>
                      <a:cubicBezTo>
                        <a:pt x="20310" y="8155"/>
                        <a:pt x="19297" y="8626"/>
                        <a:pt x="17727" y="8626"/>
                      </a:cubicBezTo>
                      <a:cubicBezTo>
                        <a:pt x="16158" y="8626"/>
                        <a:pt x="15142" y="8155"/>
                        <a:pt x="15142" y="7425"/>
                      </a:cubicBezTo>
                      <a:cubicBezTo>
                        <a:pt x="15142" y="6696"/>
                        <a:pt x="16158" y="6224"/>
                        <a:pt x="17727" y="6224"/>
                      </a:cubicBezTo>
                      <a:close/>
                      <a:moveTo>
                        <a:pt x="13461" y="15795"/>
                      </a:moveTo>
                      <a:lnTo>
                        <a:pt x="12167" y="16589"/>
                      </a:lnTo>
                      <a:lnTo>
                        <a:pt x="12268" y="17874"/>
                      </a:lnTo>
                      <a:cubicBezTo>
                        <a:pt x="12291" y="18137"/>
                        <a:pt x="12118" y="18386"/>
                        <a:pt x="11827" y="18518"/>
                      </a:cubicBezTo>
                      <a:cubicBezTo>
                        <a:pt x="11689" y="18579"/>
                        <a:pt x="11537" y="18609"/>
                        <a:pt x="11385" y="18609"/>
                      </a:cubicBezTo>
                      <a:cubicBezTo>
                        <a:pt x="11214" y="18609"/>
                        <a:pt x="11040" y="18570"/>
                        <a:pt x="10891" y="18492"/>
                      </a:cubicBezTo>
                      <a:lnTo>
                        <a:pt x="9527" y="17775"/>
                      </a:lnTo>
                      <a:lnTo>
                        <a:pt x="7996" y="18248"/>
                      </a:lnTo>
                      <a:cubicBezTo>
                        <a:pt x="7682" y="18345"/>
                        <a:pt x="7325" y="18294"/>
                        <a:pt x="7075" y="18118"/>
                      </a:cubicBezTo>
                      <a:cubicBezTo>
                        <a:pt x="6826" y="17941"/>
                        <a:pt x="6726" y="17668"/>
                        <a:pt x="6819" y="17415"/>
                      </a:cubicBezTo>
                      <a:lnTo>
                        <a:pt x="7268" y="16177"/>
                      </a:lnTo>
                      <a:lnTo>
                        <a:pt x="6221" y="15186"/>
                      </a:lnTo>
                      <a:cubicBezTo>
                        <a:pt x="6006" y="14982"/>
                        <a:pt x="5957" y="14702"/>
                        <a:pt x="6095" y="14461"/>
                      </a:cubicBezTo>
                      <a:cubicBezTo>
                        <a:pt x="6232" y="14221"/>
                        <a:pt x="6533" y="14063"/>
                        <a:pt x="6869" y="14053"/>
                      </a:cubicBezTo>
                      <a:lnTo>
                        <a:pt x="8514" y="14005"/>
                      </a:lnTo>
                      <a:lnTo>
                        <a:pt x="9397" y="12919"/>
                      </a:lnTo>
                      <a:cubicBezTo>
                        <a:pt x="9577" y="12696"/>
                        <a:pt x="9903" y="12574"/>
                        <a:pt x="10239" y="12602"/>
                      </a:cubicBezTo>
                      <a:cubicBezTo>
                        <a:pt x="10573" y="12630"/>
                        <a:pt x="10859" y="12804"/>
                        <a:pt x="10974" y="13052"/>
                      </a:cubicBezTo>
                      <a:lnTo>
                        <a:pt x="11541" y="14260"/>
                      </a:lnTo>
                      <a:lnTo>
                        <a:pt x="13135" y="14580"/>
                      </a:lnTo>
                      <a:cubicBezTo>
                        <a:pt x="13461" y="14646"/>
                        <a:pt x="13712" y="14851"/>
                        <a:pt x="13781" y="15109"/>
                      </a:cubicBezTo>
                      <a:cubicBezTo>
                        <a:pt x="13849" y="15366"/>
                        <a:pt x="13726" y="15632"/>
                        <a:pt x="13461" y="15795"/>
                      </a:cubicBezTo>
                      <a:close/>
                      <a:moveTo>
                        <a:pt x="0" y="21600"/>
                      </a:moveTo>
                      <a:lnTo>
                        <a:pt x="21600" y="21600"/>
                      </a:lnTo>
                      <a:lnTo>
                        <a:pt x="21600" y="4061"/>
                      </a:lnTo>
                      <a:lnTo>
                        <a:pt x="16786" y="4061"/>
                      </a:lnTo>
                      <a:lnTo>
                        <a:pt x="16786" y="2495"/>
                      </a:lnTo>
                      <a:cubicBezTo>
                        <a:pt x="16786" y="1119"/>
                        <a:pt x="15355" y="0"/>
                        <a:pt x="13595" y="0"/>
                      </a:cubicBezTo>
                      <a:lnTo>
                        <a:pt x="8005" y="0"/>
                      </a:lnTo>
                      <a:cubicBezTo>
                        <a:pt x="6247" y="0"/>
                        <a:pt x="4814" y="1119"/>
                        <a:pt x="4814" y="2495"/>
                      </a:cubicBezTo>
                      <a:lnTo>
                        <a:pt x="4814" y="4061"/>
                      </a:lnTo>
                      <a:lnTo>
                        <a:pt x="0" y="4061"/>
                      </a:lnTo>
                      <a:cubicBezTo>
                        <a:pt x="0" y="4061"/>
                        <a:pt x="0" y="21600"/>
                        <a:pt x="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62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59" name="isļïde">
                  <a:extLst>
                    <a:ext uri="{FF2B5EF4-FFF2-40B4-BE49-F238E27FC236}">
                      <a16:creationId xmlns:a16="http://schemas.microsoft.com/office/drawing/2014/main" id="{396A55F8-08C4-430C-93F4-D1847768B6D2}"/>
                    </a:ext>
                  </a:extLst>
                </p:cNvPr>
                <p:cNvSpPr/>
                <p:nvPr/>
              </p:nvSpPr>
              <p:spPr>
                <a:xfrm rot="58819" flipH="1">
                  <a:off x="6389628" y="3356361"/>
                  <a:ext cx="238369" cy="24452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5294" y="14343"/>
                      </a:moveTo>
                      <a:lnTo>
                        <a:pt x="6592" y="9716"/>
                      </a:lnTo>
                      <a:lnTo>
                        <a:pt x="15008" y="9716"/>
                      </a:lnTo>
                      <a:lnTo>
                        <a:pt x="16305" y="14343"/>
                      </a:lnTo>
                      <a:cubicBezTo>
                        <a:pt x="16305" y="14343"/>
                        <a:pt x="5294" y="14343"/>
                        <a:pt x="5294" y="14343"/>
                      </a:cubicBezTo>
                      <a:close/>
                      <a:moveTo>
                        <a:pt x="9009" y="1100"/>
                      </a:moveTo>
                      <a:lnTo>
                        <a:pt x="12591" y="1100"/>
                      </a:lnTo>
                      <a:lnTo>
                        <a:pt x="13572" y="4599"/>
                      </a:lnTo>
                      <a:lnTo>
                        <a:pt x="8028" y="4599"/>
                      </a:lnTo>
                      <a:cubicBezTo>
                        <a:pt x="8028" y="4599"/>
                        <a:pt x="9009" y="1100"/>
                        <a:pt x="9009" y="1100"/>
                      </a:cubicBezTo>
                      <a:close/>
                      <a:moveTo>
                        <a:pt x="21600" y="21050"/>
                      </a:moveTo>
                      <a:lnTo>
                        <a:pt x="21600" y="19528"/>
                      </a:lnTo>
                      <a:cubicBezTo>
                        <a:pt x="21600" y="19224"/>
                        <a:pt x="21347" y="18978"/>
                        <a:pt x="21036" y="18978"/>
                      </a:cubicBezTo>
                      <a:lnTo>
                        <a:pt x="18777" y="18978"/>
                      </a:lnTo>
                      <a:lnTo>
                        <a:pt x="15997" y="9067"/>
                      </a:lnTo>
                      <a:cubicBezTo>
                        <a:pt x="15994" y="9055"/>
                        <a:pt x="15988" y="9044"/>
                        <a:pt x="15987" y="9032"/>
                      </a:cubicBezTo>
                      <a:lnTo>
                        <a:pt x="14890" y="5126"/>
                      </a:lnTo>
                      <a:lnTo>
                        <a:pt x="14857" y="5004"/>
                      </a:lnTo>
                      <a:lnTo>
                        <a:pt x="13566" y="405"/>
                      </a:lnTo>
                      <a:cubicBezTo>
                        <a:pt x="13498" y="166"/>
                        <a:pt x="13277" y="0"/>
                        <a:pt x="13021" y="0"/>
                      </a:cubicBezTo>
                      <a:lnTo>
                        <a:pt x="8577" y="0"/>
                      </a:lnTo>
                      <a:cubicBezTo>
                        <a:pt x="8323" y="0"/>
                        <a:pt x="8101" y="166"/>
                        <a:pt x="8033" y="405"/>
                      </a:cubicBezTo>
                      <a:lnTo>
                        <a:pt x="5803" y="8357"/>
                      </a:lnTo>
                      <a:lnTo>
                        <a:pt x="5617" y="9021"/>
                      </a:lnTo>
                      <a:lnTo>
                        <a:pt x="2823" y="18978"/>
                      </a:lnTo>
                      <a:lnTo>
                        <a:pt x="564" y="18978"/>
                      </a:lnTo>
                      <a:cubicBezTo>
                        <a:pt x="252" y="18978"/>
                        <a:pt x="0" y="19224"/>
                        <a:pt x="0" y="19528"/>
                      </a:cubicBezTo>
                      <a:lnTo>
                        <a:pt x="0" y="21050"/>
                      </a:lnTo>
                      <a:cubicBezTo>
                        <a:pt x="0" y="21354"/>
                        <a:pt x="252" y="21600"/>
                        <a:pt x="564" y="21600"/>
                      </a:cubicBezTo>
                      <a:lnTo>
                        <a:pt x="21036" y="21600"/>
                      </a:lnTo>
                      <a:cubicBezTo>
                        <a:pt x="21347" y="21600"/>
                        <a:pt x="21600" y="21354"/>
                        <a:pt x="21600" y="2105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62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0" name="ïš1iḑê">
                  <a:extLst>
                    <a:ext uri="{FF2B5EF4-FFF2-40B4-BE49-F238E27FC236}">
                      <a16:creationId xmlns:a16="http://schemas.microsoft.com/office/drawing/2014/main" id="{F3AE2CEF-AB39-46DA-AC66-62B19A994318}"/>
                    </a:ext>
                  </a:extLst>
                </p:cNvPr>
                <p:cNvSpPr/>
                <p:nvPr/>
              </p:nvSpPr>
              <p:spPr>
                <a:xfrm rot="58819" flipH="1">
                  <a:off x="6017184" y="3162012"/>
                  <a:ext cx="353407" cy="35340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cubicBezTo>
                        <a:pt x="4844" y="0"/>
                        <a:pt x="0" y="4847"/>
                        <a:pt x="0" y="10800"/>
                      </a:cubicBezTo>
                      <a:cubicBezTo>
                        <a:pt x="0" y="16755"/>
                        <a:pt x="4844" y="21600"/>
                        <a:pt x="10800" y="21600"/>
                      </a:cubicBezTo>
                      <a:cubicBezTo>
                        <a:pt x="16753" y="21600"/>
                        <a:pt x="21600" y="16755"/>
                        <a:pt x="21600" y="10800"/>
                      </a:cubicBezTo>
                      <a:cubicBezTo>
                        <a:pt x="21600" y="4847"/>
                        <a:pt x="16753" y="0"/>
                        <a:pt x="10800" y="0"/>
                      </a:cubicBezTo>
                      <a:close/>
                      <a:moveTo>
                        <a:pt x="13072" y="6760"/>
                      </a:moveTo>
                      <a:lnTo>
                        <a:pt x="17208" y="6760"/>
                      </a:lnTo>
                      <a:lnTo>
                        <a:pt x="17208" y="14704"/>
                      </a:lnTo>
                      <a:lnTo>
                        <a:pt x="13072" y="14704"/>
                      </a:lnTo>
                      <a:cubicBezTo>
                        <a:pt x="13072" y="14704"/>
                        <a:pt x="10544" y="14786"/>
                        <a:pt x="10544" y="12360"/>
                      </a:cubicBezTo>
                      <a:cubicBezTo>
                        <a:pt x="10544" y="12360"/>
                        <a:pt x="10435" y="10384"/>
                        <a:pt x="12032" y="10384"/>
                      </a:cubicBezTo>
                      <a:cubicBezTo>
                        <a:pt x="12032" y="10384"/>
                        <a:pt x="10816" y="10293"/>
                        <a:pt x="10816" y="8872"/>
                      </a:cubicBezTo>
                      <a:cubicBezTo>
                        <a:pt x="10816" y="7449"/>
                        <a:pt x="11814" y="6760"/>
                        <a:pt x="13072" y="6760"/>
                      </a:cubicBezTo>
                      <a:close/>
                      <a:moveTo>
                        <a:pt x="5608" y="7224"/>
                      </a:moveTo>
                      <a:lnTo>
                        <a:pt x="8888" y="7224"/>
                      </a:lnTo>
                      <a:cubicBezTo>
                        <a:pt x="8888" y="7224"/>
                        <a:pt x="8888" y="8208"/>
                        <a:pt x="8888" y="8208"/>
                      </a:cubicBezTo>
                      <a:lnTo>
                        <a:pt x="5608" y="8208"/>
                      </a:lnTo>
                      <a:lnTo>
                        <a:pt x="5608" y="7224"/>
                      </a:lnTo>
                      <a:close/>
                      <a:moveTo>
                        <a:pt x="13032" y="8176"/>
                      </a:moveTo>
                      <a:cubicBezTo>
                        <a:pt x="13032" y="8176"/>
                        <a:pt x="12464" y="8182"/>
                        <a:pt x="12464" y="9008"/>
                      </a:cubicBezTo>
                      <a:cubicBezTo>
                        <a:pt x="12464" y="9836"/>
                        <a:pt x="12794" y="9952"/>
                        <a:pt x="13168" y="9952"/>
                      </a:cubicBezTo>
                      <a:lnTo>
                        <a:pt x="15344" y="9952"/>
                      </a:lnTo>
                      <a:lnTo>
                        <a:pt x="15344" y="8176"/>
                      </a:lnTo>
                      <a:lnTo>
                        <a:pt x="13032" y="8176"/>
                      </a:lnTo>
                      <a:close/>
                      <a:moveTo>
                        <a:pt x="7176" y="8776"/>
                      </a:moveTo>
                      <a:cubicBezTo>
                        <a:pt x="10232" y="8776"/>
                        <a:pt x="10232" y="11832"/>
                        <a:pt x="10232" y="11832"/>
                      </a:cubicBezTo>
                      <a:cubicBezTo>
                        <a:pt x="10232" y="11832"/>
                        <a:pt x="10439" y="14872"/>
                        <a:pt x="7176" y="14872"/>
                      </a:cubicBezTo>
                      <a:cubicBezTo>
                        <a:pt x="7176" y="14872"/>
                        <a:pt x="4456" y="15028"/>
                        <a:pt x="4456" y="12760"/>
                      </a:cubicBezTo>
                      <a:lnTo>
                        <a:pt x="5856" y="12760"/>
                      </a:lnTo>
                      <a:cubicBezTo>
                        <a:pt x="5856" y="12760"/>
                        <a:pt x="5807" y="13616"/>
                        <a:pt x="7128" y="13616"/>
                      </a:cubicBezTo>
                      <a:cubicBezTo>
                        <a:pt x="7128" y="13616"/>
                        <a:pt x="8528" y="13708"/>
                        <a:pt x="8528" y="12232"/>
                      </a:cubicBezTo>
                      <a:lnTo>
                        <a:pt x="4408" y="12232"/>
                      </a:lnTo>
                      <a:cubicBezTo>
                        <a:pt x="4408" y="12232"/>
                        <a:pt x="3959" y="8776"/>
                        <a:pt x="7176" y="8776"/>
                      </a:cubicBezTo>
                      <a:close/>
                      <a:moveTo>
                        <a:pt x="6968" y="9864"/>
                      </a:moveTo>
                      <a:cubicBezTo>
                        <a:pt x="5738" y="9864"/>
                        <a:pt x="5752" y="11088"/>
                        <a:pt x="5752" y="11088"/>
                      </a:cubicBezTo>
                      <a:lnTo>
                        <a:pt x="8360" y="11088"/>
                      </a:lnTo>
                      <a:cubicBezTo>
                        <a:pt x="8360" y="11088"/>
                        <a:pt x="8193" y="9864"/>
                        <a:pt x="6968" y="9864"/>
                      </a:cubicBezTo>
                      <a:close/>
                      <a:moveTo>
                        <a:pt x="13032" y="11304"/>
                      </a:moveTo>
                      <a:cubicBezTo>
                        <a:pt x="13032" y="11304"/>
                        <a:pt x="12192" y="11298"/>
                        <a:pt x="12192" y="12400"/>
                      </a:cubicBezTo>
                      <a:cubicBezTo>
                        <a:pt x="12192" y="13330"/>
                        <a:pt x="12814" y="13422"/>
                        <a:pt x="13144" y="13432"/>
                      </a:cubicBezTo>
                      <a:cubicBezTo>
                        <a:pt x="13203" y="13432"/>
                        <a:pt x="13255" y="13432"/>
                        <a:pt x="13288" y="13432"/>
                      </a:cubicBezTo>
                      <a:lnTo>
                        <a:pt x="15344" y="13432"/>
                      </a:lnTo>
                      <a:lnTo>
                        <a:pt x="15344" y="11304"/>
                      </a:lnTo>
                      <a:lnTo>
                        <a:pt x="13032" y="11304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lnSpcReduction="1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1" name="ïşḻide">
                  <a:extLst>
                    <a:ext uri="{FF2B5EF4-FFF2-40B4-BE49-F238E27FC236}">
                      <a16:creationId xmlns:a16="http://schemas.microsoft.com/office/drawing/2014/main" id="{09008CB4-7D3B-4898-9652-73B4A75AE859}"/>
                    </a:ext>
                  </a:extLst>
                </p:cNvPr>
                <p:cNvSpPr/>
                <p:nvPr/>
              </p:nvSpPr>
              <p:spPr>
                <a:xfrm rot="58819" flipH="1">
                  <a:off x="6215416" y="2298845"/>
                  <a:ext cx="315842" cy="31597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4" y="0"/>
                      </a:moveTo>
                      <a:cubicBezTo>
                        <a:pt x="4848" y="0"/>
                        <a:pt x="0" y="4846"/>
                        <a:pt x="0" y="10800"/>
                      </a:cubicBezTo>
                      <a:cubicBezTo>
                        <a:pt x="0" y="16754"/>
                        <a:pt x="4848" y="21600"/>
                        <a:pt x="10804" y="21600"/>
                      </a:cubicBezTo>
                      <a:cubicBezTo>
                        <a:pt x="16761" y="21600"/>
                        <a:pt x="21600" y="16754"/>
                        <a:pt x="21600" y="10800"/>
                      </a:cubicBezTo>
                      <a:cubicBezTo>
                        <a:pt x="21600" y="4846"/>
                        <a:pt x="16761" y="0"/>
                        <a:pt x="10804" y="0"/>
                      </a:cubicBezTo>
                      <a:close/>
                      <a:moveTo>
                        <a:pt x="10804" y="993"/>
                      </a:moveTo>
                      <a:cubicBezTo>
                        <a:pt x="16215" y="993"/>
                        <a:pt x="20615" y="5392"/>
                        <a:pt x="20615" y="10800"/>
                      </a:cubicBezTo>
                      <a:cubicBezTo>
                        <a:pt x="20615" y="16208"/>
                        <a:pt x="16215" y="20607"/>
                        <a:pt x="10804" y="20607"/>
                      </a:cubicBezTo>
                      <a:cubicBezTo>
                        <a:pt x="5394" y="20607"/>
                        <a:pt x="985" y="16208"/>
                        <a:pt x="985" y="10800"/>
                      </a:cubicBezTo>
                      <a:cubicBezTo>
                        <a:pt x="985" y="5392"/>
                        <a:pt x="5394" y="993"/>
                        <a:pt x="10804" y="993"/>
                      </a:cubicBezTo>
                      <a:close/>
                      <a:moveTo>
                        <a:pt x="10903" y="1888"/>
                      </a:moveTo>
                      <a:cubicBezTo>
                        <a:pt x="5893" y="1888"/>
                        <a:pt x="1817" y="5963"/>
                        <a:pt x="1817" y="10970"/>
                      </a:cubicBezTo>
                      <a:cubicBezTo>
                        <a:pt x="1817" y="15977"/>
                        <a:pt x="5893" y="20043"/>
                        <a:pt x="10903" y="20043"/>
                      </a:cubicBezTo>
                      <a:cubicBezTo>
                        <a:pt x="15912" y="20043"/>
                        <a:pt x="19989" y="15977"/>
                        <a:pt x="19989" y="10970"/>
                      </a:cubicBezTo>
                      <a:cubicBezTo>
                        <a:pt x="19989" y="5963"/>
                        <a:pt x="15912" y="1888"/>
                        <a:pt x="10903" y="1888"/>
                      </a:cubicBezTo>
                      <a:close/>
                      <a:moveTo>
                        <a:pt x="9820" y="2854"/>
                      </a:moveTo>
                      <a:cubicBezTo>
                        <a:pt x="10092" y="2854"/>
                        <a:pt x="10312" y="3073"/>
                        <a:pt x="10312" y="3346"/>
                      </a:cubicBezTo>
                      <a:lnTo>
                        <a:pt x="10312" y="4000"/>
                      </a:lnTo>
                      <a:lnTo>
                        <a:pt x="11386" y="2989"/>
                      </a:lnTo>
                      <a:cubicBezTo>
                        <a:pt x="11530" y="2853"/>
                        <a:pt x="11742" y="2811"/>
                        <a:pt x="11923" y="2890"/>
                      </a:cubicBezTo>
                      <a:cubicBezTo>
                        <a:pt x="12105" y="2968"/>
                        <a:pt x="12219" y="3149"/>
                        <a:pt x="12219" y="3346"/>
                      </a:cubicBezTo>
                      <a:cubicBezTo>
                        <a:pt x="12219" y="3346"/>
                        <a:pt x="12219" y="5145"/>
                        <a:pt x="12219" y="5145"/>
                      </a:cubicBezTo>
                      <a:cubicBezTo>
                        <a:pt x="12219" y="5418"/>
                        <a:pt x="12000" y="5637"/>
                        <a:pt x="11726" y="5637"/>
                      </a:cubicBezTo>
                      <a:cubicBezTo>
                        <a:pt x="11453" y="5637"/>
                        <a:pt x="11225" y="5418"/>
                        <a:pt x="11225" y="5145"/>
                      </a:cubicBezTo>
                      <a:lnTo>
                        <a:pt x="11225" y="4492"/>
                      </a:lnTo>
                      <a:lnTo>
                        <a:pt x="10160" y="5503"/>
                      </a:lnTo>
                      <a:cubicBezTo>
                        <a:pt x="10066" y="5591"/>
                        <a:pt x="9944" y="5637"/>
                        <a:pt x="9820" y="5637"/>
                      </a:cubicBezTo>
                      <a:cubicBezTo>
                        <a:pt x="9754" y="5637"/>
                        <a:pt x="9686" y="5629"/>
                        <a:pt x="9623" y="5601"/>
                      </a:cubicBezTo>
                      <a:cubicBezTo>
                        <a:pt x="9442" y="5523"/>
                        <a:pt x="9319" y="5343"/>
                        <a:pt x="9319" y="5145"/>
                      </a:cubicBezTo>
                      <a:lnTo>
                        <a:pt x="9319" y="3346"/>
                      </a:lnTo>
                      <a:cubicBezTo>
                        <a:pt x="9318" y="3073"/>
                        <a:pt x="9545" y="2854"/>
                        <a:pt x="9820" y="2854"/>
                      </a:cubicBezTo>
                      <a:close/>
                      <a:moveTo>
                        <a:pt x="5899" y="5512"/>
                      </a:moveTo>
                      <a:cubicBezTo>
                        <a:pt x="6014" y="5503"/>
                        <a:pt x="6132" y="5529"/>
                        <a:pt x="6230" y="5601"/>
                      </a:cubicBezTo>
                      <a:lnTo>
                        <a:pt x="11950" y="9816"/>
                      </a:lnTo>
                      <a:cubicBezTo>
                        <a:pt x="11956" y="9820"/>
                        <a:pt x="11954" y="9829"/>
                        <a:pt x="11959" y="9834"/>
                      </a:cubicBezTo>
                      <a:cubicBezTo>
                        <a:pt x="11967" y="9839"/>
                        <a:pt x="11979" y="9846"/>
                        <a:pt x="11986" y="9852"/>
                      </a:cubicBezTo>
                      <a:cubicBezTo>
                        <a:pt x="11994" y="9857"/>
                        <a:pt x="11997" y="9863"/>
                        <a:pt x="12004" y="9869"/>
                      </a:cubicBezTo>
                      <a:cubicBezTo>
                        <a:pt x="12010" y="9876"/>
                        <a:pt x="12016" y="9881"/>
                        <a:pt x="12022" y="9887"/>
                      </a:cubicBezTo>
                      <a:cubicBezTo>
                        <a:pt x="12028" y="9894"/>
                        <a:pt x="12034" y="9898"/>
                        <a:pt x="12040" y="9905"/>
                      </a:cubicBezTo>
                      <a:cubicBezTo>
                        <a:pt x="12044" y="9911"/>
                        <a:pt x="12046" y="9918"/>
                        <a:pt x="12049" y="9923"/>
                      </a:cubicBezTo>
                      <a:lnTo>
                        <a:pt x="16274" y="15641"/>
                      </a:lnTo>
                      <a:cubicBezTo>
                        <a:pt x="16419" y="15838"/>
                        <a:pt x="16394" y="16112"/>
                        <a:pt x="16220" y="16285"/>
                      </a:cubicBezTo>
                      <a:cubicBezTo>
                        <a:pt x="16124" y="16381"/>
                        <a:pt x="15998" y="16428"/>
                        <a:pt x="15871" y="16428"/>
                      </a:cubicBezTo>
                      <a:cubicBezTo>
                        <a:pt x="15768" y="16428"/>
                        <a:pt x="15664" y="16395"/>
                        <a:pt x="15576" y="16330"/>
                      </a:cubicBezTo>
                      <a:lnTo>
                        <a:pt x="9856" y="12115"/>
                      </a:lnTo>
                      <a:cubicBezTo>
                        <a:pt x="9850" y="12111"/>
                        <a:pt x="9852" y="12111"/>
                        <a:pt x="9847" y="12106"/>
                      </a:cubicBezTo>
                      <a:cubicBezTo>
                        <a:pt x="9839" y="12101"/>
                        <a:pt x="9826" y="12094"/>
                        <a:pt x="9820" y="12088"/>
                      </a:cubicBezTo>
                      <a:cubicBezTo>
                        <a:pt x="9812" y="12082"/>
                        <a:pt x="9808" y="12077"/>
                        <a:pt x="9802" y="12071"/>
                      </a:cubicBezTo>
                      <a:cubicBezTo>
                        <a:pt x="9796" y="12064"/>
                        <a:pt x="9790" y="12051"/>
                        <a:pt x="9784" y="12044"/>
                      </a:cubicBezTo>
                      <a:cubicBezTo>
                        <a:pt x="9778" y="12037"/>
                        <a:pt x="9772" y="12033"/>
                        <a:pt x="9766" y="12026"/>
                      </a:cubicBezTo>
                      <a:cubicBezTo>
                        <a:pt x="9762" y="12020"/>
                        <a:pt x="9761" y="12013"/>
                        <a:pt x="9757" y="12008"/>
                      </a:cubicBezTo>
                      <a:lnTo>
                        <a:pt x="5541" y="6299"/>
                      </a:lnTo>
                      <a:cubicBezTo>
                        <a:pt x="5395" y="6102"/>
                        <a:pt x="5413" y="5828"/>
                        <a:pt x="5586" y="5655"/>
                      </a:cubicBezTo>
                      <a:cubicBezTo>
                        <a:pt x="5673" y="5568"/>
                        <a:pt x="5784" y="5521"/>
                        <a:pt x="5899" y="5512"/>
                      </a:cubicBezTo>
                      <a:close/>
                      <a:moveTo>
                        <a:pt x="10822" y="15990"/>
                      </a:moveTo>
                      <a:cubicBezTo>
                        <a:pt x="11131" y="16010"/>
                        <a:pt x="11477" y="16081"/>
                        <a:pt x="11726" y="16294"/>
                      </a:cubicBezTo>
                      <a:cubicBezTo>
                        <a:pt x="11943" y="16478"/>
                        <a:pt x="12058" y="16728"/>
                        <a:pt x="12058" y="17019"/>
                      </a:cubicBezTo>
                      <a:cubicBezTo>
                        <a:pt x="12058" y="17648"/>
                        <a:pt x="11421" y="17875"/>
                        <a:pt x="11001" y="18021"/>
                      </a:cubicBezTo>
                      <a:cubicBezTo>
                        <a:pt x="10875" y="18064"/>
                        <a:pt x="10673" y="18133"/>
                        <a:pt x="10554" y="18200"/>
                      </a:cubicBezTo>
                      <a:cubicBezTo>
                        <a:pt x="10760" y="18232"/>
                        <a:pt x="11138" y="18209"/>
                        <a:pt x="11458" y="18137"/>
                      </a:cubicBezTo>
                      <a:cubicBezTo>
                        <a:pt x="11725" y="18076"/>
                        <a:pt x="11988" y="18247"/>
                        <a:pt x="12049" y="18513"/>
                      </a:cubicBezTo>
                      <a:cubicBezTo>
                        <a:pt x="12109" y="18780"/>
                        <a:pt x="11940" y="19042"/>
                        <a:pt x="11673" y="19104"/>
                      </a:cubicBezTo>
                      <a:cubicBezTo>
                        <a:pt x="11517" y="19138"/>
                        <a:pt x="11168" y="19211"/>
                        <a:pt x="10796" y="19211"/>
                      </a:cubicBezTo>
                      <a:cubicBezTo>
                        <a:pt x="10441" y="19211"/>
                        <a:pt x="10070" y="19150"/>
                        <a:pt x="9811" y="18942"/>
                      </a:cubicBezTo>
                      <a:cubicBezTo>
                        <a:pt x="9600" y="18774"/>
                        <a:pt x="9480" y="18529"/>
                        <a:pt x="9480" y="18254"/>
                      </a:cubicBezTo>
                      <a:cubicBezTo>
                        <a:pt x="9480" y="17504"/>
                        <a:pt x="10202" y="17247"/>
                        <a:pt x="10679" y="17081"/>
                      </a:cubicBezTo>
                      <a:cubicBezTo>
                        <a:pt x="10753" y="17056"/>
                        <a:pt x="10849" y="17024"/>
                        <a:pt x="10930" y="16992"/>
                      </a:cubicBezTo>
                      <a:cubicBezTo>
                        <a:pt x="10768" y="16964"/>
                        <a:pt x="10519" y="16961"/>
                        <a:pt x="10312" y="16992"/>
                      </a:cubicBezTo>
                      <a:cubicBezTo>
                        <a:pt x="10042" y="17035"/>
                        <a:pt x="9792" y="16851"/>
                        <a:pt x="9748" y="16580"/>
                      </a:cubicBezTo>
                      <a:cubicBezTo>
                        <a:pt x="9706" y="16310"/>
                        <a:pt x="9890" y="16059"/>
                        <a:pt x="10160" y="16017"/>
                      </a:cubicBezTo>
                      <a:cubicBezTo>
                        <a:pt x="10248" y="16003"/>
                        <a:pt x="10514" y="15969"/>
                        <a:pt x="10822" y="1599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92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2" name="îŝḻíďè">
                  <a:extLst>
                    <a:ext uri="{FF2B5EF4-FFF2-40B4-BE49-F238E27FC236}">
                      <a16:creationId xmlns:a16="http://schemas.microsoft.com/office/drawing/2014/main" id="{8DFA7036-EE82-49E7-B663-AB0B3E6CBA53}"/>
                    </a:ext>
                  </a:extLst>
                </p:cNvPr>
                <p:cNvSpPr/>
                <p:nvPr/>
              </p:nvSpPr>
              <p:spPr>
                <a:xfrm rot="58819" flipH="1">
                  <a:off x="6871795" y="2773096"/>
                  <a:ext cx="129332" cy="1367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cubicBezTo>
                        <a:pt x="11931" y="21600"/>
                        <a:pt x="21600" y="11932"/>
                        <a:pt x="21600" y="0"/>
                      </a:cubicBezTo>
                      <a:cubicBezTo>
                        <a:pt x="9671" y="0"/>
                        <a:pt x="0" y="9672"/>
                        <a:pt x="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3" name="ïşḻíďê">
                  <a:extLst>
                    <a:ext uri="{FF2B5EF4-FFF2-40B4-BE49-F238E27FC236}">
                      <a16:creationId xmlns:a16="http://schemas.microsoft.com/office/drawing/2014/main" id="{CADFBCBA-78B3-48E6-8138-F08689C67C4B}"/>
                    </a:ext>
                  </a:extLst>
                </p:cNvPr>
                <p:cNvSpPr/>
                <p:nvPr/>
              </p:nvSpPr>
              <p:spPr>
                <a:xfrm rot="58819" flipH="1">
                  <a:off x="6910202" y="2593115"/>
                  <a:ext cx="183906" cy="21273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6942"/>
                      </a:moveTo>
                      <a:cubicBezTo>
                        <a:pt x="13131" y="6942"/>
                        <a:pt x="15020" y="8671"/>
                        <a:pt x="15020" y="10798"/>
                      </a:cubicBezTo>
                      <a:cubicBezTo>
                        <a:pt x="15020" y="12930"/>
                        <a:pt x="13129" y="14655"/>
                        <a:pt x="10800" y="14655"/>
                      </a:cubicBezTo>
                      <a:cubicBezTo>
                        <a:pt x="8471" y="14655"/>
                        <a:pt x="6582" y="12930"/>
                        <a:pt x="6582" y="10798"/>
                      </a:cubicBezTo>
                      <a:cubicBezTo>
                        <a:pt x="6582" y="8671"/>
                        <a:pt x="8470" y="6942"/>
                        <a:pt x="10800" y="6942"/>
                      </a:cubicBezTo>
                      <a:close/>
                      <a:moveTo>
                        <a:pt x="0" y="7329"/>
                      </a:moveTo>
                      <a:cubicBezTo>
                        <a:pt x="0" y="8869"/>
                        <a:pt x="994" y="10181"/>
                        <a:pt x="2410" y="10797"/>
                      </a:cubicBezTo>
                      <a:cubicBezTo>
                        <a:pt x="994" y="11418"/>
                        <a:pt x="0" y="12727"/>
                        <a:pt x="0" y="14270"/>
                      </a:cubicBezTo>
                      <a:cubicBezTo>
                        <a:pt x="0" y="16397"/>
                        <a:pt x="1891" y="18128"/>
                        <a:pt x="4219" y="18128"/>
                      </a:cubicBezTo>
                      <a:cubicBezTo>
                        <a:pt x="5110" y="18128"/>
                        <a:pt x="5921" y="17879"/>
                        <a:pt x="6614" y="17451"/>
                      </a:cubicBezTo>
                      <a:lnTo>
                        <a:pt x="6581" y="17743"/>
                      </a:lnTo>
                      <a:cubicBezTo>
                        <a:pt x="6581" y="19870"/>
                        <a:pt x="8470" y="21600"/>
                        <a:pt x="10799" y="21600"/>
                      </a:cubicBezTo>
                      <a:cubicBezTo>
                        <a:pt x="13128" y="21600"/>
                        <a:pt x="15019" y="19870"/>
                        <a:pt x="15019" y="17743"/>
                      </a:cubicBezTo>
                      <a:lnTo>
                        <a:pt x="14986" y="17451"/>
                      </a:lnTo>
                      <a:cubicBezTo>
                        <a:pt x="15661" y="17879"/>
                        <a:pt x="16488" y="18128"/>
                        <a:pt x="17381" y="18128"/>
                      </a:cubicBezTo>
                      <a:cubicBezTo>
                        <a:pt x="19709" y="18128"/>
                        <a:pt x="21600" y="16397"/>
                        <a:pt x="21600" y="14270"/>
                      </a:cubicBezTo>
                      <a:cubicBezTo>
                        <a:pt x="21600" y="12726"/>
                        <a:pt x="20606" y="11418"/>
                        <a:pt x="19189" y="10798"/>
                      </a:cubicBezTo>
                      <a:cubicBezTo>
                        <a:pt x="20606" y="10182"/>
                        <a:pt x="21600" y="8869"/>
                        <a:pt x="21600" y="7331"/>
                      </a:cubicBezTo>
                      <a:cubicBezTo>
                        <a:pt x="21600" y="5198"/>
                        <a:pt x="19709" y="3474"/>
                        <a:pt x="17381" y="3474"/>
                      </a:cubicBezTo>
                      <a:cubicBezTo>
                        <a:pt x="16488" y="3474"/>
                        <a:pt x="15678" y="3722"/>
                        <a:pt x="14986" y="4150"/>
                      </a:cubicBezTo>
                      <a:lnTo>
                        <a:pt x="15019" y="3859"/>
                      </a:lnTo>
                      <a:cubicBezTo>
                        <a:pt x="15020" y="1729"/>
                        <a:pt x="13131" y="0"/>
                        <a:pt x="10800" y="0"/>
                      </a:cubicBezTo>
                      <a:cubicBezTo>
                        <a:pt x="8470" y="0"/>
                        <a:pt x="6582" y="1729"/>
                        <a:pt x="6582" y="3857"/>
                      </a:cubicBezTo>
                      <a:lnTo>
                        <a:pt x="6615" y="4148"/>
                      </a:lnTo>
                      <a:cubicBezTo>
                        <a:pt x="5938" y="3720"/>
                        <a:pt x="5113" y="3472"/>
                        <a:pt x="4219" y="3472"/>
                      </a:cubicBezTo>
                      <a:cubicBezTo>
                        <a:pt x="1889" y="3472"/>
                        <a:pt x="0" y="5197"/>
                        <a:pt x="0" y="732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4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4" name="íṡľîḍê">
                  <a:extLst>
                    <a:ext uri="{FF2B5EF4-FFF2-40B4-BE49-F238E27FC236}">
                      <a16:creationId xmlns:a16="http://schemas.microsoft.com/office/drawing/2014/main" id="{82380CE7-C891-40F6-8658-BE9868D53D89}"/>
                    </a:ext>
                  </a:extLst>
                </p:cNvPr>
                <p:cNvSpPr/>
                <p:nvPr/>
              </p:nvSpPr>
              <p:spPr>
                <a:xfrm rot="58819" flipH="1">
                  <a:off x="7001686" y="2775318"/>
                  <a:ext cx="129330" cy="13675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11932"/>
                        <a:pt x="9669" y="21600"/>
                        <a:pt x="21600" y="21600"/>
                      </a:cubicBezTo>
                      <a:cubicBezTo>
                        <a:pt x="21600" y="9672"/>
                        <a:pt x="11929" y="0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5" name="ísḻîḑe">
                  <a:extLst>
                    <a:ext uri="{FF2B5EF4-FFF2-40B4-BE49-F238E27FC236}">
                      <a16:creationId xmlns:a16="http://schemas.microsoft.com/office/drawing/2014/main" id="{791BA85C-30B4-4C7B-A60F-A7137446BA8B}"/>
                    </a:ext>
                  </a:extLst>
                </p:cNvPr>
                <p:cNvSpPr/>
                <p:nvPr/>
              </p:nvSpPr>
              <p:spPr>
                <a:xfrm rot="58819" flipH="1">
                  <a:off x="6621490" y="3269891"/>
                  <a:ext cx="251876" cy="26952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293" h="20415" extrusionOk="0">
                      <a:moveTo>
                        <a:pt x="12057" y="16331"/>
                      </a:moveTo>
                      <a:lnTo>
                        <a:pt x="10898" y="15917"/>
                      </a:lnTo>
                      <a:cubicBezTo>
                        <a:pt x="11021" y="15668"/>
                        <a:pt x="11091" y="15389"/>
                        <a:pt x="11091" y="15092"/>
                      </a:cubicBezTo>
                      <a:cubicBezTo>
                        <a:pt x="11091" y="14067"/>
                        <a:pt x="10263" y="13235"/>
                        <a:pt x="9240" y="13235"/>
                      </a:cubicBezTo>
                      <a:cubicBezTo>
                        <a:pt x="8219" y="13235"/>
                        <a:pt x="7389" y="14067"/>
                        <a:pt x="7389" y="15092"/>
                      </a:cubicBezTo>
                      <a:cubicBezTo>
                        <a:pt x="7389" y="16119"/>
                        <a:pt x="8219" y="16951"/>
                        <a:pt x="9240" y="16951"/>
                      </a:cubicBezTo>
                      <a:cubicBezTo>
                        <a:pt x="9618" y="16951"/>
                        <a:pt x="9970" y="16837"/>
                        <a:pt x="10263" y="16642"/>
                      </a:cubicBezTo>
                      <a:lnTo>
                        <a:pt x="10898" y="17691"/>
                      </a:lnTo>
                      <a:cubicBezTo>
                        <a:pt x="10419" y="18000"/>
                        <a:pt x="9852" y="18181"/>
                        <a:pt x="9240" y="18181"/>
                      </a:cubicBezTo>
                      <a:cubicBezTo>
                        <a:pt x="7542" y="18181"/>
                        <a:pt x="6167" y="16798"/>
                        <a:pt x="6167" y="15092"/>
                      </a:cubicBezTo>
                      <a:cubicBezTo>
                        <a:pt x="6167" y="13388"/>
                        <a:pt x="7542" y="12005"/>
                        <a:pt x="9240" y="12005"/>
                      </a:cubicBezTo>
                      <a:cubicBezTo>
                        <a:pt x="10939" y="12005"/>
                        <a:pt x="12316" y="13388"/>
                        <a:pt x="12316" y="15092"/>
                      </a:cubicBezTo>
                      <a:cubicBezTo>
                        <a:pt x="12316" y="15533"/>
                        <a:pt x="12222" y="15952"/>
                        <a:pt x="12057" y="16331"/>
                      </a:cubicBezTo>
                      <a:close/>
                      <a:moveTo>
                        <a:pt x="183" y="2376"/>
                      </a:moveTo>
                      <a:lnTo>
                        <a:pt x="56" y="2782"/>
                      </a:lnTo>
                      <a:cubicBezTo>
                        <a:pt x="-145" y="3425"/>
                        <a:pt x="210" y="4110"/>
                        <a:pt x="851" y="4313"/>
                      </a:cubicBezTo>
                      <a:lnTo>
                        <a:pt x="3752" y="5230"/>
                      </a:lnTo>
                      <a:cubicBezTo>
                        <a:pt x="4393" y="5433"/>
                        <a:pt x="5075" y="5076"/>
                        <a:pt x="5277" y="4433"/>
                      </a:cubicBezTo>
                      <a:lnTo>
                        <a:pt x="5404" y="4027"/>
                      </a:lnTo>
                      <a:cubicBezTo>
                        <a:pt x="5981" y="2186"/>
                        <a:pt x="8805" y="3017"/>
                        <a:pt x="10406" y="3523"/>
                      </a:cubicBezTo>
                      <a:cubicBezTo>
                        <a:pt x="12005" y="4029"/>
                        <a:pt x="14795" y="4972"/>
                        <a:pt x="14218" y="6813"/>
                      </a:cubicBezTo>
                      <a:lnTo>
                        <a:pt x="14090" y="7219"/>
                      </a:lnTo>
                      <a:cubicBezTo>
                        <a:pt x="13890" y="7862"/>
                        <a:pt x="14244" y="8548"/>
                        <a:pt x="14885" y="8750"/>
                      </a:cubicBezTo>
                      <a:lnTo>
                        <a:pt x="17787" y="9667"/>
                      </a:lnTo>
                      <a:cubicBezTo>
                        <a:pt x="18427" y="9870"/>
                        <a:pt x="19111" y="9512"/>
                        <a:pt x="19312" y="8869"/>
                      </a:cubicBezTo>
                      <a:lnTo>
                        <a:pt x="19394" y="8589"/>
                      </a:lnTo>
                      <a:cubicBezTo>
                        <a:pt x="19566" y="8660"/>
                        <a:pt x="19750" y="8769"/>
                        <a:pt x="19920" y="8946"/>
                      </a:cubicBezTo>
                      <a:cubicBezTo>
                        <a:pt x="20531" y="9581"/>
                        <a:pt x="20734" y="10808"/>
                        <a:pt x="20506" y="12495"/>
                      </a:cubicBezTo>
                      <a:cubicBezTo>
                        <a:pt x="20113" y="15418"/>
                        <a:pt x="18969" y="16462"/>
                        <a:pt x="17750" y="16809"/>
                      </a:cubicBezTo>
                      <a:lnTo>
                        <a:pt x="17750" y="16301"/>
                      </a:lnTo>
                      <a:cubicBezTo>
                        <a:pt x="17750" y="15785"/>
                        <a:pt x="17621" y="15273"/>
                        <a:pt x="17361" y="14827"/>
                      </a:cubicBezTo>
                      <a:cubicBezTo>
                        <a:pt x="16146" y="12738"/>
                        <a:pt x="14419" y="10884"/>
                        <a:pt x="12226" y="9250"/>
                      </a:cubicBezTo>
                      <a:lnTo>
                        <a:pt x="12226" y="8015"/>
                      </a:lnTo>
                      <a:cubicBezTo>
                        <a:pt x="12226" y="7920"/>
                        <a:pt x="12148" y="7841"/>
                        <a:pt x="12052" y="7841"/>
                      </a:cubicBezTo>
                      <a:lnTo>
                        <a:pt x="10247" y="7841"/>
                      </a:lnTo>
                      <a:cubicBezTo>
                        <a:pt x="10151" y="7841"/>
                        <a:pt x="10074" y="7920"/>
                        <a:pt x="10074" y="8015"/>
                      </a:cubicBezTo>
                      <a:lnTo>
                        <a:pt x="10074" y="9243"/>
                      </a:lnTo>
                      <a:lnTo>
                        <a:pt x="8014" y="9243"/>
                      </a:lnTo>
                      <a:lnTo>
                        <a:pt x="8014" y="8015"/>
                      </a:lnTo>
                      <a:cubicBezTo>
                        <a:pt x="8014" y="7920"/>
                        <a:pt x="7936" y="7841"/>
                        <a:pt x="7842" y="7841"/>
                      </a:cubicBezTo>
                      <a:lnTo>
                        <a:pt x="6035" y="7841"/>
                      </a:lnTo>
                      <a:cubicBezTo>
                        <a:pt x="5939" y="7841"/>
                        <a:pt x="5861" y="7920"/>
                        <a:pt x="5861" y="8015"/>
                      </a:cubicBezTo>
                      <a:lnTo>
                        <a:pt x="5861" y="9243"/>
                      </a:lnTo>
                      <a:cubicBezTo>
                        <a:pt x="3664" y="10880"/>
                        <a:pt x="1936" y="12735"/>
                        <a:pt x="718" y="14827"/>
                      </a:cubicBezTo>
                      <a:cubicBezTo>
                        <a:pt x="458" y="15273"/>
                        <a:pt x="330" y="15784"/>
                        <a:pt x="330" y="16301"/>
                      </a:cubicBezTo>
                      <a:lnTo>
                        <a:pt x="330" y="17450"/>
                      </a:lnTo>
                      <a:cubicBezTo>
                        <a:pt x="330" y="19088"/>
                        <a:pt x="1651" y="20415"/>
                        <a:pt x="3281" y="20415"/>
                      </a:cubicBezTo>
                      <a:lnTo>
                        <a:pt x="14797" y="20415"/>
                      </a:lnTo>
                      <a:cubicBezTo>
                        <a:pt x="16402" y="20415"/>
                        <a:pt x="17706" y="19128"/>
                        <a:pt x="17746" y="17526"/>
                      </a:cubicBezTo>
                      <a:cubicBezTo>
                        <a:pt x="19698" y="17067"/>
                        <a:pt x="20805" y="15467"/>
                        <a:pt x="21195" y="12589"/>
                      </a:cubicBezTo>
                      <a:cubicBezTo>
                        <a:pt x="21455" y="10655"/>
                        <a:pt x="21195" y="9267"/>
                        <a:pt x="20420" y="8461"/>
                      </a:cubicBezTo>
                      <a:cubicBezTo>
                        <a:pt x="20142" y="8173"/>
                        <a:pt x="19840" y="8004"/>
                        <a:pt x="19567" y="7905"/>
                      </a:cubicBezTo>
                      <a:cubicBezTo>
                        <a:pt x="19942" y="5711"/>
                        <a:pt x="19873" y="4484"/>
                        <a:pt x="10985" y="1674"/>
                      </a:cubicBezTo>
                      <a:cubicBezTo>
                        <a:pt x="1940" y="-1185"/>
                        <a:pt x="928" y="0"/>
                        <a:pt x="183" y="237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7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6" name="ïŝḻîḑê">
                  <a:extLst>
                    <a:ext uri="{FF2B5EF4-FFF2-40B4-BE49-F238E27FC236}">
                      <a16:creationId xmlns:a16="http://schemas.microsoft.com/office/drawing/2014/main" id="{F8876CB0-A34C-4FEA-85B0-D973C8DFA0ED}"/>
                    </a:ext>
                  </a:extLst>
                </p:cNvPr>
                <p:cNvSpPr/>
                <p:nvPr/>
              </p:nvSpPr>
              <p:spPr>
                <a:xfrm rot="58819" flipH="1">
                  <a:off x="6566106" y="3831147"/>
                  <a:ext cx="237583" cy="22108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85" h="20485" extrusionOk="0">
                      <a:moveTo>
                        <a:pt x="10633" y="2"/>
                      </a:moveTo>
                      <a:cubicBezTo>
                        <a:pt x="10435" y="-17"/>
                        <a:pt x="10260" y="138"/>
                        <a:pt x="10242" y="341"/>
                      </a:cubicBezTo>
                      <a:lnTo>
                        <a:pt x="10064" y="2209"/>
                      </a:lnTo>
                      <a:cubicBezTo>
                        <a:pt x="10047" y="2412"/>
                        <a:pt x="10198" y="2591"/>
                        <a:pt x="10396" y="2609"/>
                      </a:cubicBezTo>
                      <a:lnTo>
                        <a:pt x="10952" y="2670"/>
                      </a:lnTo>
                      <a:cubicBezTo>
                        <a:pt x="11150" y="2689"/>
                        <a:pt x="11324" y="2533"/>
                        <a:pt x="11343" y="2330"/>
                      </a:cubicBezTo>
                      <a:lnTo>
                        <a:pt x="11508" y="463"/>
                      </a:lnTo>
                      <a:cubicBezTo>
                        <a:pt x="11527" y="260"/>
                        <a:pt x="11388" y="82"/>
                        <a:pt x="11189" y="62"/>
                      </a:cubicBezTo>
                      <a:lnTo>
                        <a:pt x="10633" y="2"/>
                      </a:lnTo>
                      <a:close/>
                      <a:moveTo>
                        <a:pt x="7318" y="378"/>
                      </a:moveTo>
                      <a:lnTo>
                        <a:pt x="6786" y="547"/>
                      </a:lnTo>
                      <a:cubicBezTo>
                        <a:pt x="6595" y="605"/>
                        <a:pt x="6492" y="813"/>
                        <a:pt x="6549" y="1008"/>
                      </a:cubicBezTo>
                      <a:lnTo>
                        <a:pt x="7070" y="2803"/>
                      </a:lnTo>
                      <a:cubicBezTo>
                        <a:pt x="7126" y="2998"/>
                        <a:pt x="7329" y="3117"/>
                        <a:pt x="7519" y="3058"/>
                      </a:cubicBezTo>
                      <a:cubicBezTo>
                        <a:pt x="7520" y="3058"/>
                        <a:pt x="8052" y="2888"/>
                        <a:pt x="8052" y="2888"/>
                      </a:cubicBezTo>
                      <a:cubicBezTo>
                        <a:pt x="8244" y="2831"/>
                        <a:pt x="8357" y="2622"/>
                        <a:pt x="8301" y="2427"/>
                      </a:cubicBezTo>
                      <a:lnTo>
                        <a:pt x="7768" y="632"/>
                      </a:lnTo>
                      <a:cubicBezTo>
                        <a:pt x="7711" y="437"/>
                        <a:pt x="7509" y="319"/>
                        <a:pt x="7318" y="378"/>
                      </a:cubicBezTo>
                      <a:close/>
                      <a:moveTo>
                        <a:pt x="14113" y="1117"/>
                      </a:moveTo>
                      <a:cubicBezTo>
                        <a:pt x="14025" y="1146"/>
                        <a:pt x="13945" y="1209"/>
                        <a:pt x="13899" y="1299"/>
                      </a:cubicBezTo>
                      <a:lnTo>
                        <a:pt x="13059" y="2961"/>
                      </a:lnTo>
                      <a:cubicBezTo>
                        <a:pt x="12966" y="3141"/>
                        <a:pt x="13036" y="3365"/>
                        <a:pt x="13213" y="3458"/>
                      </a:cubicBezTo>
                      <a:lnTo>
                        <a:pt x="13710" y="3725"/>
                      </a:lnTo>
                      <a:cubicBezTo>
                        <a:pt x="13887" y="3819"/>
                        <a:pt x="14104" y="3749"/>
                        <a:pt x="14195" y="3567"/>
                      </a:cubicBezTo>
                      <a:cubicBezTo>
                        <a:pt x="14195" y="3567"/>
                        <a:pt x="15036" y="1894"/>
                        <a:pt x="15036" y="1894"/>
                      </a:cubicBezTo>
                      <a:cubicBezTo>
                        <a:pt x="15127" y="1713"/>
                        <a:pt x="15059" y="1490"/>
                        <a:pt x="14882" y="1396"/>
                      </a:cubicBezTo>
                      <a:lnTo>
                        <a:pt x="14385" y="1142"/>
                      </a:lnTo>
                      <a:cubicBezTo>
                        <a:pt x="14296" y="1095"/>
                        <a:pt x="14200" y="1089"/>
                        <a:pt x="14113" y="1117"/>
                      </a:cubicBezTo>
                      <a:close/>
                      <a:moveTo>
                        <a:pt x="4359" y="1833"/>
                      </a:moveTo>
                      <a:cubicBezTo>
                        <a:pt x="4267" y="1823"/>
                        <a:pt x="4165" y="1842"/>
                        <a:pt x="4087" y="1906"/>
                      </a:cubicBezTo>
                      <a:lnTo>
                        <a:pt x="3661" y="2258"/>
                      </a:lnTo>
                      <a:cubicBezTo>
                        <a:pt x="3505" y="2385"/>
                        <a:pt x="3476" y="2619"/>
                        <a:pt x="3602" y="2779"/>
                      </a:cubicBezTo>
                      <a:lnTo>
                        <a:pt x="4738" y="4247"/>
                      </a:lnTo>
                      <a:cubicBezTo>
                        <a:pt x="4863" y="4406"/>
                        <a:pt x="5092" y="4434"/>
                        <a:pt x="5247" y="4307"/>
                      </a:cubicBezTo>
                      <a:cubicBezTo>
                        <a:pt x="5247" y="4307"/>
                        <a:pt x="5685" y="3955"/>
                        <a:pt x="5685" y="3955"/>
                      </a:cubicBezTo>
                      <a:cubicBezTo>
                        <a:pt x="5840" y="3828"/>
                        <a:pt x="5868" y="3593"/>
                        <a:pt x="5744" y="3434"/>
                      </a:cubicBezTo>
                      <a:lnTo>
                        <a:pt x="4596" y="1966"/>
                      </a:lnTo>
                      <a:cubicBezTo>
                        <a:pt x="4534" y="1887"/>
                        <a:pt x="4451" y="1843"/>
                        <a:pt x="4359" y="1833"/>
                      </a:cubicBezTo>
                      <a:close/>
                      <a:moveTo>
                        <a:pt x="17427" y="3664"/>
                      </a:moveTo>
                      <a:cubicBezTo>
                        <a:pt x="17310" y="3698"/>
                        <a:pt x="17213" y="3793"/>
                        <a:pt x="17178" y="3931"/>
                      </a:cubicBezTo>
                      <a:lnTo>
                        <a:pt x="15924" y="8928"/>
                      </a:lnTo>
                      <a:cubicBezTo>
                        <a:pt x="15855" y="9203"/>
                        <a:pt x="16096" y="9453"/>
                        <a:pt x="16361" y="9377"/>
                      </a:cubicBezTo>
                      <a:lnTo>
                        <a:pt x="17521" y="9049"/>
                      </a:lnTo>
                      <a:cubicBezTo>
                        <a:pt x="18093" y="12917"/>
                        <a:pt x="15711" y="16712"/>
                        <a:pt x="11887" y="17684"/>
                      </a:cubicBezTo>
                      <a:cubicBezTo>
                        <a:pt x="7905" y="18697"/>
                        <a:pt x="3877" y="16142"/>
                        <a:pt x="2773" y="12093"/>
                      </a:cubicBezTo>
                      <a:lnTo>
                        <a:pt x="2584" y="11378"/>
                      </a:lnTo>
                      <a:cubicBezTo>
                        <a:pt x="2531" y="11181"/>
                        <a:pt x="2337" y="11068"/>
                        <a:pt x="2146" y="11123"/>
                      </a:cubicBezTo>
                      <a:lnTo>
                        <a:pt x="406" y="11620"/>
                      </a:lnTo>
                      <a:cubicBezTo>
                        <a:pt x="215" y="11675"/>
                        <a:pt x="104" y="11872"/>
                        <a:pt x="157" y="12069"/>
                      </a:cubicBezTo>
                      <a:lnTo>
                        <a:pt x="347" y="12760"/>
                      </a:lnTo>
                      <a:cubicBezTo>
                        <a:pt x="1830" y="18205"/>
                        <a:pt x="7271" y="21583"/>
                        <a:pt x="12609" y="20159"/>
                      </a:cubicBezTo>
                      <a:cubicBezTo>
                        <a:pt x="17751" y="18787"/>
                        <a:pt x="20895" y="13578"/>
                        <a:pt x="19960" y="8346"/>
                      </a:cubicBezTo>
                      <a:lnTo>
                        <a:pt x="21214" y="7982"/>
                      </a:lnTo>
                      <a:cubicBezTo>
                        <a:pt x="21481" y="7905"/>
                        <a:pt x="21578" y="7562"/>
                        <a:pt x="21380" y="7363"/>
                      </a:cubicBezTo>
                      <a:lnTo>
                        <a:pt x="17770" y="3749"/>
                      </a:lnTo>
                      <a:cubicBezTo>
                        <a:pt x="17671" y="3650"/>
                        <a:pt x="17544" y="3631"/>
                        <a:pt x="17427" y="3664"/>
                      </a:cubicBezTo>
                      <a:close/>
                      <a:moveTo>
                        <a:pt x="1625" y="4756"/>
                      </a:moveTo>
                      <a:cubicBezTo>
                        <a:pt x="1536" y="4781"/>
                        <a:pt x="1461" y="4849"/>
                        <a:pt x="1412" y="4938"/>
                      </a:cubicBezTo>
                      <a:lnTo>
                        <a:pt x="1140" y="5435"/>
                      </a:lnTo>
                      <a:cubicBezTo>
                        <a:pt x="1041" y="5613"/>
                        <a:pt x="1096" y="5832"/>
                        <a:pt x="1270" y="5932"/>
                      </a:cubicBezTo>
                      <a:lnTo>
                        <a:pt x="2868" y="6854"/>
                      </a:lnTo>
                      <a:cubicBezTo>
                        <a:pt x="3040" y="6954"/>
                        <a:pt x="3267" y="6886"/>
                        <a:pt x="3365" y="6709"/>
                      </a:cubicBezTo>
                      <a:cubicBezTo>
                        <a:pt x="3365" y="6709"/>
                        <a:pt x="3637" y="6223"/>
                        <a:pt x="3637" y="6223"/>
                      </a:cubicBezTo>
                      <a:cubicBezTo>
                        <a:pt x="3735" y="6046"/>
                        <a:pt x="3669" y="5814"/>
                        <a:pt x="3495" y="5714"/>
                      </a:cubicBezTo>
                      <a:lnTo>
                        <a:pt x="1897" y="4792"/>
                      </a:lnTo>
                      <a:cubicBezTo>
                        <a:pt x="1811" y="4743"/>
                        <a:pt x="1714" y="4730"/>
                        <a:pt x="1625" y="4756"/>
                      </a:cubicBezTo>
                      <a:close/>
                      <a:moveTo>
                        <a:pt x="477" y="8394"/>
                      </a:moveTo>
                      <a:cubicBezTo>
                        <a:pt x="279" y="8368"/>
                        <a:pt x="99" y="8507"/>
                        <a:pt x="74" y="8710"/>
                      </a:cubicBezTo>
                      <a:lnTo>
                        <a:pt x="3" y="9280"/>
                      </a:lnTo>
                      <a:cubicBezTo>
                        <a:pt x="-22" y="9482"/>
                        <a:pt x="125" y="9666"/>
                        <a:pt x="323" y="9692"/>
                      </a:cubicBezTo>
                      <a:lnTo>
                        <a:pt x="2134" y="9935"/>
                      </a:lnTo>
                      <a:cubicBezTo>
                        <a:pt x="2331" y="9961"/>
                        <a:pt x="2510" y="9822"/>
                        <a:pt x="2536" y="9619"/>
                      </a:cubicBezTo>
                      <a:lnTo>
                        <a:pt x="2607" y="9049"/>
                      </a:lnTo>
                      <a:cubicBezTo>
                        <a:pt x="2634" y="8848"/>
                        <a:pt x="2497" y="8663"/>
                        <a:pt x="2300" y="8637"/>
                      </a:cubicBezTo>
                      <a:lnTo>
                        <a:pt x="477" y="8394"/>
                      </a:lnTo>
                      <a:close/>
                      <a:moveTo>
                        <a:pt x="6490" y="8394"/>
                      </a:moveTo>
                      <a:lnTo>
                        <a:pt x="6490" y="11766"/>
                      </a:lnTo>
                      <a:lnTo>
                        <a:pt x="5768" y="11766"/>
                      </a:lnTo>
                      <a:lnTo>
                        <a:pt x="5768" y="12627"/>
                      </a:lnTo>
                      <a:lnTo>
                        <a:pt x="6490" y="12627"/>
                      </a:lnTo>
                      <a:lnTo>
                        <a:pt x="6490" y="14107"/>
                      </a:lnTo>
                      <a:cubicBezTo>
                        <a:pt x="6490" y="14107"/>
                        <a:pt x="7484" y="14107"/>
                        <a:pt x="7484" y="14107"/>
                      </a:cubicBezTo>
                      <a:lnTo>
                        <a:pt x="7484" y="12627"/>
                      </a:lnTo>
                      <a:lnTo>
                        <a:pt x="10088" y="12627"/>
                      </a:lnTo>
                      <a:lnTo>
                        <a:pt x="10088" y="11996"/>
                      </a:lnTo>
                      <a:lnTo>
                        <a:pt x="7685" y="8394"/>
                      </a:lnTo>
                      <a:lnTo>
                        <a:pt x="6490" y="8394"/>
                      </a:lnTo>
                      <a:close/>
                      <a:moveTo>
                        <a:pt x="12515" y="8394"/>
                      </a:moveTo>
                      <a:cubicBezTo>
                        <a:pt x="11533" y="8394"/>
                        <a:pt x="10704" y="9001"/>
                        <a:pt x="10704" y="10080"/>
                      </a:cubicBezTo>
                      <a:cubicBezTo>
                        <a:pt x="10704" y="11915"/>
                        <a:pt x="13202" y="12228"/>
                        <a:pt x="13225" y="13306"/>
                      </a:cubicBezTo>
                      <a:lnTo>
                        <a:pt x="10621" y="13306"/>
                      </a:lnTo>
                      <a:lnTo>
                        <a:pt x="10621" y="14204"/>
                      </a:lnTo>
                      <a:lnTo>
                        <a:pt x="14314" y="14204"/>
                      </a:lnTo>
                      <a:cubicBezTo>
                        <a:pt x="14337" y="14019"/>
                        <a:pt x="14361" y="13855"/>
                        <a:pt x="14361" y="13694"/>
                      </a:cubicBezTo>
                      <a:cubicBezTo>
                        <a:pt x="14361" y="11634"/>
                        <a:pt x="11757" y="11301"/>
                        <a:pt x="11757" y="10165"/>
                      </a:cubicBezTo>
                      <a:cubicBezTo>
                        <a:pt x="11757" y="9667"/>
                        <a:pt x="12138" y="9377"/>
                        <a:pt x="12609" y="9377"/>
                      </a:cubicBezTo>
                      <a:cubicBezTo>
                        <a:pt x="13261" y="9377"/>
                        <a:pt x="13604" y="10056"/>
                        <a:pt x="13604" y="10056"/>
                      </a:cubicBezTo>
                      <a:lnTo>
                        <a:pt x="14361" y="9534"/>
                      </a:lnTo>
                      <a:cubicBezTo>
                        <a:pt x="14361" y="9534"/>
                        <a:pt x="13850" y="8394"/>
                        <a:pt x="12515" y="8394"/>
                      </a:cubicBezTo>
                      <a:close/>
                      <a:moveTo>
                        <a:pt x="7448" y="9401"/>
                      </a:moveTo>
                      <a:lnTo>
                        <a:pt x="7460" y="9401"/>
                      </a:lnTo>
                      <a:cubicBezTo>
                        <a:pt x="7460" y="9401"/>
                        <a:pt x="7583" y="9717"/>
                        <a:pt x="7733" y="9935"/>
                      </a:cubicBezTo>
                      <a:lnTo>
                        <a:pt x="9023" y="11754"/>
                      </a:lnTo>
                      <a:lnTo>
                        <a:pt x="9023" y="11766"/>
                      </a:lnTo>
                      <a:cubicBezTo>
                        <a:pt x="9023" y="11766"/>
                        <a:pt x="7484" y="11766"/>
                        <a:pt x="7484" y="11766"/>
                      </a:cubicBezTo>
                      <a:lnTo>
                        <a:pt x="7484" y="10007"/>
                      </a:lnTo>
                      <a:cubicBezTo>
                        <a:pt x="7484" y="9726"/>
                        <a:pt x="7448" y="9401"/>
                        <a:pt x="7448" y="940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5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7" name="išlîḓè">
                  <a:extLst>
                    <a:ext uri="{FF2B5EF4-FFF2-40B4-BE49-F238E27FC236}">
                      <a16:creationId xmlns:a16="http://schemas.microsoft.com/office/drawing/2014/main" id="{D54A2985-C3FB-4FFC-B3C9-162DABA73E22}"/>
                    </a:ext>
                  </a:extLst>
                </p:cNvPr>
                <p:cNvSpPr/>
                <p:nvPr/>
              </p:nvSpPr>
              <p:spPr>
                <a:xfrm rot="58819" flipH="1">
                  <a:off x="6575133" y="3714228"/>
                  <a:ext cx="280749" cy="4361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4879"/>
                      </a:moveTo>
                      <a:lnTo>
                        <a:pt x="21600" y="0"/>
                      </a:lnTo>
                      <a:lnTo>
                        <a:pt x="0" y="0"/>
                      </a:lnTo>
                      <a:lnTo>
                        <a:pt x="0" y="14879"/>
                      </a:lnTo>
                      <a:cubicBezTo>
                        <a:pt x="0" y="18592"/>
                        <a:pt x="468" y="21600"/>
                        <a:pt x="1044" y="21600"/>
                      </a:cubicBezTo>
                      <a:lnTo>
                        <a:pt x="2443" y="21600"/>
                      </a:lnTo>
                      <a:cubicBezTo>
                        <a:pt x="2645" y="12684"/>
                        <a:pt x="3839" y="5828"/>
                        <a:pt x="5275" y="5828"/>
                      </a:cubicBezTo>
                      <a:cubicBezTo>
                        <a:pt x="6713" y="5828"/>
                        <a:pt x="7907" y="12684"/>
                        <a:pt x="8109" y="21600"/>
                      </a:cubicBezTo>
                      <a:lnTo>
                        <a:pt x="13770" y="21600"/>
                      </a:lnTo>
                      <a:cubicBezTo>
                        <a:pt x="13972" y="12684"/>
                        <a:pt x="15166" y="5828"/>
                        <a:pt x="16604" y="5828"/>
                      </a:cubicBezTo>
                      <a:cubicBezTo>
                        <a:pt x="18044" y="5828"/>
                        <a:pt x="19237" y="12684"/>
                        <a:pt x="19439" y="21600"/>
                      </a:cubicBezTo>
                      <a:lnTo>
                        <a:pt x="20556" y="21600"/>
                      </a:lnTo>
                      <a:cubicBezTo>
                        <a:pt x="21133" y="21600"/>
                        <a:pt x="21600" y="18592"/>
                        <a:pt x="21600" y="1487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8" name="î$1îḑe">
                  <a:extLst>
                    <a:ext uri="{FF2B5EF4-FFF2-40B4-BE49-F238E27FC236}">
                      <a16:creationId xmlns:a16="http://schemas.microsoft.com/office/drawing/2014/main" id="{01C38196-D23F-49AD-967B-12A97936CEDC}"/>
                    </a:ext>
                  </a:extLst>
                </p:cNvPr>
                <p:cNvSpPr/>
                <p:nvPr/>
              </p:nvSpPr>
              <p:spPr>
                <a:xfrm rot="58819" flipH="1">
                  <a:off x="6759782" y="3735155"/>
                  <a:ext cx="56278" cy="5631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2" y="16205"/>
                      </a:moveTo>
                      <a:cubicBezTo>
                        <a:pt x="7816" y="16205"/>
                        <a:pt x="5399" y="13775"/>
                        <a:pt x="5399" y="10810"/>
                      </a:cubicBezTo>
                      <a:cubicBezTo>
                        <a:pt x="5399" y="7825"/>
                        <a:pt x="7816" y="5415"/>
                        <a:pt x="10802" y="5415"/>
                      </a:cubicBezTo>
                      <a:cubicBezTo>
                        <a:pt x="13789" y="5415"/>
                        <a:pt x="16197" y="7825"/>
                        <a:pt x="16197" y="10810"/>
                      </a:cubicBezTo>
                      <a:cubicBezTo>
                        <a:pt x="16197" y="13775"/>
                        <a:pt x="13789" y="16205"/>
                        <a:pt x="10802" y="16205"/>
                      </a:cubicBezTo>
                      <a:close/>
                      <a:moveTo>
                        <a:pt x="21600" y="10810"/>
                      </a:moveTo>
                      <a:cubicBezTo>
                        <a:pt x="21600" y="4842"/>
                        <a:pt x="16769" y="0"/>
                        <a:pt x="10802" y="0"/>
                      </a:cubicBezTo>
                      <a:cubicBezTo>
                        <a:pt x="4825" y="0"/>
                        <a:pt x="0" y="4842"/>
                        <a:pt x="0" y="10810"/>
                      </a:cubicBezTo>
                      <a:cubicBezTo>
                        <a:pt x="0" y="16760"/>
                        <a:pt x="4825" y="21600"/>
                        <a:pt x="10802" y="21600"/>
                      </a:cubicBezTo>
                      <a:cubicBezTo>
                        <a:pt x="16769" y="21600"/>
                        <a:pt x="21600" y="16760"/>
                        <a:pt x="21600" y="1081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69" name="iśliḓê">
                  <a:extLst>
                    <a:ext uri="{FF2B5EF4-FFF2-40B4-BE49-F238E27FC236}">
                      <a16:creationId xmlns:a16="http://schemas.microsoft.com/office/drawing/2014/main" id="{A7867447-E6E3-4691-BEC6-1C5E45004FE8}"/>
                    </a:ext>
                  </a:extLst>
                </p:cNvPr>
                <p:cNvSpPr/>
                <p:nvPr/>
              </p:nvSpPr>
              <p:spPr>
                <a:xfrm rot="58819" flipH="1">
                  <a:off x="6579284" y="3600608"/>
                  <a:ext cx="337076" cy="1043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6325" y="8573"/>
                      </a:moveTo>
                      <a:cubicBezTo>
                        <a:pt x="16325" y="8330"/>
                        <a:pt x="16386" y="8133"/>
                        <a:pt x="16461" y="8133"/>
                      </a:cubicBezTo>
                      <a:lnTo>
                        <a:pt x="17090" y="8133"/>
                      </a:lnTo>
                      <a:cubicBezTo>
                        <a:pt x="17125" y="8133"/>
                        <a:pt x="17160" y="8179"/>
                        <a:pt x="17186" y="8254"/>
                      </a:cubicBezTo>
                      <a:lnTo>
                        <a:pt x="19861" y="16500"/>
                      </a:lnTo>
                      <a:cubicBezTo>
                        <a:pt x="19951" y="16772"/>
                        <a:pt x="19890" y="17258"/>
                        <a:pt x="19768" y="17258"/>
                      </a:cubicBezTo>
                      <a:lnTo>
                        <a:pt x="16461" y="17258"/>
                      </a:lnTo>
                      <a:cubicBezTo>
                        <a:pt x="16386" y="17258"/>
                        <a:pt x="16325" y="17062"/>
                        <a:pt x="16325" y="16818"/>
                      </a:cubicBezTo>
                      <a:cubicBezTo>
                        <a:pt x="16325" y="16818"/>
                        <a:pt x="16325" y="8573"/>
                        <a:pt x="16325" y="8573"/>
                      </a:cubicBezTo>
                      <a:close/>
                      <a:moveTo>
                        <a:pt x="21600" y="21600"/>
                      </a:moveTo>
                      <a:lnTo>
                        <a:pt x="21600" y="19550"/>
                      </a:lnTo>
                      <a:cubicBezTo>
                        <a:pt x="21600" y="18549"/>
                        <a:pt x="21475" y="17595"/>
                        <a:pt x="21259" y="16893"/>
                      </a:cubicBezTo>
                      <a:lnTo>
                        <a:pt x="17841" y="5981"/>
                      </a:lnTo>
                      <a:cubicBezTo>
                        <a:pt x="17623" y="5288"/>
                        <a:pt x="17331" y="4895"/>
                        <a:pt x="17027" y="4895"/>
                      </a:cubicBezTo>
                      <a:lnTo>
                        <a:pt x="15302" y="4895"/>
                      </a:lnTo>
                      <a:lnTo>
                        <a:pt x="15302" y="2807"/>
                      </a:lnTo>
                      <a:cubicBezTo>
                        <a:pt x="15302" y="1254"/>
                        <a:pt x="14913" y="0"/>
                        <a:pt x="14433" y="0"/>
                      </a:cubicBezTo>
                      <a:lnTo>
                        <a:pt x="4479" y="0"/>
                      </a:lnTo>
                      <a:cubicBezTo>
                        <a:pt x="4001" y="0"/>
                        <a:pt x="3609" y="1254"/>
                        <a:pt x="3609" y="2807"/>
                      </a:cubicBezTo>
                      <a:lnTo>
                        <a:pt x="3609" y="3248"/>
                      </a:lnTo>
                      <a:lnTo>
                        <a:pt x="81" y="4560"/>
                      </a:lnTo>
                      <a:lnTo>
                        <a:pt x="6334" y="7189"/>
                      </a:lnTo>
                      <a:lnTo>
                        <a:pt x="0" y="9220"/>
                      </a:lnTo>
                      <a:lnTo>
                        <a:pt x="6311" y="12119"/>
                      </a:lnTo>
                      <a:lnTo>
                        <a:pt x="0" y="13886"/>
                      </a:lnTo>
                      <a:lnTo>
                        <a:pt x="3610" y="16084"/>
                      </a:lnTo>
                      <a:lnTo>
                        <a:pt x="3609" y="21600"/>
                      </a:lnTo>
                      <a:cubicBezTo>
                        <a:pt x="3609" y="21600"/>
                        <a:pt x="21600" y="21600"/>
                        <a:pt x="2160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0" name="îS1iḓe">
                  <a:extLst>
                    <a:ext uri="{FF2B5EF4-FFF2-40B4-BE49-F238E27FC236}">
                      <a16:creationId xmlns:a16="http://schemas.microsoft.com/office/drawing/2014/main" id="{DC6547CE-5FC0-41E2-B366-E476119C678A}"/>
                    </a:ext>
                  </a:extLst>
                </p:cNvPr>
                <p:cNvSpPr/>
                <p:nvPr/>
              </p:nvSpPr>
              <p:spPr>
                <a:xfrm rot="58819" flipH="1">
                  <a:off x="6614103" y="3732662"/>
                  <a:ext cx="56324" cy="563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11" y="5415"/>
                      </a:moveTo>
                      <a:cubicBezTo>
                        <a:pt x="13776" y="5415"/>
                        <a:pt x="16201" y="7825"/>
                        <a:pt x="16201" y="10810"/>
                      </a:cubicBezTo>
                      <a:cubicBezTo>
                        <a:pt x="16201" y="13775"/>
                        <a:pt x="13776" y="16205"/>
                        <a:pt x="10811" y="16205"/>
                      </a:cubicBezTo>
                      <a:cubicBezTo>
                        <a:pt x="7827" y="16205"/>
                        <a:pt x="5417" y="13775"/>
                        <a:pt x="5417" y="10810"/>
                      </a:cubicBezTo>
                      <a:cubicBezTo>
                        <a:pt x="5417" y="7825"/>
                        <a:pt x="7827" y="5415"/>
                        <a:pt x="10811" y="5415"/>
                      </a:cubicBezTo>
                      <a:close/>
                      <a:moveTo>
                        <a:pt x="10811" y="21600"/>
                      </a:moveTo>
                      <a:cubicBezTo>
                        <a:pt x="16760" y="21600"/>
                        <a:pt x="21600" y="16760"/>
                        <a:pt x="21600" y="10810"/>
                      </a:cubicBezTo>
                      <a:cubicBezTo>
                        <a:pt x="21600" y="4842"/>
                        <a:pt x="16760" y="0"/>
                        <a:pt x="10811" y="0"/>
                      </a:cubicBezTo>
                      <a:cubicBezTo>
                        <a:pt x="4839" y="0"/>
                        <a:pt x="0" y="4842"/>
                        <a:pt x="0" y="10810"/>
                      </a:cubicBezTo>
                      <a:cubicBezTo>
                        <a:pt x="0" y="16760"/>
                        <a:pt x="4843" y="21600"/>
                        <a:pt x="10811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1" name="iślîḓè">
                  <a:extLst>
                    <a:ext uri="{FF2B5EF4-FFF2-40B4-BE49-F238E27FC236}">
                      <a16:creationId xmlns:a16="http://schemas.microsoft.com/office/drawing/2014/main" id="{14305EC1-30EF-494E-8401-F4E699B01E2E}"/>
                    </a:ext>
                  </a:extLst>
                </p:cNvPr>
                <p:cNvSpPr/>
                <p:nvPr/>
              </p:nvSpPr>
              <p:spPr>
                <a:xfrm rot="58819" flipH="1">
                  <a:off x="6750046" y="2949828"/>
                  <a:ext cx="313878" cy="2696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4810" y="0"/>
                      </a:moveTo>
                      <a:cubicBezTo>
                        <a:pt x="3153" y="0"/>
                        <a:pt x="1792" y="1493"/>
                        <a:pt x="1666" y="3387"/>
                      </a:cubicBezTo>
                      <a:cubicBezTo>
                        <a:pt x="677" y="4008"/>
                        <a:pt x="0" y="5219"/>
                        <a:pt x="0" y="6616"/>
                      </a:cubicBezTo>
                      <a:lnTo>
                        <a:pt x="0" y="17930"/>
                      </a:lnTo>
                      <a:cubicBezTo>
                        <a:pt x="0" y="19956"/>
                        <a:pt x="1422" y="21600"/>
                        <a:pt x="3162" y="21600"/>
                      </a:cubicBezTo>
                      <a:lnTo>
                        <a:pt x="18438" y="21600"/>
                      </a:lnTo>
                      <a:cubicBezTo>
                        <a:pt x="20179" y="21600"/>
                        <a:pt x="21600" y="19956"/>
                        <a:pt x="21600" y="17930"/>
                      </a:cubicBezTo>
                      <a:lnTo>
                        <a:pt x="21600" y="3670"/>
                      </a:lnTo>
                      <a:cubicBezTo>
                        <a:pt x="21600" y="1644"/>
                        <a:pt x="20179" y="0"/>
                        <a:pt x="18438" y="0"/>
                      </a:cubicBezTo>
                      <a:lnTo>
                        <a:pt x="4810" y="0"/>
                      </a:lnTo>
                      <a:close/>
                      <a:moveTo>
                        <a:pt x="4810" y="1982"/>
                      </a:moveTo>
                      <a:lnTo>
                        <a:pt x="18438" y="1982"/>
                      </a:lnTo>
                      <a:cubicBezTo>
                        <a:pt x="19237" y="1982"/>
                        <a:pt x="19889" y="2741"/>
                        <a:pt x="19889" y="3670"/>
                      </a:cubicBezTo>
                      <a:lnTo>
                        <a:pt x="19889" y="17930"/>
                      </a:lnTo>
                      <a:cubicBezTo>
                        <a:pt x="19888" y="18859"/>
                        <a:pt x="19237" y="19608"/>
                        <a:pt x="18438" y="19608"/>
                      </a:cubicBezTo>
                      <a:lnTo>
                        <a:pt x="4810" y="19608"/>
                      </a:lnTo>
                      <a:cubicBezTo>
                        <a:pt x="4014" y="19608"/>
                        <a:pt x="3369" y="18859"/>
                        <a:pt x="3369" y="17930"/>
                      </a:cubicBezTo>
                      <a:cubicBezTo>
                        <a:pt x="3369" y="17930"/>
                        <a:pt x="3369" y="3670"/>
                        <a:pt x="3369" y="3670"/>
                      </a:cubicBezTo>
                      <a:cubicBezTo>
                        <a:pt x="3369" y="2741"/>
                        <a:pt x="4014" y="1982"/>
                        <a:pt x="4810" y="1982"/>
                      </a:cubicBezTo>
                      <a:close/>
                      <a:moveTo>
                        <a:pt x="5450" y="3146"/>
                      </a:moveTo>
                      <a:cubicBezTo>
                        <a:pt x="5103" y="3146"/>
                        <a:pt x="4730" y="3267"/>
                        <a:pt x="4459" y="3460"/>
                      </a:cubicBezTo>
                      <a:cubicBezTo>
                        <a:pt x="4357" y="3532"/>
                        <a:pt x="4279" y="3650"/>
                        <a:pt x="4252" y="3785"/>
                      </a:cubicBezTo>
                      <a:cubicBezTo>
                        <a:pt x="4224" y="3920"/>
                        <a:pt x="4251" y="4056"/>
                        <a:pt x="4315" y="4173"/>
                      </a:cubicBezTo>
                      <a:lnTo>
                        <a:pt x="4333" y="4205"/>
                      </a:lnTo>
                      <a:cubicBezTo>
                        <a:pt x="4460" y="4445"/>
                        <a:pt x="4728" y="4519"/>
                        <a:pt x="4936" y="4372"/>
                      </a:cubicBezTo>
                      <a:cubicBezTo>
                        <a:pt x="5060" y="4286"/>
                        <a:pt x="5273" y="4226"/>
                        <a:pt x="5450" y="4226"/>
                      </a:cubicBezTo>
                      <a:cubicBezTo>
                        <a:pt x="5715" y="4226"/>
                        <a:pt x="5891" y="4317"/>
                        <a:pt x="5891" y="4404"/>
                      </a:cubicBezTo>
                      <a:cubicBezTo>
                        <a:pt x="5891" y="4549"/>
                        <a:pt x="5842" y="4623"/>
                        <a:pt x="5332" y="4802"/>
                      </a:cubicBezTo>
                      <a:cubicBezTo>
                        <a:pt x="4873" y="4964"/>
                        <a:pt x="4102" y="5232"/>
                        <a:pt x="4107" y="6260"/>
                      </a:cubicBezTo>
                      <a:cubicBezTo>
                        <a:pt x="4107" y="6918"/>
                        <a:pt x="4553" y="7591"/>
                        <a:pt x="5540" y="7591"/>
                      </a:cubicBezTo>
                      <a:cubicBezTo>
                        <a:pt x="6008" y="7591"/>
                        <a:pt x="6508" y="7356"/>
                        <a:pt x="6837" y="6983"/>
                      </a:cubicBezTo>
                      <a:cubicBezTo>
                        <a:pt x="6921" y="6886"/>
                        <a:pt x="6970" y="6755"/>
                        <a:pt x="6972" y="6616"/>
                      </a:cubicBezTo>
                      <a:cubicBezTo>
                        <a:pt x="6973" y="6478"/>
                        <a:pt x="6921" y="6347"/>
                        <a:pt x="6837" y="6249"/>
                      </a:cubicBezTo>
                      <a:lnTo>
                        <a:pt x="6810" y="6218"/>
                      </a:lnTo>
                      <a:cubicBezTo>
                        <a:pt x="6726" y="6121"/>
                        <a:pt x="6612" y="6071"/>
                        <a:pt x="6494" y="6071"/>
                      </a:cubicBezTo>
                      <a:cubicBezTo>
                        <a:pt x="6376" y="6071"/>
                        <a:pt x="6271" y="6120"/>
                        <a:pt x="6188" y="6218"/>
                      </a:cubicBezTo>
                      <a:cubicBezTo>
                        <a:pt x="6038" y="6392"/>
                        <a:pt x="5776" y="6511"/>
                        <a:pt x="5540" y="6511"/>
                      </a:cubicBezTo>
                      <a:cubicBezTo>
                        <a:pt x="5298" y="6511"/>
                        <a:pt x="5035" y="6433"/>
                        <a:pt x="5035" y="6260"/>
                      </a:cubicBezTo>
                      <a:cubicBezTo>
                        <a:pt x="5034" y="6093"/>
                        <a:pt x="5088" y="6015"/>
                        <a:pt x="5612" y="5830"/>
                      </a:cubicBezTo>
                      <a:cubicBezTo>
                        <a:pt x="6093" y="5660"/>
                        <a:pt x="6819" y="5405"/>
                        <a:pt x="6819" y="4404"/>
                      </a:cubicBezTo>
                      <a:cubicBezTo>
                        <a:pt x="6819" y="3778"/>
                        <a:pt x="6396" y="3146"/>
                        <a:pt x="5450" y="3146"/>
                      </a:cubicBezTo>
                      <a:close/>
                      <a:moveTo>
                        <a:pt x="7629" y="3146"/>
                      </a:moveTo>
                      <a:cubicBezTo>
                        <a:pt x="7485" y="3146"/>
                        <a:pt x="7344" y="3230"/>
                        <a:pt x="7260" y="3366"/>
                      </a:cubicBezTo>
                      <a:cubicBezTo>
                        <a:pt x="7177" y="3502"/>
                        <a:pt x="7160" y="3680"/>
                        <a:pt x="7206" y="3838"/>
                      </a:cubicBezTo>
                      <a:lnTo>
                        <a:pt x="8197" y="7235"/>
                      </a:lnTo>
                      <a:cubicBezTo>
                        <a:pt x="8259" y="7445"/>
                        <a:pt x="8429" y="7591"/>
                        <a:pt x="8620" y="7591"/>
                      </a:cubicBezTo>
                      <a:lnTo>
                        <a:pt x="8638" y="7591"/>
                      </a:lnTo>
                      <a:lnTo>
                        <a:pt x="8674" y="7591"/>
                      </a:lnTo>
                      <a:cubicBezTo>
                        <a:pt x="8866" y="7591"/>
                        <a:pt x="9028" y="7446"/>
                        <a:pt x="9089" y="7235"/>
                      </a:cubicBezTo>
                      <a:lnTo>
                        <a:pt x="9647" y="5316"/>
                      </a:lnTo>
                      <a:lnTo>
                        <a:pt x="10206" y="7235"/>
                      </a:lnTo>
                      <a:cubicBezTo>
                        <a:pt x="10267" y="7445"/>
                        <a:pt x="10438" y="7591"/>
                        <a:pt x="10629" y="7591"/>
                      </a:cubicBezTo>
                      <a:lnTo>
                        <a:pt x="10647" y="7591"/>
                      </a:lnTo>
                      <a:cubicBezTo>
                        <a:pt x="10648" y="7591"/>
                        <a:pt x="10653" y="7591"/>
                        <a:pt x="10656" y="7591"/>
                      </a:cubicBezTo>
                      <a:lnTo>
                        <a:pt x="10683" y="7591"/>
                      </a:lnTo>
                      <a:cubicBezTo>
                        <a:pt x="10874" y="7591"/>
                        <a:pt x="11037" y="7445"/>
                        <a:pt x="11097" y="7235"/>
                      </a:cubicBezTo>
                      <a:lnTo>
                        <a:pt x="12088" y="3838"/>
                      </a:lnTo>
                      <a:cubicBezTo>
                        <a:pt x="12134" y="3680"/>
                        <a:pt x="12118" y="3502"/>
                        <a:pt x="12034" y="3366"/>
                      </a:cubicBezTo>
                      <a:cubicBezTo>
                        <a:pt x="11950" y="3230"/>
                        <a:pt x="11817" y="3146"/>
                        <a:pt x="11674" y="3146"/>
                      </a:cubicBezTo>
                      <a:lnTo>
                        <a:pt x="11629" y="3146"/>
                      </a:lnTo>
                      <a:cubicBezTo>
                        <a:pt x="11437" y="3146"/>
                        <a:pt x="11265" y="3290"/>
                        <a:pt x="11205" y="3502"/>
                      </a:cubicBezTo>
                      <a:lnTo>
                        <a:pt x="10647" y="5431"/>
                      </a:lnTo>
                      <a:lnTo>
                        <a:pt x="10097" y="3502"/>
                      </a:lnTo>
                      <a:cubicBezTo>
                        <a:pt x="10036" y="3290"/>
                        <a:pt x="9866" y="3146"/>
                        <a:pt x="9674" y="3146"/>
                      </a:cubicBezTo>
                      <a:lnTo>
                        <a:pt x="9620" y="3146"/>
                      </a:lnTo>
                      <a:cubicBezTo>
                        <a:pt x="9429" y="3146"/>
                        <a:pt x="9257" y="3290"/>
                        <a:pt x="9197" y="3502"/>
                      </a:cubicBezTo>
                      <a:lnTo>
                        <a:pt x="8638" y="5431"/>
                      </a:lnTo>
                      <a:lnTo>
                        <a:pt x="8089" y="3502"/>
                      </a:lnTo>
                      <a:cubicBezTo>
                        <a:pt x="8029" y="3290"/>
                        <a:pt x="7866" y="3146"/>
                        <a:pt x="7674" y="3146"/>
                      </a:cubicBezTo>
                      <a:lnTo>
                        <a:pt x="7629" y="3146"/>
                      </a:lnTo>
                      <a:close/>
                      <a:moveTo>
                        <a:pt x="12565" y="3146"/>
                      </a:moveTo>
                      <a:cubicBezTo>
                        <a:pt x="12319" y="3146"/>
                        <a:pt x="12124" y="3384"/>
                        <a:pt x="12124" y="3670"/>
                      </a:cubicBezTo>
                      <a:lnTo>
                        <a:pt x="12124" y="3712"/>
                      </a:lnTo>
                      <a:cubicBezTo>
                        <a:pt x="12124" y="3999"/>
                        <a:pt x="12319" y="4226"/>
                        <a:pt x="12565" y="4226"/>
                      </a:cubicBezTo>
                      <a:lnTo>
                        <a:pt x="13899" y="4226"/>
                      </a:lnTo>
                      <a:lnTo>
                        <a:pt x="13899" y="4781"/>
                      </a:lnTo>
                      <a:lnTo>
                        <a:pt x="12764" y="4781"/>
                      </a:lnTo>
                      <a:cubicBezTo>
                        <a:pt x="12518" y="4781"/>
                        <a:pt x="12322" y="5008"/>
                        <a:pt x="12322" y="5295"/>
                      </a:cubicBezTo>
                      <a:lnTo>
                        <a:pt x="12322" y="5337"/>
                      </a:lnTo>
                      <a:cubicBezTo>
                        <a:pt x="12322" y="5623"/>
                        <a:pt x="12518" y="5861"/>
                        <a:pt x="12764" y="5861"/>
                      </a:cubicBezTo>
                      <a:lnTo>
                        <a:pt x="13899" y="5861"/>
                      </a:lnTo>
                      <a:lnTo>
                        <a:pt x="13899" y="6553"/>
                      </a:lnTo>
                      <a:lnTo>
                        <a:pt x="12511" y="6553"/>
                      </a:lnTo>
                      <a:cubicBezTo>
                        <a:pt x="12265" y="6553"/>
                        <a:pt x="12061" y="6781"/>
                        <a:pt x="12061" y="7067"/>
                      </a:cubicBezTo>
                      <a:cubicBezTo>
                        <a:pt x="12061" y="7354"/>
                        <a:pt x="12266" y="7591"/>
                        <a:pt x="12511" y="7591"/>
                      </a:cubicBezTo>
                      <a:lnTo>
                        <a:pt x="14376" y="7591"/>
                      </a:lnTo>
                      <a:cubicBezTo>
                        <a:pt x="14623" y="7591"/>
                        <a:pt x="14826" y="7354"/>
                        <a:pt x="14826" y="7067"/>
                      </a:cubicBezTo>
                      <a:lnTo>
                        <a:pt x="14826" y="3670"/>
                      </a:lnTo>
                      <a:cubicBezTo>
                        <a:pt x="14826" y="3384"/>
                        <a:pt x="14623" y="3146"/>
                        <a:pt x="14376" y="3146"/>
                      </a:cubicBezTo>
                      <a:lnTo>
                        <a:pt x="12565" y="3146"/>
                      </a:lnTo>
                      <a:close/>
                      <a:moveTo>
                        <a:pt x="15907" y="3146"/>
                      </a:moveTo>
                      <a:cubicBezTo>
                        <a:pt x="15661" y="3146"/>
                        <a:pt x="15466" y="3384"/>
                        <a:pt x="15466" y="3670"/>
                      </a:cubicBezTo>
                      <a:lnTo>
                        <a:pt x="15466" y="7067"/>
                      </a:lnTo>
                      <a:cubicBezTo>
                        <a:pt x="15466" y="7354"/>
                        <a:pt x="15661" y="7591"/>
                        <a:pt x="15907" y="7591"/>
                      </a:cubicBezTo>
                      <a:lnTo>
                        <a:pt x="15943" y="7591"/>
                      </a:lnTo>
                      <a:cubicBezTo>
                        <a:pt x="15946" y="7591"/>
                        <a:pt x="15950" y="7591"/>
                        <a:pt x="15952" y="7591"/>
                      </a:cubicBezTo>
                      <a:cubicBezTo>
                        <a:pt x="15954" y="7591"/>
                        <a:pt x="15960" y="7591"/>
                        <a:pt x="15961" y="7591"/>
                      </a:cubicBezTo>
                      <a:lnTo>
                        <a:pt x="15997" y="7591"/>
                      </a:lnTo>
                      <a:cubicBezTo>
                        <a:pt x="16140" y="7591"/>
                        <a:pt x="16273" y="7516"/>
                        <a:pt x="16358" y="7382"/>
                      </a:cubicBezTo>
                      <a:lnTo>
                        <a:pt x="17691" y="5243"/>
                      </a:lnTo>
                      <a:lnTo>
                        <a:pt x="17691" y="7067"/>
                      </a:lnTo>
                      <a:cubicBezTo>
                        <a:pt x="17691" y="7354"/>
                        <a:pt x="17894" y="7591"/>
                        <a:pt x="18141" y="7591"/>
                      </a:cubicBezTo>
                      <a:lnTo>
                        <a:pt x="18168" y="7591"/>
                      </a:lnTo>
                      <a:cubicBezTo>
                        <a:pt x="18414" y="7591"/>
                        <a:pt x="18619" y="7354"/>
                        <a:pt x="18619" y="7067"/>
                      </a:cubicBezTo>
                      <a:lnTo>
                        <a:pt x="18619" y="3670"/>
                      </a:lnTo>
                      <a:cubicBezTo>
                        <a:pt x="18618" y="3384"/>
                        <a:pt x="18414" y="3146"/>
                        <a:pt x="18168" y="3146"/>
                      </a:cubicBezTo>
                      <a:lnTo>
                        <a:pt x="18141" y="3146"/>
                      </a:lnTo>
                      <a:cubicBezTo>
                        <a:pt x="18138" y="3146"/>
                        <a:pt x="18135" y="3146"/>
                        <a:pt x="18132" y="3146"/>
                      </a:cubicBezTo>
                      <a:cubicBezTo>
                        <a:pt x="18131" y="3146"/>
                        <a:pt x="18125" y="3146"/>
                        <a:pt x="18123" y="3146"/>
                      </a:cubicBezTo>
                      <a:lnTo>
                        <a:pt x="18078" y="3146"/>
                      </a:lnTo>
                      <a:cubicBezTo>
                        <a:pt x="17936" y="3146"/>
                        <a:pt x="17802" y="3231"/>
                        <a:pt x="17718" y="3366"/>
                      </a:cubicBezTo>
                      <a:lnTo>
                        <a:pt x="16394" y="5494"/>
                      </a:lnTo>
                      <a:lnTo>
                        <a:pt x="16394" y="3670"/>
                      </a:lnTo>
                      <a:cubicBezTo>
                        <a:pt x="16394" y="3384"/>
                        <a:pt x="16189" y="3146"/>
                        <a:pt x="15943" y="3146"/>
                      </a:cubicBezTo>
                      <a:lnTo>
                        <a:pt x="15907" y="3146"/>
                      </a:lnTo>
                      <a:close/>
                      <a:moveTo>
                        <a:pt x="4819" y="8829"/>
                      </a:moveTo>
                      <a:cubicBezTo>
                        <a:pt x="4544" y="8829"/>
                        <a:pt x="4324" y="9087"/>
                        <a:pt x="4324" y="9405"/>
                      </a:cubicBezTo>
                      <a:lnTo>
                        <a:pt x="4324" y="17154"/>
                      </a:lnTo>
                      <a:cubicBezTo>
                        <a:pt x="4324" y="17472"/>
                        <a:pt x="4544" y="17731"/>
                        <a:pt x="4819" y="17731"/>
                      </a:cubicBezTo>
                      <a:lnTo>
                        <a:pt x="11349" y="17731"/>
                      </a:lnTo>
                      <a:cubicBezTo>
                        <a:pt x="11622" y="17731"/>
                        <a:pt x="11845" y="17472"/>
                        <a:pt x="11845" y="17154"/>
                      </a:cubicBezTo>
                      <a:lnTo>
                        <a:pt x="11845" y="9405"/>
                      </a:lnTo>
                      <a:cubicBezTo>
                        <a:pt x="11845" y="9087"/>
                        <a:pt x="11622" y="8829"/>
                        <a:pt x="11349" y="8829"/>
                      </a:cubicBezTo>
                      <a:lnTo>
                        <a:pt x="4819" y="8829"/>
                      </a:lnTo>
                      <a:close/>
                      <a:moveTo>
                        <a:pt x="13529" y="9143"/>
                      </a:moveTo>
                      <a:cubicBezTo>
                        <a:pt x="13057" y="9143"/>
                        <a:pt x="12674" y="9590"/>
                        <a:pt x="12674" y="10139"/>
                      </a:cubicBezTo>
                      <a:cubicBezTo>
                        <a:pt x="12674" y="10688"/>
                        <a:pt x="13058" y="11136"/>
                        <a:pt x="13529" y="11136"/>
                      </a:cubicBezTo>
                      <a:lnTo>
                        <a:pt x="17763" y="11136"/>
                      </a:lnTo>
                      <a:cubicBezTo>
                        <a:pt x="18235" y="11136"/>
                        <a:pt x="18619" y="10688"/>
                        <a:pt x="18619" y="10139"/>
                      </a:cubicBezTo>
                      <a:cubicBezTo>
                        <a:pt x="18618" y="9590"/>
                        <a:pt x="18235" y="9143"/>
                        <a:pt x="17763" y="9143"/>
                      </a:cubicBezTo>
                      <a:lnTo>
                        <a:pt x="13529" y="9143"/>
                      </a:lnTo>
                      <a:close/>
                      <a:moveTo>
                        <a:pt x="13529" y="12299"/>
                      </a:moveTo>
                      <a:cubicBezTo>
                        <a:pt x="13057" y="12299"/>
                        <a:pt x="12674" y="12736"/>
                        <a:pt x="12674" y="13285"/>
                      </a:cubicBezTo>
                      <a:cubicBezTo>
                        <a:pt x="12674" y="13835"/>
                        <a:pt x="13058" y="14281"/>
                        <a:pt x="13529" y="14281"/>
                      </a:cubicBezTo>
                      <a:lnTo>
                        <a:pt x="17763" y="14281"/>
                      </a:lnTo>
                      <a:cubicBezTo>
                        <a:pt x="18235" y="14281"/>
                        <a:pt x="18619" y="13835"/>
                        <a:pt x="18619" y="13285"/>
                      </a:cubicBezTo>
                      <a:cubicBezTo>
                        <a:pt x="18618" y="12736"/>
                        <a:pt x="18235" y="12299"/>
                        <a:pt x="17763" y="12299"/>
                      </a:cubicBezTo>
                      <a:lnTo>
                        <a:pt x="13529" y="12299"/>
                      </a:lnTo>
                      <a:close/>
                      <a:moveTo>
                        <a:pt x="13529" y="15760"/>
                      </a:moveTo>
                      <a:cubicBezTo>
                        <a:pt x="13057" y="15760"/>
                        <a:pt x="12674" y="16206"/>
                        <a:pt x="12674" y="16756"/>
                      </a:cubicBezTo>
                      <a:cubicBezTo>
                        <a:pt x="12674" y="17305"/>
                        <a:pt x="13058" y="17752"/>
                        <a:pt x="13529" y="17752"/>
                      </a:cubicBezTo>
                      <a:lnTo>
                        <a:pt x="17763" y="17752"/>
                      </a:lnTo>
                      <a:cubicBezTo>
                        <a:pt x="18235" y="17752"/>
                        <a:pt x="18619" y="17305"/>
                        <a:pt x="18619" y="16756"/>
                      </a:cubicBezTo>
                      <a:cubicBezTo>
                        <a:pt x="18618" y="16206"/>
                        <a:pt x="18235" y="15760"/>
                        <a:pt x="17763" y="15760"/>
                      </a:cubicBezTo>
                      <a:lnTo>
                        <a:pt x="13529" y="15760"/>
                      </a:ln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7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2" name="îṥḷiḓè">
                  <a:extLst>
                    <a:ext uri="{FF2B5EF4-FFF2-40B4-BE49-F238E27FC236}">
                      <a16:creationId xmlns:a16="http://schemas.microsoft.com/office/drawing/2014/main" id="{27780215-BD3B-4312-8C21-2E06A4C1999F}"/>
                    </a:ext>
                  </a:extLst>
                </p:cNvPr>
                <p:cNvSpPr/>
                <p:nvPr/>
              </p:nvSpPr>
              <p:spPr>
                <a:xfrm rot="58819" flipH="1">
                  <a:off x="6023969" y="2411440"/>
                  <a:ext cx="50854" cy="6539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716" y="21600"/>
                      </a:moveTo>
                      <a:lnTo>
                        <a:pt x="18878" y="21600"/>
                      </a:lnTo>
                      <a:cubicBezTo>
                        <a:pt x="20382" y="21600"/>
                        <a:pt x="21600" y="20652"/>
                        <a:pt x="21600" y="19486"/>
                      </a:cubicBezTo>
                      <a:cubicBezTo>
                        <a:pt x="21600" y="18318"/>
                        <a:pt x="20382" y="17371"/>
                        <a:pt x="18878" y="17371"/>
                      </a:cubicBezTo>
                      <a:lnTo>
                        <a:pt x="5431" y="17371"/>
                      </a:lnTo>
                      <a:lnTo>
                        <a:pt x="5431" y="2114"/>
                      </a:lnTo>
                      <a:cubicBezTo>
                        <a:pt x="5431" y="947"/>
                        <a:pt x="4218" y="0"/>
                        <a:pt x="2716" y="0"/>
                      </a:cubicBezTo>
                      <a:cubicBezTo>
                        <a:pt x="1213" y="0"/>
                        <a:pt x="0" y="947"/>
                        <a:pt x="0" y="2114"/>
                      </a:cubicBezTo>
                      <a:lnTo>
                        <a:pt x="0" y="19486"/>
                      </a:lnTo>
                      <a:cubicBezTo>
                        <a:pt x="0" y="20652"/>
                        <a:pt x="1213" y="21600"/>
                        <a:pt x="2716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3" name="ïśļîďê">
                  <a:extLst>
                    <a:ext uri="{FF2B5EF4-FFF2-40B4-BE49-F238E27FC236}">
                      <a16:creationId xmlns:a16="http://schemas.microsoft.com/office/drawing/2014/main" id="{43A71502-6806-449F-8BAF-6FDEAC3A1D2D}"/>
                    </a:ext>
                  </a:extLst>
                </p:cNvPr>
                <p:cNvSpPr/>
                <p:nvPr/>
              </p:nvSpPr>
              <p:spPr>
                <a:xfrm rot="58819" flipH="1">
                  <a:off x="5947588" y="2325158"/>
                  <a:ext cx="241217" cy="25910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363" h="21529" extrusionOk="0">
                      <a:moveTo>
                        <a:pt x="10647" y="5708"/>
                      </a:moveTo>
                      <a:cubicBezTo>
                        <a:pt x="14353" y="5708"/>
                        <a:pt x="17368" y="8537"/>
                        <a:pt x="17368" y="12013"/>
                      </a:cubicBezTo>
                      <a:cubicBezTo>
                        <a:pt x="17368" y="15490"/>
                        <a:pt x="14353" y="18319"/>
                        <a:pt x="10647" y="18319"/>
                      </a:cubicBezTo>
                      <a:cubicBezTo>
                        <a:pt x="6942" y="18319"/>
                        <a:pt x="3926" y="15490"/>
                        <a:pt x="3926" y="12013"/>
                      </a:cubicBezTo>
                      <a:cubicBezTo>
                        <a:pt x="3926" y="8537"/>
                        <a:pt x="6942" y="5708"/>
                        <a:pt x="10647" y="5708"/>
                      </a:cubicBezTo>
                      <a:close/>
                      <a:moveTo>
                        <a:pt x="1326" y="6988"/>
                      </a:moveTo>
                      <a:cubicBezTo>
                        <a:pt x="1443" y="6988"/>
                        <a:pt x="1564" y="6953"/>
                        <a:pt x="1665" y="6881"/>
                      </a:cubicBezTo>
                      <a:lnTo>
                        <a:pt x="4147" y="5129"/>
                      </a:lnTo>
                      <a:lnTo>
                        <a:pt x="4618" y="5738"/>
                      </a:lnTo>
                      <a:cubicBezTo>
                        <a:pt x="2796" y="7290"/>
                        <a:pt x="1650" y="9528"/>
                        <a:pt x="1650" y="12013"/>
                      </a:cubicBezTo>
                      <a:cubicBezTo>
                        <a:pt x="1650" y="14676"/>
                        <a:pt x="2967" y="17055"/>
                        <a:pt x="5021" y="18609"/>
                      </a:cubicBezTo>
                      <a:lnTo>
                        <a:pt x="4129" y="20808"/>
                      </a:lnTo>
                      <a:cubicBezTo>
                        <a:pt x="4018" y="21083"/>
                        <a:pt x="4166" y="21390"/>
                        <a:pt x="4458" y="21495"/>
                      </a:cubicBezTo>
                      <a:cubicBezTo>
                        <a:pt x="4525" y="21518"/>
                        <a:pt x="4593" y="21529"/>
                        <a:pt x="4660" y="21529"/>
                      </a:cubicBezTo>
                      <a:cubicBezTo>
                        <a:pt x="4888" y="21529"/>
                        <a:pt x="5103" y="21399"/>
                        <a:pt x="5189" y="21186"/>
                      </a:cubicBezTo>
                      <a:lnTo>
                        <a:pt x="5976" y="19243"/>
                      </a:lnTo>
                      <a:cubicBezTo>
                        <a:pt x="7348" y="20032"/>
                        <a:pt x="8959" y="20487"/>
                        <a:pt x="10683" y="20487"/>
                      </a:cubicBezTo>
                      <a:cubicBezTo>
                        <a:pt x="12404" y="20487"/>
                        <a:pt x="14016" y="20032"/>
                        <a:pt x="15387" y="19243"/>
                      </a:cubicBezTo>
                      <a:lnTo>
                        <a:pt x="16174" y="21186"/>
                      </a:lnTo>
                      <a:cubicBezTo>
                        <a:pt x="16260" y="21399"/>
                        <a:pt x="16475" y="21529"/>
                        <a:pt x="16705" y="21529"/>
                      </a:cubicBezTo>
                      <a:cubicBezTo>
                        <a:pt x="16772" y="21529"/>
                        <a:pt x="16839" y="21518"/>
                        <a:pt x="16905" y="21494"/>
                      </a:cubicBezTo>
                      <a:cubicBezTo>
                        <a:pt x="17199" y="21390"/>
                        <a:pt x="17345" y="21083"/>
                        <a:pt x="17233" y="20808"/>
                      </a:cubicBezTo>
                      <a:lnTo>
                        <a:pt x="16343" y="18609"/>
                      </a:lnTo>
                      <a:cubicBezTo>
                        <a:pt x="18397" y="17054"/>
                        <a:pt x="19714" y="14676"/>
                        <a:pt x="19714" y="12013"/>
                      </a:cubicBezTo>
                      <a:cubicBezTo>
                        <a:pt x="19714" y="9513"/>
                        <a:pt x="18553" y="7264"/>
                        <a:pt x="16712" y="5711"/>
                      </a:cubicBezTo>
                      <a:lnTo>
                        <a:pt x="17186" y="5108"/>
                      </a:lnTo>
                      <a:lnTo>
                        <a:pt x="19698" y="6881"/>
                      </a:lnTo>
                      <a:cubicBezTo>
                        <a:pt x="19799" y="6953"/>
                        <a:pt x="19920" y="6988"/>
                        <a:pt x="20038" y="6988"/>
                      </a:cubicBezTo>
                      <a:cubicBezTo>
                        <a:pt x="20210" y="6988"/>
                        <a:pt x="20381" y="6914"/>
                        <a:pt x="20492" y="6775"/>
                      </a:cubicBezTo>
                      <a:cubicBezTo>
                        <a:pt x="21188" y="5908"/>
                        <a:pt x="21482" y="4838"/>
                        <a:pt x="21321" y="3762"/>
                      </a:cubicBezTo>
                      <a:cubicBezTo>
                        <a:pt x="21185" y="2866"/>
                        <a:pt x="20747" y="2057"/>
                        <a:pt x="20070" y="1434"/>
                      </a:cubicBezTo>
                      <a:lnTo>
                        <a:pt x="20531" y="848"/>
                      </a:lnTo>
                      <a:cubicBezTo>
                        <a:pt x="20718" y="611"/>
                        <a:pt x="20663" y="278"/>
                        <a:pt x="20411" y="104"/>
                      </a:cubicBezTo>
                      <a:cubicBezTo>
                        <a:pt x="20159" y="-71"/>
                        <a:pt x="19804" y="-20"/>
                        <a:pt x="19618" y="217"/>
                      </a:cubicBezTo>
                      <a:lnTo>
                        <a:pt x="19166" y="792"/>
                      </a:lnTo>
                      <a:cubicBezTo>
                        <a:pt x="18517" y="445"/>
                        <a:pt x="17788" y="263"/>
                        <a:pt x="17031" y="263"/>
                      </a:cubicBezTo>
                      <a:cubicBezTo>
                        <a:pt x="15655" y="263"/>
                        <a:pt x="14392" y="855"/>
                        <a:pt x="13565" y="1885"/>
                      </a:cubicBezTo>
                      <a:cubicBezTo>
                        <a:pt x="13473" y="1998"/>
                        <a:pt x="13436" y="2140"/>
                        <a:pt x="13456" y="2279"/>
                      </a:cubicBezTo>
                      <a:cubicBezTo>
                        <a:pt x="13478" y="2419"/>
                        <a:pt x="13556" y="2545"/>
                        <a:pt x="13676" y="2630"/>
                      </a:cubicBezTo>
                      <a:lnTo>
                        <a:pt x="16281" y="4468"/>
                      </a:lnTo>
                      <a:lnTo>
                        <a:pt x="15823" y="5051"/>
                      </a:lnTo>
                      <a:cubicBezTo>
                        <a:pt x="14362" y="4099"/>
                        <a:pt x="12592" y="3540"/>
                        <a:pt x="10681" y="3540"/>
                      </a:cubicBezTo>
                      <a:cubicBezTo>
                        <a:pt x="8757" y="3540"/>
                        <a:pt x="6972" y="4109"/>
                        <a:pt x="5506" y="5075"/>
                      </a:cubicBezTo>
                      <a:lnTo>
                        <a:pt x="5053" y="4490"/>
                      </a:lnTo>
                      <a:lnTo>
                        <a:pt x="7687" y="2630"/>
                      </a:lnTo>
                      <a:cubicBezTo>
                        <a:pt x="7807" y="2545"/>
                        <a:pt x="7887" y="2419"/>
                        <a:pt x="7908" y="2279"/>
                      </a:cubicBezTo>
                      <a:cubicBezTo>
                        <a:pt x="7928" y="2140"/>
                        <a:pt x="7890" y="1998"/>
                        <a:pt x="7799" y="1885"/>
                      </a:cubicBezTo>
                      <a:cubicBezTo>
                        <a:pt x="6972" y="855"/>
                        <a:pt x="5709" y="263"/>
                        <a:pt x="4332" y="263"/>
                      </a:cubicBezTo>
                      <a:cubicBezTo>
                        <a:pt x="3573" y="263"/>
                        <a:pt x="2843" y="446"/>
                        <a:pt x="2194" y="795"/>
                      </a:cubicBezTo>
                      <a:lnTo>
                        <a:pt x="1748" y="220"/>
                      </a:lnTo>
                      <a:cubicBezTo>
                        <a:pt x="1564" y="-18"/>
                        <a:pt x="1210" y="-71"/>
                        <a:pt x="956" y="102"/>
                      </a:cubicBezTo>
                      <a:cubicBezTo>
                        <a:pt x="703" y="274"/>
                        <a:pt x="647" y="607"/>
                        <a:pt x="831" y="845"/>
                      </a:cubicBezTo>
                      <a:lnTo>
                        <a:pt x="1289" y="1438"/>
                      </a:lnTo>
                      <a:cubicBezTo>
                        <a:pt x="615" y="2060"/>
                        <a:pt x="178" y="2868"/>
                        <a:pt x="44" y="3762"/>
                      </a:cubicBezTo>
                      <a:cubicBezTo>
                        <a:pt x="-118" y="4838"/>
                        <a:pt x="176" y="5908"/>
                        <a:pt x="872" y="6775"/>
                      </a:cubicBezTo>
                      <a:cubicBezTo>
                        <a:pt x="983" y="6914"/>
                        <a:pt x="1154" y="6988"/>
                        <a:pt x="1326" y="6988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70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4" name="ïSlîḋê">
                  <a:extLst>
                    <a:ext uri="{FF2B5EF4-FFF2-40B4-BE49-F238E27FC236}">
                      <a16:creationId xmlns:a16="http://schemas.microsoft.com/office/drawing/2014/main" id="{B7A937A4-7B06-48E0-8988-33FC5A81B916}"/>
                    </a:ext>
                  </a:extLst>
                </p:cNvPr>
                <p:cNvSpPr/>
                <p:nvPr/>
              </p:nvSpPr>
              <p:spPr>
                <a:xfrm rot="58819" flipH="1">
                  <a:off x="5796316" y="2766140"/>
                  <a:ext cx="87201" cy="8721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340" h="20343" extrusionOk="0">
                      <a:moveTo>
                        <a:pt x="11469" y="83"/>
                      </a:moveTo>
                      <a:cubicBezTo>
                        <a:pt x="5893" y="-630"/>
                        <a:pt x="795" y="3312"/>
                        <a:pt x="84" y="8873"/>
                      </a:cubicBezTo>
                      <a:cubicBezTo>
                        <a:pt x="-631" y="14446"/>
                        <a:pt x="3314" y="19546"/>
                        <a:pt x="8886" y="20260"/>
                      </a:cubicBezTo>
                      <a:cubicBezTo>
                        <a:pt x="14432" y="20970"/>
                        <a:pt x="19542" y="17029"/>
                        <a:pt x="20257" y="11455"/>
                      </a:cubicBezTo>
                      <a:cubicBezTo>
                        <a:pt x="20969" y="5895"/>
                        <a:pt x="17015" y="793"/>
                        <a:pt x="11469" y="8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5" name="îṡľïde">
                  <a:extLst>
                    <a:ext uri="{FF2B5EF4-FFF2-40B4-BE49-F238E27FC236}">
                      <a16:creationId xmlns:a16="http://schemas.microsoft.com/office/drawing/2014/main" id="{2CCFFF48-4A2B-472A-ACF8-21F8129212DD}"/>
                    </a:ext>
                  </a:extLst>
                </p:cNvPr>
                <p:cNvSpPr/>
                <p:nvPr/>
              </p:nvSpPr>
              <p:spPr>
                <a:xfrm rot="58819" flipH="1">
                  <a:off x="5778252" y="2660674"/>
                  <a:ext cx="220435" cy="18103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45" h="20307" extrusionOk="0">
                      <a:moveTo>
                        <a:pt x="21159" y="157"/>
                      </a:moveTo>
                      <a:lnTo>
                        <a:pt x="21017" y="156"/>
                      </a:lnTo>
                      <a:cubicBezTo>
                        <a:pt x="10732" y="-1261"/>
                        <a:pt x="1318" y="7138"/>
                        <a:pt x="3" y="18944"/>
                      </a:cubicBezTo>
                      <a:cubicBezTo>
                        <a:pt x="-28" y="19220"/>
                        <a:pt x="146" y="19479"/>
                        <a:pt x="392" y="19516"/>
                      </a:cubicBezTo>
                      <a:lnTo>
                        <a:pt x="5757" y="20303"/>
                      </a:lnTo>
                      <a:cubicBezTo>
                        <a:pt x="5997" y="20339"/>
                        <a:pt x="6221" y="20138"/>
                        <a:pt x="6252" y="19862"/>
                      </a:cubicBezTo>
                      <a:cubicBezTo>
                        <a:pt x="7135" y="11952"/>
                        <a:pt x="13457" y="6338"/>
                        <a:pt x="20355" y="7351"/>
                      </a:cubicBezTo>
                      <a:cubicBezTo>
                        <a:pt x="20597" y="7387"/>
                        <a:pt x="20820" y="7192"/>
                        <a:pt x="20852" y="6910"/>
                      </a:cubicBezTo>
                      <a:lnTo>
                        <a:pt x="21541" y="728"/>
                      </a:lnTo>
                      <a:cubicBezTo>
                        <a:pt x="21572" y="445"/>
                        <a:pt x="21399" y="192"/>
                        <a:pt x="21159" y="15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40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6" name="ï$ļiḍe">
                  <a:extLst>
                    <a:ext uri="{FF2B5EF4-FFF2-40B4-BE49-F238E27FC236}">
                      <a16:creationId xmlns:a16="http://schemas.microsoft.com/office/drawing/2014/main" id="{9FE079F7-F7AC-479A-B4B6-76A24E928143}"/>
                    </a:ext>
                  </a:extLst>
                </p:cNvPr>
                <p:cNvSpPr/>
                <p:nvPr/>
              </p:nvSpPr>
              <p:spPr>
                <a:xfrm rot="58819" flipH="1">
                  <a:off x="5766185" y="2566901"/>
                  <a:ext cx="327871" cy="26506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63" h="20261" extrusionOk="0">
                      <a:moveTo>
                        <a:pt x="21304" y="163"/>
                      </a:moveTo>
                      <a:lnTo>
                        <a:pt x="21208" y="167"/>
                      </a:lnTo>
                      <a:cubicBezTo>
                        <a:pt x="10829" y="-1318"/>
                        <a:pt x="1331" y="7256"/>
                        <a:pt x="3" y="19316"/>
                      </a:cubicBezTo>
                      <a:cubicBezTo>
                        <a:pt x="-18" y="19504"/>
                        <a:pt x="100" y="19681"/>
                        <a:pt x="262" y="19705"/>
                      </a:cubicBezTo>
                      <a:lnTo>
                        <a:pt x="3979" y="20258"/>
                      </a:lnTo>
                      <a:cubicBezTo>
                        <a:pt x="4141" y="20282"/>
                        <a:pt x="4293" y="20145"/>
                        <a:pt x="4313" y="19957"/>
                      </a:cubicBezTo>
                      <a:cubicBezTo>
                        <a:pt x="5342" y="10619"/>
                        <a:pt x="12714" y="3995"/>
                        <a:pt x="20750" y="5190"/>
                      </a:cubicBezTo>
                      <a:cubicBezTo>
                        <a:pt x="20911" y="5214"/>
                        <a:pt x="21062" y="5082"/>
                        <a:pt x="21083" y="4894"/>
                      </a:cubicBezTo>
                      <a:lnTo>
                        <a:pt x="21561" y="551"/>
                      </a:lnTo>
                      <a:cubicBezTo>
                        <a:pt x="21582" y="364"/>
                        <a:pt x="21465" y="187"/>
                        <a:pt x="21304" y="16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7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7" name="îSliḑé">
                  <a:extLst>
                    <a:ext uri="{FF2B5EF4-FFF2-40B4-BE49-F238E27FC236}">
                      <a16:creationId xmlns:a16="http://schemas.microsoft.com/office/drawing/2014/main" id="{A98BC519-0A29-4EA7-AE78-FEFEC6EC0A73}"/>
                    </a:ext>
                  </a:extLst>
                </p:cNvPr>
                <p:cNvSpPr/>
                <p:nvPr/>
              </p:nvSpPr>
              <p:spPr>
                <a:xfrm rot="58819" flipH="1">
                  <a:off x="5798479" y="2889910"/>
                  <a:ext cx="282017" cy="28408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47" h="21573" extrusionOk="0">
                      <a:moveTo>
                        <a:pt x="8154" y="8234"/>
                      </a:moveTo>
                      <a:lnTo>
                        <a:pt x="8195" y="9960"/>
                      </a:lnTo>
                      <a:lnTo>
                        <a:pt x="6459" y="10000"/>
                      </a:lnTo>
                      <a:lnTo>
                        <a:pt x="6419" y="8274"/>
                      </a:lnTo>
                      <a:cubicBezTo>
                        <a:pt x="6419" y="8274"/>
                        <a:pt x="8154" y="8234"/>
                        <a:pt x="8154" y="8234"/>
                      </a:cubicBezTo>
                      <a:close/>
                      <a:moveTo>
                        <a:pt x="11625" y="8154"/>
                      </a:moveTo>
                      <a:lnTo>
                        <a:pt x="11665" y="9880"/>
                      </a:lnTo>
                      <a:lnTo>
                        <a:pt x="9931" y="9920"/>
                      </a:lnTo>
                      <a:lnTo>
                        <a:pt x="9891" y="8194"/>
                      </a:lnTo>
                      <a:cubicBezTo>
                        <a:pt x="9891" y="8194"/>
                        <a:pt x="11625" y="8154"/>
                        <a:pt x="11625" y="8154"/>
                      </a:cubicBezTo>
                      <a:close/>
                      <a:moveTo>
                        <a:pt x="15095" y="8073"/>
                      </a:moveTo>
                      <a:lnTo>
                        <a:pt x="15136" y="9800"/>
                      </a:lnTo>
                      <a:lnTo>
                        <a:pt x="13401" y="9840"/>
                      </a:lnTo>
                      <a:lnTo>
                        <a:pt x="13360" y="8113"/>
                      </a:lnTo>
                      <a:cubicBezTo>
                        <a:pt x="13360" y="8113"/>
                        <a:pt x="15095" y="8073"/>
                        <a:pt x="15095" y="8073"/>
                      </a:cubicBezTo>
                      <a:close/>
                      <a:moveTo>
                        <a:pt x="1" y="2554"/>
                      </a:moveTo>
                      <a:lnTo>
                        <a:pt x="436" y="21573"/>
                      </a:lnTo>
                      <a:lnTo>
                        <a:pt x="4589" y="17248"/>
                      </a:lnTo>
                      <a:lnTo>
                        <a:pt x="19470" y="16904"/>
                      </a:lnTo>
                      <a:cubicBezTo>
                        <a:pt x="20639" y="16877"/>
                        <a:pt x="21574" y="15904"/>
                        <a:pt x="21547" y="14743"/>
                      </a:cubicBezTo>
                      <a:lnTo>
                        <a:pt x="21251" y="2062"/>
                      </a:lnTo>
                      <a:cubicBezTo>
                        <a:pt x="21223" y="902"/>
                        <a:pt x="20244" y="-27"/>
                        <a:pt x="19075" y="0"/>
                      </a:cubicBezTo>
                      <a:lnTo>
                        <a:pt x="2066" y="393"/>
                      </a:lnTo>
                      <a:cubicBezTo>
                        <a:pt x="897" y="420"/>
                        <a:pt x="-26" y="1393"/>
                        <a:pt x="1" y="255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8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8" name="ïšḻïḑê">
                  <a:extLst>
                    <a:ext uri="{FF2B5EF4-FFF2-40B4-BE49-F238E27FC236}">
                      <a16:creationId xmlns:a16="http://schemas.microsoft.com/office/drawing/2014/main" id="{2D2163B0-5079-44CF-BB2B-0652306774F6}"/>
                    </a:ext>
                  </a:extLst>
                </p:cNvPr>
                <p:cNvSpPr/>
                <p:nvPr/>
              </p:nvSpPr>
              <p:spPr>
                <a:xfrm rot="58819" flipH="1">
                  <a:off x="6103928" y="2698556"/>
                  <a:ext cx="313683" cy="379504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19804" extrusionOk="0">
                      <a:moveTo>
                        <a:pt x="13214" y="199"/>
                      </a:moveTo>
                      <a:cubicBezTo>
                        <a:pt x="13214" y="199"/>
                        <a:pt x="11791" y="1749"/>
                        <a:pt x="10114" y="5045"/>
                      </a:cubicBezTo>
                      <a:cubicBezTo>
                        <a:pt x="4927" y="3268"/>
                        <a:pt x="0" y="5758"/>
                        <a:pt x="0" y="10087"/>
                      </a:cubicBezTo>
                      <a:cubicBezTo>
                        <a:pt x="0" y="14608"/>
                        <a:pt x="4591" y="21478"/>
                        <a:pt x="10797" y="19403"/>
                      </a:cubicBezTo>
                      <a:cubicBezTo>
                        <a:pt x="17336" y="21547"/>
                        <a:pt x="21600" y="14608"/>
                        <a:pt x="21600" y="10087"/>
                      </a:cubicBezTo>
                      <a:cubicBezTo>
                        <a:pt x="21600" y="5719"/>
                        <a:pt x="17169" y="3159"/>
                        <a:pt x="11411" y="5084"/>
                      </a:cubicBezTo>
                      <a:cubicBezTo>
                        <a:pt x="11892" y="4476"/>
                        <a:pt x="12654" y="3604"/>
                        <a:pt x="13614" y="2769"/>
                      </a:cubicBezTo>
                      <a:cubicBezTo>
                        <a:pt x="14429" y="2060"/>
                        <a:pt x="16024" y="1150"/>
                        <a:pt x="16024" y="1150"/>
                      </a:cubicBezTo>
                      <a:cubicBezTo>
                        <a:pt x="16264" y="1012"/>
                        <a:pt x="16237" y="822"/>
                        <a:pt x="15964" y="724"/>
                      </a:cubicBezTo>
                      <a:lnTo>
                        <a:pt x="14040" y="42"/>
                      </a:lnTo>
                      <a:cubicBezTo>
                        <a:pt x="13767" y="-53"/>
                        <a:pt x="13395" y="16"/>
                        <a:pt x="13214" y="19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79" name="íSļiďe">
                  <a:extLst>
                    <a:ext uri="{FF2B5EF4-FFF2-40B4-BE49-F238E27FC236}">
                      <a16:creationId xmlns:a16="http://schemas.microsoft.com/office/drawing/2014/main" id="{109E5053-1CF0-4E51-BB3B-1C86BA74BD75}"/>
                    </a:ext>
                  </a:extLst>
                </p:cNvPr>
                <p:cNvSpPr/>
                <p:nvPr/>
              </p:nvSpPr>
              <p:spPr>
                <a:xfrm rot="58819" flipH="1">
                  <a:off x="6262493" y="2679624"/>
                  <a:ext cx="87090" cy="871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328" h="20338" extrusionOk="0">
                      <a:moveTo>
                        <a:pt x="18304" y="20314"/>
                      </a:moveTo>
                      <a:cubicBezTo>
                        <a:pt x="19330" y="20224"/>
                        <a:pt x="20221" y="19326"/>
                        <a:pt x="20304" y="18315"/>
                      </a:cubicBezTo>
                      <a:cubicBezTo>
                        <a:pt x="20304" y="18315"/>
                        <a:pt x="20956" y="10401"/>
                        <a:pt x="15443" y="4887"/>
                      </a:cubicBezTo>
                      <a:cubicBezTo>
                        <a:pt x="9912" y="-635"/>
                        <a:pt x="2021" y="25"/>
                        <a:pt x="2021" y="25"/>
                      </a:cubicBezTo>
                      <a:cubicBezTo>
                        <a:pt x="1005" y="107"/>
                        <a:pt x="111" y="1004"/>
                        <a:pt x="25" y="2019"/>
                      </a:cubicBezTo>
                      <a:cubicBezTo>
                        <a:pt x="25" y="2019"/>
                        <a:pt x="-644" y="9941"/>
                        <a:pt x="4878" y="15452"/>
                      </a:cubicBezTo>
                      <a:cubicBezTo>
                        <a:pt x="10392" y="20965"/>
                        <a:pt x="18304" y="20314"/>
                        <a:pt x="18304" y="20314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0" name="î$ḻîďê">
                  <a:extLst>
                    <a:ext uri="{FF2B5EF4-FFF2-40B4-BE49-F238E27FC236}">
                      <a16:creationId xmlns:a16="http://schemas.microsoft.com/office/drawing/2014/main" id="{AE260CC8-E8E5-4BC4-A155-E357EAF40BD3}"/>
                    </a:ext>
                  </a:extLst>
                </p:cNvPr>
                <p:cNvSpPr/>
                <p:nvPr/>
              </p:nvSpPr>
              <p:spPr>
                <a:xfrm rot="58819" flipH="1">
                  <a:off x="5501705" y="2520490"/>
                  <a:ext cx="36049" cy="35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85"/>
                      </a:moveTo>
                      <a:lnTo>
                        <a:pt x="9486" y="0"/>
                      </a:lnTo>
                      <a:lnTo>
                        <a:pt x="0" y="9523"/>
                      </a:lnTo>
                      <a:lnTo>
                        <a:pt x="12043" y="21600"/>
                      </a:lnTo>
                      <a:cubicBezTo>
                        <a:pt x="12043" y="21600"/>
                        <a:pt x="21600" y="12085"/>
                        <a:pt x="21600" y="1208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1" name="îṥļîḍé">
                  <a:extLst>
                    <a:ext uri="{FF2B5EF4-FFF2-40B4-BE49-F238E27FC236}">
                      <a16:creationId xmlns:a16="http://schemas.microsoft.com/office/drawing/2014/main" id="{511E236D-0D01-4856-89CF-AE5F0E264095}"/>
                    </a:ext>
                  </a:extLst>
                </p:cNvPr>
                <p:cNvSpPr/>
                <p:nvPr/>
              </p:nvSpPr>
              <p:spPr>
                <a:xfrm rot="58819" flipH="1">
                  <a:off x="5317785" y="2600002"/>
                  <a:ext cx="33677" cy="224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21600"/>
                      </a:moveTo>
                      <a:lnTo>
                        <a:pt x="21600" y="21600"/>
                      </a:lnTo>
                      <a:lnTo>
                        <a:pt x="21600" y="0"/>
                      </a:lnTo>
                      <a:lnTo>
                        <a:pt x="0" y="0"/>
                      </a:lnTo>
                      <a:cubicBezTo>
                        <a:pt x="0" y="0"/>
                        <a:pt x="0" y="21600"/>
                        <a:pt x="0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2" name="îśḻiḓê">
                  <a:extLst>
                    <a:ext uri="{FF2B5EF4-FFF2-40B4-BE49-F238E27FC236}">
                      <a16:creationId xmlns:a16="http://schemas.microsoft.com/office/drawing/2014/main" id="{FB832CBF-E4E1-45F0-9C5A-2979C016B76F}"/>
                    </a:ext>
                  </a:extLst>
                </p:cNvPr>
                <p:cNvSpPr/>
                <p:nvPr/>
              </p:nvSpPr>
              <p:spPr>
                <a:xfrm rot="58819" flipH="1">
                  <a:off x="5433136" y="2491639"/>
                  <a:ext cx="22456" cy="3312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0"/>
                      </a:lnTo>
                      <a:lnTo>
                        <a:pt x="0" y="21600"/>
                      </a:lnTo>
                      <a:lnTo>
                        <a:pt x="21600" y="21600"/>
                      </a:lnTo>
                      <a:cubicBezTo>
                        <a:pt x="21600" y="21600"/>
                        <a:pt x="21600" y="0"/>
                        <a:pt x="2160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3" name="ïsḷîḑé">
                  <a:extLst>
                    <a:ext uri="{FF2B5EF4-FFF2-40B4-BE49-F238E27FC236}">
                      <a16:creationId xmlns:a16="http://schemas.microsoft.com/office/drawing/2014/main" id="{F8195940-B5AE-4869-951A-379E12FA4419}"/>
                    </a:ext>
                  </a:extLst>
                </p:cNvPr>
                <p:cNvSpPr/>
                <p:nvPr/>
              </p:nvSpPr>
              <p:spPr>
                <a:xfrm rot="58819" flipH="1">
                  <a:off x="5345708" y="2671369"/>
                  <a:ext cx="35914" cy="35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2077"/>
                      </a:moveTo>
                      <a:lnTo>
                        <a:pt x="9447" y="0"/>
                      </a:lnTo>
                      <a:lnTo>
                        <a:pt x="0" y="9443"/>
                      </a:lnTo>
                      <a:lnTo>
                        <a:pt x="12072" y="21600"/>
                      </a:lnTo>
                      <a:cubicBezTo>
                        <a:pt x="12072" y="21600"/>
                        <a:pt x="21600" y="12077"/>
                        <a:pt x="21600" y="1207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4" name="îslíḑè">
                  <a:extLst>
                    <a:ext uri="{FF2B5EF4-FFF2-40B4-BE49-F238E27FC236}">
                      <a16:creationId xmlns:a16="http://schemas.microsoft.com/office/drawing/2014/main" id="{1082863E-0FE9-4C5A-BD2F-EFD88F636DFE}"/>
                    </a:ext>
                  </a:extLst>
                </p:cNvPr>
                <p:cNvSpPr/>
                <p:nvPr/>
              </p:nvSpPr>
              <p:spPr>
                <a:xfrm rot="58819" flipH="1">
                  <a:off x="5429500" y="2704184"/>
                  <a:ext cx="22456" cy="3311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lnTo>
                        <a:pt x="0" y="21600"/>
                      </a:lnTo>
                      <a:lnTo>
                        <a:pt x="21600" y="21600"/>
                      </a:lnTo>
                      <a:lnTo>
                        <a:pt x="21600" y="0"/>
                      </a:lnTo>
                      <a:cubicBezTo>
                        <a:pt x="2160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5" name="íşľîḋê">
                  <a:extLst>
                    <a:ext uri="{FF2B5EF4-FFF2-40B4-BE49-F238E27FC236}">
                      <a16:creationId xmlns:a16="http://schemas.microsoft.com/office/drawing/2014/main" id="{BDE1A3FE-A308-43F8-930A-6BFE29F56C8B}"/>
                    </a:ext>
                  </a:extLst>
                </p:cNvPr>
                <p:cNvSpPr/>
                <p:nvPr/>
              </p:nvSpPr>
              <p:spPr>
                <a:xfrm rot="58819" flipH="1">
                  <a:off x="5499196" y="2673995"/>
                  <a:ext cx="35930" cy="3604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9486"/>
                      </a:moveTo>
                      <a:lnTo>
                        <a:pt x="12083" y="0"/>
                      </a:lnTo>
                      <a:lnTo>
                        <a:pt x="0" y="12107"/>
                      </a:lnTo>
                      <a:lnTo>
                        <a:pt x="9517" y="21600"/>
                      </a:lnTo>
                      <a:cubicBezTo>
                        <a:pt x="9517" y="21600"/>
                        <a:pt x="21600" y="9486"/>
                        <a:pt x="21600" y="948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6" name="i$ḻîďé">
                  <a:extLst>
                    <a:ext uri="{FF2B5EF4-FFF2-40B4-BE49-F238E27FC236}">
                      <a16:creationId xmlns:a16="http://schemas.microsoft.com/office/drawing/2014/main" id="{36CBC6E7-1617-48D9-8697-9A4C58A0B8B6}"/>
                    </a:ext>
                  </a:extLst>
                </p:cNvPr>
                <p:cNvSpPr/>
                <p:nvPr/>
              </p:nvSpPr>
              <p:spPr>
                <a:xfrm rot="58819" flipH="1">
                  <a:off x="5348323" y="2517864"/>
                  <a:ext cx="35926" cy="3592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9523"/>
                      </a:moveTo>
                      <a:lnTo>
                        <a:pt x="12084" y="0"/>
                      </a:lnTo>
                      <a:lnTo>
                        <a:pt x="0" y="12085"/>
                      </a:lnTo>
                      <a:lnTo>
                        <a:pt x="9511" y="21600"/>
                      </a:lnTo>
                      <a:cubicBezTo>
                        <a:pt x="9511" y="21600"/>
                        <a:pt x="21600" y="9523"/>
                        <a:pt x="21600" y="952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7" name="î$ļiḋé">
                  <a:extLst>
                    <a:ext uri="{FF2B5EF4-FFF2-40B4-BE49-F238E27FC236}">
                      <a16:creationId xmlns:a16="http://schemas.microsoft.com/office/drawing/2014/main" id="{09F90A34-2194-45CB-9396-2A867E06C95A}"/>
                    </a:ext>
                  </a:extLst>
                </p:cNvPr>
                <p:cNvSpPr/>
                <p:nvPr/>
              </p:nvSpPr>
              <p:spPr>
                <a:xfrm rot="58819" flipH="1">
                  <a:off x="5374152" y="2546719"/>
                  <a:ext cx="134740" cy="13473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1" y="21600"/>
                      </a:moveTo>
                      <a:cubicBezTo>
                        <a:pt x="16759" y="21600"/>
                        <a:pt x="21600" y="16758"/>
                        <a:pt x="21600" y="10800"/>
                      </a:cubicBezTo>
                      <a:cubicBezTo>
                        <a:pt x="21600" y="4843"/>
                        <a:pt x="16759" y="0"/>
                        <a:pt x="10801" y="0"/>
                      </a:cubicBezTo>
                      <a:cubicBezTo>
                        <a:pt x="4843" y="0"/>
                        <a:pt x="0" y="4843"/>
                        <a:pt x="0" y="10800"/>
                      </a:cubicBezTo>
                      <a:cubicBezTo>
                        <a:pt x="0" y="16758"/>
                        <a:pt x="4843" y="21600"/>
                        <a:pt x="10801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8" name="iṧļiḑé">
                  <a:extLst>
                    <a:ext uri="{FF2B5EF4-FFF2-40B4-BE49-F238E27FC236}">
                      <a16:creationId xmlns:a16="http://schemas.microsoft.com/office/drawing/2014/main" id="{545649EC-A084-46DE-895D-E86418924999}"/>
                    </a:ext>
                  </a:extLst>
                </p:cNvPr>
                <p:cNvSpPr/>
                <p:nvPr/>
              </p:nvSpPr>
              <p:spPr>
                <a:xfrm rot="58819" flipH="1">
                  <a:off x="5530341" y="2603639"/>
                  <a:ext cx="33666" cy="22456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0"/>
                      </a:lnTo>
                      <a:lnTo>
                        <a:pt x="0" y="21600"/>
                      </a:lnTo>
                      <a:lnTo>
                        <a:pt x="21600" y="21600"/>
                      </a:lnTo>
                      <a:cubicBezTo>
                        <a:pt x="21600" y="21600"/>
                        <a:pt x="21600" y="0"/>
                        <a:pt x="2160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89" name="î$ḻiḑe">
                  <a:extLst>
                    <a:ext uri="{FF2B5EF4-FFF2-40B4-BE49-F238E27FC236}">
                      <a16:creationId xmlns:a16="http://schemas.microsoft.com/office/drawing/2014/main" id="{E8997DDB-2EDE-4487-ADB7-B531B703EE6C}"/>
                    </a:ext>
                  </a:extLst>
                </p:cNvPr>
                <p:cNvSpPr/>
                <p:nvPr/>
              </p:nvSpPr>
              <p:spPr>
                <a:xfrm rot="58819" flipH="1">
                  <a:off x="5725627" y="3408176"/>
                  <a:ext cx="261611" cy="2379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10810"/>
                      </a:moveTo>
                      <a:cubicBezTo>
                        <a:pt x="21598" y="4838"/>
                        <a:pt x="21160" y="0"/>
                        <a:pt x="20617" y="0"/>
                      </a:cubicBezTo>
                      <a:lnTo>
                        <a:pt x="981" y="0"/>
                      </a:lnTo>
                      <a:cubicBezTo>
                        <a:pt x="441" y="0"/>
                        <a:pt x="0" y="4838"/>
                        <a:pt x="0" y="10810"/>
                      </a:cubicBezTo>
                      <a:cubicBezTo>
                        <a:pt x="0" y="16771"/>
                        <a:pt x="441" y="21600"/>
                        <a:pt x="981" y="21600"/>
                      </a:cubicBezTo>
                      <a:lnTo>
                        <a:pt x="20617" y="21600"/>
                      </a:lnTo>
                      <a:cubicBezTo>
                        <a:pt x="21160" y="21600"/>
                        <a:pt x="21600" y="16771"/>
                        <a:pt x="21600" y="1081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0" name="ïṣľîďê">
                  <a:extLst>
                    <a:ext uri="{FF2B5EF4-FFF2-40B4-BE49-F238E27FC236}">
                      <a16:creationId xmlns:a16="http://schemas.microsoft.com/office/drawing/2014/main" id="{186F6FB3-2215-482B-B5B4-9E172817862C}"/>
                    </a:ext>
                  </a:extLst>
                </p:cNvPr>
                <p:cNvSpPr/>
                <p:nvPr/>
              </p:nvSpPr>
              <p:spPr>
                <a:xfrm rot="58819" flipH="1">
                  <a:off x="5741166" y="3258584"/>
                  <a:ext cx="231868" cy="14268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3599" y="1799"/>
                      </a:moveTo>
                      <a:lnTo>
                        <a:pt x="6922" y="1799"/>
                      </a:lnTo>
                      <a:lnTo>
                        <a:pt x="6922" y="17999"/>
                      </a:lnTo>
                      <a:lnTo>
                        <a:pt x="3599" y="17999"/>
                      </a:lnTo>
                      <a:cubicBezTo>
                        <a:pt x="3599" y="17999"/>
                        <a:pt x="3599" y="1799"/>
                        <a:pt x="3599" y="1799"/>
                      </a:cubicBezTo>
                      <a:close/>
                      <a:moveTo>
                        <a:pt x="9139" y="1799"/>
                      </a:moveTo>
                      <a:lnTo>
                        <a:pt x="12461" y="1799"/>
                      </a:lnTo>
                      <a:lnTo>
                        <a:pt x="12461" y="17999"/>
                      </a:lnTo>
                      <a:lnTo>
                        <a:pt x="9139" y="17999"/>
                      </a:lnTo>
                      <a:cubicBezTo>
                        <a:pt x="9139" y="17999"/>
                        <a:pt x="9139" y="1799"/>
                        <a:pt x="9139" y="1799"/>
                      </a:cubicBezTo>
                      <a:close/>
                      <a:moveTo>
                        <a:pt x="14676" y="1799"/>
                      </a:moveTo>
                      <a:lnTo>
                        <a:pt x="17998" y="1799"/>
                      </a:lnTo>
                      <a:lnTo>
                        <a:pt x="17998" y="17999"/>
                      </a:lnTo>
                      <a:lnTo>
                        <a:pt x="14676" y="17999"/>
                      </a:lnTo>
                      <a:cubicBezTo>
                        <a:pt x="14676" y="17999"/>
                        <a:pt x="14676" y="1799"/>
                        <a:pt x="14676" y="1799"/>
                      </a:cubicBezTo>
                      <a:close/>
                      <a:moveTo>
                        <a:pt x="1107" y="17999"/>
                      </a:moveTo>
                      <a:cubicBezTo>
                        <a:pt x="493" y="17999"/>
                        <a:pt x="0" y="18805"/>
                        <a:pt x="0" y="19797"/>
                      </a:cubicBezTo>
                      <a:cubicBezTo>
                        <a:pt x="0" y="20793"/>
                        <a:pt x="493" y="21600"/>
                        <a:pt x="1107" y="21600"/>
                      </a:cubicBezTo>
                      <a:lnTo>
                        <a:pt x="20491" y="21600"/>
                      </a:lnTo>
                      <a:cubicBezTo>
                        <a:pt x="21104" y="21600"/>
                        <a:pt x="21600" y="20793"/>
                        <a:pt x="21600" y="19797"/>
                      </a:cubicBezTo>
                      <a:cubicBezTo>
                        <a:pt x="21600" y="18805"/>
                        <a:pt x="21104" y="17999"/>
                        <a:pt x="20491" y="17999"/>
                      </a:cubicBezTo>
                      <a:lnTo>
                        <a:pt x="20215" y="17999"/>
                      </a:lnTo>
                      <a:lnTo>
                        <a:pt x="20215" y="1799"/>
                      </a:lnTo>
                      <a:lnTo>
                        <a:pt x="20491" y="1799"/>
                      </a:lnTo>
                      <a:cubicBezTo>
                        <a:pt x="20797" y="1799"/>
                        <a:pt x="21045" y="1396"/>
                        <a:pt x="21045" y="897"/>
                      </a:cubicBezTo>
                      <a:cubicBezTo>
                        <a:pt x="21045" y="404"/>
                        <a:pt x="20797" y="0"/>
                        <a:pt x="20491" y="0"/>
                      </a:cubicBezTo>
                      <a:lnTo>
                        <a:pt x="1107" y="0"/>
                      </a:lnTo>
                      <a:cubicBezTo>
                        <a:pt x="801" y="0"/>
                        <a:pt x="555" y="404"/>
                        <a:pt x="555" y="897"/>
                      </a:cubicBezTo>
                      <a:cubicBezTo>
                        <a:pt x="555" y="1396"/>
                        <a:pt x="801" y="1799"/>
                        <a:pt x="1107" y="1799"/>
                      </a:cubicBezTo>
                      <a:lnTo>
                        <a:pt x="1383" y="1799"/>
                      </a:lnTo>
                      <a:lnTo>
                        <a:pt x="1383" y="17999"/>
                      </a:lnTo>
                      <a:cubicBezTo>
                        <a:pt x="1383" y="17999"/>
                        <a:pt x="1107" y="17999"/>
                        <a:pt x="1107" y="17999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1" name="ïṧ1îḓe">
                  <a:extLst>
                    <a:ext uri="{FF2B5EF4-FFF2-40B4-BE49-F238E27FC236}">
                      <a16:creationId xmlns:a16="http://schemas.microsoft.com/office/drawing/2014/main" id="{09772309-1F85-472F-90BC-0E9DC90F267D}"/>
                    </a:ext>
                  </a:extLst>
                </p:cNvPr>
                <p:cNvSpPr/>
                <p:nvPr/>
              </p:nvSpPr>
              <p:spPr>
                <a:xfrm rot="58819" flipH="1">
                  <a:off x="5729167" y="3168075"/>
                  <a:ext cx="261721" cy="773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24" h="21503" extrusionOk="0">
                      <a:moveTo>
                        <a:pt x="21524" y="18191"/>
                      </a:moveTo>
                      <a:cubicBezTo>
                        <a:pt x="21524" y="16739"/>
                        <a:pt x="21247" y="15505"/>
                        <a:pt x="20862" y="15059"/>
                      </a:cubicBezTo>
                      <a:lnTo>
                        <a:pt x="11158" y="290"/>
                      </a:lnTo>
                      <a:cubicBezTo>
                        <a:pt x="10903" y="-97"/>
                        <a:pt x="10613" y="-97"/>
                        <a:pt x="10358" y="290"/>
                      </a:cubicBezTo>
                      <a:lnTo>
                        <a:pt x="577" y="15172"/>
                      </a:lnTo>
                      <a:cubicBezTo>
                        <a:pt x="157" y="15814"/>
                        <a:pt x="-76" y="17366"/>
                        <a:pt x="23" y="18886"/>
                      </a:cubicBezTo>
                      <a:cubicBezTo>
                        <a:pt x="119" y="20413"/>
                        <a:pt x="517" y="21503"/>
                        <a:pt x="978" y="21503"/>
                      </a:cubicBezTo>
                      <a:lnTo>
                        <a:pt x="20545" y="21503"/>
                      </a:lnTo>
                      <a:cubicBezTo>
                        <a:pt x="21086" y="21503"/>
                        <a:pt x="21524" y="20019"/>
                        <a:pt x="21524" y="18191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2" name="îṥlídè">
                  <a:extLst>
                    <a:ext uri="{FF2B5EF4-FFF2-40B4-BE49-F238E27FC236}">
                      <a16:creationId xmlns:a16="http://schemas.microsoft.com/office/drawing/2014/main" id="{0E81DECA-D9B6-44E3-AFA3-621DA3547E63}"/>
                    </a:ext>
                  </a:extLst>
                </p:cNvPr>
                <p:cNvSpPr/>
                <p:nvPr/>
              </p:nvSpPr>
              <p:spPr>
                <a:xfrm rot="58819" flipH="1">
                  <a:off x="5238084" y="3344818"/>
                  <a:ext cx="271718" cy="27171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1941" y="10099"/>
                      </a:moveTo>
                      <a:lnTo>
                        <a:pt x="11941" y="2262"/>
                      </a:lnTo>
                      <a:cubicBezTo>
                        <a:pt x="16153" y="2822"/>
                        <a:pt x="19414" y="6437"/>
                        <a:pt x="19414" y="10800"/>
                      </a:cubicBezTo>
                      <a:cubicBezTo>
                        <a:pt x="19414" y="12706"/>
                        <a:pt x="18791" y="14468"/>
                        <a:pt x="17739" y="15896"/>
                      </a:cubicBezTo>
                      <a:cubicBezTo>
                        <a:pt x="17739" y="15896"/>
                        <a:pt x="11941" y="10099"/>
                        <a:pt x="11941" y="10099"/>
                      </a:cubicBezTo>
                      <a:close/>
                      <a:moveTo>
                        <a:pt x="11941" y="19338"/>
                      </a:moveTo>
                      <a:lnTo>
                        <a:pt x="11941" y="13328"/>
                      </a:lnTo>
                      <a:lnTo>
                        <a:pt x="16155" y="17542"/>
                      </a:lnTo>
                      <a:cubicBezTo>
                        <a:pt x="14965" y="18489"/>
                        <a:pt x="13520" y="19128"/>
                        <a:pt x="11941" y="19338"/>
                      </a:cubicBezTo>
                      <a:close/>
                      <a:moveTo>
                        <a:pt x="9658" y="10099"/>
                      </a:moveTo>
                      <a:lnTo>
                        <a:pt x="3860" y="15896"/>
                      </a:lnTo>
                      <a:cubicBezTo>
                        <a:pt x="2808" y="14468"/>
                        <a:pt x="2186" y="12706"/>
                        <a:pt x="2186" y="10800"/>
                      </a:cubicBezTo>
                      <a:cubicBezTo>
                        <a:pt x="2186" y="6437"/>
                        <a:pt x="5446" y="2822"/>
                        <a:pt x="9658" y="2262"/>
                      </a:cubicBezTo>
                      <a:cubicBezTo>
                        <a:pt x="9658" y="2262"/>
                        <a:pt x="9658" y="10099"/>
                        <a:pt x="9658" y="10099"/>
                      </a:cubicBezTo>
                      <a:close/>
                      <a:moveTo>
                        <a:pt x="9658" y="19338"/>
                      </a:moveTo>
                      <a:cubicBezTo>
                        <a:pt x="8080" y="19128"/>
                        <a:pt x="6635" y="18489"/>
                        <a:pt x="5444" y="17542"/>
                      </a:cubicBezTo>
                      <a:lnTo>
                        <a:pt x="9658" y="13328"/>
                      </a:lnTo>
                      <a:cubicBezTo>
                        <a:pt x="9658" y="13328"/>
                        <a:pt x="9658" y="19338"/>
                        <a:pt x="9658" y="19338"/>
                      </a:cubicBezTo>
                      <a:close/>
                      <a:moveTo>
                        <a:pt x="21600" y="10800"/>
                      </a:moveTo>
                      <a:cubicBezTo>
                        <a:pt x="21600" y="7915"/>
                        <a:pt x="20476" y="5203"/>
                        <a:pt x="18436" y="3164"/>
                      </a:cubicBezTo>
                      <a:cubicBezTo>
                        <a:pt x="16396" y="1123"/>
                        <a:pt x="13685" y="0"/>
                        <a:pt x="10800" y="0"/>
                      </a:cubicBezTo>
                      <a:cubicBezTo>
                        <a:pt x="7914" y="0"/>
                        <a:pt x="5202" y="1123"/>
                        <a:pt x="3163" y="3164"/>
                      </a:cubicBezTo>
                      <a:cubicBezTo>
                        <a:pt x="1123" y="5203"/>
                        <a:pt x="0" y="7915"/>
                        <a:pt x="0" y="10800"/>
                      </a:cubicBezTo>
                      <a:cubicBezTo>
                        <a:pt x="0" y="13685"/>
                        <a:pt x="1123" y="16397"/>
                        <a:pt x="3163" y="18436"/>
                      </a:cubicBezTo>
                      <a:cubicBezTo>
                        <a:pt x="5202" y="20476"/>
                        <a:pt x="7914" y="21600"/>
                        <a:pt x="10800" y="21600"/>
                      </a:cubicBezTo>
                      <a:cubicBezTo>
                        <a:pt x="13685" y="21600"/>
                        <a:pt x="16396" y="20476"/>
                        <a:pt x="18436" y="18436"/>
                      </a:cubicBezTo>
                      <a:cubicBezTo>
                        <a:pt x="20476" y="16397"/>
                        <a:pt x="21600" y="13685"/>
                        <a:pt x="21600" y="108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7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3" name="ïṣḻíḑé">
                  <a:extLst>
                    <a:ext uri="{FF2B5EF4-FFF2-40B4-BE49-F238E27FC236}">
                      <a16:creationId xmlns:a16="http://schemas.microsoft.com/office/drawing/2014/main" id="{67BEC49D-6905-4812-9F01-F0FC1AD8BFA2}"/>
                    </a:ext>
                  </a:extLst>
                </p:cNvPr>
                <p:cNvSpPr/>
                <p:nvPr/>
              </p:nvSpPr>
              <p:spPr>
                <a:xfrm rot="58819" flipH="1">
                  <a:off x="5697625" y="3516915"/>
                  <a:ext cx="140234" cy="2401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3" y="10568"/>
                      </a:moveTo>
                      <a:cubicBezTo>
                        <a:pt x="5904" y="10568"/>
                        <a:pt x="1930" y="7774"/>
                        <a:pt x="1930" y="4343"/>
                      </a:cubicBezTo>
                      <a:cubicBezTo>
                        <a:pt x="1930" y="3200"/>
                        <a:pt x="2367" y="2090"/>
                        <a:pt x="3208" y="1128"/>
                      </a:cubicBezTo>
                      <a:lnTo>
                        <a:pt x="18394" y="1128"/>
                      </a:lnTo>
                      <a:cubicBezTo>
                        <a:pt x="19233" y="2090"/>
                        <a:pt x="19673" y="3200"/>
                        <a:pt x="19673" y="4343"/>
                      </a:cubicBezTo>
                      <a:cubicBezTo>
                        <a:pt x="19673" y="7783"/>
                        <a:pt x="15696" y="10568"/>
                        <a:pt x="10803" y="10568"/>
                      </a:cubicBezTo>
                      <a:close/>
                      <a:moveTo>
                        <a:pt x="21600" y="4343"/>
                      </a:moveTo>
                      <a:cubicBezTo>
                        <a:pt x="21600" y="2894"/>
                        <a:pt x="20992" y="1493"/>
                        <a:pt x="19814" y="282"/>
                      </a:cubicBezTo>
                      <a:lnTo>
                        <a:pt x="19531" y="0"/>
                      </a:lnTo>
                      <a:lnTo>
                        <a:pt x="2056" y="0"/>
                      </a:lnTo>
                      <a:lnTo>
                        <a:pt x="1788" y="282"/>
                      </a:lnTo>
                      <a:cubicBezTo>
                        <a:pt x="609" y="1493"/>
                        <a:pt x="0" y="2894"/>
                        <a:pt x="0" y="4343"/>
                      </a:cubicBezTo>
                      <a:cubicBezTo>
                        <a:pt x="0" y="8048"/>
                        <a:pt x="4028" y="11115"/>
                        <a:pt x="9269" y="11621"/>
                      </a:cubicBezTo>
                      <a:lnTo>
                        <a:pt x="9269" y="20265"/>
                      </a:lnTo>
                      <a:cubicBezTo>
                        <a:pt x="6245" y="20341"/>
                        <a:pt x="4003" y="20605"/>
                        <a:pt x="4003" y="20929"/>
                      </a:cubicBezTo>
                      <a:cubicBezTo>
                        <a:pt x="4003" y="21302"/>
                        <a:pt x="7065" y="21600"/>
                        <a:pt x="10857" y="21600"/>
                      </a:cubicBezTo>
                      <a:cubicBezTo>
                        <a:pt x="14632" y="21600"/>
                        <a:pt x="17714" y="21302"/>
                        <a:pt x="17714" y="20929"/>
                      </a:cubicBezTo>
                      <a:cubicBezTo>
                        <a:pt x="17714" y="20605"/>
                        <a:pt x="15457" y="20341"/>
                        <a:pt x="12447" y="20265"/>
                      </a:cubicBezTo>
                      <a:lnTo>
                        <a:pt x="12447" y="11613"/>
                      </a:lnTo>
                      <a:cubicBezTo>
                        <a:pt x="17630" y="11073"/>
                        <a:pt x="21600" y="8023"/>
                        <a:pt x="21600" y="4343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62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4" name="îṧḷîḑe">
                  <a:extLst>
                    <a:ext uri="{FF2B5EF4-FFF2-40B4-BE49-F238E27FC236}">
                      <a16:creationId xmlns:a16="http://schemas.microsoft.com/office/drawing/2014/main" id="{20397727-8D55-42EF-A5EF-2A547DD5DAE9}"/>
                    </a:ext>
                  </a:extLst>
                </p:cNvPr>
                <p:cNvSpPr/>
                <p:nvPr/>
              </p:nvSpPr>
              <p:spPr>
                <a:xfrm rot="58819" flipH="1">
                  <a:off x="5540119" y="3423511"/>
                  <a:ext cx="121355" cy="33506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583" h="21600" extrusionOk="0">
                      <a:moveTo>
                        <a:pt x="19682" y="17662"/>
                      </a:moveTo>
                      <a:lnTo>
                        <a:pt x="2097" y="17662"/>
                      </a:lnTo>
                      <a:lnTo>
                        <a:pt x="2097" y="10010"/>
                      </a:lnTo>
                      <a:lnTo>
                        <a:pt x="19682" y="10010"/>
                      </a:lnTo>
                      <a:cubicBezTo>
                        <a:pt x="19682" y="10010"/>
                        <a:pt x="19682" y="17662"/>
                        <a:pt x="19682" y="17662"/>
                      </a:cubicBezTo>
                      <a:close/>
                      <a:moveTo>
                        <a:pt x="21583" y="6166"/>
                      </a:moveTo>
                      <a:cubicBezTo>
                        <a:pt x="21600" y="4574"/>
                        <a:pt x="18977" y="3208"/>
                        <a:pt x="15224" y="2596"/>
                      </a:cubicBezTo>
                      <a:lnTo>
                        <a:pt x="15224" y="0"/>
                      </a:lnTo>
                      <a:lnTo>
                        <a:pt x="6359" y="0"/>
                      </a:lnTo>
                      <a:lnTo>
                        <a:pt x="6359" y="2596"/>
                      </a:lnTo>
                      <a:cubicBezTo>
                        <a:pt x="2606" y="3208"/>
                        <a:pt x="0" y="4574"/>
                        <a:pt x="0" y="6166"/>
                      </a:cubicBezTo>
                      <a:lnTo>
                        <a:pt x="0" y="21600"/>
                      </a:lnTo>
                      <a:lnTo>
                        <a:pt x="21583" y="21600"/>
                      </a:lnTo>
                      <a:cubicBezTo>
                        <a:pt x="21583" y="21600"/>
                        <a:pt x="21583" y="6166"/>
                        <a:pt x="21583" y="6166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92500" lnSpcReduction="1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5" name="iSľíḑè">
                  <a:extLst>
                    <a:ext uri="{FF2B5EF4-FFF2-40B4-BE49-F238E27FC236}">
                      <a16:creationId xmlns:a16="http://schemas.microsoft.com/office/drawing/2014/main" id="{F22A2C52-6446-4240-B82D-FDF6F16A136A}"/>
                    </a:ext>
                  </a:extLst>
                </p:cNvPr>
                <p:cNvSpPr/>
                <p:nvPr/>
              </p:nvSpPr>
              <p:spPr>
                <a:xfrm rot="58819" flipH="1">
                  <a:off x="5579638" y="3368433"/>
                  <a:ext cx="49847" cy="4321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21600" y="0"/>
                      </a:moveTo>
                      <a:lnTo>
                        <a:pt x="0" y="0"/>
                      </a:lnTo>
                      <a:lnTo>
                        <a:pt x="0" y="21600"/>
                      </a:lnTo>
                      <a:lnTo>
                        <a:pt x="21600" y="21600"/>
                      </a:lnTo>
                      <a:cubicBezTo>
                        <a:pt x="21600" y="21600"/>
                        <a:pt x="21600" y="0"/>
                        <a:pt x="2160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6" name="iş1îďé">
                  <a:extLst>
                    <a:ext uri="{FF2B5EF4-FFF2-40B4-BE49-F238E27FC236}">
                      <a16:creationId xmlns:a16="http://schemas.microsoft.com/office/drawing/2014/main" id="{0BC9A6E9-0B7E-4732-A373-500193F99568}"/>
                    </a:ext>
                  </a:extLst>
                </p:cNvPr>
                <p:cNvSpPr/>
                <p:nvPr/>
              </p:nvSpPr>
              <p:spPr>
                <a:xfrm rot="58819" flipH="1">
                  <a:off x="5715563" y="3568110"/>
                  <a:ext cx="107193" cy="62750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0"/>
                      </a:moveTo>
                      <a:cubicBezTo>
                        <a:pt x="0" y="0"/>
                        <a:pt x="1342" y="21600"/>
                        <a:pt x="11201" y="21600"/>
                      </a:cubicBezTo>
                      <a:cubicBezTo>
                        <a:pt x="21061" y="21600"/>
                        <a:pt x="21600" y="0"/>
                        <a:pt x="21600" y="0"/>
                      </a:cubicBezTo>
                      <a:cubicBezTo>
                        <a:pt x="2160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2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7" name="ís1iḋé">
                  <a:extLst>
                    <a:ext uri="{FF2B5EF4-FFF2-40B4-BE49-F238E27FC236}">
                      <a16:creationId xmlns:a16="http://schemas.microsoft.com/office/drawing/2014/main" id="{A944F7A3-7CC3-4D0A-88EB-740028849439}"/>
                    </a:ext>
                  </a:extLst>
                </p:cNvPr>
                <p:cNvSpPr/>
                <p:nvPr/>
              </p:nvSpPr>
              <p:spPr>
                <a:xfrm rot="58819" flipH="1">
                  <a:off x="5602964" y="2366721"/>
                  <a:ext cx="266130" cy="26937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956" h="21600" extrusionOk="0">
                      <a:moveTo>
                        <a:pt x="3025" y="3082"/>
                      </a:moveTo>
                      <a:cubicBezTo>
                        <a:pt x="3729" y="2366"/>
                        <a:pt x="4868" y="2365"/>
                        <a:pt x="5574" y="3082"/>
                      </a:cubicBezTo>
                      <a:cubicBezTo>
                        <a:pt x="6278" y="3799"/>
                        <a:pt x="6276" y="4961"/>
                        <a:pt x="5574" y="5677"/>
                      </a:cubicBezTo>
                      <a:cubicBezTo>
                        <a:pt x="4868" y="6394"/>
                        <a:pt x="3729" y="6394"/>
                        <a:pt x="3025" y="5677"/>
                      </a:cubicBezTo>
                      <a:cubicBezTo>
                        <a:pt x="2320" y="4960"/>
                        <a:pt x="2320" y="3799"/>
                        <a:pt x="3025" y="3082"/>
                      </a:cubicBezTo>
                      <a:close/>
                      <a:moveTo>
                        <a:pt x="11560" y="10116"/>
                      </a:moveTo>
                      <a:lnTo>
                        <a:pt x="18737" y="17424"/>
                      </a:lnTo>
                      <a:cubicBezTo>
                        <a:pt x="18906" y="17595"/>
                        <a:pt x="18906" y="17873"/>
                        <a:pt x="18737" y="18043"/>
                      </a:cubicBezTo>
                      <a:cubicBezTo>
                        <a:pt x="18654" y="18128"/>
                        <a:pt x="18542" y="18171"/>
                        <a:pt x="18432" y="18171"/>
                      </a:cubicBezTo>
                      <a:cubicBezTo>
                        <a:pt x="18323" y="18171"/>
                        <a:pt x="18211" y="18128"/>
                        <a:pt x="18127" y="18043"/>
                      </a:cubicBezTo>
                      <a:lnTo>
                        <a:pt x="11019" y="10803"/>
                      </a:lnTo>
                      <a:cubicBezTo>
                        <a:pt x="11216" y="10587"/>
                        <a:pt x="11397" y="10357"/>
                        <a:pt x="11560" y="10116"/>
                      </a:cubicBezTo>
                      <a:close/>
                      <a:moveTo>
                        <a:pt x="6339" y="12917"/>
                      </a:moveTo>
                      <a:cubicBezTo>
                        <a:pt x="7206" y="12917"/>
                        <a:pt x="8042" y="12738"/>
                        <a:pt x="8818" y="12404"/>
                      </a:cubicBezTo>
                      <a:lnTo>
                        <a:pt x="11563" y="15201"/>
                      </a:lnTo>
                      <a:cubicBezTo>
                        <a:pt x="11677" y="15315"/>
                        <a:pt x="11827" y="15376"/>
                        <a:pt x="11990" y="15371"/>
                      </a:cubicBezTo>
                      <a:lnTo>
                        <a:pt x="13485" y="15317"/>
                      </a:lnTo>
                      <a:lnTo>
                        <a:pt x="13437" y="16844"/>
                      </a:lnTo>
                      <a:cubicBezTo>
                        <a:pt x="13433" y="17005"/>
                        <a:pt x="13489" y="17162"/>
                        <a:pt x="13604" y="17277"/>
                      </a:cubicBezTo>
                      <a:cubicBezTo>
                        <a:pt x="13715" y="17391"/>
                        <a:pt x="13869" y="17453"/>
                        <a:pt x="14027" y="17447"/>
                      </a:cubicBezTo>
                      <a:lnTo>
                        <a:pt x="15528" y="17394"/>
                      </a:lnTo>
                      <a:lnTo>
                        <a:pt x="15474" y="18920"/>
                      </a:lnTo>
                      <a:cubicBezTo>
                        <a:pt x="15469" y="19082"/>
                        <a:pt x="15530" y="19238"/>
                        <a:pt x="15641" y="19352"/>
                      </a:cubicBezTo>
                      <a:cubicBezTo>
                        <a:pt x="15755" y="19467"/>
                        <a:pt x="15888" y="19529"/>
                        <a:pt x="16068" y="19523"/>
                      </a:cubicBezTo>
                      <a:lnTo>
                        <a:pt x="17565" y="19472"/>
                      </a:lnTo>
                      <a:lnTo>
                        <a:pt x="17515" y="20996"/>
                      </a:lnTo>
                      <a:cubicBezTo>
                        <a:pt x="17506" y="21166"/>
                        <a:pt x="17577" y="21329"/>
                        <a:pt x="17694" y="21444"/>
                      </a:cubicBezTo>
                      <a:cubicBezTo>
                        <a:pt x="17805" y="21545"/>
                        <a:pt x="17941" y="21600"/>
                        <a:pt x="18086" y="21600"/>
                      </a:cubicBezTo>
                      <a:cubicBezTo>
                        <a:pt x="18106" y="21600"/>
                        <a:pt x="18127" y="21599"/>
                        <a:pt x="18148" y="21598"/>
                      </a:cubicBezTo>
                      <a:lnTo>
                        <a:pt x="20445" y="21338"/>
                      </a:lnTo>
                      <a:cubicBezTo>
                        <a:pt x="20755" y="21303"/>
                        <a:pt x="20981" y="21022"/>
                        <a:pt x="20954" y="20705"/>
                      </a:cubicBezTo>
                      <a:lnTo>
                        <a:pt x="20698" y="17849"/>
                      </a:lnTo>
                      <a:cubicBezTo>
                        <a:pt x="20687" y="17715"/>
                        <a:pt x="20629" y="17586"/>
                        <a:pt x="20532" y="17489"/>
                      </a:cubicBezTo>
                      <a:lnTo>
                        <a:pt x="12178" y="8983"/>
                      </a:lnTo>
                      <a:cubicBezTo>
                        <a:pt x="12507" y="8194"/>
                        <a:pt x="12680" y="7340"/>
                        <a:pt x="12680" y="6457"/>
                      </a:cubicBezTo>
                      <a:cubicBezTo>
                        <a:pt x="12680" y="4733"/>
                        <a:pt x="12020" y="3111"/>
                        <a:pt x="10824" y="1890"/>
                      </a:cubicBezTo>
                      <a:cubicBezTo>
                        <a:pt x="9626" y="672"/>
                        <a:pt x="8034" y="0"/>
                        <a:pt x="6340" y="0"/>
                      </a:cubicBezTo>
                      <a:cubicBezTo>
                        <a:pt x="4644" y="0"/>
                        <a:pt x="3055" y="672"/>
                        <a:pt x="1856" y="1891"/>
                      </a:cubicBezTo>
                      <a:cubicBezTo>
                        <a:pt x="-618" y="4409"/>
                        <a:pt x="-619" y="8505"/>
                        <a:pt x="1856" y="11023"/>
                      </a:cubicBezTo>
                      <a:cubicBezTo>
                        <a:pt x="3054" y="12244"/>
                        <a:pt x="4644" y="12917"/>
                        <a:pt x="6339" y="1291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7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8" name="ïšľïḍé">
                  <a:extLst>
                    <a:ext uri="{FF2B5EF4-FFF2-40B4-BE49-F238E27FC236}">
                      <a16:creationId xmlns:a16="http://schemas.microsoft.com/office/drawing/2014/main" id="{5552E6E3-B5B1-4364-9E80-B5E315AD9BC3}"/>
                    </a:ext>
                  </a:extLst>
                </p:cNvPr>
                <p:cNvSpPr/>
                <p:nvPr/>
              </p:nvSpPr>
              <p:spPr>
                <a:xfrm rot="58819" flipH="1">
                  <a:off x="5354337" y="2774670"/>
                  <a:ext cx="125734" cy="286452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440" extrusionOk="0">
                      <a:moveTo>
                        <a:pt x="4896" y="2921"/>
                      </a:moveTo>
                      <a:cubicBezTo>
                        <a:pt x="4996" y="2853"/>
                        <a:pt x="5099" y="2788"/>
                        <a:pt x="5209" y="2719"/>
                      </a:cubicBezTo>
                      <a:cubicBezTo>
                        <a:pt x="5320" y="2650"/>
                        <a:pt x="5420" y="2588"/>
                        <a:pt x="5554" y="2513"/>
                      </a:cubicBezTo>
                      <a:lnTo>
                        <a:pt x="7397" y="3246"/>
                      </a:lnTo>
                      <a:cubicBezTo>
                        <a:pt x="7302" y="3284"/>
                        <a:pt x="7183" y="3335"/>
                        <a:pt x="7084" y="3383"/>
                      </a:cubicBezTo>
                      <a:cubicBezTo>
                        <a:pt x="6971" y="3434"/>
                        <a:pt x="6859" y="3484"/>
                        <a:pt x="6759" y="3537"/>
                      </a:cubicBezTo>
                      <a:cubicBezTo>
                        <a:pt x="6540" y="3640"/>
                        <a:pt x="6335" y="3747"/>
                        <a:pt x="6136" y="3860"/>
                      </a:cubicBezTo>
                      <a:cubicBezTo>
                        <a:pt x="5729" y="4080"/>
                        <a:pt x="5367" y="4313"/>
                        <a:pt x="5027" y="4553"/>
                      </a:cubicBezTo>
                      <a:cubicBezTo>
                        <a:pt x="4353" y="5036"/>
                        <a:pt x="3816" y="5561"/>
                        <a:pt x="3525" y="6112"/>
                      </a:cubicBezTo>
                      <a:cubicBezTo>
                        <a:pt x="3233" y="6661"/>
                        <a:pt x="3210" y="7244"/>
                        <a:pt x="3525" y="7810"/>
                      </a:cubicBezTo>
                      <a:cubicBezTo>
                        <a:pt x="3830" y="8372"/>
                        <a:pt x="4470" y="8910"/>
                        <a:pt x="5320" y="9384"/>
                      </a:cubicBezTo>
                      <a:cubicBezTo>
                        <a:pt x="4319" y="8973"/>
                        <a:pt x="3471" y="8473"/>
                        <a:pt x="2934" y="7892"/>
                      </a:cubicBezTo>
                      <a:cubicBezTo>
                        <a:pt x="2393" y="7316"/>
                        <a:pt x="2187" y="6668"/>
                        <a:pt x="2291" y="6034"/>
                      </a:cubicBezTo>
                      <a:cubicBezTo>
                        <a:pt x="2398" y="5399"/>
                        <a:pt x="2794" y="4776"/>
                        <a:pt x="3352" y="4190"/>
                      </a:cubicBezTo>
                      <a:cubicBezTo>
                        <a:pt x="3636" y="3895"/>
                        <a:pt x="3958" y="3607"/>
                        <a:pt x="4319" y="3332"/>
                      </a:cubicBezTo>
                      <a:cubicBezTo>
                        <a:pt x="4499" y="3192"/>
                        <a:pt x="4689" y="3054"/>
                        <a:pt x="4896" y="2921"/>
                      </a:cubicBezTo>
                      <a:close/>
                      <a:moveTo>
                        <a:pt x="0" y="6572"/>
                      </a:moveTo>
                      <a:cubicBezTo>
                        <a:pt x="0" y="9986"/>
                        <a:pt x="7827" y="13024"/>
                        <a:pt x="11268" y="13375"/>
                      </a:cubicBezTo>
                      <a:cubicBezTo>
                        <a:pt x="11112" y="13571"/>
                        <a:pt x="10862" y="13801"/>
                        <a:pt x="10489" y="13906"/>
                      </a:cubicBezTo>
                      <a:cubicBezTo>
                        <a:pt x="10082" y="14021"/>
                        <a:pt x="10797" y="13854"/>
                        <a:pt x="11694" y="13772"/>
                      </a:cubicBezTo>
                      <a:cubicBezTo>
                        <a:pt x="13175" y="16208"/>
                        <a:pt x="13544" y="18757"/>
                        <a:pt x="13290" y="21270"/>
                      </a:cubicBezTo>
                      <a:cubicBezTo>
                        <a:pt x="13252" y="21600"/>
                        <a:pt x="14290" y="21390"/>
                        <a:pt x="14313" y="21150"/>
                      </a:cubicBezTo>
                      <a:cubicBezTo>
                        <a:pt x="14568" y="18670"/>
                        <a:pt x="14240" y="16149"/>
                        <a:pt x="12839" y="13739"/>
                      </a:cubicBezTo>
                      <a:cubicBezTo>
                        <a:pt x="13142" y="13757"/>
                        <a:pt x="13421" y="13801"/>
                        <a:pt x="13639" y="13888"/>
                      </a:cubicBezTo>
                      <a:cubicBezTo>
                        <a:pt x="13479" y="13827"/>
                        <a:pt x="13016" y="13620"/>
                        <a:pt x="13002" y="13303"/>
                      </a:cubicBezTo>
                      <a:cubicBezTo>
                        <a:pt x="14166" y="13119"/>
                        <a:pt x="15671" y="12700"/>
                        <a:pt x="17193" y="12109"/>
                      </a:cubicBezTo>
                      <a:cubicBezTo>
                        <a:pt x="15792" y="11101"/>
                        <a:pt x="14816" y="9949"/>
                        <a:pt x="14816" y="8752"/>
                      </a:cubicBezTo>
                      <a:cubicBezTo>
                        <a:pt x="14816" y="6130"/>
                        <a:pt x="17594" y="3868"/>
                        <a:pt x="21600" y="2811"/>
                      </a:cubicBezTo>
                      <a:cubicBezTo>
                        <a:pt x="19451" y="1115"/>
                        <a:pt x="15896" y="0"/>
                        <a:pt x="11867" y="0"/>
                      </a:cubicBezTo>
                      <a:cubicBezTo>
                        <a:pt x="5313" y="0"/>
                        <a:pt x="0" y="2942"/>
                        <a:pt x="0" y="6572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8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99" name="iṩ1iḋê">
                  <a:extLst>
                    <a:ext uri="{FF2B5EF4-FFF2-40B4-BE49-F238E27FC236}">
                      <a16:creationId xmlns:a16="http://schemas.microsoft.com/office/drawing/2014/main" id="{7A32C60C-9904-4E94-8C83-89338C80E36F}"/>
                    </a:ext>
                  </a:extLst>
                </p:cNvPr>
                <p:cNvSpPr/>
                <p:nvPr/>
              </p:nvSpPr>
              <p:spPr>
                <a:xfrm rot="58819" flipH="1">
                  <a:off x="5246982" y="2804436"/>
                  <a:ext cx="138143" cy="279929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464" h="21439" extrusionOk="0">
                      <a:moveTo>
                        <a:pt x="15544" y="1599"/>
                      </a:moveTo>
                      <a:cubicBezTo>
                        <a:pt x="21600" y="4750"/>
                        <a:pt x="17053" y="7168"/>
                        <a:pt x="17053" y="7168"/>
                      </a:cubicBezTo>
                      <a:cubicBezTo>
                        <a:pt x="19139" y="4239"/>
                        <a:pt x="13566" y="2043"/>
                        <a:pt x="13566" y="2043"/>
                      </a:cubicBezTo>
                      <a:cubicBezTo>
                        <a:pt x="13566" y="2043"/>
                        <a:pt x="15544" y="1599"/>
                        <a:pt x="15544" y="1599"/>
                      </a:cubicBezTo>
                      <a:close/>
                      <a:moveTo>
                        <a:pt x="0" y="6725"/>
                      </a:moveTo>
                      <a:cubicBezTo>
                        <a:pt x="0" y="10281"/>
                        <a:pt x="7331" y="13436"/>
                        <a:pt x="10351" y="13701"/>
                      </a:cubicBezTo>
                      <a:cubicBezTo>
                        <a:pt x="10209" y="13874"/>
                        <a:pt x="10009" y="14052"/>
                        <a:pt x="9730" y="14142"/>
                      </a:cubicBezTo>
                      <a:cubicBezTo>
                        <a:pt x="9402" y="14246"/>
                        <a:pt x="9896" y="14118"/>
                        <a:pt x="10590" y="14030"/>
                      </a:cubicBezTo>
                      <a:cubicBezTo>
                        <a:pt x="10662" y="14547"/>
                        <a:pt x="10536" y="15070"/>
                        <a:pt x="10597" y="15591"/>
                      </a:cubicBezTo>
                      <a:cubicBezTo>
                        <a:pt x="10696" y="16438"/>
                        <a:pt x="11630" y="17115"/>
                        <a:pt x="12844" y="17667"/>
                      </a:cubicBezTo>
                      <a:cubicBezTo>
                        <a:pt x="11588" y="17965"/>
                        <a:pt x="10179" y="18415"/>
                        <a:pt x="10278" y="19138"/>
                      </a:cubicBezTo>
                      <a:cubicBezTo>
                        <a:pt x="10376" y="19905"/>
                        <a:pt x="11557" y="20453"/>
                        <a:pt x="11281" y="21270"/>
                      </a:cubicBezTo>
                      <a:cubicBezTo>
                        <a:pt x="11167" y="21600"/>
                        <a:pt x="12127" y="21386"/>
                        <a:pt x="12207" y="21147"/>
                      </a:cubicBezTo>
                      <a:cubicBezTo>
                        <a:pt x="12420" y="20537"/>
                        <a:pt x="12014" y="20014"/>
                        <a:pt x="11523" y="19466"/>
                      </a:cubicBezTo>
                      <a:cubicBezTo>
                        <a:pt x="11324" y="19242"/>
                        <a:pt x="11111" y="18997"/>
                        <a:pt x="11260" y="18754"/>
                      </a:cubicBezTo>
                      <a:cubicBezTo>
                        <a:pt x="11530" y="18320"/>
                        <a:pt x="13088" y="18063"/>
                        <a:pt x="13829" y="17907"/>
                      </a:cubicBezTo>
                      <a:cubicBezTo>
                        <a:pt x="14092" y="17850"/>
                        <a:pt x="14398" y="17600"/>
                        <a:pt x="14107" y="17485"/>
                      </a:cubicBezTo>
                      <a:cubicBezTo>
                        <a:pt x="12592" y="16870"/>
                        <a:pt x="11557" y="16166"/>
                        <a:pt x="11500" y="15180"/>
                      </a:cubicBezTo>
                      <a:cubicBezTo>
                        <a:pt x="11476" y="14770"/>
                        <a:pt x="11550" y="14366"/>
                        <a:pt x="11528" y="13963"/>
                      </a:cubicBezTo>
                      <a:cubicBezTo>
                        <a:pt x="11926" y="13961"/>
                        <a:pt x="12308" y="14001"/>
                        <a:pt x="12582" y="14126"/>
                      </a:cubicBezTo>
                      <a:cubicBezTo>
                        <a:pt x="12447" y="14063"/>
                        <a:pt x="12053" y="13867"/>
                        <a:pt x="12002" y="13568"/>
                      </a:cubicBezTo>
                      <a:cubicBezTo>
                        <a:pt x="15369" y="12880"/>
                        <a:pt x="21464" y="9968"/>
                        <a:pt x="21464" y="6725"/>
                      </a:cubicBezTo>
                      <a:cubicBezTo>
                        <a:pt x="21464" y="3011"/>
                        <a:pt x="16660" y="0"/>
                        <a:pt x="10733" y="0"/>
                      </a:cubicBezTo>
                      <a:cubicBezTo>
                        <a:pt x="4811" y="0"/>
                        <a:pt x="0" y="3011"/>
                        <a:pt x="0" y="6725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85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100" name="íṧliḋe">
                  <a:extLst>
                    <a:ext uri="{FF2B5EF4-FFF2-40B4-BE49-F238E27FC236}">
                      <a16:creationId xmlns:a16="http://schemas.microsoft.com/office/drawing/2014/main" id="{ACBF1CE6-5983-49B4-82A2-E48D36F2FA2A}"/>
                    </a:ext>
                  </a:extLst>
                </p:cNvPr>
                <p:cNvSpPr/>
                <p:nvPr/>
              </p:nvSpPr>
              <p:spPr>
                <a:xfrm rot="58819" flipH="1">
                  <a:off x="5511869" y="2750852"/>
                  <a:ext cx="248296" cy="268333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0583" h="21259" extrusionOk="0">
                      <a:moveTo>
                        <a:pt x="13985" y="14767"/>
                      </a:moveTo>
                      <a:cubicBezTo>
                        <a:pt x="13635" y="14988"/>
                        <a:pt x="13164" y="14896"/>
                        <a:pt x="12934" y="14563"/>
                      </a:cubicBezTo>
                      <a:lnTo>
                        <a:pt x="6699" y="5556"/>
                      </a:lnTo>
                      <a:cubicBezTo>
                        <a:pt x="6417" y="5148"/>
                        <a:pt x="5842" y="5036"/>
                        <a:pt x="5415" y="5306"/>
                      </a:cubicBezTo>
                      <a:cubicBezTo>
                        <a:pt x="4990" y="5576"/>
                        <a:pt x="4872" y="6125"/>
                        <a:pt x="5155" y="6532"/>
                      </a:cubicBezTo>
                      <a:lnTo>
                        <a:pt x="11389" y="15538"/>
                      </a:lnTo>
                      <a:cubicBezTo>
                        <a:pt x="12183" y="16687"/>
                        <a:pt x="13807" y="17002"/>
                        <a:pt x="15006" y="16243"/>
                      </a:cubicBezTo>
                      <a:cubicBezTo>
                        <a:pt x="15589" y="15875"/>
                        <a:pt x="15986" y="15313"/>
                        <a:pt x="16125" y="14661"/>
                      </a:cubicBezTo>
                      <a:cubicBezTo>
                        <a:pt x="16264" y="14007"/>
                        <a:pt x="16128" y="13342"/>
                        <a:pt x="15744" y="12785"/>
                      </a:cubicBezTo>
                      <a:lnTo>
                        <a:pt x="8232" y="1932"/>
                      </a:lnTo>
                      <a:cubicBezTo>
                        <a:pt x="7572" y="979"/>
                        <a:pt x="6555" y="325"/>
                        <a:pt x="5370" y="91"/>
                      </a:cubicBezTo>
                      <a:cubicBezTo>
                        <a:pt x="4181" y="-143"/>
                        <a:pt x="2978" y="76"/>
                        <a:pt x="1979" y="706"/>
                      </a:cubicBezTo>
                      <a:cubicBezTo>
                        <a:pt x="998" y="1327"/>
                        <a:pt x="330" y="2278"/>
                        <a:pt x="94" y="3387"/>
                      </a:cubicBezTo>
                      <a:cubicBezTo>
                        <a:pt x="89" y="3406"/>
                        <a:pt x="85" y="3424"/>
                        <a:pt x="82" y="3443"/>
                      </a:cubicBezTo>
                      <a:cubicBezTo>
                        <a:pt x="-142" y="4562"/>
                        <a:pt x="98" y="5704"/>
                        <a:pt x="759" y="6656"/>
                      </a:cubicBezTo>
                      <a:lnTo>
                        <a:pt x="8989" y="18548"/>
                      </a:lnTo>
                      <a:cubicBezTo>
                        <a:pt x="9921" y="19894"/>
                        <a:pt x="11346" y="20812"/>
                        <a:pt x="13001" y="21135"/>
                      </a:cubicBezTo>
                      <a:cubicBezTo>
                        <a:pt x="14655" y="21457"/>
                        <a:pt x="16342" y="21143"/>
                        <a:pt x="17751" y="20253"/>
                      </a:cubicBezTo>
                      <a:cubicBezTo>
                        <a:pt x="20659" y="18415"/>
                        <a:pt x="21458" y="14659"/>
                        <a:pt x="19535" y="11880"/>
                      </a:cubicBezTo>
                      <a:lnTo>
                        <a:pt x="12582" y="1836"/>
                      </a:lnTo>
                      <a:cubicBezTo>
                        <a:pt x="12300" y="1428"/>
                        <a:pt x="11727" y="1316"/>
                        <a:pt x="11299" y="1586"/>
                      </a:cubicBezTo>
                      <a:cubicBezTo>
                        <a:pt x="10873" y="1856"/>
                        <a:pt x="10756" y="2404"/>
                        <a:pt x="11038" y="2812"/>
                      </a:cubicBezTo>
                      <a:lnTo>
                        <a:pt x="17991" y="12857"/>
                      </a:lnTo>
                      <a:cubicBezTo>
                        <a:pt x="19351" y="14821"/>
                        <a:pt x="18785" y="17478"/>
                        <a:pt x="16728" y="18777"/>
                      </a:cubicBezTo>
                      <a:cubicBezTo>
                        <a:pt x="15732" y="19407"/>
                        <a:pt x="14539" y="19629"/>
                        <a:pt x="13370" y="19400"/>
                      </a:cubicBezTo>
                      <a:cubicBezTo>
                        <a:pt x="12200" y="19173"/>
                        <a:pt x="11192" y="18523"/>
                        <a:pt x="10534" y="17571"/>
                      </a:cubicBezTo>
                      <a:lnTo>
                        <a:pt x="2303" y="5681"/>
                      </a:lnTo>
                      <a:cubicBezTo>
                        <a:pt x="1911" y="5114"/>
                        <a:pt x="1768" y="4437"/>
                        <a:pt x="1900" y="3773"/>
                      </a:cubicBezTo>
                      <a:cubicBezTo>
                        <a:pt x="2031" y="3115"/>
                        <a:pt x="2423" y="2548"/>
                        <a:pt x="3001" y="2183"/>
                      </a:cubicBezTo>
                      <a:cubicBezTo>
                        <a:pt x="3586" y="1813"/>
                        <a:pt x="4293" y="1686"/>
                        <a:pt x="4996" y="1824"/>
                      </a:cubicBezTo>
                      <a:cubicBezTo>
                        <a:pt x="5698" y="1962"/>
                        <a:pt x="6299" y="2348"/>
                        <a:pt x="6686" y="2909"/>
                      </a:cubicBezTo>
                      <a:lnTo>
                        <a:pt x="14199" y="13762"/>
                      </a:lnTo>
                      <a:cubicBezTo>
                        <a:pt x="14311" y="13924"/>
                        <a:pt x="14350" y="14118"/>
                        <a:pt x="14309" y="14307"/>
                      </a:cubicBezTo>
                      <a:cubicBezTo>
                        <a:pt x="14268" y="14497"/>
                        <a:pt x="14153" y="14661"/>
                        <a:pt x="13985" y="14767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775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  <p:sp>
              <p:nvSpPr>
                <p:cNvPr id="101" name="íšḷíḑè">
                  <a:extLst>
                    <a:ext uri="{FF2B5EF4-FFF2-40B4-BE49-F238E27FC236}">
                      <a16:creationId xmlns:a16="http://schemas.microsoft.com/office/drawing/2014/main" id="{FBF015E3-B9D6-4E28-9C25-42D74DB40E53}"/>
                    </a:ext>
                  </a:extLst>
                </p:cNvPr>
                <p:cNvSpPr/>
                <p:nvPr/>
              </p:nvSpPr>
              <p:spPr>
                <a:xfrm rot="58819" flipH="1">
                  <a:off x="5122801" y="3103228"/>
                  <a:ext cx="336733" cy="18725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4828" y="8668"/>
                      </a:moveTo>
                      <a:lnTo>
                        <a:pt x="11344" y="8668"/>
                      </a:lnTo>
                      <a:lnTo>
                        <a:pt x="11344" y="3717"/>
                      </a:lnTo>
                      <a:lnTo>
                        <a:pt x="14828" y="3717"/>
                      </a:lnTo>
                      <a:cubicBezTo>
                        <a:pt x="14828" y="3717"/>
                        <a:pt x="14828" y="8668"/>
                        <a:pt x="14828" y="8668"/>
                      </a:cubicBezTo>
                      <a:close/>
                      <a:moveTo>
                        <a:pt x="10356" y="8668"/>
                      </a:moveTo>
                      <a:lnTo>
                        <a:pt x="6871" y="8668"/>
                      </a:lnTo>
                      <a:lnTo>
                        <a:pt x="6871" y="3717"/>
                      </a:lnTo>
                      <a:lnTo>
                        <a:pt x="10356" y="3717"/>
                      </a:lnTo>
                      <a:cubicBezTo>
                        <a:pt x="10356" y="3717"/>
                        <a:pt x="10356" y="8668"/>
                        <a:pt x="10356" y="8668"/>
                      </a:cubicBezTo>
                      <a:close/>
                      <a:moveTo>
                        <a:pt x="5885" y="8668"/>
                      </a:moveTo>
                      <a:lnTo>
                        <a:pt x="3551" y="8668"/>
                      </a:lnTo>
                      <a:lnTo>
                        <a:pt x="3551" y="3717"/>
                      </a:lnTo>
                      <a:lnTo>
                        <a:pt x="5885" y="3717"/>
                      </a:lnTo>
                      <a:cubicBezTo>
                        <a:pt x="5885" y="3717"/>
                        <a:pt x="5885" y="8668"/>
                        <a:pt x="5885" y="8668"/>
                      </a:cubicBezTo>
                      <a:close/>
                      <a:moveTo>
                        <a:pt x="4028" y="19826"/>
                      </a:moveTo>
                      <a:cubicBezTo>
                        <a:pt x="3530" y="19826"/>
                        <a:pt x="3124" y="19097"/>
                        <a:pt x="3124" y="18199"/>
                      </a:cubicBezTo>
                      <a:cubicBezTo>
                        <a:pt x="3124" y="17304"/>
                        <a:pt x="3530" y="16574"/>
                        <a:pt x="4028" y="16574"/>
                      </a:cubicBezTo>
                      <a:cubicBezTo>
                        <a:pt x="4526" y="16574"/>
                        <a:pt x="4932" y="17304"/>
                        <a:pt x="4932" y="18199"/>
                      </a:cubicBezTo>
                      <a:cubicBezTo>
                        <a:pt x="4932" y="19097"/>
                        <a:pt x="4526" y="19826"/>
                        <a:pt x="4028" y="19826"/>
                      </a:cubicBezTo>
                      <a:close/>
                      <a:moveTo>
                        <a:pt x="2565" y="8668"/>
                      </a:moveTo>
                      <a:lnTo>
                        <a:pt x="1693" y="8668"/>
                      </a:lnTo>
                      <a:lnTo>
                        <a:pt x="2233" y="3717"/>
                      </a:lnTo>
                      <a:lnTo>
                        <a:pt x="2565" y="3717"/>
                      </a:lnTo>
                      <a:cubicBezTo>
                        <a:pt x="2565" y="3717"/>
                        <a:pt x="2565" y="8668"/>
                        <a:pt x="2565" y="8668"/>
                      </a:cubicBezTo>
                      <a:close/>
                      <a:moveTo>
                        <a:pt x="16718" y="16574"/>
                      </a:moveTo>
                      <a:cubicBezTo>
                        <a:pt x="17217" y="16574"/>
                        <a:pt x="17623" y="17304"/>
                        <a:pt x="17623" y="18199"/>
                      </a:cubicBezTo>
                      <a:cubicBezTo>
                        <a:pt x="17623" y="19097"/>
                        <a:pt x="17217" y="19826"/>
                        <a:pt x="16718" y="19826"/>
                      </a:cubicBezTo>
                      <a:cubicBezTo>
                        <a:pt x="16219" y="19826"/>
                        <a:pt x="15814" y="19097"/>
                        <a:pt x="15814" y="18199"/>
                      </a:cubicBezTo>
                      <a:cubicBezTo>
                        <a:pt x="15814" y="17304"/>
                        <a:pt x="16219" y="16574"/>
                        <a:pt x="16718" y="16574"/>
                      </a:cubicBezTo>
                      <a:close/>
                      <a:moveTo>
                        <a:pt x="15814" y="3717"/>
                      </a:moveTo>
                      <a:lnTo>
                        <a:pt x="17058" y="3717"/>
                      </a:lnTo>
                      <a:cubicBezTo>
                        <a:pt x="17779" y="3717"/>
                        <a:pt x="18401" y="4598"/>
                        <a:pt x="18567" y="5862"/>
                      </a:cubicBezTo>
                      <a:lnTo>
                        <a:pt x="18938" y="8668"/>
                      </a:lnTo>
                      <a:lnTo>
                        <a:pt x="15814" y="8668"/>
                      </a:lnTo>
                      <a:cubicBezTo>
                        <a:pt x="15814" y="8668"/>
                        <a:pt x="15814" y="3717"/>
                        <a:pt x="15814" y="3717"/>
                      </a:cubicBezTo>
                      <a:close/>
                      <a:moveTo>
                        <a:pt x="16718" y="21600"/>
                      </a:moveTo>
                      <a:cubicBezTo>
                        <a:pt x="17589" y="21600"/>
                        <a:pt x="18323" y="20532"/>
                        <a:pt x="18541" y="19087"/>
                      </a:cubicBezTo>
                      <a:lnTo>
                        <a:pt x="21107" y="19087"/>
                      </a:lnTo>
                      <a:cubicBezTo>
                        <a:pt x="21380" y="19087"/>
                        <a:pt x="21600" y="18690"/>
                        <a:pt x="21600" y="18199"/>
                      </a:cubicBezTo>
                      <a:lnTo>
                        <a:pt x="21600" y="16357"/>
                      </a:lnTo>
                      <a:cubicBezTo>
                        <a:pt x="21600" y="15866"/>
                        <a:pt x="21380" y="15471"/>
                        <a:pt x="21107" y="15471"/>
                      </a:cubicBezTo>
                      <a:lnTo>
                        <a:pt x="21099" y="15471"/>
                      </a:lnTo>
                      <a:lnTo>
                        <a:pt x="21099" y="3649"/>
                      </a:lnTo>
                      <a:cubicBezTo>
                        <a:pt x="21099" y="1636"/>
                        <a:pt x="20188" y="0"/>
                        <a:pt x="19070" y="0"/>
                      </a:cubicBezTo>
                      <a:lnTo>
                        <a:pt x="1938" y="0"/>
                      </a:lnTo>
                      <a:cubicBezTo>
                        <a:pt x="1201" y="0"/>
                        <a:pt x="600" y="1079"/>
                        <a:pt x="600" y="2407"/>
                      </a:cubicBezTo>
                      <a:lnTo>
                        <a:pt x="600" y="2829"/>
                      </a:lnTo>
                      <a:cubicBezTo>
                        <a:pt x="600" y="3318"/>
                        <a:pt x="821" y="3717"/>
                        <a:pt x="1093" y="3717"/>
                      </a:cubicBezTo>
                      <a:lnTo>
                        <a:pt x="1228" y="3717"/>
                      </a:lnTo>
                      <a:lnTo>
                        <a:pt x="611" y="9376"/>
                      </a:lnTo>
                      <a:lnTo>
                        <a:pt x="611" y="9377"/>
                      </a:lnTo>
                      <a:lnTo>
                        <a:pt x="609" y="9385"/>
                      </a:lnTo>
                      <a:cubicBezTo>
                        <a:pt x="607" y="9412"/>
                        <a:pt x="607" y="9441"/>
                        <a:pt x="604" y="9469"/>
                      </a:cubicBezTo>
                      <a:cubicBezTo>
                        <a:pt x="603" y="9499"/>
                        <a:pt x="600" y="9526"/>
                        <a:pt x="600" y="9555"/>
                      </a:cubicBezTo>
                      <a:lnTo>
                        <a:pt x="600" y="15471"/>
                      </a:lnTo>
                      <a:lnTo>
                        <a:pt x="493" y="15471"/>
                      </a:lnTo>
                      <a:cubicBezTo>
                        <a:pt x="221" y="15471"/>
                        <a:pt x="0" y="15866"/>
                        <a:pt x="0" y="16357"/>
                      </a:cubicBezTo>
                      <a:lnTo>
                        <a:pt x="0" y="18199"/>
                      </a:lnTo>
                      <a:cubicBezTo>
                        <a:pt x="0" y="18690"/>
                        <a:pt x="221" y="19087"/>
                        <a:pt x="493" y="19087"/>
                      </a:cubicBezTo>
                      <a:lnTo>
                        <a:pt x="2205" y="19087"/>
                      </a:lnTo>
                      <a:cubicBezTo>
                        <a:pt x="2422" y="20532"/>
                        <a:pt x="3156" y="21600"/>
                        <a:pt x="4028" y="21600"/>
                      </a:cubicBezTo>
                      <a:cubicBezTo>
                        <a:pt x="4899" y="21600"/>
                        <a:pt x="5633" y="20532"/>
                        <a:pt x="5850" y="19087"/>
                      </a:cubicBezTo>
                      <a:lnTo>
                        <a:pt x="14895" y="19087"/>
                      </a:lnTo>
                      <a:cubicBezTo>
                        <a:pt x="15113" y="20532"/>
                        <a:pt x="15846" y="21600"/>
                        <a:pt x="16718" y="21600"/>
                      </a:cubicBezTo>
                      <a:close/>
                    </a:path>
                  </a:pathLst>
                </a:custGeom>
                <a:grpFill/>
                <a:ln w="12700" cap="flat">
                  <a:noFill/>
                  <a:miter lim="400000"/>
                </a:ln>
                <a:effectLst/>
              </p:spPr>
              <p:txBody>
                <a:bodyPr wrap="square" lIns="91440" tIns="45720" rIns="91440" bIns="45720" numCol="1" anchor="ctr">
                  <a:normAutofit fontScale="40000" lnSpcReduction="20000"/>
                </a:bodyPr>
                <a:lstStyle>
                  <a:defPPr>
                    <a:defRPr lang="id-ID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/>
                </a:p>
              </p:txBody>
            </p:sp>
          </p:grpSp>
        </p:grpSp>
        <p:cxnSp>
          <p:nvCxnSpPr>
            <p:cNvPr id="7" name="íṧļîďê">
              <a:extLst>
                <a:ext uri="{FF2B5EF4-FFF2-40B4-BE49-F238E27FC236}">
                  <a16:creationId xmlns:a16="http://schemas.microsoft.com/office/drawing/2014/main" id="{46B93114-0091-4774-8821-BD62A5FA911D}"/>
                </a:ext>
              </a:extLst>
            </p:cNvPr>
            <p:cNvCxnSpPr/>
            <p:nvPr/>
          </p:nvCxnSpPr>
          <p:spPr>
            <a:xfrm>
              <a:off x="673099" y="5934075"/>
              <a:ext cx="10845800" cy="0"/>
            </a:xfrm>
            <a:prstGeom prst="line">
              <a:avLst/>
            </a:prstGeom>
            <a:ln w="2222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íṣḷîďé">
              <a:extLst>
                <a:ext uri="{FF2B5EF4-FFF2-40B4-BE49-F238E27FC236}">
                  <a16:creationId xmlns:a16="http://schemas.microsoft.com/office/drawing/2014/main" id="{E7C84BB8-3A52-47C4-858E-D4EC38CDEED4}"/>
                </a:ext>
              </a:extLst>
            </p:cNvPr>
            <p:cNvGrpSpPr/>
            <p:nvPr/>
          </p:nvGrpSpPr>
          <p:grpSpPr>
            <a:xfrm>
              <a:off x="7358637" y="1348917"/>
              <a:ext cx="4160263" cy="723901"/>
              <a:chOff x="7358637" y="1342228"/>
              <a:chExt cx="4160263" cy="723901"/>
            </a:xfrm>
          </p:grpSpPr>
          <p:sp>
            <p:nvSpPr>
              <p:cNvPr id="33" name="íṧḻiḍè">
                <a:extLst>
                  <a:ext uri="{FF2B5EF4-FFF2-40B4-BE49-F238E27FC236}">
                    <a16:creationId xmlns:a16="http://schemas.microsoft.com/office/drawing/2014/main" id="{885B2D99-1822-4D2F-9EE9-24D009F6A378}"/>
                  </a:ext>
                </a:extLst>
              </p:cNvPr>
              <p:cNvSpPr/>
              <p:nvPr/>
            </p:nvSpPr>
            <p:spPr>
              <a:xfrm>
                <a:off x="7358637" y="1616750"/>
                <a:ext cx="252184" cy="252184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34" name="î$1îďé">
                <a:extLst>
                  <a:ext uri="{FF2B5EF4-FFF2-40B4-BE49-F238E27FC236}">
                    <a16:creationId xmlns:a16="http://schemas.microsoft.com/office/drawing/2014/main" id="{8C95CFEC-3C98-4719-8FF7-45A70F58703F}"/>
                  </a:ext>
                </a:extLst>
              </p:cNvPr>
              <p:cNvGrpSpPr/>
              <p:nvPr/>
            </p:nvGrpSpPr>
            <p:grpSpPr>
              <a:xfrm>
                <a:off x="7696546" y="1342228"/>
                <a:ext cx="3822354" cy="723901"/>
                <a:chOff x="8369646" y="1123949"/>
                <a:chExt cx="3822354" cy="723901"/>
              </a:xfrm>
            </p:grpSpPr>
            <p:sp>
              <p:nvSpPr>
                <p:cNvPr id="35" name="ïśļiďê">
                  <a:extLst>
                    <a:ext uri="{FF2B5EF4-FFF2-40B4-BE49-F238E27FC236}">
                      <a16:creationId xmlns:a16="http://schemas.microsoft.com/office/drawing/2014/main" id="{4999D23B-7F8D-4441-A4E1-CEC0B776D129}"/>
                    </a:ext>
                  </a:extLst>
                </p:cNvPr>
                <p:cNvSpPr/>
                <p:nvPr/>
              </p:nvSpPr>
              <p:spPr bwMode="auto">
                <a:xfrm>
                  <a:off x="8369646" y="1524563"/>
                  <a:ext cx="3822354" cy="3232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en-US" altLang="zh-CN" sz="1100" dirty="0"/>
                    <a:t>Copy paste fonts. Choose the only option to retain text……</a:t>
                  </a:r>
                </a:p>
              </p:txBody>
            </p:sp>
            <p:sp>
              <p:nvSpPr>
                <p:cNvPr id="36" name="ïṩ1iḑe">
                  <a:extLst>
                    <a:ext uri="{FF2B5EF4-FFF2-40B4-BE49-F238E27FC236}">
                      <a16:creationId xmlns:a16="http://schemas.microsoft.com/office/drawing/2014/main" id="{C3506262-F8B3-4AB1-B917-DF6DD4B5F3FB}"/>
                    </a:ext>
                  </a:extLst>
                </p:cNvPr>
                <p:cNvSpPr txBox="1"/>
                <p:nvPr/>
              </p:nvSpPr>
              <p:spPr bwMode="auto">
                <a:xfrm>
                  <a:off x="8369646" y="1123949"/>
                  <a:ext cx="3822354" cy="4006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600" b="1" dirty="0"/>
                    <a:t>01.Text here</a:t>
                  </a:r>
                </a:p>
              </p:txBody>
            </p:sp>
          </p:grpSp>
        </p:grpSp>
        <p:grpSp>
          <p:nvGrpSpPr>
            <p:cNvPr id="9" name="îŝļíḓé">
              <a:extLst>
                <a:ext uri="{FF2B5EF4-FFF2-40B4-BE49-F238E27FC236}">
                  <a16:creationId xmlns:a16="http://schemas.microsoft.com/office/drawing/2014/main" id="{FADF81DC-30CF-4376-8584-351D95FD1A6C}"/>
                </a:ext>
              </a:extLst>
            </p:cNvPr>
            <p:cNvGrpSpPr/>
            <p:nvPr/>
          </p:nvGrpSpPr>
          <p:grpSpPr>
            <a:xfrm>
              <a:off x="7358637" y="2292348"/>
              <a:ext cx="4160263" cy="723901"/>
              <a:chOff x="7358637" y="2285660"/>
              <a:chExt cx="4160263" cy="723901"/>
            </a:xfrm>
          </p:grpSpPr>
          <p:sp>
            <p:nvSpPr>
              <p:cNvPr id="29" name="íş1îḑè">
                <a:extLst>
                  <a:ext uri="{FF2B5EF4-FFF2-40B4-BE49-F238E27FC236}">
                    <a16:creationId xmlns:a16="http://schemas.microsoft.com/office/drawing/2014/main" id="{5577427C-F679-424E-9947-6C22540D53AD}"/>
                  </a:ext>
                </a:extLst>
              </p:cNvPr>
              <p:cNvSpPr/>
              <p:nvPr/>
            </p:nvSpPr>
            <p:spPr>
              <a:xfrm>
                <a:off x="7358637" y="2560182"/>
                <a:ext cx="252184" cy="252184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30" name="islïďé">
                <a:extLst>
                  <a:ext uri="{FF2B5EF4-FFF2-40B4-BE49-F238E27FC236}">
                    <a16:creationId xmlns:a16="http://schemas.microsoft.com/office/drawing/2014/main" id="{F76099A5-977F-47DE-B96A-EBC0D6371431}"/>
                  </a:ext>
                </a:extLst>
              </p:cNvPr>
              <p:cNvGrpSpPr/>
              <p:nvPr/>
            </p:nvGrpSpPr>
            <p:grpSpPr>
              <a:xfrm>
                <a:off x="7696546" y="2285660"/>
                <a:ext cx="3822354" cy="723901"/>
                <a:chOff x="8369646" y="2172559"/>
                <a:chExt cx="3822354" cy="723901"/>
              </a:xfrm>
            </p:grpSpPr>
            <p:sp>
              <p:nvSpPr>
                <p:cNvPr id="31" name="ïS1îḋé">
                  <a:extLst>
                    <a:ext uri="{FF2B5EF4-FFF2-40B4-BE49-F238E27FC236}">
                      <a16:creationId xmlns:a16="http://schemas.microsoft.com/office/drawing/2014/main" id="{CBB7D791-45FF-40E3-BBD1-0DC07810F66D}"/>
                    </a:ext>
                  </a:extLst>
                </p:cNvPr>
                <p:cNvSpPr/>
                <p:nvPr/>
              </p:nvSpPr>
              <p:spPr bwMode="auto">
                <a:xfrm>
                  <a:off x="8369646" y="2573173"/>
                  <a:ext cx="3822354" cy="3232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en-US" altLang="zh-CN" sz="1100" dirty="0"/>
                    <a:t>Copy paste fonts. Choose the only option to retain text……</a:t>
                  </a:r>
                </a:p>
              </p:txBody>
            </p:sp>
            <p:sp>
              <p:nvSpPr>
                <p:cNvPr id="32" name="îṣľîďe">
                  <a:extLst>
                    <a:ext uri="{FF2B5EF4-FFF2-40B4-BE49-F238E27FC236}">
                      <a16:creationId xmlns:a16="http://schemas.microsoft.com/office/drawing/2014/main" id="{E3B92F7F-30D0-4869-B044-3B336DFD127C}"/>
                    </a:ext>
                  </a:extLst>
                </p:cNvPr>
                <p:cNvSpPr txBox="1"/>
                <p:nvPr/>
              </p:nvSpPr>
              <p:spPr bwMode="auto">
                <a:xfrm>
                  <a:off x="8369646" y="2172559"/>
                  <a:ext cx="3822354" cy="4006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600" b="1" dirty="0"/>
                    <a:t>02.Text here</a:t>
                  </a:r>
                </a:p>
              </p:txBody>
            </p:sp>
          </p:grpSp>
        </p:grpSp>
        <p:grpSp>
          <p:nvGrpSpPr>
            <p:cNvPr id="10" name="iṩļíḋè">
              <a:extLst>
                <a:ext uri="{FF2B5EF4-FFF2-40B4-BE49-F238E27FC236}">
                  <a16:creationId xmlns:a16="http://schemas.microsoft.com/office/drawing/2014/main" id="{0151A765-E972-46BB-9C3A-FA287C801A2C}"/>
                </a:ext>
              </a:extLst>
            </p:cNvPr>
            <p:cNvGrpSpPr/>
            <p:nvPr/>
          </p:nvGrpSpPr>
          <p:grpSpPr>
            <a:xfrm>
              <a:off x="7358637" y="3235780"/>
              <a:ext cx="4160263" cy="723901"/>
              <a:chOff x="7358637" y="3229092"/>
              <a:chExt cx="4160263" cy="723901"/>
            </a:xfrm>
          </p:grpSpPr>
          <p:sp>
            <p:nvSpPr>
              <p:cNvPr id="25" name="íşḷiḑè">
                <a:extLst>
                  <a:ext uri="{FF2B5EF4-FFF2-40B4-BE49-F238E27FC236}">
                    <a16:creationId xmlns:a16="http://schemas.microsoft.com/office/drawing/2014/main" id="{70535FA8-7005-4D16-B17E-F8B1FDC916BA}"/>
                  </a:ext>
                </a:extLst>
              </p:cNvPr>
              <p:cNvSpPr/>
              <p:nvPr/>
            </p:nvSpPr>
            <p:spPr>
              <a:xfrm>
                <a:off x="7358637" y="3503614"/>
                <a:ext cx="252184" cy="25218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26" name="íṡļiḓe">
                <a:extLst>
                  <a:ext uri="{FF2B5EF4-FFF2-40B4-BE49-F238E27FC236}">
                    <a16:creationId xmlns:a16="http://schemas.microsoft.com/office/drawing/2014/main" id="{2046097D-BAD4-4BFC-B4C8-F6E3987ABAC5}"/>
                  </a:ext>
                </a:extLst>
              </p:cNvPr>
              <p:cNvGrpSpPr/>
              <p:nvPr/>
            </p:nvGrpSpPr>
            <p:grpSpPr>
              <a:xfrm>
                <a:off x="7696546" y="3229092"/>
                <a:ext cx="3822354" cy="723901"/>
                <a:chOff x="8369646" y="3221169"/>
                <a:chExt cx="3822354" cy="723901"/>
              </a:xfrm>
            </p:grpSpPr>
            <p:sp>
              <p:nvSpPr>
                <p:cNvPr id="27" name="íṡļïḍe">
                  <a:extLst>
                    <a:ext uri="{FF2B5EF4-FFF2-40B4-BE49-F238E27FC236}">
                      <a16:creationId xmlns:a16="http://schemas.microsoft.com/office/drawing/2014/main" id="{3127BED7-DD37-4BC7-9F02-248E2AE28852}"/>
                    </a:ext>
                  </a:extLst>
                </p:cNvPr>
                <p:cNvSpPr/>
                <p:nvPr/>
              </p:nvSpPr>
              <p:spPr bwMode="auto">
                <a:xfrm>
                  <a:off x="8369646" y="3621783"/>
                  <a:ext cx="3822354" cy="3232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en-US" altLang="zh-CN" sz="1100" dirty="0"/>
                    <a:t>Copy paste fonts. Choose the only option to retain text……</a:t>
                  </a:r>
                </a:p>
              </p:txBody>
            </p:sp>
            <p:sp>
              <p:nvSpPr>
                <p:cNvPr id="28" name="îṡļíḋê">
                  <a:extLst>
                    <a:ext uri="{FF2B5EF4-FFF2-40B4-BE49-F238E27FC236}">
                      <a16:creationId xmlns:a16="http://schemas.microsoft.com/office/drawing/2014/main" id="{EFBF4B6F-ED96-4540-AEBA-86059EEC0BEF}"/>
                    </a:ext>
                  </a:extLst>
                </p:cNvPr>
                <p:cNvSpPr txBox="1"/>
                <p:nvPr/>
              </p:nvSpPr>
              <p:spPr bwMode="auto">
                <a:xfrm>
                  <a:off x="8369646" y="3221169"/>
                  <a:ext cx="3822354" cy="4006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600" b="1" dirty="0"/>
                    <a:t>03.Text here</a:t>
                  </a:r>
                </a:p>
              </p:txBody>
            </p:sp>
          </p:grpSp>
        </p:grpSp>
        <p:grpSp>
          <p:nvGrpSpPr>
            <p:cNvPr id="11" name="ïṩḻidè">
              <a:extLst>
                <a:ext uri="{FF2B5EF4-FFF2-40B4-BE49-F238E27FC236}">
                  <a16:creationId xmlns:a16="http://schemas.microsoft.com/office/drawing/2014/main" id="{386B93BD-DB0B-496A-BB51-4DC96AA82CBB}"/>
                </a:ext>
              </a:extLst>
            </p:cNvPr>
            <p:cNvGrpSpPr/>
            <p:nvPr/>
          </p:nvGrpSpPr>
          <p:grpSpPr>
            <a:xfrm>
              <a:off x="7358637" y="4179212"/>
              <a:ext cx="4160263" cy="723901"/>
              <a:chOff x="7358637" y="4172524"/>
              <a:chExt cx="4160263" cy="723901"/>
            </a:xfrm>
          </p:grpSpPr>
          <p:sp>
            <p:nvSpPr>
              <p:cNvPr id="21" name="ïṥļïḋê">
                <a:extLst>
                  <a:ext uri="{FF2B5EF4-FFF2-40B4-BE49-F238E27FC236}">
                    <a16:creationId xmlns:a16="http://schemas.microsoft.com/office/drawing/2014/main" id="{CC7B6E1B-7A68-40D1-B2DB-5A8C50FE3D11}"/>
                  </a:ext>
                </a:extLst>
              </p:cNvPr>
              <p:cNvSpPr/>
              <p:nvPr/>
            </p:nvSpPr>
            <p:spPr>
              <a:xfrm>
                <a:off x="7358637" y="4447046"/>
                <a:ext cx="252184" cy="252184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22" name="îšļíḋe">
                <a:extLst>
                  <a:ext uri="{FF2B5EF4-FFF2-40B4-BE49-F238E27FC236}">
                    <a16:creationId xmlns:a16="http://schemas.microsoft.com/office/drawing/2014/main" id="{54891C22-1299-448A-96C6-6B75F4825D20}"/>
                  </a:ext>
                </a:extLst>
              </p:cNvPr>
              <p:cNvGrpSpPr/>
              <p:nvPr/>
            </p:nvGrpSpPr>
            <p:grpSpPr>
              <a:xfrm>
                <a:off x="7696546" y="4172524"/>
                <a:ext cx="3822354" cy="723901"/>
                <a:chOff x="8369646" y="4269779"/>
                <a:chExt cx="3822354" cy="723901"/>
              </a:xfrm>
            </p:grpSpPr>
            <p:sp>
              <p:nvSpPr>
                <p:cNvPr id="23" name="i$ļîḑè">
                  <a:extLst>
                    <a:ext uri="{FF2B5EF4-FFF2-40B4-BE49-F238E27FC236}">
                      <a16:creationId xmlns:a16="http://schemas.microsoft.com/office/drawing/2014/main" id="{B522802C-3388-44A8-A5F6-7CBD1DA2ACC6}"/>
                    </a:ext>
                  </a:extLst>
                </p:cNvPr>
                <p:cNvSpPr/>
                <p:nvPr/>
              </p:nvSpPr>
              <p:spPr bwMode="auto">
                <a:xfrm>
                  <a:off x="8369646" y="4670393"/>
                  <a:ext cx="3822354" cy="3232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en-US" altLang="zh-CN" sz="1100" dirty="0"/>
                    <a:t>Copy paste fonts. Choose the only option to retain text……</a:t>
                  </a:r>
                </a:p>
              </p:txBody>
            </p:sp>
            <p:sp>
              <p:nvSpPr>
                <p:cNvPr id="24" name="îṥ1ïḋè">
                  <a:extLst>
                    <a:ext uri="{FF2B5EF4-FFF2-40B4-BE49-F238E27FC236}">
                      <a16:creationId xmlns:a16="http://schemas.microsoft.com/office/drawing/2014/main" id="{7C71F501-9F27-4B9D-94F6-1DBD19D4069D}"/>
                    </a:ext>
                  </a:extLst>
                </p:cNvPr>
                <p:cNvSpPr txBox="1"/>
                <p:nvPr/>
              </p:nvSpPr>
              <p:spPr bwMode="auto">
                <a:xfrm>
                  <a:off x="8369646" y="4269779"/>
                  <a:ext cx="3822354" cy="4006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600" b="1" dirty="0"/>
                    <a:t>04.Text here</a:t>
                  </a:r>
                </a:p>
              </p:txBody>
            </p:sp>
          </p:grpSp>
        </p:grpSp>
        <p:grpSp>
          <p:nvGrpSpPr>
            <p:cNvPr id="12" name="iSļide">
              <a:extLst>
                <a:ext uri="{FF2B5EF4-FFF2-40B4-BE49-F238E27FC236}">
                  <a16:creationId xmlns:a16="http://schemas.microsoft.com/office/drawing/2014/main" id="{CC0A1525-9028-4401-B4E2-B495C84DF4EA}"/>
                </a:ext>
              </a:extLst>
            </p:cNvPr>
            <p:cNvGrpSpPr/>
            <p:nvPr/>
          </p:nvGrpSpPr>
          <p:grpSpPr>
            <a:xfrm>
              <a:off x="7358637" y="5122645"/>
              <a:ext cx="4160263" cy="723901"/>
              <a:chOff x="7358637" y="5115956"/>
              <a:chExt cx="4160263" cy="723901"/>
            </a:xfrm>
          </p:grpSpPr>
          <p:sp>
            <p:nvSpPr>
              <p:cNvPr id="17" name="íṧḻïḓè">
                <a:extLst>
                  <a:ext uri="{FF2B5EF4-FFF2-40B4-BE49-F238E27FC236}">
                    <a16:creationId xmlns:a16="http://schemas.microsoft.com/office/drawing/2014/main" id="{1DBF1959-51F2-423A-81BF-B74AF9EBD3D7}"/>
                  </a:ext>
                </a:extLst>
              </p:cNvPr>
              <p:cNvSpPr/>
              <p:nvPr/>
            </p:nvSpPr>
            <p:spPr>
              <a:xfrm>
                <a:off x="7358637" y="5390478"/>
                <a:ext cx="252184" cy="252184"/>
              </a:xfrm>
              <a:prstGeom prst="ellipse">
                <a:avLst/>
              </a:prstGeom>
              <a:noFill/>
              <a:ln w="190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400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18" name="íṡḻîďè">
                <a:extLst>
                  <a:ext uri="{FF2B5EF4-FFF2-40B4-BE49-F238E27FC236}">
                    <a16:creationId xmlns:a16="http://schemas.microsoft.com/office/drawing/2014/main" id="{3B876270-8ADA-4212-B4ED-0F85ACA59B79}"/>
                  </a:ext>
                </a:extLst>
              </p:cNvPr>
              <p:cNvGrpSpPr/>
              <p:nvPr/>
            </p:nvGrpSpPr>
            <p:grpSpPr>
              <a:xfrm>
                <a:off x="7696546" y="5115956"/>
                <a:ext cx="3822354" cy="723901"/>
                <a:chOff x="8369646" y="4269779"/>
                <a:chExt cx="3822354" cy="723901"/>
              </a:xfrm>
            </p:grpSpPr>
            <p:sp>
              <p:nvSpPr>
                <p:cNvPr id="19" name="îṧḷiḑê">
                  <a:extLst>
                    <a:ext uri="{FF2B5EF4-FFF2-40B4-BE49-F238E27FC236}">
                      <a16:creationId xmlns:a16="http://schemas.microsoft.com/office/drawing/2014/main" id="{6ECFC34C-51A0-4389-B942-9E4DD63CBC60}"/>
                    </a:ext>
                  </a:extLst>
                </p:cNvPr>
                <p:cNvSpPr/>
                <p:nvPr/>
              </p:nvSpPr>
              <p:spPr bwMode="auto">
                <a:xfrm>
                  <a:off x="8369646" y="4670393"/>
                  <a:ext cx="3822354" cy="3232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30000"/>
                    </a:lnSpc>
                  </a:pPr>
                  <a:r>
                    <a:rPr lang="en-US" altLang="zh-CN" sz="1100" dirty="0"/>
                    <a:t>Copy paste fonts. Choose the only option to retain text……</a:t>
                  </a:r>
                </a:p>
              </p:txBody>
            </p:sp>
            <p:sp>
              <p:nvSpPr>
                <p:cNvPr id="20" name="ïṡļíḑê">
                  <a:extLst>
                    <a:ext uri="{FF2B5EF4-FFF2-40B4-BE49-F238E27FC236}">
                      <a16:creationId xmlns:a16="http://schemas.microsoft.com/office/drawing/2014/main" id="{8EF2A1C1-814C-49A2-987F-624A25C0371B}"/>
                    </a:ext>
                  </a:extLst>
                </p:cNvPr>
                <p:cNvSpPr txBox="1"/>
                <p:nvPr/>
              </p:nvSpPr>
              <p:spPr bwMode="auto">
                <a:xfrm>
                  <a:off x="8369646" y="4269779"/>
                  <a:ext cx="3822354" cy="4006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 lIns="91440" tIns="45720" rIns="91440" bIns="45720" anchor="b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20000"/>
                    </a:lnSpc>
                    <a:spcBef>
                      <a:spcPct val="0"/>
                    </a:spcBef>
                  </a:pPr>
                  <a:r>
                    <a:rPr lang="en-US" altLang="zh-CN" sz="1600" b="1" dirty="0"/>
                    <a:t>05.Text here</a:t>
                  </a:r>
                </a:p>
              </p:txBody>
            </p:sp>
          </p:grpSp>
        </p:grpSp>
        <p:cxnSp>
          <p:nvCxnSpPr>
            <p:cNvPr id="13" name="iṧlïdê">
              <a:extLst>
                <a:ext uri="{FF2B5EF4-FFF2-40B4-BE49-F238E27FC236}">
                  <a16:creationId xmlns:a16="http://schemas.microsoft.com/office/drawing/2014/main" id="{4F615B87-7486-4888-A71E-A700F63A2AC7}"/>
                </a:ext>
              </a:extLst>
            </p:cNvPr>
            <p:cNvCxnSpPr/>
            <p:nvPr/>
          </p:nvCxnSpPr>
          <p:spPr>
            <a:xfrm>
              <a:off x="7799388" y="2182583"/>
              <a:ext cx="371951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íšlîḍe">
              <a:extLst>
                <a:ext uri="{FF2B5EF4-FFF2-40B4-BE49-F238E27FC236}">
                  <a16:creationId xmlns:a16="http://schemas.microsoft.com/office/drawing/2014/main" id="{38CA87CC-4413-4223-8FDF-7E410D68BCCC}"/>
                </a:ext>
              </a:extLst>
            </p:cNvPr>
            <p:cNvCxnSpPr/>
            <p:nvPr/>
          </p:nvCxnSpPr>
          <p:spPr>
            <a:xfrm>
              <a:off x="7799388" y="3126015"/>
              <a:ext cx="371951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îšliḑè">
              <a:extLst>
                <a:ext uri="{FF2B5EF4-FFF2-40B4-BE49-F238E27FC236}">
                  <a16:creationId xmlns:a16="http://schemas.microsoft.com/office/drawing/2014/main" id="{5913BA2D-045E-489B-9532-EC9778F628EE}"/>
                </a:ext>
              </a:extLst>
            </p:cNvPr>
            <p:cNvCxnSpPr/>
            <p:nvPr/>
          </p:nvCxnSpPr>
          <p:spPr>
            <a:xfrm>
              <a:off x="7799388" y="4069447"/>
              <a:ext cx="371951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íṡḷidé">
              <a:extLst>
                <a:ext uri="{FF2B5EF4-FFF2-40B4-BE49-F238E27FC236}">
                  <a16:creationId xmlns:a16="http://schemas.microsoft.com/office/drawing/2014/main" id="{8A3C2C2D-D9CA-4C53-B4DB-6F2C2FD57D1A}"/>
                </a:ext>
              </a:extLst>
            </p:cNvPr>
            <p:cNvCxnSpPr/>
            <p:nvPr/>
          </p:nvCxnSpPr>
          <p:spPr>
            <a:xfrm>
              <a:off x="7799388" y="5012879"/>
              <a:ext cx="371951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982177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170B39-2D8E-412A-A515-D6CEA98F8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23BF11-7DED-414E-B8F9-27764E15B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12BA59-E1FD-4399-ABE8-2ADACDC9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9</a:t>
            </a:fld>
            <a:endParaRPr lang="zh-CN" altLang="en-US"/>
          </a:p>
        </p:txBody>
      </p:sp>
      <p:grpSp>
        <p:nvGrpSpPr>
          <p:cNvPr id="5" name="íṧḻïďe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FEA60EAB-7E1F-4CC9-8940-3A6E58FCF1E6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470361"/>
            <a:ext cx="10845800" cy="4214325"/>
            <a:chOff x="673100" y="1470361"/>
            <a:chExt cx="10845800" cy="4214325"/>
          </a:xfrm>
        </p:grpSpPr>
        <p:sp>
          <p:nvSpPr>
            <p:cNvPr id="6" name="îSḻïḍê">
              <a:extLst>
                <a:ext uri="{FF2B5EF4-FFF2-40B4-BE49-F238E27FC236}">
                  <a16:creationId xmlns:a16="http://schemas.microsoft.com/office/drawing/2014/main" id="{E656001D-2AF0-44BB-A841-6CA293A69F98}"/>
                </a:ext>
              </a:extLst>
            </p:cNvPr>
            <p:cNvSpPr/>
            <p:nvPr/>
          </p:nvSpPr>
          <p:spPr bwMode="auto">
            <a:xfrm>
              <a:off x="4675105" y="3864092"/>
              <a:ext cx="1333498" cy="1388474"/>
            </a:xfrm>
            <a:custGeom>
              <a:avLst/>
              <a:gdLst>
                <a:gd name="T0" fmla="*/ 431 w 468"/>
                <a:gd name="T1" fmla="*/ 294 h 487"/>
                <a:gd name="T2" fmla="*/ 457 w 468"/>
                <a:gd name="T3" fmla="*/ 321 h 487"/>
                <a:gd name="T4" fmla="*/ 468 w 468"/>
                <a:gd name="T5" fmla="*/ 337 h 487"/>
                <a:gd name="T6" fmla="*/ 468 w 468"/>
                <a:gd name="T7" fmla="*/ 166 h 487"/>
                <a:gd name="T8" fmla="*/ 308 w 468"/>
                <a:gd name="T9" fmla="*/ 1 h 487"/>
                <a:gd name="T10" fmla="*/ 287 w 468"/>
                <a:gd name="T11" fmla="*/ 0 h 487"/>
                <a:gd name="T12" fmla="*/ 161 w 468"/>
                <a:gd name="T13" fmla="*/ 73 h 487"/>
                <a:gd name="T14" fmla="*/ 160 w 468"/>
                <a:gd name="T15" fmla="*/ 75 h 487"/>
                <a:gd name="T16" fmla="*/ 161 w 468"/>
                <a:gd name="T17" fmla="*/ 77 h 487"/>
                <a:gd name="T18" fmla="*/ 161 w 468"/>
                <a:gd name="T19" fmla="*/ 79 h 487"/>
                <a:gd name="T20" fmla="*/ 157 w 468"/>
                <a:gd name="T21" fmla="*/ 82 h 487"/>
                <a:gd name="T22" fmla="*/ 155 w 468"/>
                <a:gd name="T23" fmla="*/ 82 h 487"/>
                <a:gd name="T24" fmla="*/ 154 w 468"/>
                <a:gd name="T25" fmla="*/ 82 h 487"/>
                <a:gd name="T26" fmla="*/ 153 w 468"/>
                <a:gd name="T27" fmla="*/ 82 h 487"/>
                <a:gd name="T28" fmla="*/ 146 w 468"/>
                <a:gd name="T29" fmla="*/ 81 h 487"/>
                <a:gd name="T30" fmla="*/ 130 w 468"/>
                <a:gd name="T31" fmla="*/ 80 h 487"/>
                <a:gd name="T32" fmla="*/ 43 w 468"/>
                <a:gd name="T33" fmla="*/ 112 h 487"/>
                <a:gd name="T34" fmla="*/ 2 w 468"/>
                <a:gd name="T35" fmla="*/ 199 h 487"/>
                <a:gd name="T36" fmla="*/ 78 w 468"/>
                <a:gd name="T37" fmla="*/ 322 h 487"/>
                <a:gd name="T38" fmla="*/ 88 w 468"/>
                <a:gd name="T39" fmla="*/ 329 h 487"/>
                <a:gd name="T40" fmla="*/ 87 w 468"/>
                <a:gd name="T41" fmla="*/ 317 h 487"/>
                <a:gd name="T42" fmla="*/ 122 w 468"/>
                <a:gd name="T43" fmla="*/ 224 h 487"/>
                <a:gd name="T44" fmla="*/ 127 w 468"/>
                <a:gd name="T45" fmla="*/ 219 h 487"/>
                <a:gd name="T46" fmla="*/ 124 w 468"/>
                <a:gd name="T47" fmla="*/ 217 h 487"/>
                <a:gd name="T48" fmla="*/ 135 w 468"/>
                <a:gd name="T49" fmla="*/ 224 h 487"/>
                <a:gd name="T50" fmla="*/ 134 w 468"/>
                <a:gd name="T51" fmla="*/ 224 h 487"/>
                <a:gd name="T52" fmla="*/ 131 w 468"/>
                <a:gd name="T53" fmla="*/ 226 h 487"/>
                <a:gd name="T54" fmla="*/ 97 w 468"/>
                <a:gd name="T55" fmla="*/ 332 h 487"/>
                <a:gd name="T56" fmla="*/ 218 w 468"/>
                <a:gd name="T57" fmla="*/ 427 h 487"/>
                <a:gd name="T58" fmla="*/ 238 w 468"/>
                <a:gd name="T59" fmla="*/ 425 h 487"/>
                <a:gd name="T60" fmla="*/ 252 w 468"/>
                <a:gd name="T61" fmla="*/ 422 h 487"/>
                <a:gd name="T62" fmla="*/ 258 w 468"/>
                <a:gd name="T63" fmla="*/ 420 h 487"/>
                <a:gd name="T64" fmla="*/ 256 w 468"/>
                <a:gd name="T65" fmla="*/ 414 h 487"/>
                <a:gd name="T66" fmla="*/ 252 w 468"/>
                <a:gd name="T67" fmla="*/ 383 h 487"/>
                <a:gd name="T68" fmla="*/ 278 w 468"/>
                <a:gd name="T69" fmla="*/ 311 h 487"/>
                <a:gd name="T70" fmla="*/ 280 w 468"/>
                <a:gd name="T71" fmla="*/ 308 h 487"/>
                <a:gd name="T72" fmla="*/ 279 w 468"/>
                <a:gd name="T73" fmla="*/ 305 h 487"/>
                <a:gd name="T74" fmla="*/ 269 w 468"/>
                <a:gd name="T75" fmla="*/ 254 h 487"/>
                <a:gd name="T76" fmla="*/ 326 w 468"/>
                <a:gd name="T77" fmla="*/ 148 h 487"/>
                <a:gd name="T78" fmla="*/ 329 w 468"/>
                <a:gd name="T79" fmla="*/ 145 h 487"/>
                <a:gd name="T80" fmla="*/ 329 w 468"/>
                <a:gd name="T81" fmla="*/ 144 h 487"/>
                <a:gd name="T82" fmla="*/ 334 w 468"/>
                <a:gd name="T83" fmla="*/ 156 h 487"/>
                <a:gd name="T84" fmla="*/ 332 w 468"/>
                <a:gd name="T85" fmla="*/ 153 h 487"/>
                <a:gd name="T86" fmla="*/ 327 w 468"/>
                <a:gd name="T87" fmla="*/ 156 h 487"/>
                <a:gd name="T88" fmla="*/ 277 w 468"/>
                <a:gd name="T89" fmla="*/ 254 h 487"/>
                <a:gd name="T90" fmla="*/ 340 w 468"/>
                <a:gd name="T91" fmla="*/ 360 h 487"/>
                <a:gd name="T92" fmla="*/ 342 w 468"/>
                <a:gd name="T93" fmla="*/ 365 h 487"/>
                <a:gd name="T94" fmla="*/ 336 w 468"/>
                <a:gd name="T95" fmla="*/ 367 h 487"/>
                <a:gd name="T96" fmla="*/ 288 w 468"/>
                <a:gd name="T97" fmla="*/ 324 h 487"/>
                <a:gd name="T98" fmla="*/ 284 w 468"/>
                <a:gd name="T99" fmla="*/ 316 h 487"/>
                <a:gd name="T100" fmla="*/ 278 w 468"/>
                <a:gd name="T101" fmla="*/ 324 h 487"/>
                <a:gd name="T102" fmla="*/ 260 w 468"/>
                <a:gd name="T103" fmla="*/ 383 h 487"/>
                <a:gd name="T104" fmla="*/ 364 w 468"/>
                <a:gd name="T105" fmla="*/ 487 h 487"/>
                <a:gd name="T106" fmla="*/ 468 w 468"/>
                <a:gd name="T107" fmla="*/ 383 h 487"/>
                <a:gd name="T108" fmla="*/ 426 w 468"/>
                <a:gd name="T109" fmla="*/ 300 h 487"/>
                <a:gd name="T110" fmla="*/ 425 w 468"/>
                <a:gd name="T111" fmla="*/ 297 h 487"/>
                <a:gd name="T112" fmla="*/ 425 w 468"/>
                <a:gd name="T113" fmla="*/ 294 h 487"/>
                <a:gd name="T114" fmla="*/ 431 w 468"/>
                <a:gd name="T115" fmla="*/ 294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8" h="487">
                  <a:moveTo>
                    <a:pt x="431" y="294"/>
                  </a:moveTo>
                  <a:cubicBezTo>
                    <a:pt x="441" y="301"/>
                    <a:pt x="450" y="310"/>
                    <a:pt x="457" y="321"/>
                  </a:cubicBezTo>
                  <a:cubicBezTo>
                    <a:pt x="468" y="337"/>
                    <a:pt x="468" y="337"/>
                    <a:pt x="468" y="337"/>
                  </a:cubicBezTo>
                  <a:cubicBezTo>
                    <a:pt x="468" y="166"/>
                    <a:pt x="468" y="166"/>
                    <a:pt x="468" y="166"/>
                  </a:cubicBezTo>
                  <a:cubicBezTo>
                    <a:pt x="468" y="86"/>
                    <a:pt x="396" y="12"/>
                    <a:pt x="308" y="1"/>
                  </a:cubicBezTo>
                  <a:cubicBezTo>
                    <a:pt x="301" y="0"/>
                    <a:pt x="294" y="0"/>
                    <a:pt x="287" y="0"/>
                  </a:cubicBezTo>
                  <a:cubicBezTo>
                    <a:pt x="231" y="0"/>
                    <a:pt x="182" y="28"/>
                    <a:pt x="161" y="73"/>
                  </a:cubicBezTo>
                  <a:cubicBezTo>
                    <a:pt x="160" y="75"/>
                    <a:pt x="160" y="75"/>
                    <a:pt x="160" y="75"/>
                  </a:cubicBezTo>
                  <a:cubicBezTo>
                    <a:pt x="161" y="77"/>
                    <a:pt x="161" y="77"/>
                    <a:pt x="161" y="77"/>
                  </a:cubicBezTo>
                  <a:cubicBezTo>
                    <a:pt x="161" y="78"/>
                    <a:pt x="161" y="78"/>
                    <a:pt x="161" y="79"/>
                  </a:cubicBezTo>
                  <a:cubicBezTo>
                    <a:pt x="161" y="81"/>
                    <a:pt x="159" y="83"/>
                    <a:pt x="157" y="82"/>
                  </a:cubicBezTo>
                  <a:cubicBezTo>
                    <a:pt x="156" y="82"/>
                    <a:pt x="156" y="82"/>
                    <a:pt x="155" y="82"/>
                  </a:cubicBezTo>
                  <a:cubicBezTo>
                    <a:pt x="154" y="82"/>
                    <a:pt x="154" y="82"/>
                    <a:pt x="154" y="82"/>
                  </a:cubicBezTo>
                  <a:cubicBezTo>
                    <a:pt x="154" y="82"/>
                    <a:pt x="154" y="82"/>
                    <a:pt x="153" y="82"/>
                  </a:cubicBezTo>
                  <a:cubicBezTo>
                    <a:pt x="151" y="81"/>
                    <a:pt x="148" y="81"/>
                    <a:pt x="146" y="81"/>
                  </a:cubicBezTo>
                  <a:cubicBezTo>
                    <a:pt x="140" y="80"/>
                    <a:pt x="135" y="80"/>
                    <a:pt x="130" y="80"/>
                  </a:cubicBezTo>
                  <a:cubicBezTo>
                    <a:pt x="97" y="80"/>
                    <a:pt x="67" y="91"/>
                    <a:pt x="43" y="112"/>
                  </a:cubicBezTo>
                  <a:cubicBezTo>
                    <a:pt x="18" y="134"/>
                    <a:pt x="3" y="165"/>
                    <a:pt x="2" y="199"/>
                  </a:cubicBezTo>
                  <a:cubicBezTo>
                    <a:pt x="0" y="253"/>
                    <a:pt x="40" y="298"/>
                    <a:pt x="78" y="322"/>
                  </a:cubicBezTo>
                  <a:cubicBezTo>
                    <a:pt x="88" y="329"/>
                    <a:pt x="88" y="329"/>
                    <a:pt x="88" y="329"/>
                  </a:cubicBezTo>
                  <a:cubicBezTo>
                    <a:pt x="87" y="317"/>
                    <a:pt x="87" y="317"/>
                    <a:pt x="87" y="317"/>
                  </a:cubicBezTo>
                  <a:cubicBezTo>
                    <a:pt x="84" y="281"/>
                    <a:pt x="97" y="247"/>
                    <a:pt x="122" y="224"/>
                  </a:cubicBezTo>
                  <a:cubicBezTo>
                    <a:pt x="127" y="219"/>
                    <a:pt x="127" y="219"/>
                    <a:pt x="127" y="219"/>
                  </a:cubicBezTo>
                  <a:cubicBezTo>
                    <a:pt x="124" y="217"/>
                    <a:pt x="124" y="217"/>
                    <a:pt x="124" y="217"/>
                  </a:cubicBezTo>
                  <a:cubicBezTo>
                    <a:pt x="128" y="220"/>
                    <a:pt x="131" y="222"/>
                    <a:pt x="135" y="224"/>
                  </a:cubicBezTo>
                  <a:cubicBezTo>
                    <a:pt x="134" y="224"/>
                    <a:pt x="134" y="224"/>
                    <a:pt x="134" y="224"/>
                  </a:cubicBezTo>
                  <a:cubicBezTo>
                    <a:pt x="131" y="226"/>
                    <a:pt x="131" y="226"/>
                    <a:pt x="131" y="226"/>
                  </a:cubicBezTo>
                  <a:cubicBezTo>
                    <a:pt x="101" y="252"/>
                    <a:pt x="88" y="293"/>
                    <a:pt x="97" y="332"/>
                  </a:cubicBezTo>
                  <a:cubicBezTo>
                    <a:pt x="110" y="387"/>
                    <a:pt x="161" y="427"/>
                    <a:pt x="218" y="427"/>
                  </a:cubicBezTo>
                  <a:cubicBezTo>
                    <a:pt x="225" y="427"/>
                    <a:pt x="231" y="426"/>
                    <a:pt x="238" y="425"/>
                  </a:cubicBezTo>
                  <a:cubicBezTo>
                    <a:pt x="243" y="424"/>
                    <a:pt x="247" y="423"/>
                    <a:pt x="252" y="422"/>
                  </a:cubicBezTo>
                  <a:cubicBezTo>
                    <a:pt x="258" y="420"/>
                    <a:pt x="258" y="420"/>
                    <a:pt x="258" y="420"/>
                  </a:cubicBezTo>
                  <a:cubicBezTo>
                    <a:pt x="256" y="414"/>
                    <a:pt x="256" y="414"/>
                    <a:pt x="256" y="414"/>
                  </a:cubicBezTo>
                  <a:cubicBezTo>
                    <a:pt x="253" y="404"/>
                    <a:pt x="252" y="394"/>
                    <a:pt x="252" y="383"/>
                  </a:cubicBezTo>
                  <a:cubicBezTo>
                    <a:pt x="252" y="357"/>
                    <a:pt x="261" y="331"/>
                    <a:pt x="278" y="311"/>
                  </a:cubicBezTo>
                  <a:cubicBezTo>
                    <a:pt x="280" y="308"/>
                    <a:pt x="280" y="308"/>
                    <a:pt x="280" y="308"/>
                  </a:cubicBezTo>
                  <a:cubicBezTo>
                    <a:pt x="279" y="305"/>
                    <a:pt x="279" y="305"/>
                    <a:pt x="279" y="305"/>
                  </a:cubicBezTo>
                  <a:cubicBezTo>
                    <a:pt x="272" y="289"/>
                    <a:pt x="269" y="272"/>
                    <a:pt x="269" y="254"/>
                  </a:cubicBezTo>
                  <a:cubicBezTo>
                    <a:pt x="269" y="210"/>
                    <a:pt x="290" y="170"/>
                    <a:pt x="326" y="148"/>
                  </a:cubicBezTo>
                  <a:cubicBezTo>
                    <a:pt x="329" y="145"/>
                    <a:pt x="329" y="145"/>
                    <a:pt x="329" y="145"/>
                  </a:cubicBezTo>
                  <a:cubicBezTo>
                    <a:pt x="329" y="144"/>
                    <a:pt x="329" y="144"/>
                    <a:pt x="329" y="144"/>
                  </a:cubicBezTo>
                  <a:cubicBezTo>
                    <a:pt x="330" y="148"/>
                    <a:pt x="332" y="152"/>
                    <a:pt x="334" y="156"/>
                  </a:cubicBezTo>
                  <a:cubicBezTo>
                    <a:pt x="332" y="153"/>
                    <a:pt x="332" y="153"/>
                    <a:pt x="332" y="153"/>
                  </a:cubicBezTo>
                  <a:cubicBezTo>
                    <a:pt x="327" y="156"/>
                    <a:pt x="327" y="156"/>
                    <a:pt x="327" y="156"/>
                  </a:cubicBezTo>
                  <a:cubicBezTo>
                    <a:pt x="295" y="177"/>
                    <a:pt x="277" y="214"/>
                    <a:pt x="277" y="254"/>
                  </a:cubicBezTo>
                  <a:cubicBezTo>
                    <a:pt x="277" y="301"/>
                    <a:pt x="301" y="342"/>
                    <a:pt x="340" y="360"/>
                  </a:cubicBezTo>
                  <a:cubicBezTo>
                    <a:pt x="342" y="361"/>
                    <a:pt x="343" y="363"/>
                    <a:pt x="342" y="365"/>
                  </a:cubicBezTo>
                  <a:cubicBezTo>
                    <a:pt x="341" y="367"/>
                    <a:pt x="338" y="368"/>
                    <a:pt x="336" y="367"/>
                  </a:cubicBezTo>
                  <a:cubicBezTo>
                    <a:pt x="317" y="358"/>
                    <a:pt x="300" y="343"/>
                    <a:pt x="288" y="324"/>
                  </a:cubicBezTo>
                  <a:cubicBezTo>
                    <a:pt x="284" y="316"/>
                    <a:pt x="284" y="316"/>
                    <a:pt x="284" y="316"/>
                  </a:cubicBezTo>
                  <a:cubicBezTo>
                    <a:pt x="278" y="324"/>
                    <a:pt x="278" y="324"/>
                    <a:pt x="278" y="324"/>
                  </a:cubicBezTo>
                  <a:cubicBezTo>
                    <a:pt x="266" y="341"/>
                    <a:pt x="260" y="362"/>
                    <a:pt x="260" y="383"/>
                  </a:cubicBezTo>
                  <a:cubicBezTo>
                    <a:pt x="260" y="440"/>
                    <a:pt x="306" y="487"/>
                    <a:pt x="364" y="487"/>
                  </a:cubicBezTo>
                  <a:cubicBezTo>
                    <a:pt x="421" y="487"/>
                    <a:pt x="468" y="440"/>
                    <a:pt x="468" y="383"/>
                  </a:cubicBezTo>
                  <a:cubicBezTo>
                    <a:pt x="468" y="350"/>
                    <a:pt x="453" y="320"/>
                    <a:pt x="426" y="300"/>
                  </a:cubicBezTo>
                  <a:cubicBezTo>
                    <a:pt x="425" y="299"/>
                    <a:pt x="425" y="298"/>
                    <a:pt x="425" y="297"/>
                  </a:cubicBezTo>
                  <a:cubicBezTo>
                    <a:pt x="425" y="296"/>
                    <a:pt x="425" y="295"/>
                    <a:pt x="425" y="294"/>
                  </a:cubicBezTo>
                  <a:cubicBezTo>
                    <a:pt x="427" y="293"/>
                    <a:pt x="429" y="292"/>
                    <a:pt x="431" y="29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 sz="1801"/>
            </a:p>
          </p:txBody>
        </p:sp>
        <p:sp>
          <p:nvSpPr>
            <p:cNvPr id="7" name="ï$ḻíḍe">
              <a:extLst>
                <a:ext uri="{FF2B5EF4-FFF2-40B4-BE49-F238E27FC236}">
                  <a16:creationId xmlns:a16="http://schemas.microsoft.com/office/drawing/2014/main" id="{EC49476A-0917-45B4-9207-87C8FD4742FB}"/>
                </a:ext>
              </a:extLst>
            </p:cNvPr>
            <p:cNvSpPr/>
            <p:nvPr/>
          </p:nvSpPr>
          <p:spPr bwMode="auto">
            <a:xfrm>
              <a:off x="4486218" y="3150819"/>
              <a:ext cx="1522386" cy="1137562"/>
            </a:xfrm>
            <a:custGeom>
              <a:avLst/>
              <a:gdLst>
                <a:gd name="T0" fmla="*/ 365 w 534"/>
                <a:gd name="T1" fmla="*/ 140 h 399"/>
                <a:gd name="T2" fmla="*/ 430 w 534"/>
                <a:gd name="T3" fmla="*/ 120 h 399"/>
                <a:gd name="T4" fmla="*/ 523 w 534"/>
                <a:gd name="T5" fmla="*/ 169 h 399"/>
                <a:gd name="T6" fmla="*/ 534 w 534"/>
                <a:gd name="T7" fmla="*/ 186 h 399"/>
                <a:gd name="T8" fmla="*/ 534 w 534"/>
                <a:gd name="T9" fmla="*/ 0 h 399"/>
                <a:gd name="T10" fmla="*/ 523 w 534"/>
                <a:gd name="T11" fmla="*/ 17 h 399"/>
                <a:gd name="T12" fmla="*/ 388 w 534"/>
                <a:gd name="T13" fmla="*/ 83 h 399"/>
                <a:gd name="T14" fmla="*/ 247 w 534"/>
                <a:gd name="T15" fmla="*/ 5 h 399"/>
                <a:gd name="T16" fmla="*/ 245 w 534"/>
                <a:gd name="T17" fmla="*/ 0 h 399"/>
                <a:gd name="T18" fmla="*/ 240 w 534"/>
                <a:gd name="T19" fmla="*/ 2 h 399"/>
                <a:gd name="T20" fmla="*/ 164 w 534"/>
                <a:gd name="T21" fmla="*/ 102 h 399"/>
                <a:gd name="T22" fmla="*/ 166 w 534"/>
                <a:gd name="T23" fmla="*/ 123 h 399"/>
                <a:gd name="T24" fmla="*/ 165 w 534"/>
                <a:gd name="T25" fmla="*/ 126 h 399"/>
                <a:gd name="T26" fmla="*/ 163 w 534"/>
                <a:gd name="T27" fmla="*/ 127 h 399"/>
                <a:gd name="T28" fmla="*/ 158 w 534"/>
                <a:gd name="T29" fmla="*/ 124 h 399"/>
                <a:gd name="T30" fmla="*/ 156 w 534"/>
                <a:gd name="T31" fmla="*/ 102 h 399"/>
                <a:gd name="T32" fmla="*/ 158 w 534"/>
                <a:gd name="T33" fmla="*/ 78 h 399"/>
                <a:gd name="T34" fmla="*/ 160 w 534"/>
                <a:gd name="T35" fmla="*/ 73 h 399"/>
                <a:gd name="T36" fmla="*/ 155 w 534"/>
                <a:gd name="T37" fmla="*/ 71 h 399"/>
                <a:gd name="T38" fmla="*/ 123 w 534"/>
                <a:gd name="T39" fmla="*/ 63 h 399"/>
                <a:gd name="T40" fmla="*/ 110 w 534"/>
                <a:gd name="T41" fmla="*/ 63 h 399"/>
                <a:gd name="T42" fmla="*/ 39 w 534"/>
                <a:gd name="T43" fmla="*/ 89 h 399"/>
                <a:gd name="T44" fmla="*/ 1 w 534"/>
                <a:gd name="T45" fmla="*/ 171 h 399"/>
                <a:gd name="T46" fmla="*/ 20 w 534"/>
                <a:gd name="T47" fmla="*/ 242 h 399"/>
                <a:gd name="T48" fmla="*/ 25 w 534"/>
                <a:gd name="T49" fmla="*/ 251 h 399"/>
                <a:gd name="T50" fmla="*/ 30 w 534"/>
                <a:gd name="T51" fmla="*/ 242 h 399"/>
                <a:gd name="T52" fmla="*/ 84 w 534"/>
                <a:gd name="T53" fmla="*/ 190 h 399"/>
                <a:gd name="T54" fmla="*/ 89 w 534"/>
                <a:gd name="T55" fmla="*/ 192 h 399"/>
                <a:gd name="T56" fmla="*/ 90 w 534"/>
                <a:gd name="T57" fmla="*/ 195 h 399"/>
                <a:gd name="T58" fmla="*/ 88 w 534"/>
                <a:gd name="T59" fmla="*/ 197 h 399"/>
                <a:gd name="T60" fmla="*/ 24 w 534"/>
                <a:gd name="T61" fmla="*/ 295 h 399"/>
                <a:gd name="T62" fmla="*/ 65 w 534"/>
                <a:gd name="T63" fmla="*/ 394 h 399"/>
                <a:gd name="T64" fmla="*/ 71 w 534"/>
                <a:gd name="T65" fmla="*/ 399 h 399"/>
                <a:gd name="T66" fmla="*/ 75 w 534"/>
                <a:gd name="T67" fmla="*/ 392 h 399"/>
                <a:gd name="T68" fmla="*/ 104 w 534"/>
                <a:gd name="T69" fmla="*/ 355 h 399"/>
                <a:gd name="T70" fmla="*/ 196 w 534"/>
                <a:gd name="T71" fmla="*/ 322 h 399"/>
                <a:gd name="T72" fmla="*/ 212 w 534"/>
                <a:gd name="T73" fmla="*/ 323 h 399"/>
                <a:gd name="T74" fmla="*/ 214 w 534"/>
                <a:gd name="T75" fmla="*/ 323 h 399"/>
                <a:gd name="T76" fmla="*/ 218 w 534"/>
                <a:gd name="T77" fmla="*/ 323 h 399"/>
                <a:gd name="T78" fmla="*/ 220 w 534"/>
                <a:gd name="T79" fmla="*/ 320 h 399"/>
                <a:gd name="T80" fmla="*/ 375 w 534"/>
                <a:gd name="T81" fmla="*/ 243 h 399"/>
                <a:gd name="T82" fmla="*/ 522 w 534"/>
                <a:gd name="T83" fmla="*/ 342 h 399"/>
                <a:gd name="T84" fmla="*/ 534 w 534"/>
                <a:gd name="T85" fmla="*/ 363 h 399"/>
                <a:gd name="T86" fmla="*/ 534 w 534"/>
                <a:gd name="T87" fmla="*/ 232 h 399"/>
                <a:gd name="T88" fmla="*/ 430 w 534"/>
                <a:gd name="T89" fmla="*/ 128 h 399"/>
                <a:gd name="T90" fmla="*/ 366 w 534"/>
                <a:gd name="T91" fmla="*/ 149 h 399"/>
                <a:gd name="T92" fmla="*/ 363 w 534"/>
                <a:gd name="T93" fmla="*/ 152 h 399"/>
                <a:gd name="T94" fmla="*/ 364 w 534"/>
                <a:gd name="T95" fmla="*/ 153 h 399"/>
                <a:gd name="T96" fmla="*/ 359 w 534"/>
                <a:gd name="T97" fmla="*/ 141 h 399"/>
                <a:gd name="T98" fmla="*/ 360 w 534"/>
                <a:gd name="T99" fmla="*/ 144 h 399"/>
                <a:gd name="T100" fmla="*/ 365 w 534"/>
                <a:gd name="T101" fmla="*/ 14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534" h="399">
                  <a:moveTo>
                    <a:pt x="365" y="140"/>
                  </a:moveTo>
                  <a:cubicBezTo>
                    <a:pt x="384" y="127"/>
                    <a:pt x="406" y="120"/>
                    <a:pt x="430" y="120"/>
                  </a:cubicBezTo>
                  <a:cubicBezTo>
                    <a:pt x="467" y="120"/>
                    <a:pt x="502" y="138"/>
                    <a:pt x="523" y="169"/>
                  </a:cubicBezTo>
                  <a:cubicBezTo>
                    <a:pt x="534" y="186"/>
                    <a:pt x="534" y="186"/>
                    <a:pt x="534" y="186"/>
                  </a:cubicBezTo>
                  <a:cubicBezTo>
                    <a:pt x="534" y="0"/>
                    <a:pt x="534" y="0"/>
                    <a:pt x="534" y="0"/>
                  </a:cubicBezTo>
                  <a:cubicBezTo>
                    <a:pt x="523" y="17"/>
                    <a:pt x="523" y="17"/>
                    <a:pt x="523" y="17"/>
                  </a:cubicBezTo>
                  <a:cubicBezTo>
                    <a:pt x="496" y="57"/>
                    <a:pt x="444" y="83"/>
                    <a:pt x="388" y="83"/>
                  </a:cubicBezTo>
                  <a:cubicBezTo>
                    <a:pt x="326" y="83"/>
                    <a:pt x="271" y="52"/>
                    <a:pt x="247" y="5"/>
                  </a:cubicBezTo>
                  <a:cubicBezTo>
                    <a:pt x="245" y="0"/>
                    <a:pt x="245" y="0"/>
                    <a:pt x="245" y="0"/>
                  </a:cubicBezTo>
                  <a:cubicBezTo>
                    <a:pt x="240" y="2"/>
                    <a:pt x="240" y="2"/>
                    <a:pt x="240" y="2"/>
                  </a:cubicBezTo>
                  <a:cubicBezTo>
                    <a:pt x="195" y="14"/>
                    <a:pt x="164" y="55"/>
                    <a:pt x="164" y="102"/>
                  </a:cubicBezTo>
                  <a:cubicBezTo>
                    <a:pt x="164" y="109"/>
                    <a:pt x="165" y="116"/>
                    <a:pt x="166" y="123"/>
                  </a:cubicBezTo>
                  <a:cubicBezTo>
                    <a:pt x="166" y="124"/>
                    <a:pt x="166" y="125"/>
                    <a:pt x="165" y="126"/>
                  </a:cubicBezTo>
                  <a:cubicBezTo>
                    <a:pt x="165" y="127"/>
                    <a:pt x="164" y="127"/>
                    <a:pt x="163" y="127"/>
                  </a:cubicBezTo>
                  <a:cubicBezTo>
                    <a:pt x="161" y="128"/>
                    <a:pt x="159" y="126"/>
                    <a:pt x="158" y="124"/>
                  </a:cubicBezTo>
                  <a:cubicBezTo>
                    <a:pt x="157" y="117"/>
                    <a:pt x="156" y="109"/>
                    <a:pt x="156" y="102"/>
                  </a:cubicBezTo>
                  <a:cubicBezTo>
                    <a:pt x="156" y="94"/>
                    <a:pt x="157" y="86"/>
                    <a:pt x="158" y="78"/>
                  </a:cubicBezTo>
                  <a:cubicBezTo>
                    <a:pt x="160" y="73"/>
                    <a:pt x="160" y="73"/>
                    <a:pt x="160" y="73"/>
                  </a:cubicBezTo>
                  <a:cubicBezTo>
                    <a:pt x="155" y="71"/>
                    <a:pt x="155" y="71"/>
                    <a:pt x="155" y="71"/>
                  </a:cubicBezTo>
                  <a:cubicBezTo>
                    <a:pt x="144" y="67"/>
                    <a:pt x="133" y="64"/>
                    <a:pt x="123" y="63"/>
                  </a:cubicBezTo>
                  <a:cubicBezTo>
                    <a:pt x="118" y="63"/>
                    <a:pt x="114" y="63"/>
                    <a:pt x="110" y="63"/>
                  </a:cubicBezTo>
                  <a:cubicBezTo>
                    <a:pt x="84" y="63"/>
                    <a:pt x="59" y="72"/>
                    <a:pt x="39" y="89"/>
                  </a:cubicBezTo>
                  <a:cubicBezTo>
                    <a:pt x="16" y="109"/>
                    <a:pt x="2" y="138"/>
                    <a:pt x="1" y="171"/>
                  </a:cubicBezTo>
                  <a:cubicBezTo>
                    <a:pt x="0" y="196"/>
                    <a:pt x="6" y="221"/>
                    <a:pt x="20" y="242"/>
                  </a:cubicBezTo>
                  <a:cubicBezTo>
                    <a:pt x="25" y="251"/>
                    <a:pt x="25" y="251"/>
                    <a:pt x="25" y="251"/>
                  </a:cubicBezTo>
                  <a:cubicBezTo>
                    <a:pt x="30" y="242"/>
                    <a:pt x="30" y="242"/>
                    <a:pt x="30" y="242"/>
                  </a:cubicBezTo>
                  <a:cubicBezTo>
                    <a:pt x="42" y="219"/>
                    <a:pt x="61" y="201"/>
                    <a:pt x="84" y="190"/>
                  </a:cubicBezTo>
                  <a:cubicBezTo>
                    <a:pt x="86" y="189"/>
                    <a:pt x="89" y="190"/>
                    <a:pt x="89" y="192"/>
                  </a:cubicBezTo>
                  <a:cubicBezTo>
                    <a:pt x="90" y="193"/>
                    <a:pt x="90" y="194"/>
                    <a:pt x="90" y="195"/>
                  </a:cubicBezTo>
                  <a:cubicBezTo>
                    <a:pt x="89" y="196"/>
                    <a:pt x="89" y="197"/>
                    <a:pt x="88" y="197"/>
                  </a:cubicBezTo>
                  <a:cubicBezTo>
                    <a:pt x="50" y="215"/>
                    <a:pt x="26" y="252"/>
                    <a:pt x="24" y="295"/>
                  </a:cubicBezTo>
                  <a:cubicBezTo>
                    <a:pt x="23" y="332"/>
                    <a:pt x="38" y="368"/>
                    <a:pt x="65" y="394"/>
                  </a:cubicBezTo>
                  <a:cubicBezTo>
                    <a:pt x="71" y="399"/>
                    <a:pt x="71" y="399"/>
                    <a:pt x="71" y="399"/>
                  </a:cubicBezTo>
                  <a:cubicBezTo>
                    <a:pt x="75" y="392"/>
                    <a:pt x="75" y="392"/>
                    <a:pt x="75" y="392"/>
                  </a:cubicBezTo>
                  <a:cubicBezTo>
                    <a:pt x="82" y="378"/>
                    <a:pt x="92" y="366"/>
                    <a:pt x="104" y="355"/>
                  </a:cubicBezTo>
                  <a:cubicBezTo>
                    <a:pt x="129" y="334"/>
                    <a:pt x="161" y="322"/>
                    <a:pt x="196" y="322"/>
                  </a:cubicBezTo>
                  <a:cubicBezTo>
                    <a:pt x="201" y="322"/>
                    <a:pt x="207" y="322"/>
                    <a:pt x="212" y="323"/>
                  </a:cubicBezTo>
                  <a:cubicBezTo>
                    <a:pt x="213" y="323"/>
                    <a:pt x="213" y="323"/>
                    <a:pt x="214" y="323"/>
                  </a:cubicBezTo>
                  <a:cubicBezTo>
                    <a:pt x="218" y="323"/>
                    <a:pt x="218" y="323"/>
                    <a:pt x="218" y="323"/>
                  </a:cubicBezTo>
                  <a:cubicBezTo>
                    <a:pt x="220" y="320"/>
                    <a:pt x="220" y="320"/>
                    <a:pt x="220" y="320"/>
                  </a:cubicBezTo>
                  <a:cubicBezTo>
                    <a:pt x="245" y="265"/>
                    <a:pt x="307" y="235"/>
                    <a:pt x="375" y="243"/>
                  </a:cubicBezTo>
                  <a:cubicBezTo>
                    <a:pt x="437" y="251"/>
                    <a:pt x="493" y="289"/>
                    <a:pt x="522" y="342"/>
                  </a:cubicBezTo>
                  <a:cubicBezTo>
                    <a:pt x="534" y="363"/>
                    <a:pt x="534" y="363"/>
                    <a:pt x="534" y="363"/>
                  </a:cubicBezTo>
                  <a:cubicBezTo>
                    <a:pt x="534" y="232"/>
                    <a:pt x="534" y="232"/>
                    <a:pt x="534" y="232"/>
                  </a:cubicBezTo>
                  <a:cubicBezTo>
                    <a:pt x="534" y="174"/>
                    <a:pt x="487" y="128"/>
                    <a:pt x="430" y="128"/>
                  </a:cubicBezTo>
                  <a:cubicBezTo>
                    <a:pt x="407" y="128"/>
                    <a:pt x="385" y="135"/>
                    <a:pt x="366" y="149"/>
                  </a:cubicBezTo>
                  <a:cubicBezTo>
                    <a:pt x="363" y="152"/>
                    <a:pt x="363" y="152"/>
                    <a:pt x="363" y="152"/>
                  </a:cubicBezTo>
                  <a:cubicBezTo>
                    <a:pt x="364" y="153"/>
                    <a:pt x="364" y="153"/>
                    <a:pt x="364" y="153"/>
                  </a:cubicBezTo>
                  <a:cubicBezTo>
                    <a:pt x="362" y="149"/>
                    <a:pt x="361" y="145"/>
                    <a:pt x="359" y="141"/>
                  </a:cubicBezTo>
                  <a:cubicBezTo>
                    <a:pt x="360" y="144"/>
                    <a:pt x="360" y="144"/>
                    <a:pt x="360" y="144"/>
                  </a:cubicBezTo>
                  <a:lnTo>
                    <a:pt x="365" y="1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 sz="1801"/>
            </a:p>
          </p:txBody>
        </p:sp>
        <p:sp>
          <p:nvSpPr>
            <p:cNvPr id="8" name="íṡḷîḓé">
              <a:extLst>
                <a:ext uri="{FF2B5EF4-FFF2-40B4-BE49-F238E27FC236}">
                  <a16:creationId xmlns:a16="http://schemas.microsoft.com/office/drawing/2014/main" id="{6E530F35-2582-4F22-924B-40291F41645B}"/>
                </a:ext>
              </a:extLst>
            </p:cNvPr>
            <p:cNvSpPr/>
            <p:nvPr/>
          </p:nvSpPr>
          <p:spPr bwMode="auto">
            <a:xfrm>
              <a:off x="4555291" y="2024536"/>
              <a:ext cx="1453316" cy="1377197"/>
            </a:xfrm>
            <a:custGeom>
              <a:avLst/>
              <a:gdLst>
                <a:gd name="T0" fmla="*/ 414 w 510"/>
                <a:gd name="T1" fmla="*/ 177 h 483"/>
                <a:gd name="T2" fmla="*/ 499 w 510"/>
                <a:gd name="T3" fmla="*/ 226 h 483"/>
                <a:gd name="T4" fmla="*/ 510 w 510"/>
                <a:gd name="T5" fmla="*/ 243 h 483"/>
                <a:gd name="T6" fmla="*/ 510 w 510"/>
                <a:gd name="T7" fmla="*/ 124 h 483"/>
                <a:gd name="T8" fmla="*/ 390 w 510"/>
                <a:gd name="T9" fmla="*/ 0 h 483"/>
                <a:gd name="T10" fmla="*/ 202 w 510"/>
                <a:gd name="T11" fmla="*/ 181 h 483"/>
                <a:gd name="T12" fmla="*/ 206 w 510"/>
                <a:gd name="T13" fmla="*/ 240 h 483"/>
                <a:gd name="T14" fmla="*/ 207 w 510"/>
                <a:gd name="T15" fmla="*/ 244 h 483"/>
                <a:gd name="T16" fmla="*/ 210 w 510"/>
                <a:gd name="T17" fmla="*/ 244 h 483"/>
                <a:gd name="T18" fmla="*/ 195 w 510"/>
                <a:gd name="T19" fmla="*/ 245 h 483"/>
                <a:gd name="T20" fmla="*/ 199 w 510"/>
                <a:gd name="T21" fmla="*/ 244 h 483"/>
                <a:gd name="T22" fmla="*/ 197 w 510"/>
                <a:gd name="T23" fmla="*/ 238 h 483"/>
                <a:gd name="T24" fmla="*/ 194 w 510"/>
                <a:gd name="T25" fmla="*/ 180 h 483"/>
                <a:gd name="T26" fmla="*/ 194 w 510"/>
                <a:gd name="T27" fmla="*/ 178 h 483"/>
                <a:gd name="T28" fmla="*/ 194 w 510"/>
                <a:gd name="T29" fmla="*/ 175 h 483"/>
                <a:gd name="T30" fmla="*/ 195 w 510"/>
                <a:gd name="T31" fmla="*/ 167 h 483"/>
                <a:gd name="T32" fmla="*/ 187 w 510"/>
                <a:gd name="T33" fmla="*/ 169 h 483"/>
                <a:gd name="T34" fmla="*/ 84 w 510"/>
                <a:gd name="T35" fmla="*/ 255 h 483"/>
                <a:gd name="T36" fmla="*/ 66 w 510"/>
                <a:gd name="T37" fmla="*/ 346 h 483"/>
                <a:gd name="T38" fmla="*/ 64 w 510"/>
                <a:gd name="T39" fmla="*/ 350 h 483"/>
                <a:gd name="T40" fmla="*/ 64 w 510"/>
                <a:gd name="T41" fmla="*/ 350 h 483"/>
                <a:gd name="T42" fmla="*/ 0 w 510"/>
                <a:gd name="T43" fmla="*/ 448 h 483"/>
                <a:gd name="T44" fmla="*/ 2 w 510"/>
                <a:gd name="T45" fmla="*/ 473 h 483"/>
                <a:gd name="T46" fmla="*/ 3 w 510"/>
                <a:gd name="T47" fmla="*/ 483 h 483"/>
                <a:gd name="T48" fmla="*/ 11 w 510"/>
                <a:gd name="T49" fmla="*/ 477 h 483"/>
                <a:gd name="T50" fmla="*/ 86 w 510"/>
                <a:gd name="T51" fmla="*/ 450 h 483"/>
                <a:gd name="T52" fmla="*/ 99 w 510"/>
                <a:gd name="T53" fmla="*/ 450 h 483"/>
                <a:gd name="T54" fmla="*/ 132 w 510"/>
                <a:gd name="T55" fmla="*/ 458 h 483"/>
                <a:gd name="T56" fmla="*/ 138 w 510"/>
                <a:gd name="T57" fmla="*/ 461 h 483"/>
                <a:gd name="T58" fmla="*/ 140 w 510"/>
                <a:gd name="T59" fmla="*/ 455 h 483"/>
                <a:gd name="T60" fmla="*/ 212 w 510"/>
                <a:gd name="T61" fmla="*/ 390 h 483"/>
                <a:gd name="T62" fmla="*/ 217 w 510"/>
                <a:gd name="T63" fmla="*/ 388 h 483"/>
                <a:gd name="T64" fmla="*/ 216 w 510"/>
                <a:gd name="T65" fmla="*/ 382 h 483"/>
                <a:gd name="T66" fmla="*/ 211 w 510"/>
                <a:gd name="T67" fmla="*/ 351 h 483"/>
                <a:gd name="T68" fmla="*/ 215 w 510"/>
                <a:gd name="T69" fmla="*/ 347 h 483"/>
                <a:gd name="T70" fmla="*/ 219 w 510"/>
                <a:gd name="T71" fmla="*/ 351 h 483"/>
                <a:gd name="T72" fmla="*/ 364 w 510"/>
                <a:gd name="T73" fmla="*/ 470 h 483"/>
                <a:gd name="T74" fmla="*/ 510 w 510"/>
                <a:gd name="T75" fmla="*/ 351 h 483"/>
                <a:gd name="T76" fmla="*/ 510 w 510"/>
                <a:gd name="T77" fmla="*/ 289 h 483"/>
                <a:gd name="T78" fmla="*/ 407 w 510"/>
                <a:gd name="T79" fmla="*/ 185 h 483"/>
                <a:gd name="T80" fmla="*/ 403 w 510"/>
                <a:gd name="T81" fmla="*/ 185 h 483"/>
                <a:gd name="T82" fmla="*/ 403 w 510"/>
                <a:gd name="T83" fmla="*/ 185 h 483"/>
                <a:gd name="T84" fmla="*/ 406 w 510"/>
                <a:gd name="T85" fmla="*/ 180 h 483"/>
                <a:gd name="T86" fmla="*/ 409 w 510"/>
                <a:gd name="T87" fmla="*/ 172 h 483"/>
                <a:gd name="T88" fmla="*/ 407 w 510"/>
                <a:gd name="T89" fmla="*/ 176 h 483"/>
                <a:gd name="T90" fmla="*/ 414 w 510"/>
                <a:gd name="T91" fmla="*/ 177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10" h="483">
                  <a:moveTo>
                    <a:pt x="414" y="177"/>
                  </a:moveTo>
                  <a:cubicBezTo>
                    <a:pt x="449" y="180"/>
                    <a:pt x="479" y="198"/>
                    <a:pt x="499" y="226"/>
                  </a:cubicBezTo>
                  <a:cubicBezTo>
                    <a:pt x="510" y="243"/>
                    <a:pt x="510" y="243"/>
                    <a:pt x="510" y="243"/>
                  </a:cubicBezTo>
                  <a:cubicBezTo>
                    <a:pt x="510" y="124"/>
                    <a:pt x="510" y="124"/>
                    <a:pt x="510" y="124"/>
                  </a:cubicBezTo>
                  <a:cubicBezTo>
                    <a:pt x="510" y="77"/>
                    <a:pt x="494" y="0"/>
                    <a:pt x="390" y="0"/>
                  </a:cubicBezTo>
                  <a:cubicBezTo>
                    <a:pt x="321" y="0"/>
                    <a:pt x="217" y="63"/>
                    <a:pt x="202" y="181"/>
                  </a:cubicBezTo>
                  <a:cubicBezTo>
                    <a:pt x="199" y="202"/>
                    <a:pt x="200" y="222"/>
                    <a:pt x="206" y="240"/>
                  </a:cubicBezTo>
                  <a:cubicBezTo>
                    <a:pt x="207" y="244"/>
                    <a:pt x="207" y="244"/>
                    <a:pt x="207" y="244"/>
                  </a:cubicBezTo>
                  <a:cubicBezTo>
                    <a:pt x="210" y="244"/>
                    <a:pt x="210" y="244"/>
                    <a:pt x="210" y="244"/>
                  </a:cubicBezTo>
                  <a:cubicBezTo>
                    <a:pt x="205" y="244"/>
                    <a:pt x="200" y="244"/>
                    <a:pt x="195" y="245"/>
                  </a:cubicBezTo>
                  <a:cubicBezTo>
                    <a:pt x="199" y="244"/>
                    <a:pt x="199" y="244"/>
                    <a:pt x="199" y="244"/>
                  </a:cubicBezTo>
                  <a:cubicBezTo>
                    <a:pt x="197" y="238"/>
                    <a:pt x="197" y="238"/>
                    <a:pt x="197" y="238"/>
                  </a:cubicBezTo>
                  <a:cubicBezTo>
                    <a:pt x="192" y="220"/>
                    <a:pt x="191" y="201"/>
                    <a:pt x="194" y="180"/>
                  </a:cubicBezTo>
                  <a:cubicBezTo>
                    <a:pt x="194" y="179"/>
                    <a:pt x="194" y="179"/>
                    <a:pt x="194" y="178"/>
                  </a:cubicBezTo>
                  <a:cubicBezTo>
                    <a:pt x="194" y="177"/>
                    <a:pt x="194" y="176"/>
                    <a:pt x="194" y="175"/>
                  </a:cubicBezTo>
                  <a:cubicBezTo>
                    <a:pt x="195" y="167"/>
                    <a:pt x="195" y="167"/>
                    <a:pt x="195" y="167"/>
                  </a:cubicBezTo>
                  <a:cubicBezTo>
                    <a:pt x="187" y="169"/>
                    <a:pt x="187" y="169"/>
                    <a:pt x="187" y="169"/>
                  </a:cubicBezTo>
                  <a:cubicBezTo>
                    <a:pt x="145" y="176"/>
                    <a:pt x="106" y="209"/>
                    <a:pt x="84" y="255"/>
                  </a:cubicBezTo>
                  <a:cubicBezTo>
                    <a:pt x="70" y="284"/>
                    <a:pt x="64" y="315"/>
                    <a:pt x="66" y="346"/>
                  </a:cubicBezTo>
                  <a:cubicBezTo>
                    <a:pt x="67" y="347"/>
                    <a:pt x="66" y="349"/>
                    <a:pt x="64" y="350"/>
                  </a:cubicBezTo>
                  <a:cubicBezTo>
                    <a:pt x="64" y="350"/>
                    <a:pt x="64" y="350"/>
                    <a:pt x="64" y="350"/>
                  </a:cubicBezTo>
                  <a:cubicBezTo>
                    <a:pt x="26" y="367"/>
                    <a:pt x="2" y="405"/>
                    <a:pt x="0" y="448"/>
                  </a:cubicBezTo>
                  <a:cubicBezTo>
                    <a:pt x="0" y="456"/>
                    <a:pt x="0" y="464"/>
                    <a:pt x="2" y="473"/>
                  </a:cubicBezTo>
                  <a:cubicBezTo>
                    <a:pt x="3" y="483"/>
                    <a:pt x="3" y="483"/>
                    <a:pt x="3" y="483"/>
                  </a:cubicBezTo>
                  <a:cubicBezTo>
                    <a:pt x="11" y="477"/>
                    <a:pt x="11" y="477"/>
                    <a:pt x="11" y="477"/>
                  </a:cubicBezTo>
                  <a:cubicBezTo>
                    <a:pt x="33" y="459"/>
                    <a:pt x="59" y="450"/>
                    <a:pt x="86" y="450"/>
                  </a:cubicBezTo>
                  <a:cubicBezTo>
                    <a:pt x="91" y="450"/>
                    <a:pt x="95" y="450"/>
                    <a:pt x="99" y="450"/>
                  </a:cubicBezTo>
                  <a:cubicBezTo>
                    <a:pt x="111" y="452"/>
                    <a:pt x="122" y="454"/>
                    <a:pt x="132" y="458"/>
                  </a:cubicBezTo>
                  <a:cubicBezTo>
                    <a:pt x="138" y="461"/>
                    <a:pt x="138" y="461"/>
                    <a:pt x="138" y="461"/>
                  </a:cubicBezTo>
                  <a:cubicBezTo>
                    <a:pt x="140" y="455"/>
                    <a:pt x="140" y="455"/>
                    <a:pt x="140" y="455"/>
                  </a:cubicBezTo>
                  <a:cubicBezTo>
                    <a:pt x="153" y="423"/>
                    <a:pt x="179" y="399"/>
                    <a:pt x="212" y="390"/>
                  </a:cubicBezTo>
                  <a:cubicBezTo>
                    <a:pt x="217" y="388"/>
                    <a:pt x="217" y="388"/>
                    <a:pt x="217" y="388"/>
                  </a:cubicBezTo>
                  <a:cubicBezTo>
                    <a:pt x="216" y="382"/>
                    <a:pt x="216" y="382"/>
                    <a:pt x="216" y="382"/>
                  </a:cubicBezTo>
                  <a:cubicBezTo>
                    <a:pt x="212" y="372"/>
                    <a:pt x="211" y="361"/>
                    <a:pt x="211" y="351"/>
                  </a:cubicBezTo>
                  <a:cubicBezTo>
                    <a:pt x="211" y="348"/>
                    <a:pt x="213" y="347"/>
                    <a:pt x="215" y="347"/>
                  </a:cubicBezTo>
                  <a:cubicBezTo>
                    <a:pt x="217" y="347"/>
                    <a:pt x="219" y="348"/>
                    <a:pt x="219" y="351"/>
                  </a:cubicBezTo>
                  <a:cubicBezTo>
                    <a:pt x="219" y="416"/>
                    <a:pt x="284" y="470"/>
                    <a:pt x="364" y="470"/>
                  </a:cubicBezTo>
                  <a:cubicBezTo>
                    <a:pt x="444" y="470"/>
                    <a:pt x="510" y="416"/>
                    <a:pt x="510" y="351"/>
                  </a:cubicBezTo>
                  <a:cubicBezTo>
                    <a:pt x="510" y="289"/>
                    <a:pt x="510" y="289"/>
                    <a:pt x="510" y="289"/>
                  </a:cubicBezTo>
                  <a:cubicBezTo>
                    <a:pt x="510" y="232"/>
                    <a:pt x="463" y="185"/>
                    <a:pt x="407" y="185"/>
                  </a:cubicBezTo>
                  <a:cubicBezTo>
                    <a:pt x="403" y="185"/>
                    <a:pt x="403" y="185"/>
                    <a:pt x="403" y="185"/>
                  </a:cubicBezTo>
                  <a:cubicBezTo>
                    <a:pt x="403" y="185"/>
                    <a:pt x="403" y="185"/>
                    <a:pt x="403" y="185"/>
                  </a:cubicBezTo>
                  <a:cubicBezTo>
                    <a:pt x="404" y="183"/>
                    <a:pt x="405" y="181"/>
                    <a:pt x="406" y="180"/>
                  </a:cubicBezTo>
                  <a:cubicBezTo>
                    <a:pt x="407" y="177"/>
                    <a:pt x="408" y="175"/>
                    <a:pt x="409" y="172"/>
                  </a:cubicBezTo>
                  <a:cubicBezTo>
                    <a:pt x="407" y="176"/>
                    <a:pt x="407" y="176"/>
                    <a:pt x="407" y="176"/>
                  </a:cubicBezTo>
                  <a:lnTo>
                    <a:pt x="414" y="17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 sz="1801"/>
            </a:p>
          </p:txBody>
        </p:sp>
        <p:sp>
          <p:nvSpPr>
            <p:cNvPr id="9" name="îs1íďe">
              <a:extLst>
                <a:ext uri="{FF2B5EF4-FFF2-40B4-BE49-F238E27FC236}">
                  <a16:creationId xmlns:a16="http://schemas.microsoft.com/office/drawing/2014/main" id="{DE005B3E-BAEF-49EB-9301-FF0CFF889025}"/>
                </a:ext>
              </a:extLst>
            </p:cNvPr>
            <p:cNvSpPr/>
            <p:nvPr/>
          </p:nvSpPr>
          <p:spPr bwMode="auto">
            <a:xfrm>
              <a:off x="6186217" y="3864092"/>
              <a:ext cx="1333498" cy="1388474"/>
            </a:xfrm>
            <a:custGeom>
              <a:avLst/>
              <a:gdLst>
                <a:gd name="T0" fmla="*/ 466 w 468"/>
                <a:gd name="T1" fmla="*/ 199 h 487"/>
                <a:gd name="T2" fmla="*/ 424 w 468"/>
                <a:gd name="T3" fmla="*/ 112 h 487"/>
                <a:gd name="T4" fmla="*/ 338 w 468"/>
                <a:gd name="T5" fmla="*/ 80 h 487"/>
                <a:gd name="T6" fmla="*/ 322 w 468"/>
                <a:gd name="T7" fmla="*/ 81 h 487"/>
                <a:gd name="T8" fmla="*/ 314 w 468"/>
                <a:gd name="T9" fmla="*/ 82 h 487"/>
                <a:gd name="T10" fmla="*/ 314 w 468"/>
                <a:gd name="T11" fmla="*/ 82 h 487"/>
                <a:gd name="T12" fmla="*/ 312 w 468"/>
                <a:gd name="T13" fmla="*/ 82 h 487"/>
                <a:gd name="T14" fmla="*/ 311 w 468"/>
                <a:gd name="T15" fmla="*/ 82 h 487"/>
                <a:gd name="T16" fmla="*/ 307 w 468"/>
                <a:gd name="T17" fmla="*/ 79 h 487"/>
                <a:gd name="T18" fmla="*/ 307 w 468"/>
                <a:gd name="T19" fmla="*/ 77 h 487"/>
                <a:gd name="T20" fmla="*/ 308 w 468"/>
                <a:gd name="T21" fmla="*/ 75 h 487"/>
                <a:gd name="T22" fmla="*/ 307 w 468"/>
                <a:gd name="T23" fmla="*/ 73 h 487"/>
                <a:gd name="T24" fmla="*/ 181 w 468"/>
                <a:gd name="T25" fmla="*/ 0 h 487"/>
                <a:gd name="T26" fmla="*/ 160 w 468"/>
                <a:gd name="T27" fmla="*/ 1 h 487"/>
                <a:gd name="T28" fmla="*/ 0 w 468"/>
                <a:gd name="T29" fmla="*/ 166 h 487"/>
                <a:gd name="T30" fmla="*/ 0 w 468"/>
                <a:gd name="T31" fmla="*/ 337 h 487"/>
                <a:gd name="T32" fmla="*/ 11 w 468"/>
                <a:gd name="T33" fmla="*/ 321 h 487"/>
                <a:gd name="T34" fmla="*/ 37 w 468"/>
                <a:gd name="T35" fmla="*/ 294 h 487"/>
                <a:gd name="T36" fmla="*/ 42 w 468"/>
                <a:gd name="T37" fmla="*/ 294 h 487"/>
                <a:gd name="T38" fmla="*/ 43 w 468"/>
                <a:gd name="T39" fmla="*/ 297 h 487"/>
                <a:gd name="T40" fmla="*/ 42 w 468"/>
                <a:gd name="T41" fmla="*/ 300 h 487"/>
                <a:gd name="T42" fmla="*/ 0 w 468"/>
                <a:gd name="T43" fmla="*/ 383 h 487"/>
                <a:gd name="T44" fmla="*/ 104 w 468"/>
                <a:gd name="T45" fmla="*/ 487 h 487"/>
                <a:gd name="T46" fmla="*/ 208 w 468"/>
                <a:gd name="T47" fmla="*/ 383 h 487"/>
                <a:gd name="T48" fmla="*/ 189 w 468"/>
                <a:gd name="T49" fmla="*/ 324 h 487"/>
                <a:gd name="T50" fmla="*/ 184 w 468"/>
                <a:gd name="T51" fmla="*/ 316 h 487"/>
                <a:gd name="T52" fmla="*/ 179 w 468"/>
                <a:gd name="T53" fmla="*/ 324 h 487"/>
                <a:gd name="T54" fmla="*/ 131 w 468"/>
                <a:gd name="T55" fmla="*/ 367 h 487"/>
                <a:gd name="T56" fmla="*/ 126 w 468"/>
                <a:gd name="T57" fmla="*/ 365 h 487"/>
                <a:gd name="T58" fmla="*/ 128 w 468"/>
                <a:gd name="T59" fmla="*/ 360 h 487"/>
                <a:gd name="T60" fmla="*/ 191 w 468"/>
                <a:gd name="T61" fmla="*/ 254 h 487"/>
                <a:gd name="T62" fmla="*/ 141 w 468"/>
                <a:gd name="T63" fmla="*/ 156 h 487"/>
                <a:gd name="T64" fmla="*/ 136 w 468"/>
                <a:gd name="T65" fmla="*/ 153 h 487"/>
                <a:gd name="T66" fmla="*/ 134 w 468"/>
                <a:gd name="T67" fmla="*/ 156 h 487"/>
                <a:gd name="T68" fmla="*/ 139 w 468"/>
                <a:gd name="T69" fmla="*/ 144 h 487"/>
                <a:gd name="T70" fmla="*/ 139 w 468"/>
                <a:gd name="T71" fmla="*/ 145 h 487"/>
                <a:gd name="T72" fmla="*/ 142 w 468"/>
                <a:gd name="T73" fmla="*/ 148 h 487"/>
                <a:gd name="T74" fmla="*/ 199 w 468"/>
                <a:gd name="T75" fmla="*/ 254 h 487"/>
                <a:gd name="T76" fmla="*/ 189 w 468"/>
                <a:gd name="T77" fmla="*/ 305 h 487"/>
                <a:gd name="T78" fmla="*/ 188 w 468"/>
                <a:gd name="T79" fmla="*/ 308 h 487"/>
                <a:gd name="T80" fmla="*/ 190 w 468"/>
                <a:gd name="T81" fmla="*/ 311 h 487"/>
                <a:gd name="T82" fmla="*/ 216 w 468"/>
                <a:gd name="T83" fmla="*/ 383 h 487"/>
                <a:gd name="T84" fmla="*/ 212 w 468"/>
                <a:gd name="T85" fmla="*/ 414 h 487"/>
                <a:gd name="T86" fmla="*/ 210 w 468"/>
                <a:gd name="T87" fmla="*/ 420 h 487"/>
                <a:gd name="T88" fmla="*/ 216 w 468"/>
                <a:gd name="T89" fmla="*/ 422 h 487"/>
                <a:gd name="T90" fmla="*/ 230 w 468"/>
                <a:gd name="T91" fmla="*/ 425 h 487"/>
                <a:gd name="T92" fmla="*/ 250 w 468"/>
                <a:gd name="T93" fmla="*/ 427 h 487"/>
                <a:gd name="T94" fmla="*/ 370 w 468"/>
                <a:gd name="T95" fmla="*/ 332 h 487"/>
                <a:gd name="T96" fmla="*/ 337 w 468"/>
                <a:gd name="T97" fmla="*/ 226 h 487"/>
                <a:gd name="T98" fmla="*/ 334 w 468"/>
                <a:gd name="T99" fmla="*/ 224 h 487"/>
                <a:gd name="T100" fmla="*/ 333 w 468"/>
                <a:gd name="T101" fmla="*/ 224 h 487"/>
                <a:gd name="T102" fmla="*/ 343 w 468"/>
                <a:gd name="T103" fmla="*/ 217 h 487"/>
                <a:gd name="T104" fmla="*/ 341 w 468"/>
                <a:gd name="T105" fmla="*/ 219 h 487"/>
                <a:gd name="T106" fmla="*/ 346 w 468"/>
                <a:gd name="T107" fmla="*/ 224 h 487"/>
                <a:gd name="T108" fmla="*/ 381 w 468"/>
                <a:gd name="T109" fmla="*/ 317 h 487"/>
                <a:gd name="T110" fmla="*/ 380 w 468"/>
                <a:gd name="T111" fmla="*/ 329 h 487"/>
                <a:gd name="T112" fmla="*/ 390 w 468"/>
                <a:gd name="T113" fmla="*/ 322 h 487"/>
                <a:gd name="T114" fmla="*/ 466 w 468"/>
                <a:gd name="T115" fmla="*/ 199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468" h="487">
                  <a:moveTo>
                    <a:pt x="466" y="199"/>
                  </a:moveTo>
                  <a:cubicBezTo>
                    <a:pt x="465" y="165"/>
                    <a:pt x="450" y="134"/>
                    <a:pt x="424" y="112"/>
                  </a:cubicBezTo>
                  <a:cubicBezTo>
                    <a:pt x="401" y="91"/>
                    <a:pt x="371" y="80"/>
                    <a:pt x="338" y="80"/>
                  </a:cubicBezTo>
                  <a:cubicBezTo>
                    <a:pt x="333" y="80"/>
                    <a:pt x="327" y="80"/>
                    <a:pt x="322" y="81"/>
                  </a:cubicBezTo>
                  <a:cubicBezTo>
                    <a:pt x="320" y="81"/>
                    <a:pt x="317" y="81"/>
                    <a:pt x="314" y="82"/>
                  </a:cubicBezTo>
                  <a:cubicBezTo>
                    <a:pt x="314" y="82"/>
                    <a:pt x="314" y="82"/>
                    <a:pt x="314" y="82"/>
                  </a:cubicBezTo>
                  <a:cubicBezTo>
                    <a:pt x="312" y="82"/>
                    <a:pt x="312" y="82"/>
                    <a:pt x="312" y="82"/>
                  </a:cubicBezTo>
                  <a:cubicBezTo>
                    <a:pt x="312" y="82"/>
                    <a:pt x="312" y="82"/>
                    <a:pt x="311" y="82"/>
                  </a:cubicBezTo>
                  <a:cubicBezTo>
                    <a:pt x="309" y="83"/>
                    <a:pt x="307" y="81"/>
                    <a:pt x="307" y="79"/>
                  </a:cubicBezTo>
                  <a:cubicBezTo>
                    <a:pt x="307" y="78"/>
                    <a:pt x="307" y="78"/>
                    <a:pt x="307" y="77"/>
                  </a:cubicBezTo>
                  <a:cubicBezTo>
                    <a:pt x="308" y="75"/>
                    <a:pt x="308" y="75"/>
                    <a:pt x="308" y="75"/>
                  </a:cubicBezTo>
                  <a:cubicBezTo>
                    <a:pt x="307" y="73"/>
                    <a:pt x="307" y="73"/>
                    <a:pt x="307" y="73"/>
                  </a:cubicBezTo>
                  <a:cubicBezTo>
                    <a:pt x="285" y="28"/>
                    <a:pt x="237" y="0"/>
                    <a:pt x="181" y="0"/>
                  </a:cubicBezTo>
                  <a:cubicBezTo>
                    <a:pt x="174" y="0"/>
                    <a:pt x="167" y="0"/>
                    <a:pt x="160" y="1"/>
                  </a:cubicBezTo>
                  <a:cubicBezTo>
                    <a:pt x="72" y="12"/>
                    <a:pt x="0" y="86"/>
                    <a:pt x="0" y="166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11" y="321"/>
                    <a:pt x="11" y="321"/>
                    <a:pt x="11" y="321"/>
                  </a:cubicBezTo>
                  <a:cubicBezTo>
                    <a:pt x="18" y="310"/>
                    <a:pt x="27" y="301"/>
                    <a:pt x="37" y="294"/>
                  </a:cubicBezTo>
                  <a:cubicBezTo>
                    <a:pt x="38" y="292"/>
                    <a:pt x="41" y="293"/>
                    <a:pt x="42" y="294"/>
                  </a:cubicBezTo>
                  <a:cubicBezTo>
                    <a:pt x="43" y="295"/>
                    <a:pt x="43" y="296"/>
                    <a:pt x="43" y="297"/>
                  </a:cubicBezTo>
                  <a:cubicBezTo>
                    <a:pt x="43" y="298"/>
                    <a:pt x="42" y="299"/>
                    <a:pt x="42" y="300"/>
                  </a:cubicBezTo>
                  <a:cubicBezTo>
                    <a:pt x="15" y="320"/>
                    <a:pt x="0" y="350"/>
                    <a:pt x="0" y="383"/>
                  </a:cubicBezTo>
                  <a:cubicBezTo>
                    <a:pt x="0" y="440"/>
                    <a:pt x="47" y="487"/>
                    <a:pt x="104" y="487"/>
                  </a:cubicBezTo>
                  <a:cubicBezTo>
                    <a:pt x="161" y="487"/>
                    <a:pt x="208" y="440"/>
                    <a:pt x="208" y="383"/>
                  </a:cubicBezTo>
                  <a:cubicBezTo>
                    <a:pt x="208" y="362"/>
                    <a:pt x="202" y="341"/>
                    <a:pt x="189" y="324"/>
                  </a:cubicBezTo>
                  <a:cubicBezTo>
                    <a:pt x="184" y="316"/>
                    <a:pt x="184" y="316"/>
                    <a:pt x="184" y="316"/>
                  </a:cubicBezTo>
                  <a:cubicBezTo>
                    <a:pt x="179" y="324"/>
                    <a:pt x="179" y="324"/>
                    <a:pt x="179" y="324"/>
                  </a:cubicBezTo>
                  <a:cubicBezTo>
                    <a:pt x="167" y="343"/>
                    <a:pt x="151" y="358"/>
                    <a:pt x="131" y="367"/>
                  </a:cubicBezTo>
                  <a:cubicBezTo>
                    <a:pt x="129" y="368"/>
                    <a:pt x="127" y="367"/>
                    <a:pt x="126" y="365"/>
                  </a:cubicBezTo>
                  <a:cubicBezTo>
                    <a:pt x="125" y="363"/>
                    <a:pt x="126" y="361"/>
                    <a:pt x="128" y="360"/>
                  </a:cubicBezTo>
                  <a:cubicBezTo>
                    <a:pt x="166" y="342"/>
                    <a:pt x="191" y="301"/>
                    <a:pt x="191" y="254"/>
                  </a:cubicBezTo>
                  <a:cubicBezTo>
                    <a:pt x="191" y="214"/>
                    <a:pt x="172" y="177"/>
                    <a:pt x="141" y="156"/>
                  </a:cubicBezTo>
                  <a:cubicBezTo>
                    <a:pt x="136" y="153"/>
                    <a:pt x="136" y="153"/>
                    <a:pt x="136" y="153"/>
                  </a:cubicBezTo>
                  <a:cubicBezTo>
                    <a:pt x="134" y="156"/>
                    <a:pt x="134" y="156"/>
                    <a:pt x="134" y="156"/>
                  </a:cubicBezTo>
                  <a:cubicBezTo>
                    <a:pt x="136" y="152"/>
                    <a:pt x="138" y="148"/>
                    <a:pt x="139" y="144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2" y="148"/>
                    <a:pt x="142" y="148"/>
                    <a:pt x="142" y="148"/>
                  </a:cubicBezTo>
                  <a:cubicBezTo>
                    <a:pt x="178" y="170"/>
                    <a:pt x="199" y="210"/>
                    <a:pt x="199" y="254"/>
                  </a:cubicBezTo>
                  <a:cubicBezTo>
                    <a:pt x="199" y="272"/>
                    <a:pt x="196" y="289"/>
                    <a:pt x="189" y="305"/>
                  </a:cubicBezTo>
                  <a:cubicBezTo>
                    <a:pt x="188" y="308"/>
                    <a:pt x="188" y="308"/>
                    <a:pt x="188" y="308"/>
                  </a:cubicBezTo>
                  <a:cubicBezTo>
                    <a:pt x="190" y="311"/>
                    <a:pt x="190" y="311"/>
                    <a:pt x="190" y="311"/>
                  </a:cubicBezTo>
                  <a:cubicBezTo>
                    <a:pt x="207" y="331"/>
                    <a:pt x="216" y="357"/>
                    <a:pt x="216" y="383"/>
                  </a:cubicBezTo>
                  <a:cubicBezTo>
                    <a:pt x="216" y="394"/>
                    <a:pt x="215" y="404"/>
                    <a:pt x="212" y="414"/>
                  </a:cubicBezTo>
                  <a:cubicBezTo>
                    <a:pt x="210" y="420"/>
                    <a:pt x="210" y="420"/>
                    <a:pt x="210" y="420"/>
                  </a:cubicBezTo>
                  <a:cubicBezTo>
                    <a:pt x="216" y="422"/>
                    <a:pt x="216" y="422"/>
                    <a:pt x="216" y="422"/>
                  </a:cubicBezTo>
                  <a:cubicBezTo>
                    <a:pt x="220" y="423"/>
                    <a:pt x="225" y="424"/>
                    <a:pt x="230" y="425"/>
                  </a:cubicBezTo>
                  <a:cubicBezTo>
                    <a:pt x="236" y="426"/>
                    <a:pt x="243" y="427"/>
                    <a:pt x="250" y="427"/>
                  </a:cubicBezTo>
                  <a:cubicBezTo>
                    <a:pt x="307" y="427"/>
                    <a:pt x="357" y="387"/>
                    <a:pt x="370" y="332"/>
                  </a:cubicBezTo>
                  <a:cubicBezTo>
                    <a:pt x="380" y="293"/>
                    <a:pt x="367" y="252"/>
                    <a:pt x="337" y="226"/>
                  </a:cubicBezTo>
                  <a:cubicBezTo>
                    <a:pt x="334" y="224"/>
                    <a:pt x="334" y="224"/>
                    <a:pt x="334" y="224"/>
                  </a:cubicBezTo>
                  <a:cubicBezTo>
                    <a:pt x="333" y="224"/>
                    <a:pt x="333" y="224"/>
                    <a:pt x="333" y="224"/>
                  </a:cubicBezTo>
                  <a:cubicBezTo>
                    <a:pt x="336" y="222"/>
                    <a:pt x="340" y="220"/>
                    <a:pt x="343" y="217"/>
                  </a:cubicBezTo>
                  <a:cubicBezTo>
                    <a:pt x="341" y="219"/>
                    <a:pt x="341" y="219"/>
                    <a:pt x="341" y="219"/>
                  </a:cubicBezTo>
                  <a:cubicBezTo>
                    <a:pt x="346" y="224"/>
                    <a:pt x="346" y="224"/>
                    <a:pt x="346" y="224"/>
                  </a:cubicBezTo>
                  <a:cubicBezTo>
                    <a:pt x="371" y="247"/>
                    <a:pt x="384" y="281"/>
                    <a:pt x="381" y="317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90" y="322"/>
                    <a:pt x="390" y="322"/>
                    <a:pt x="390" y="322"/>
                  </a:cubicBezTo>
                  <a:cubicBezTo>
                    <a:pt x="428" y="298"/>
                    <a:pt x="468" y="253"/>
                    <a:pt x="466" y="19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 sz="1801"/>
            </a:p>
          </p:txBody>
        </p:sp>
        <p:sp>
          <p:nvSpPr>
            <p:cNvPr id="10" name="iṩḷiḋe">
              <a:extLst>
                <a:ext uri="{FF2B5EF4-FFF2-40B4-BE49-F238E27FC236}">
                  <a16:creationId xmlns:a16="http://schemas.microsoft.com/office/drawing/2014/main" id="{0DFD9BE6-9EC0-41E4-814F-F5F248F59608}"/>
                </a:ext>
              </a:extLst>
            </p:cNvPr>
            <p:cNvSpPr/>
            <p:nvPr/>
          </p:nvSpPr>
          <p:spPr bwMode="auto">
            <a:xfrm>
              <a:off x="6186217" y="3150819"/>
              <a:ext cx="1522386" cy="1137562"/>
            </a:xfrm>
            <a:custGeom>
              <a:avLst/>
              <a:gdLst>
                <a:gd name="T0" fmla="*/ 450 w 534"/>
                <a:gd name="T1" fmla="*/ 190 h 399"/>
                <a:gd name="T2" fmla="*/ 504 w 534"/>
                <a:gd name="T3" fmla="*/ 242 h 399"/>
                <a:gd name="T4" fmla="*/ 509 w 534"/>
                <a:gd name="T5" fmla="*/ 251 h 399"/>
                <a:gd name="T6" fmla="*/ 514 w 534"/>
                <a:gd name="T7" fmla="*/ 242 h 399"/>
                <a:gd name="T8" fmla="*/ 533 w 534"/>
                <a:gd name="T9" fmla="*/ 171 h 399"/>
                <a:gd name="T10" fmla="*/ 495 w 534"/>
                <a:gd name="T11" fmla="*/ 89 h 399"/>
                <a:gd name="T12" fmla="*/ 423 w 534"/>
                <a:gd name="T13" fmla="*/ 63 h 399"/>
                <a:gd name="T14" fmla="*/ 411 w 534"/>
                <a:gd name="T15" fmla="*/ 63 h 399"/>
                <a:gd name="T16" fmla="*/ 379 w 534"/>
                <a:gd name="T17" fmla="*/ 71 h 399"/>
                <a:gd name="T18" fmla="*/ 374 w 534"/>
                <a:gd name="T19" fmla="*/ 73 h 399"/>
                <a:gd name="T20" fmla="*/ 375 w 534"/>
                <a:gd name="T21" fmla="*/ 78 h 399"/>
                <a:gd name="T22" fmla="*/ 378 w 534"/>
                <a:gd name="T23" fmla="*/ 102 h 399"/>
                <a:gd name="T24" fmla="*/ 376 w 534"/>
                <a:gd name="T25" fmla="*/ 124 h 399"/>
                <a:gd name="T26" fmla="*/ 372 w 534"/>
                <a:gd name="T27" fmla="*/ 127 h 399"/>
                <a:gd name="T28" fmla="*/ 371 w 534"/>
                <a:gd name="T29" fmla="*/ 127 h 399"/>
                <a:gd name="T30" fmla="*/ 368 w 534"/>
                <a:gd name="T31" fmla="*/ 126 h 399"/>
                <a:gd name="T32" fmla="*/ 368 w 534"/>
                <a:gd name="T33" fmla="*/ 123 h 399"/>
                <a:gd name="T34" fmla="*/ 370 w 534"/>
                <a:gd name="T35" fmla="*/ 102 h 399"/>
                <a:gd name="T36" fmla="*/ 294 w 534"/>
                <a:gd name="T37" fmla="*/ 2 h 399"/>
                <a:gd name="T38" fmla="*/ 289 w 534"/>
                <a:gd name="T39" fmla="*/ 0 h 399"/>
                <a:gd name="T40" fmla="*/ 287 w 534"/>
                <a:gd name="T41" fmla="*/ 5 h 399"/>
                <a:gd name="T42" fmla="*/ 146 w 534"/>
                <a:gd name="T43" fmla="*/ 83 h 399"/>
                <a:gd name="T44" fmla="*/ 11 w 534"/>
                <a:gd name="T45" fmla="*/ 17 h 399"/>
                <a:gd name="T46" fmla="*/ 0 w 534"/>
                <a:gd name="T47" fmla="*/ 0 h 399"/>
                <a:gd name="T48" fmla="*/ 0 w 534"/>
                <a:gd name="T49" fmla="*/ 186 h 399"/>
                <a:gd name="T50" fmla="*/ 11 w 534"/>
                <a:gd name="T51" fmla="*/ 169 h 399"/>
                <a:gd name="T52" fmla="*/ 104 w 534"/>
                <a:gd name="T53" fmla="*/ 120 h 399"/>
                <a:gd name="T54" fmla="*/ 168 w 534"/>
                <a:gd name="T55" fmla="*/ 140 h 399"/>
                <a:gd name="T56" fmla="*/ 174 w 534"/>
                <a:gd name="T57" fmla="*/ 144 h 399"/>
                <a:gd name="T58" fmla="*/ 175 w 534"/>
                <a:gd name="T59" fmla="*/ 141 h 399"/>
                <a:gd name="T60" fmla="*/ 170 w 534"/>
                <a:gd name="T61" fmla="*/ 153 h 399"/>
                <a:gd name="T62" fmla="*/ 171 w 534"/>
                <a:gd name="T63" fmla="*/ 152 h 399"/>
                <a:gd name="T64" fmla="*/ 167 w 534"/>
                <a:gd name="T65" fmla="*/ 149 h 399"/>
                <a:gd name="T66" fmla="*/ 104 w 534"/>
                <a:gd name="T67" fmla="*/ 128 h 399"/>
                <a:gd name="T68" fmla="*/ 0 w 534"/>
                <a:gd name="T69" fmla="*/ 232 h 399"/>
                <a:gd name="T70" fmla="*/ 0 w 534"/>
                <a:gd name="T71" fmla="*/ 363 h 399"/>
                <a:gd name="T72" fmla="*/ 11 w 534"/>
                <a:gd name="T73" fmla="*/ 342 h 399"/>
                <a:gd name="T74" fmla="*/ 159 w 534"/>
                <a:gd name="T75" fmla="*/ 243 h 399"/>
                <a:gd name="T76" fmla="*/ 314 w 534"/>
                <a:gd name="T77" fmla="*/ 320 h 399"/>
                <a:gd name="T78" fmla="*/ 316 w 534"/>
                <a:gd name="T79" fmla="*/ 323 h 399"/>
                <a:gd name="T80" fmla="*/ 320 w 534"/>
                <a:gd name="T81" fmla="*/ 323 h 399"/>
                <a:gd name="T82" fmla="*/ 322 w 534"/>
                <a:gd name="T83" fmla="*/ 323 h 399"/>
                <a:gd name="T84" fmla="*/ 338 w 534"/>
                <a:gd name="T85" fmla="*/ 322 h 399"/>
                <a:gd name="T86" fmla="*/ 430 w 534"/>
                <a:gd name="T87" fmla="*/ 355 h 399"/>
                <a:gd name="T88" fmla="*/ 459 w 534"/>
                <a:gd name="T89" fmla="*/ 392 h 399"/>
                <a:gd name="T90" fmla="*/ 463 w 534"/>
                <a:gd name="T91" fmla="*/ 399 h 399"/>
                <a:gd name="T92" fmla="*/ 468 w 534"/>
                <a:gd name="T93" fmla="*/ 394 h 399"/>
                <a:gd name="T94" fmla="*/ 510 w 534"/>
                <a:gd name="T95" fmla="*/ 295 h 399"/>
                <a:gd name="T96" fmla="*/ 446 w 534"/>
                <a:gd name="T97" fmla="*/ 197 h 399"/>
                <a:gd name="T98" fmla="*/ 444 w 534"/>
                <a:gd name="T99" fmla="*/ 195 h 399"/>
                <a:gd name="T100" fmla="*/ 444 w 534"/>
                <a:gd name="T101" fmla="*/ 192 h 399"/>
                <a:gd name="T102" fmla="*/ 450 w 534"/>
                <a:gd name="T103" fmla="*/ 190 h 3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34" h="399">
                  <a:moveTo>
                    <a:pt x="450" y="190"/>
                  </a:moveTo>
                  <a:cubicBezTo>
                    <a:pt x="473" y="201"/>
                    <a:pt x="492" y="219"/>
                    <a:pt x="504" y="242"/>
                  </a:cubicBezTo>
                  <a:cubicBezTo>
                    <a:pt x="509" y="251"/>
                    <a:pt x="509" y="251"/>
                    <a:pt x="509" y="251"/>
                  </a:cubicBezTo>
                  <a:cubicBezTo>
                    <a:pt x="514" y="242"/>
                    <a:pt x="514" y="242"/>
                    <a:pt x="514" y="242"/>
                  </a:cubicBezTo>
                  <a:cubicBezTo>
                    <a:pt x="528" y="221"/>
                    <a:pt x="534" y="196"/>
                    <a:pt x="533" y="171"/>
                  </a:cubicBezTo>
                  <a:cubicBezTo>
                    <a:pt x="532" y="138"/>
                    <a:pt x="518" y="109"/>
                    <a:pt x="495" y="89"/>
                  </a:cubicBezTo>
                  <a:cubicBezTo>
                    <a:pt x="475" y="72"/>
                    <a:pt x="450" y="63"/>
                    <a:pt x="423" y="63"/>
                  </a:cubicBezTo>
                  <a:cubicBezTo>
                    <a:pt x="419" y="63"/>
                    <a:pt x="415" y="63"/>
                    <a:pt x="411" y="63"/>
                  </a:cubicBezTo>
                  <a:cubicBezTo>
                    <a:pt x="400" y="64"/>
                    <a:pt x="389" y="67"/>
                    <a:pt x="379" y="71"/>
                  </a:cubicBezTo>
                  <a:cubicBezTo>
                    <a:pt x="374" y="73"/>
                    <a:pt x="374" y="73"/>
                    <a:pt x="374" y="73"/>
                  </a:cubicBezTo>
                  <a:cubicBezTo>
                    <a:pt x="375" y="78"/>
                    <a:pt x="375" y="78"/>
                    <a:pt x="375" y="78"/>
                  </a:cubicBezTo>
                  <a:cubicBezTo>
                    <a:pt x="377" y="86"/>
                    <a:pt x="378" y="94"/>
                    <a:pt x="378" y="102"/>
                  </a:cubicBezTo>
                  <a:cubicBezTo>
                    <a:pt x="378" y="109"/>
                    <a:pt x="377" y="117"/>
                    <a:pt x="376" y="124"/>
                  </a:cubicBezTo>
                  <a:cubicBezTo>
                    <a:pt x="375" y="126"/>
                    <a:pt x="374" y="127"/>
                    <a:pt x="372" y="127"/>
                  </a:cubicBezTo>
                  <a:cubicBezTo>
                    <a:pt x="371" y="127"/>
                    <a:pt x="371" y="127"/>
                    <a:pt x="371" y="127"/>
                  </a:cubicBezTo>
                  <a:cubicBezTo>
                    <a:pt x="370" y="127"/>
                    <a:pt x="369" y="127"/>
                    <a:pt x="368" y="126"/>
                  </a:cubicBezTo>
                  <a:cubicBezTo>
                    <a:pt x="368" y="125"/>
                    <a:pt x="367" y="124"/>
                    <a:pt x="368" y="123"/>
                  </a:cubicBezTo>
                  <a:cubicBezTo>
                    <a:pt x="369" y="116"/>
                    <a:pt x="370" y="109"/>
                    <a:pt x="370" y="102"/>
                  </a:cubicBezTo>
                  <a:cubicBezTo>
                    <a:pt x="370" y="55"/>
                    <a:pt x="339" y="14"/>
                    <a:pt x="294" y="2"/>
                  </a:cubicBezTo>
                  <a:cubicBezTo>
                    <a:pt x="289" y="0"/>
                    <a:pt x="289" y="0"/>
                    <a:pt x="289" y="0"/>
                  </a:cubicBezTo>
                  <a:cubicBezTo>
                    <a:pt x="287" y="5"/>
                    <a:pt x="287" y="5"/>
                    <a:pt x="287" y="5"/>
                  </a:cubicBezTo>
                  <a:cubicBezTo>
                    <a:pt x="263" y="52"/>
                    <a:pt x="207" y="83"/>
                    <a:pt x="146" y="83"/>
                  </a:cubicBezTo>
                  <a:cubicBezTo>
                    <a:pt x="90" y="83"/>
                    <a:pt x="38" y="57"/>
                    <a:pt x="11" y="1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6"/>
                    <a:pt x="0" y="186"/>
                    <a:pt x="0" y="186"/>
                  </a:cubicBezTo>
                  <a:cubicBezTo>
                    <a:pt x="11" y="169"/>
                    <a:pt x="11" y="169"/>
                    <a:pt x="11" y="169"/>
                  </a:cubicBezTo>
                  <a:cubicBezTo>
                    <a:pt x="32" y="138"/>
                    <a:pt x="67" y="120"/>
                    <a:pt x="104" y="120"/>
                  </a:cubicBezTo>
                  <a:cubicBezTo>
                    <a:pt x="127" y="120"/>
                    <a:pt x="150" y="127"/>
                    <a:pt x="168" y="140"/>
                  </a:cubicBezTo>
                  <a:cubicBezTo>
                    <a:pt x="174" y="144"/>
                    <a:pt x="174" y="144"/>
                    <a:pt x="174" y="144"/>
                  </a:cubicBezTo>
                  <a:cubicBezTo>
                    <a:pt x="175" y="141"/>
                    <a:pt x="175" y="141"/>
                    <a:pt x="175" y="141"/>
                  </a:cubicBezTo>
                  <a:cubicBezTo>
                    <a:pt x="173" y="145"/>
                    <a:pt x="171" y="149"/>
                    <a:pt x="170" y="153"/>
                  </a:cubicBezTo>
                  <a:cubicBezTo>
                    <a:pt x="171" y="152"/>
                    <a:pt x="171" y="152"/>
                    <a:pt x="171" y="152"/>
                  </a:cubicBezTo>
                  <a:cubicBezTo>
                    <a:pt x="167" y="149"/>
                    <a:pt x="167" y="149"/>
                    <a:pt x="167" y="149"/>
                  </a:cubicBezTo>
                  <a:cubicBezTo>
                    <a:pt x="149" y="135"/>
                    <a:pt x="127" y="128"/>
                    <a:pt x="104" y="128"/>
                  </a:cubicBezTo>
                  <a:cubicBezTo>
                    <a:pt x="47" y="128"/>
                    <a:pt x="0" y="174"/>
                    <a:pt x="0" y="232"/>
                  </a:cubicBezTo>
                  <a:cubicBezTo>
                    <a:pt x="0" y="363"/>
                    <a:pt x="0" y="363"/>
                    <a:pt x="0" y="363"/>
                  </a:cubicBezTo>
                  <a:cubicBezTo>
                    <a:pt x="11" y="342"/>
                    <a:pt x="11" y="342"/>
                    <a:pt x="11" y="342"/>
                  </a:cubicBezTo>
                  <a:cubicBezTo>
                    <a:pt x="40" y="289"/>
                    <a:pt x="97" y="251"/>
                    <a:pt x="159" y="243"/>
                  </a:cubicBezTo>
                  <a:cubicBezTo>
                    <a:pt x="227" y="235"/>
                    <a:pt x="289" y="265"/>
                    <a:pt x="314" y="320"/>
                  </a:cubicBezTo>
                  <a:cubicBezTo>
                    <a:pt x="316" y="323"/>
                    <a:pt x="316" y="323"/>
                    <a:pt x="316" y="323"/>
                  </a:cubicBezTo>
                  <a:cubicBezTo>
                    <a:pt x="320" y="323"/>
                    <a:pt x="320" y="323"/>
                    <a:pt x="320" y="323"/>
                  </a:cubicBezTo>
                  <a:cubicBezTo>
                    <a:pt x="320" y="323"/>
                    <a:pt x="321" y="323"/>
                    <a:pt x="322" y="323"/>
                  </a:cubicBezTo>
                  <a:cubicBezTo>
                    <a:pt x="327" y="322"/>
                    <a:pt x="333" y="322"/>
                    <a:pt x="338" y="322"/>
                  </a:cubicBezTo>
                  <a:cubicBezTo>
                    <a:pt x="373" y="322"/>
                    <a:pt x="404" y="334"/>
                    <a:pt x="430" y="355"/>
                  </a:cubicBezTo>
                  <a:cubicBezTo>
                    <a:pt x="442" y="366"/>
                    <a:pt x="452" y="378"/>
                    <a:pt x="459" y="392"/>
                  </a:cubicBezTo>
                  <a:cubicBezTo>
                    <a:pt x="463" y="399"/>
                    <a:pt x="463" y="399"/>
                    <a:pt x="463" y="399"/>
                  </a:cubicBezTo>
                  <a:cubicBezTo>
                    <a:pt x="468" y="394"/>
                    <a:pt x="468" y="394"/>
                    <a:pt x="468" y="394"/>
                  </a:cubicBezTo>
                  <a:cubicBezTo>
                    <a:pt x="496" y="368"/>
                    <a:pt x="511" y="332"/>
                    <a:pt x="510" y="295"/>
                  </a:cubicBezTo>
                  <a:cubicBezTo>
                    <a:pt x="508" y="252"/>
                    <a:pt x="484" y="215"/>
                    <a:pt x="446" y="197"/>
                  </a:cubicBezTo>
                  <a:cubicBezTo>
                    <a:pt x="445" y="197"/>
                    <a:pt x="444" y="196"/>
                    <a:pt x="444" y="195"/>
                  </a:cubicBezTo>
                  <a:cubicBezTo>
                    <a:pt x="444" y="194"/>
                    <a:pt x="444" y="193"/>
                    <a:pt x="444" y="192"/>
                  </a:cubicBezTo>
                  <a:cubicBezTo>
                    <a:pt x="445" y="190"/>
                    <a:pt x="447" y="189"/>
                    <a:pt x="450" y="19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 sz="1801"/>
            </a:p>
          </p:txBody>
        </p:sp>
        <p:sp>
          <p:nvSpPr>
            <p:cNvPr id="11" name="ïSḷïďe">
              <a:extLst>
                <a:ext uri="{FF2B5EF4-FFF2-40B4-BE49-F238E27FC236}">
                  <a16:creationId xmlns:a16="http://schemas.microsoft.com/office/drawing/2014/main" id="{91A1AAC0-6C35-4FD9-A812-8FB8A2F0D92B}"/>
                </a:ext>
              </a:extLst>
            </p:cNvPr>
            <p:cNvSpPr/>
            <p:nvPr/>
          </p:nvSpPr>
          <p:spPr bwMode="auto">
            <a:xfrm>
              <a:off x="6186217" y="2024536"/>
              <a:ext cx="1453316" cy="1377197"/>
            </a:xfrm>
            <a:custGeom>
              <a:avLst/>
              <a:gdLst>
                <a:gd name="T0" fmla="*/ 510 w 510"/>
                <a:gd name="T1" fmla="*/ 448 h 483"/>
                <a:gd name="T2" fmla="*/ 446 w 510"/>
                <a:gd name="T3" fmla="*/ 350 h 483"/>
                <a:gd name="T4" fmla="*/ 446 w 510"/>
                <a:gd name="T5" fmla="*/ 350 h 483"/>
                <a:gd name="T6" fmla="*/ 443 w 510"/>
                <a:gd name="T7" fmla="*/ 346 h 483"/>
                <a:gd name="T8" fmla="*/ 426 w 510"/>
                <a:gd name="T9" fmla="*/ 255 h 483"/>
                <a:gd name="T10" fmla="*/ 322 w 510"/>
                <a:gd name="T11" fmla="*/ 169 h 483"/>
                <a:gd name="T12" fmla="*/ 314 w 510"/>
                <a:gd name="T13" fmla="*/ 167 h 483"/>
                <a:gd name="T14" fmla="*/ 315 w 510"/>
                <a:gd name="T15" fmla="*/ 175 h 483"/>
                <a:gd name="T16" fmla="*/ 316 w 510"/>
                <a:gd name="T17" fmla="*/ 179 h 483"/>
                <a:gd name="T18" fmla="*/ 316 w 510"/>
                <a:gd name="T19" fmla="*/ 180 h 483"/>
                <a:gd name="T20" fmla="*/ 313 w 510"/>
                <a:gd name="T21" fmla="*/ 238 h 483"/>
                <a:gd name="T22" fmla="*/ 311 w 510"/>
                <a:gd name="T23" fmla="*/ 244 h 483"/>
                <a:gd name="T24" fmla="*/ 315 w 510"/>
                <a:gd name="T25" fmla="*/ 245 h 483"/>
                <a:gd name="T26" fmla="*/ 300 w 510"/>
                <a:gd name="T27" fmla="*/ 244 h 483"/>
                <a:gd name="T28" fmla="*/ 302 w 510"/>
                <a:gd name="T29" fmla="*/ 244 h 483"/>
                <a:gd name="T30" fmla="*/ 304 w 510"/>
                <a:gd name="T31" fmla="*/ 240 h 483"/>
                <a:gd name="T32" fmla="*/ 308 w 510"/>
                <a:gd name="T33" fmla="*/ 181 h 483"/>
                <a:gd name="T34" fmla="*/ 120 w 510"/>
                <a:gd name="T35" fmla="*/ 0 h 483"/>
                <a:gd name="T36" fmla="*/ 0 w 510"/>
                <a:gd name="T37" fmla="*/ 124 h 483"/>
                <a:gd name="T38" fmla="*/ 0 w 510"/>
                <a:gd name="T39" fmla="*/ 243 h 483"/>
                <a:gd name="T40" fmla="*/ 11 w 510"/>
                <a:gd name="T41" fmla="*/ 226 h 483"/>
                <a:gd name="T42" fmla="*/ 95 w 510"/>
                <a:gd name="T43" fmla="*/ 177 h 483"/>
                <a:gd name="T44" fmla="*/ 102 w 510"/>
                <a:gd name="T45" fmla="*/ 176 h 483"/>
                <a:gd name="T46" fmla="*/ 101 w 510"/>
                <a:gd name="T47" fmla="*/ 172 h 483"/>
                <a:gd name="T48" fmla="*/ 104 w 510"/>
                <a:gd name="T49" fmla="*/ 180 h 483"/>
                <a:gd name="T50" fmla="*/ 107 w 510"/>
                <a:gd name="T51" fmla="*/ 185 h 483"/>
                <a:gd name="T52" fmla="*/ 107 w 510"/>
                <a:gd name="T53" fmla="*/ 185 h 483"/>
                <a:gd name="T54" fmla="*/ 103 w 510"/>
                <a:gd name="T55" fmla="*/ 185 h 483"/>
                <a:gd name="T56" fmla="*/ 0 w 510"/>
                <a:gd name="T57" fmla="*/ 289 h 483"/>
                <a:gd name="T58" fmla="*/ 0 w 510"/>
                <a:gd name="T59" fmla="*/ 351 h 483"/>
                <a:gd name="T60" fmla="*/ 146 w 510"/>
                <a:gd name="T61" fmla="*/ 470 h 483"/>
                <a:gd name="T62" fmla="*/ 291 w 510"/>
                <a:gd name="T63" fmla="*/ 351 h 483"/>
                <a:gd name="T64" fmla="*/ 295 w 510"/>
                <a:gd name="T65" fmla="*/ 347 h 483"/>
                <a:gd name="T66" fmla="*/ 299 w 510"/>
                <a:gd name="T67" fmla="*/ 351 h 483"/>
                <a:gd name="T68" fmla="*/ 294 w 510"/>
                <a:gd name="T69" fmla="*/ 382 h 483"/>
                <a:gd name="T70" fmla="*/ 292 w 510"/>
                <a:gd name="T71" fmla="*/ 388 h 483"/>
                <a:gd name="T72" fmla="*/ 298 w 510"/>
                <a:gd name="T73" fmla="*/ 390 h 483"/>
                <a:gd name="T74" fmla="*/ 370 w 510"/>
                <a:gd name="T75" fmla="*/ 455 h 483"/>
                <a:gd name="T76" fmla="*/ 372 w 510"/>
                <a:gd name="T77" fmla="*/ 461 h 483"/>
                <a:gd name="T78" fmla="*/ 377 w 510"/>
                <a:gd name="T79" fmla="*/ 458 h 483"/>
                <a:gd name="T80" fmla="*/ 410 w 510"/>
                <a:gd name="T81" fmla="*/ 450 h 483"/>
                <a:gd name="T82" fmla="*/ 423 w 510"/>
                <a:gd name="T83" fmla="*/ 450 h 483"/>
                <a:gd name="T84" fmla="*/ 498 w 510"/>
                <a:gd name="T85" fmla="*/ 477 h 483"/>
                <a:gd name="T86" fmla="*/ 506 w 510"/>
                <a:gd name="T87" fmla="*/ 483 h 483"/>
                <a:gd name="T88" fmla="*/ 508 w 510"/>
                <a:gd name="T89" fmla="*/ 473 h 483"/>
                <a:gd name="T90" fmla="*/ 510 w 510"/>
                <a:gd name="T91" fmla="*/ 448 h 4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10" h="483">
                  <a:moveTo>
                    <a:pt x="510" y="448"/>
                  </a:moveTo>
                  <a:cubicBezTo>
                    <a:pt x="508" y="405"/>
                    <a:pt x="484" y="367"/>
                    <a:pt x="446" y="350"/>
                  </a:cubicBezTo>
                  <a:cubicBezTo>
                    <a:pt x="446" y="350"/>
                    <a:pt x="446" y="350"/>
                    <a:pt x="446" y="350"/>
                  </a:cubicBezTo>
                  <a:cubicBezTo>
                    <a:pt x="444" y="349"/>
                    <a:pt x="443" y="347"/>
                    <a:pt x="443" y="346"/>
                  </a:cubicBezTo>
                  <a:cubicBezTo>
                    <a:pt x="446" y="315"/>
                    <a:pt x="440" y="284"/>
                    <a:pt x="426" y="255"/>
                  </a:cubicBezTo>
                  <a:cubicBezTo>
                    <a:pt x="404" y="209"/>
                    <a:pt x="364" y="176"/>
                    <a:pt x="322" y="169"/>
                  </a:cubicBezTo>
                  <a:cubicBezTo>
                    <a:pt x="314" y="167"/>
                    <a:pt x="314" y="167"/>
                    <a:pt x="314" y="167"/>
                  </a:cubicBezTo>
                  <a:cubicBezTo>
                    <a:pt x="315" y="175"/>
                    <a:pt x="315" y="175"/>
                    <a:pt x="315" y="175"/>
                  </a:cubicBezTo>
                  <a:cubicBezTo>
                    <a:pt x="316" y="177"/>
                    <a:pt x="316" y="178"/>
                    <a:pt x="316" y="179"/>
                  </a:cubicBezTo>
                  <a:cubicBezTo>
                    <a:pt x="316" y="180"/>
                    <a:pt x="316" y="180"/>
                    <a:pt x="316" y="180"/>
                  </a:cubicBezTo>
                  <a:cubicBezTo>
                    <a:pt x="319" y="201"/>
                    <a:pt x="318" y="220"/>
                    <a:pt x="313" y="238"/>
                  </a:cubicBezTo>
                  <a:cubicBezTo>
                    <a:pt x="311" y="244"/>
                    <a:pt x="311" y="244"/>
                    <a:pt x="311" y="244"/>
                  </a:cubicBezTo>
                  <a:cubicBezTo>
                    <a:pt x="315" y="245"/>
                    <a:pt x="315" y="245"/>
                    <a:pt x="315" y="245"/>
                  </a:cubicBezTo>
                  <a:cubicBezTo>
                    <a:pt x="310" y="244"/>
                    <a:pt x="305" y="244"/>
                    <a:pt x="300" y="244"/>
                  </a:cubicBezTo>
                  <a:cubicBezTo>
                    <a:pt x="302" y="244"/>
                    <a:pt x="302" y="244"/>
                    <a:pt x="302" y="244"/>
                  </a:cubicBezTo>
                  <a:cubicBezTo>
                    <a:pt x="304" y="240"/>
                    <a:pt x="304" y="240"/>
                    <a:pt x="304" y="240"/>
                  </a:cubicBezTo>
                  <a:cubicBezTo>
                    <a:pt x="309" y="222"/>
                    <a:pt x="311" y="202"/>
                    <a:pt x="308" y="181"/>
                  </a:cubicBezTo>
                  <a:cubicBezTo>
                    <a:pt x="293" y="63"/>
                    <a:pt x="189" y="0"/>
                    <a:pt x="120" y="0"/>
                  </a:cubicBezTo>
                  <a:cubicBezTo>
                    <a:pt x="16" y="0"/>
                    <a:pt x="0" y="77"/>
                    <a:pt x="0" y="124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11" y="226"/>
                    <a:pt x="11" y="226"/>
                    <a:pt x="11" y="226"/>
                  </a:cubicBezTo>
                  <a:cubicBezTo>
                    <a:pt x="30" y="198"/>
                    <a:pt x="61" y="180"/>
                    <a:pt x="95" y="177"/>
                  </a:cubicBezTo>
                  <a:cubicBezTo>
                    <a:pt x="102" y="176"/>
                    <a:pt x="102" y="176"/>
                    <a:pt x="102" y="176"/>
                  </a:cubicBezTo>
                  <a:cubicBezTo>
                    <a:pt x="101" y="172"/>
                    <a:pt x="101" y="172"/>
                    <a:pt x="101" y="172"/>
                  </a:cubicBezTo>
                  <a:cubicBezTo>
                    <a:pt x="102" y="175"/>
                    <a:pt x="103" y="177"/>
                    <a:pt x="104" y="180"/>
                  </a:cubicBezTo>
                  <a:cubicBezTo>
                    <a:pt x="105" y="181"/>
                    <a:pt x="106" y="183"/>
                    <a:pt x="107" y="185"/>
                  </a:cubicBezTo>
                  <a:cubicBezTo>
                    <a:pt x="107" y="185"/>
                    <a:pt x="107" y="185"/>
                    <a:pt x="107" y="185"/>
                  </a:cubicBezTo>
                  <a:cubicBezTo>
                    <a:pt x="103" y="185"/>
                    <a:pt x="103" y="185"/>
                    <a:pt x="103" y="185"/>
                  </a:cubicBezTo>
                  <a:cubicBezTo>
                    <a:pt x="46" y="185"/>
                    <a:pt x="0" y="232"/>
                    <a:pt x="0" y="289"/>
                  </a:cubicBezTo>
                  <a:cubicBezTo>
                    <a:pt x="0" y="351"/>
                    <a:pt x="0" y="351"/>
                    <a:pt x="0" y="351"/>
                  </a:cubicBezTo>
                  <a:cubicBezTo>
                    <a:pt x="0" y="416"/>
                    <a:pt x="65" y="470"/>
                    <a:pt x="146" y="470"/>
                  </a:cubicBezTo>
                  <a:cubicBezTo>
                    <a:pt x="226" y="470"/>
                    <a:pt x="291" y="416"/>
                    <a:pt x="291" y="351"/>
                  </a:cubicBezTo>
                  <a:cubicBezTo>
                    <a:pt x="291" y="348"/>
                    <a:pt x="293" y="347"/>
                    <a:pt x="295" y="347"/>
                  </a:cubicBezTo>
                  <a:cubicBezTo>
                    <a:pt x="297" y="347"/>
                    <a:pt x="299" y="348"/>
                    <a:pt x="299" y="351"/>
                  </a:cubicBezTo>
                  <a:cubicBezTo>
                    <a:pt x="299" y="361"/>
                    <a:pt x="297" y="372"/>
                    <a:pt x="294" y="382"/>
                  </a:cubicBezTo>
                  <a:cubicBezTo>
                    <a:pt x="292" y="388"/>
                    <a:pt x="292" y="388"/>
                    <a:pt x="292" y="388"/>
                  </a:cubicBezTo>
                  <a:cubicBezTo>
                    <a:pt x="298" y="390"/>
                    <a:pt x="298" y="390"/>
                    <a:pt x="298" y="390"/>
                  </a:cubicBezTo>
                  <a:cubicBezTo>
                    <a:pt x="331" y="399"/>
                    <a:pt x="357" y="423"/>
                    <a:pt x="370" y="455"/>
                  </a:cubicBezTo>
                  <a:cubicBezTo>
                    <a:pt x="372" y="461"/>
                    <a:pt x="372" y="461"/>
                    <a:pt x="372" y="461"/>
                  </a:cubicBezTo>
                  <a:cubicBezTo>
                    <a:pt x="377" y="458"/>
                    <a:pt x="377" y="458"/>
                    <a:pt x="377" y="458"/>
                  </a:cubicBezTo>
                  <a:cubicBezTo>
                    <a:pt x="388" y="454"/>
                    <a:pt x="399" y="452"/>
                    <a:pt x="410" y="450"/>
                  </a:cubicBezTo>
                  <a:cubicBezTo>
                    <a:pt x="415" y="450"/>
                    <a:pt x="419" y="450"/>
                    <a:pt x="423" y="450"/>
                  </a:cubicBezTo>
                  <a:cubicBezTo>
                    <a:pt x="451" y="450"/>
                    <a:pt x="477" y="459"/>
                    <a:pt x="498" y="477"/>
                  </a:cubicBezTo>
                  <a:cubicBezTo>
                    <a:pt x="506" y="483"/>
                    <a:pt x="506" y="483"/>
                    <a:pt x="506" y="483"/>
                  </a:cubicBezTo>
                  <a:cubicBezTo>
                    <a:pt x="508" y="473"/>
                    <a:pt x="508" y="473"/>
                    <a:pt x="508" y="473"/>
                  </a:cubicBezTo>
                  <a:cubicBezTo>
                    <a:pt x="509" y="464"/>
                    <a:pt x="510" y="456"/>
                    <a:pt x="510" y="44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 sz="1801"/>
            </a:p>
          </p:txBody>
        </p:sp>
        <p:sp>
          <p:nvSpPr>
            <p:cNvPr id="12" name="îš1ïḓè">
              <a:extLst>
                <a:ext uri="{FF2B5EF4-FFF2-40B4-BE49-F238E27FC236}">
                  <a16:creationId xmlns:a16="http://schemas.microsoft.com/office/drawing/2014/main" id="{72B29BA6-18A6-4314-B7F1-150007CD5A00}"/>
                </a:ext>
              </a:extLst>
            </p:cNvPr>
            <p:cNvSpPr/>
            <p:nvPr/>
          </p:nvSpPr>
          <p:spPr bwMode="auto">
            <a:xfrm>
              <a:off x="4443931" y="1985067"/>
              <a:ext cx="1605554" cy="3306963"/>
            </a:xfrm>
            <a:custGeom>
              <a:avLst/>
              <a:gdLst>
                <a:gd name="T0" fmla="*/ 372 w 563"/>
                <a:gd name="T1" fmla="*/ 615 h 1160"/>
                <a:gd name="T2" fmla="*/ 343 w 563"/>
                <a:gd name="T3" fmla="*/ 523 h 1160"/>
                <a:gd name="T4" fmla="*/ 377 w 563"/>
                <a:gd name="T5" fmla="*/ 544 h 1160"/>
                <a:gd name="T6" fmla="*/ 543 w 563"/>
                <a:gd name="T7" fmla="*/ 429 h 1160"/>
                <a:gd name="T8" fmla="*/ 185 w 563"/>
                <a:gd name="T9" fmla="*/ 511 h 1160"/>
                <a:gd name="T10" fmla="*/ 167 w 563"/>
                <a:gd name="T11" fmla="*/ 534 h 1160"/>
                <a:gd name="T12" fmla="*/ 137 w 563"/>
                <a:gd name="T13" fmla="*/ 478 h 1160"/>
                <a:gd name="T14" fmla="*/ 40 w 563"/>
                <a:gd name="T15" fmla="*/ 648 h 1160"/>
                <a:gd name="T16" fmla="*/ 110 w 563"/>
                <a:gd name="T17" fmla="*/ 598 h 1160"/>
                <a:gd name="T18" fmla="*/ 84 w 563"/>
                <a:gd name="T19" fmla="*/ 799 h 1160"/>
                <a:gd name="T20" fmla="*/ 228 w 563"/>
                <a:gd name="T21" fmla="*/ 726 h 1160"/>
                <a:gd name="T22" fmla="*/ 391 w 563"/>
                <a:gd name="T23" fmla="*/ 646 h 1160"/>
                <a:gd name="T24" fmla="*/ 543 w 563"/>
                <a:gd name="T25" fmla="*/ 641 h 1160"/>
                <a:gd name="T26" fmla="*/ 280 w 563"/>
                <a:gd name="T27" fmla="*/ 276 h 1160"/>
                <a:gd name="T28" fmla="*/ 191 w 563"/>
                <a:gd name="T29" fmla="*/ 279 h 1160"/>
                <a:gd name="T30" fmla="*/ 227 w 563"/>
                <a:gd name="T31" fmla="*/ 189 h 1160"/>
                <a:gd name="T32" fmla="*/ 105 w 563"/>
                <a:gd name="T33" fmla="*/ 369 h 1160"/>
                <a:gd name="T34" fmla="*/ 47 w 563"/>
                <a:gd name="T35" fmla="*/ 486 h 1160"/>
                <a:gd name="T36" fmla="*/ 173 w 563"/>
                <a:gd name="T37" fmla="*/ 467 h 1160"/>
                <a:gd name="T38" fmla="*/ 254 w 563"/>
                <a:gd name="T39" fmla="*/ 355 h 1160"/>
                <a:gd name="T40" fmla="*/ 543 w 563"/>
                <a:gd name="T41" fmla="*/ 365 h 1160"/>
                <a:gd name="T42" fmla="*/ 445 w 563"/>
                <a:gd name="T43" fmla="*/ 205 h 1160"/>
                <a:gd name="T44" fmla="*/ 408 w 563"/>
                <a:gd name="T45" fmla="*/ 221 h 1160"/>
                <a:gd name="T46" fmla="*/ 446 w 563"/>
                <a:gd name="T47" fmla="*/ 140 h 1160"/>
                <a:gd name="T48" fmla="*/ 543 w 563"/>
                <a:gd name="T49" fmla="*/ 237 h 1160"/>
                <a:gd name="T50" fmla="*/ 247 w 563"/>
                <a:gd name="T51" fmla="*/ 196 h 1160"/>
                <a:gd name="T52" fmla="*/ 288 w 563"/>
                <a:gd name="T53" fmla="*/ 275 h 1160"/>
                <a:gd name="T54" fmla="*/ 226 w 563"/>
                <a:gd name="T55" fmla="*/ 746 h 1160"/>
                <a:gd name="T56" fmla="*/ 162 w 563"/>
                <a:gd name="T57" fmla="*/ 976 h 1160"/>
                <a:gd name="T58" fmla="*/ 183 w 563"/>
                <a:gd name="T59" fmla="*/ 833 h 1160"/>
                <a:gd name="T60" fmla="*/ 256 w 563"/>
                <a:gd name="T61" fmla="*/ 883 h 1160"/>
                <a:gd name="T62" fmla="*/ 216 w 563"/>
                <a:gd name="T63" fmla="*/ 890 h 1160"/>
                <a:gd name="T64" fmla="*/ 331 w 563"/>
                <a:gd name="T65" fmla="*/ 1075 h 1160"/>
                <a:gd name="T66" fmla="*/ 344 w 563"/>
                <a:gd name="T67" fmla="*/ 913 h 1160"/>
                <a:gd name="T68" fmla="*/ 415 w 563"/>
                <a:gd name="T69" fmla="*/ 762 h 1160"/>
                <a:gd name="T70" fmla="*/ 433 w 563"/>
                <a:gd name="T71" fmla="*/ 825 h 1160"/>
                <a:gd name="T72" fmla="*/ 411 w 563"/>
                <a:gd name="T73" fmla="*/ 820 h 1160"/>
                <a:gd name="T74" fmla="*/ 428 w 563"/>
                <a:gd name="T75" fmla="*/ 1027 h 1160"/>
                <a:gd name="T76" fmla="*/ 347 w 563"/>
                <a:gd name="T77" fmla="*/ 1042 h 1160"/>
                <a:gd name="T78" fmla="*/ 504 w 563"/>
                <a:gd name="T79" fmla="*/ 964 h 1160"/>
                <a:gd name="T80" fmla="*/ 516 w 563"/>
                <a:gd name="T81" fmla="*/ 948 h 1160"/>
                <a:gd name="T82" fmla="*/ 543 w 563"/>
                <a:gd name="T83" fmla="*/ 825 h 1160"/>
                <a:gd name="T84" fmla="*/ 248 w 563"/>
                <a:gd name="T85" fmla="*/ 739 h 1160"/>
                <a:gd name="T86" fmla="*/ 233 w 563"/>
                <a:gd name="T87" fmla="*/ 747 h 1160"/>
                <a:gd name="T88" fmla="*/ 445 w 563"/>
                <a:gd name="T89" fmla="*/ 1160 h 1160"/>
                <a:gd name="T90" fmla="*/ 167 w 563"/>
                <a:gd name="T91" fmla="*/ 1002 h 1160"/>
                <a:gd name="T92" fmla="*/ 25 w 563"/>
                <a:gd name="T93" fmla="*/ 703 h 1160"/>
                <a:gd name="T94" fmla="*/ 30 w 563"/>
                <a:gd name="T95" fmla="*/ 503 h 1160"/>
                <a:gd name="T96" fmla="*/ 110 w 563"/>
                <a:gd name="T97" fmla="*/ 263 h 1160"/>
                <a:gd name="T98" fmla="*/ 563 w 563"/>
                <a:gd name="T99" fmla="*/ 138 h 1160"/>
                <a:gd name="T100" fmla="*/ 563 w 563"/>
                <a:gd name="T101" fmla="*/ 641 h 1160"/>
                <a:gd name="T102" fmla="*/ 563 w 563"/>
                <a:gd name="T103" fmla="*/ 848 h 1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63" h="1160">
                  <a:moveTo>
                    <a:pt x="385" y="563"/>
                  </a:moveTo>
                  <a:cubicBezTo>
                    <a:pt x="390" y="579"/>
                    <a:pt x="388" y="597"/>
                    <a:pt x="380" y="613"/>
                  </a:cubicBezTo>
                  <a:cubicBezTo>
                    <a:pt x="378" y="616"/>
                    <a:pt x="375" y="617"/>
                    <a:pt x="372" y="615"/>
                  </a:cubicBezTo>
                  <a:cubicBezTo>
                    <a:pt x="369" y="614"/>
                    <a:pt x="368" y="610"/>
                    <a:pt x="369" y="607"/>
                  </a:cubicBezTo>
                  <a:cubicBezTo>
                    <a:pt x="384" y="580"/>
                    <a:pt x="373" y="545"/>
                    <a:pt x="345" y="531"/>
                  </a:cubicBezTo>
                  <a:cubicBezTo>
                    <a:pt x="342" y="529"/>
                    <a:pt x="341" y="526"/>
                    <a:pt x="343" y="523"/>
                  </a:cubicBezTo>
                  <a:cubicBezTo>
                    <a:pt x="344" y="521"/>
                    <a:pt x="346" y="520"/>
                    <a:pt x="348" y="520"/>
                  </a:cubicBezTo>
                  <a:cubicBezTo>
                    <a:pt x="349" y="520"/>
                    <a:pt x="350" y="520"/>
                    <a:pt x="351" y="520"/>
                  </a:cubicBezTo>
                  <a:cubicBezTo>
                    <a:pt x="362" y="526"/>
                    <a:pt x="371" y="534"/>
                    <a:pt x="377" y="544"/>
                  </a:cubicBezTo>
                  <a:cubicBezTo>
                    <a:pt x="397" y="530"/>
                    <a:pt x="420" y="523"/>
                    <a:pt x="445" y="523"/>
                  </a:cubicBezTo>
                  <a:cubicBezTo>
                    <a:pt x="485" y="523"/>
                    <a:pt x="521" y="543"/>
                    <a:pt x="543" y="575"/>
                  </a:cubicBezTo>
                  <a:cubicBezTo>
                    <a:pt x="543" y="429"/>
                    <a:pt x="543" y="429"/>
                    <a:pt x="543" y="429"/>
                  </a:cubicBezTo>
                  <a:cubicBezTo>
                    <a:pt x="515" y="470"/>
                    <a:pt x="463" y="498"/>
                    <a:pt x="403" y="498"/>
                  </a:cubicBezTo>
                  <a:cubicBezTo>
                    <a:pt x="337" y="498"/>
                    <a:pt x="281" y="464"/>
                    <a:pt x="256" y="416"/>
                  </a:cubicBezTo>
                  <a:cubicBezTo>
                    <a:pt x="214" y="428"/>
                    <a:pt x="185" y="467"/>
                    <a:pt x="185" y="511"/>
                  </a:cubicBezTo>
                  <a:cubicBezTo>
                    <a:pt x="185" y="517"/>
                    <a:pt x="186" y="524"/>
                    <a:pt x="187" y="530"/>
                  </a:cubicBezTo>
                  <a:cubicBezTo>
                    <a:pt x="188" y="536"/>
                    <a:pt x="185" y="541"/>
                    <a:pt x="179" y="542"/>
                  </a:cubicBezTo>
                  <a:cubicBezTo>
                    <a:pt x="174" y="543"/>
                    <a:pt x="168" y="540"/>
                    <a:pt x="167" y="534"/>
                  </a:cubicBezTo>
                  <a:cubicBezTo>
                    <a:pt x="166" y="527"/>
                    <a:pt x="165" y="519"/>
                    <a:pt x="165" y="511"/>
                  </a:cubicBezTo>
                  <a:cubicBezTo>
                    <a:pt x="165" y="502"/>
                    <a:pt x="166" y="494"/>
                    <a:pt x="168" y="486"/>
                  </a:cubicBezTo>
                  <a:cubicBezTo>
                    <a:pt x="158" y="482"/>
                    <a:pt x="147" y="479"/>
                    <a:pt x="137" y="478"/>
                  </a:cubicBezTo>
                  <a:cubicBezTo>
                    <a:pt x="108" y="475"/>
                    <a:pt x="80" y="484"/>
                    <a:pt x="58" y="503"/>
                  </a:cubicBezTo>
                  <a:cubicBezTo>
                    <a:pt x="36" y="522"/>
                    <a:pt x="23" y="549"/>
                    <a:pt x="22" y="580"/>
                  </a:cubicBezTo>
                  <a:cubicBezTo>
                    <a:pt x="21" y="604"/>
                    <a:pt x="27" y="628"/>
                    <a:pt x="40" y="648"/>
                  </a:cubicBezTo>
                  <a:cubicBezTo>
                    <a:pt x="52" y="624"/>
                    <a:pt x="72" y="605"/>
                    <a:pt x="97" y="593"/>
                  </a:cubicBezTo>
                  <a:cubicBezTo>
                    <a:pt x="98" y="593"/>
                    <a:pt x="99" y="592"/>
                    <a:pt x="101" y="592"/>
                  </a:cubicBezTo>
                  <a:cubicBezTo>
                    <a:pt x="105" y="592"/>
                    <a:pt x="108" y="595"/>
                    <a:pt x="110" y="598"/>
                  </a:cubicBezTo>
                  <a:cubicBezTo>
                    <a:pt x="112" y="603"/>
                    <a:pt x="110" y="609"/>
                    <a:pt x="105" y="612"/>
                  </a:cubicBezTo>
                  <a:cubicBezTo>
                    <a:pt x="70" y="628"/>
                    <a:pt x="47" y="663"/>
                    <a:pt x="45" y="704"/>
                  </a:cubicBezTo>
                  <a:cubicBezTo>
                    <a:pt x="44" y="740"/>
                    <a:pt x="58" y="774"/>
                    <a:pt x="84" y="799"/>
                  </a:cubicBezTo>
                  <a:cubicBezTo>
                    <a:pt x="92" y="784"/>
                    <a:pt x="102" y="771"/>
                    <a:pt x="115" y="760"/>
                  </a:cubicBezTo>
                  <a:cubicBezTo>
                    <a:pt x="142" y="737"/>
                    <a:pt x="175" y="725"/>
                    <a:pt x="211" y="725"/>
                  </a:cubicBezTo>
                  <a:cubicBezTo>
                    <a:pt x="217" y="725"/>
                    <a:pt x="222" y="725"/>
                    <a:pt x="228" y="726"/>
                  </a:cubicBezTo>
                  <a:cubicBezTo>
                    <a:pt x="228" y="726"/>
                    <a:pt x="229" y="726"/>
                    <a:pt x="229" y="726"/>
                  </a:cubicBezTo>
                  <a:cubicBezTo>
                    <a:pt x="253" y="675"/>
                    <a:pt x="306" y="645"/>
                    <a:pt x="368" y="645"/>
                  </a:cubicBezTo>
                  <a:cubicBezTo>
                    <a:pt x="375" y="645"/>
                    <a:pt x="383" y="645"/>
                    <a:pt x="391" y="646"/>
                  </a:cubicBezTo>
                  <a:cubicBezTo>
                    <a:pt x="457" y="654"/>
                    <a:pt x="514" y="695"/>
                    <a:pt x="543" y="749"/>
                  </a:cubicBezTo>
                  <a:cubicBezTo>
                    <a:pt x="543" y="679"/>
                    <a:pt x="543" y="679"/>
                    <a:pt x="543" y="679"/>
                  </a:cubicBezTo>
                  <a:cubicBezTo>
                    <a:pt x="543" y="641"/>
                    <a:pt x="543" y="641"/>
                    <a:pt x="543" y="641"/>
                  </a:cubicBezTo>
                  <a:cubicBezTo>
                    <a:pt x="543" y="587"/>
                    <a:pt x="499" y="543"/>
                    <a:pt x="445" y="543"/>
                  </a:cubicBezTo>
                  <a:cubicBezTo>
                    <a:pt x="423" y="543"/>
                    <a:pt x="402" y="550"/>
                    <a:pt x="385" y="563"/>
                  </a:cubicBezTo>
                  <a:close/>
                  <a:moveTo>
                    <a:pt x="280" y="276"/>
                  </a:moveTo>
                  <a:cubicBezTo>
                    <a:pt x="255" y="257"/>
                    <a:pt x="220" y="261"/>
                    <a:pt x="200" y="286"/>
                  </a:cubicBezTo>
                  <a:cubicBezTo>
                    <a:pt x="198" y="289"/>
                    <a:pt x="195" y="289"/>
                    <a:pt x="192" y="287"/>
                  </a:cubicBezTo>
                  <a:cubicBezTo>
                    <a:pt x="189" y="285"/>
                    <a:pt x="189" y="281"/>
                    <a:pt x="191" y="279"/>
                  </a:cubicBezTo>
                  <a:cubicBezTo>
                    <a:pt x="201" y="266"/>
                    <a:pt x="215" y="257"/>
                    <a:pt x="230" y="254"/>
                  </a:cubicBezTo>
                  <a:cubicBezTo>
                    <a:pt x="225" y="235"/>
                    <a:pt x="224" y="215"/>
                    <a:pt x="227" y="193"/>
                  </a:cubicBezTo>
                  <a:cubicBezTo>
                    <a:pt x="227" y="192"/>
                    <a:pt x="227" y="190"/>
                    <a:pt x="227" y="189"/>
                  </a:cubicBezTo>
                  <a:cubicBezTo>
                    <a:pt x="187" y="196"/>
                    <a:pt x="150" y="227"/>
                    <a:pt x="128" y="272"/>
                  </a:cubicBezTo>
                  <a:cubicBezTo>
                    <a:pt x="115" y="300"/>
                    <a:pt x="109" y="330"/>
                    <a:pt x="111" y="359"/>
                  </a:cubicBezTo>
                  <a:cubicBezTo>
                    <a:pt x="112" y="364"/>
                    <a:pt x="109" y="368"/>
                    <a:pt x="105" y="369"/>
                  </a:cubicBezTo>
                  <a:cubicBezTo>
                    <a:pt x="105" y="369"/>
                    <a:pt x="105" y="369"/>
                    <a:pt x="105" y="369"/>
                  </a:cubicBezTo>
                  <a:cubicBezTo>
                    <a:pt x="70" y="386"/>
                    <a:pt x="47" y="421"/>
                    <a:pt x="45" y="462"/>
                  </a:cubicBezTo>
                  <a:cubicBezTo>
                    <a:pt x="45" y="470"/>
                    <a:pt x="45" y="478"/>
                    <a:pt x="47" y="486"/>
                  </a:cubicBezTo>
                  <a:cubicBezTo>
                    <a:pt x="69" y="468"/>
                    <a:pt x="96" y="458"/>
                    <a:pt x="125" y="458"/>
                  </a:cubicBezTo>
                  <a:cubicBezTo>
                    <a:pt x="130" y="458"/>
                    <a:pt x="134" y="458"/>
                    <a:pt x="139" y="458"/>
                  </a:cubicBezTo>
                  <a:cubicBezTo>
                    <a:pt x="151" y="460"/>
                    <a:pt x="162" y="462"/>
                    <a:pt x="173" y="467"/>
                  </a:cubicBezTo>
                  <a:cubicBezTo>
                    <a:pt x="187" y="434"/>
                    <a:pt x="214" y="408"/>
                    <a:pt x="249" y="398"/>
                  </a:cubicBezTo>
                  <a:cubicBezTo>
                    <a:pt x="246" y="387"/>
                    <a:pt x="244" y="376"/>
                    <a:pt x="244" y="365"/>
                  </a:cubicBezTo>
                  <a:cubicBezTo>
                    <a:pt x="244" y="359"/>
                    <a:pt x="248" y="355"/>
                    <a:pt x="254" y="355"/>
                  </a:cubicBezTo>
                  <a:cubicBezTo>
                    <a:pt x="259" y="355"/>
                    <a:pt x="264" y="359"/>
                    <a:pt x="264" y="365"/>
                  </a:cubicBezTo>
                  <a:cubicBezTo>
                    <a:pt x="264" y="427"/>
                    <a:pt x="326" y="478"/>
                    <a:pt x="403" y="478"/>
                  </a:cubicBezTo>
                  <a:cubicBezTo>
                    <a:pt x="480" y="478"/>
                    <a:pt x="543" y="427"/>
                    <a:pt x="543" y="365"/>
                  </a:cubicBezTo>
                  <a:cubicBezTo>
                    <a:pt x="543" y="320"/>
                    <a:pt x="543" y="320"/>
                    <a:pt x="543" y="320"/>
                  </a:cubicBezTo>
                  <a:cubicBezTo>
                    <a:pt x="543" y="303"/>
                    <a:pt x="543" y="303"/>
                    <a:pt x="543" y="303"/>
                  </a:cubicBezTo>
                  <a:cubicBezTo>
                    <a:pt x="543" y="249"/>
                    <a:pt x="499" y="205"/>
                    <a:pt x="445" y="205"/>
                  </a:cubicBezTo>
                  <a:cubicBezTo>
                    <a:pt x="438" y="217"/>
                    <a:pt x="426" y="227"/>
                    <a:pt x="412" y="232"/>
                  </a:cubicBezTo>
                  <a:cubicBezTo>
                    <a:pt x="409" y="233"/>
                    <a:pt x="405" y="232"/>
                    <a:pt x="404" y="229"/>
                  </a:cubicBezTo>
                  <a:cubicBezTo>
                    <a:pt x="403" y="226"/>
                    <a:pt x="404" y="222"/>
                    <a:pt x="408" y="221"/>
                  </a:cubicBezTo>
                  <a:cubicBezTo>
                    <a:pt x="437" y="210"/>
                    <a:pt x="452" y="177"/>
                    <a:pt x="440" y="148"/>
                  </a:cubicBezTo>
                  <a:cubicBezTo>
                    <a:pt x="439" y="145"/>
                    <a:pt x="441" y="141"/>
                    <a:pt x="444" y="140"/>
                  </a:cubicBezTo>
                  <a:cubicBezTo>
                    <a:pt x="445" y="140"/>
                    <a:pt x="445" y="140"/>
                    <a:pt x="446" y="140"/>
                  </a:cubicBezTo>
                  <a:cubicBezTo>
                    <a:pt x="449" y="140"/>
                    <a:pt x="451" y="141"/>
                    <a:pt x="452" y="144"/>
                  </a:cubicBezTo>
                  <a:cubicBezTo>
                    <a:pt x="457" y="157"/>
                    <a:pt x="457" y="172"/>
                    <a:pt x="454" y="185"/>
                  </a:cubicBezTo>
                  <a:cubicBezTo>
                    <a:pt x="491" y="188"/>
                    <a:pt x="523" y="208"/>
                    <a:pt x="543" y="237"/>
                  </a:cubicBezTo>
                  <a:cubicBezTo>
                    <a:pt x="543" y="138"/>
                    <a:pt x="543" y="138"/>
                    <a:pt x="543" y="138"/>
                  </a:cubicBezTo>
                  <a:cubicBezTo>
                    <a:pt x="543" y="93"/>
                    <a:pt x="528" y="20"/>
                    <a:pt x="429" y="20"/>
                  </a:cubicBezTo>
                  <a:cubicBezTo>
                    <a:pt x="362" y="20"/>
                    <a:pt x="262" y="81"/>
                    <a:pt x="247" y="196"/>
                  </a:cubicBezTo>
                  <a:cubicBezTo>
                    <a:pt x="244" y="216"/>
                    <a:pt x="245" y="235"/>
                    <a:pt x="251" y="253"/>
                  </a:cubicBezTo>
                  <a:cubicBezTo>
                    <a:pt x="264" y="254"/>
                    <a:pt x="276" y="258"/>
                    <a:pt x="287" y="267"/>
                  </a:cubicBezTo>
                  <a:cubicBezTo>
                    <a:pt x="290" y="269"/>
                    <a:pt x="290" y="273"/>
                    <a:pt x="288" y="275"/>
                  </a:cubicBezTo>
                  <a:cubicBezTo>
                    <a:pt x="286" y="278"/>
                    <a:pt x="283" y="278"/>
                    <a:pt x="280" y="276"/>
                  </a:cubicBezTo>
                  <a:close/>
                  <a:moveTo>
                    <a:pt x="233" y="747"/>
                  </a:moveTo>
                  <a:cubicBezTo>
                    <a:pt x="231" y="746"/>
                    <a:pt x="228" y="746"/>
                    <a:pt x="226" y="746"/>
                  </a:cubicBezTo>
                  <a:cubicBezTo>
                    <a:pt x="189" y="742"/>
                    <a:pt x="155" y="752"/>
                    <a:pt x="128" y="775"/>
                  </a:cubicBezTo>
                  <a:cubicBezTo>
                    <a:pt x="104" y="796"/>
                    <a:pt x="90" y="826"/>
                    <a:pt x="89" y="858"/>
                  </a:cubicBezTo>
                  <a:cubicBezTo>
                    <a:pt x="87" y="908"/>
                    <a:pt x="123" y="952"/>
                    <a:pt x="162" y="976"/>
                  </a:cubicBezTo>
                  <a:cubicBezTo>
                    <a:pt x="159" y="939"/>
                    <a:pt x="172" y="903"/>
                    <a:pt x="199" y="878"/>
                  </a:cubicBezTo>
                  <a:cubicBezTo>
                    <a:pt x="189" y="868"/>
                    <a:pt x="181" y="856"/>
                    <a:pt x="178" y="840"/>
                  </a:cubicBezTo>
                  <a:cubicBezTo>
                    <a:pt x="177" y="837"/>
                    <a:pt x="179" y="834"/>
                    <a:pt x="183" y="833"/>
                  </a:cubicBezTo>
                  <a:cubicBezTo>
                    <a:pt x="183" y="833"/>
                    <a:pt x="183" y="833"/>
                    <a:pt x="184" y="833"/>
                  </a:cubicBezTo>
                  <a:cubicBezTo>
                    <a:pt x="187" y="833"/>
                    <a:pt x="189" y="835"/>
                    <a:pt x="190" y="838"/>
                  </a:cubicBezTo>
                  <a:cubicBezTo>
                    <a:pt x="196" y="869"/>
                    <a:pt x="225" y="889"/>
                    <a:pt x="256" y="883"/>
                  </a:cubicBezTo>
                  <a:cubicBezTo>
                    <a:pt x="259" y="883"/>
                    <a:pt x="262" y="885"/>
                    <a:pt x="263" y="888"/>
                  </a:cubicBezTo>
                  <a:cubicBezTo>
                    <a:pt x="264" y="891"/>
                    <a:pt x="262" y="894"/>
                    <a:pt x="258" y="895"/>
                  </a:cubicBezTo>
                  <a:cubicBezTo>
                    <a:pt x="243" y="898"/>
                    <a:pt x="229" y="896"/>
                    <a:pt x="216" y="890"/>
                  </a:cubicBezTo>
                  <a:cubicBezTo>
                    <a:pt x="188" y="914"/>
                    <a:pt x="175" y="952"/>
                    <a:pt x="184" y="990"/>
                  </a:cubicBezTo>
                  <a:cubicBezTo>
                    <a:pt x="198" y="1049"/>
                    <a:pt x="258" y="1088"/>
                    <a:pt x="318" y="1078"/>
                  </a:cubicBezTo>
                  <a:cubicBezTo>
                    <a:pt x="323" y="1077"/>
                    <a:pt x="327" y="1076"/>
                    <a:pt x="331" y="1075"/>
                  </a:cubicBezTo>
                  <a:cubicBezTo>
                    <a:pt x="328" y="1064"/>
                    <a:pt x="327" y="1053"/>
                    <a:pt x="327" y="1042"/>
                  </a:cubicBezTo>
                  <a:cubicBezTo>
                    <a:pt x="327" y="1014"/>
                    <a:pt x="336" y="988"/>
                    <a:pt x="354" y="966"/>
                  </a:cubicBezTo>
                  <a:cubicBezTo>
                    <a:pt x="347" y="950"/>
                    <a:pt x="344" y="932"/>
                    <a:pt x="344" y="913"/>
                  </a:cubicBezTo>
                  <a:cubicBezTo>
                    <a:pt x="344" y="867"/>
                    <a:pt x="366" y="824"/>
                    <a:pt x="403" y="801"/>
                  </a:cubicBezTo>
                  <a:cubicBezTo>
                    <a:pt x="401" y="789"/>
                    <a:pt x="403" y="776"/>
                    <a:pt x="410" y="765"/>
                  </a:cubicBezTo>
                  <a:cubicBezTo>
                    <a:pt x="411" y="763"/>
                    <a:pt x="413" y="762"/>
                    <a:pt x="415" y="762"/>
                  </a:cubicBezTo>
                  <a:cubicBezTo>
                    <a:pt x="416" y="762"/>
                    <a:pt x="417" y="762"/>
                    <a:pt x="418" y="763"/>
                  </a:cubicBezTo>
                  <a:cubicBezTo>
                    <a:pt x="421" y="764"/>
                    <a:pt x="422" y="768"/>
                    <a:pt x="420" y="771"/>
                  </a:cubicBezTo>
                  <a:cubicBezTo>
                    <a:pt x="409" y="789"/>
                    <a:pt x="415" y="814"/>
                    <a:pt x="433" y="825"/>
                  </a:cubicBezTo>
                  <a:cubicBezTo>
                    <a:pt x="436" y="827"/>
                    <a:pt x="437" y="831"/>
                    <a:pt x="435" y="833"/>
                  </a:cubicBezTo>
                  <a:cubicBezTo>
                    <a:pt x="433" y="836"/>
                    <a:pt x="430" y="837"/>
                    <a:pt x="427" y="835"/>
                  </a:cubicBezTo>
                  <a:cubicBezTo>
                    <a:pt x="420" y="831"/>
                    <a:pt x="415" y="826"/>
                    <a:pt x="411" y="820"/>
                  </a:cubicBezTo>
                  <a:cubicBezTo>
                    <a:pt x="382" y="840"/>
                    <a:pt x="364" y="875"/>
                    <a:pt x="364" y="913"/>
                  </a:cubicBezTo>
                  <a:cubicBezTo>
                    <a:pt x="364" y="957"/>
                    <a:pt x="387" y="997"/>
                    <a:pt x="423" y="1014"/>
                  </a:cubicBezTo>
                  <a:cubicBezTo>
                    <a:pt x="428" y="1016"/>
                    <a:pt x="431" y="1022"/>
                    <a:pt x="428" y="1027"/>
                  </a:cubicBezTo>
                  <a:cubicBezTo>
                    <a:pt x="426" y="1032"/>
                    <a:pt x="420" y="1034"/>
                    <a:pt x="415" y="1032"/>
                  </a:cubicBezTo>
                  <a:cubicBezTo>
                    <a:pt x="394" y="1022"/>
                    <a:pt x="377" y="1006"/>
                    <a:pt x="364" y="986"/>
                  </a:cubicBezTo>
                  <a:cubicBezTo>
                    <a:pt x="353" y="1002"/>
                    <a:pt x="347" y="1022"/>
                    <a:pt x="347" y="1042"/>
                  </a:cubicBezTo>
                  <a:cubicBezTo>
                    <a:pt x="347" y="1096"/>
                    <a:pt x="391" y="1140"/>
                    <a:pt x="445" y="1140"/>
                  </a:cubicBezTo>
                  <a:cubicBezTo>
                    <a:pt x="499" y="1140"/>
                    <a:pt x="543" y="1096"/>
                    <a:pt x="543" y="1042"/>
                  </a:cubicBezTo>
                  <a:cubicBezTo>
                    <a:pt x="543" y="1011"/>
                    <a:pt x="528" y="982"/>
                    <a:pt x="504" y="964"/>
                  </a:cubicBezTo>
                  <a:cubicBezTo>
                    <a:pt x="499" y="960"/>
                    <a:pt x="498" y="954"/>
                    <a:pt x="502" y="950"/>
                  </a:cubicBezTo>
                  <a:cubicBezTo>
                    <a:pt x="504" y="947"/>
                    <a:pt x="507" y="946"/>
                    <a:pt x="510" y="946"/>
                  </a:cubicBezTo>
                  <a:cubicBezTo>
                    <a:pt x="512" y="946"/>
                    <a:pt x="514" y="946"/>
                    <a:pt x="516" y="948"/>
                  </a:cubicBezTo>
                  <a:cubicBezTo>
                    <a:pt x="526" y="956"/>
                    <a:pt x="535" y="965"/>
                    <a:pt x="543" y="976"/>
                  </a:cubicBezTo>
                  <a:cubicBezTo>
                    <a:pt x="543" y="848"/>
                    <a:pt x="543" y="848"/>
                    <a:pt x="543" y="848"/>
                  </a:cubicBezTo>
                  <a:cubicBezTo>
                    <a:pt x="543" y="825"/>
                    <a:pt x="543" y="825"/>
                    <a:pt x="543" y="825"/>
                  </a:cubicBezTo>
                  <a:cubicBezTo>
                    <a:pt x="543" y="748"/>
                    <a:pt x="473" y="676"/>
                    <a:pt x="388" y="666"/>
                  </a:cubicBezTo>
                  <a:cubicBezTo>
                    <a:pt x="326" y="658"/>
                    <a:pt x="271" y="686"/>
                    <a:pt x="248" y="734"/>
                  </a:cubicBezTo>
                  <a:cubicBezTo>
                    <a:pt x="248" y="736"/>
                    <a:pt x="248" y="737"/>
                    <a:pt x="248" y="739"/>
                  </a:cubicBezTo>
                  <a:cubicBezTo>
                    <a:pt x="247" y="745"/>
                    <a:pt x="242" y="748"/>
                    <a:pt x="236" y="747"/>
                  </a:cubicBezTo>
                  <a:cubicBezTo>
                    <a:pt x="236" y="747"/>
                    <a:pt x="235" y="747"/>
                    <a:pt x="235" y="747"/>
                  </a:cubicBezTo>
                  <a:cubicBezTo>
                    <a:pt x="234" y="747"/>
                    <a:pt x="234" y="747"/>
                    <a:pt x="233" y="747"/>
                  </a:cubicBezTo>
                  <a:close/>
                  <a:moveTo>
                    <a:pt x="563" y="848"/>
                  </a:moveTo>
                  <a:cubicBezTo>
                    <a:pt x="563" y="1042"/>
                    <a:pt x="563" y="1042"/>
                    <a:pt x="563" y="1042"/>
                  </a:cubicBezTo>
                  <a:cubicBezTo>
                    <a:pt x="563" y="1107"/>
                    <a:pt x="510" y="1160"/>
                    <a:pt x="445" y="1160"/>
                  </a:cubicBezTo>
                  <a:cubicBezTo>
                    <a:pt x="398" y="1160"/>
                    <a:pt x="358" y="1133"/>
                    <a:pt x="339" y="1094"/>
                  </a:cubicBezTo>
                  <a:cubicBezTo>
                    <a:pt x="333" y="1095"/>
                    <a:pt x="327" y="1097"/>
                    <a:pt x="321" y="1098"/>
                  </a:cubicBezTo>
                  <a:cubicBezTo>
                    <a:pt x="254" y="1109"/>
                    <a:pt x="186" y="1067"/>
                    <a:pt x="167" y="1002"/>
                  </a:cubicBezTo>
                  <a:cubicBezTo>
                    <a:pt x="116" y="976"/>
                    <a:pt x="66" y="922"/>
                    <a:pt x="69" y="857"/>
                  </a:cubicBezTo>
                  <a:cubicBezTo>
                    <a:pt x="69" y="844"/>
                    <a:pt x="72" y="830"/>
                    <a:pt x="76" y="818"/>
                  </a:cubicBezTo>
                  <a:cubicBezTo>
                    <a:pt x="42" y="789"/>
                    <a:pt x="23" y="747"/>
                    <a:pt x="25" y="703"/>
                  </a:cubicBezTo>
                  <a:cubicBezTo>
                    <a:pt x="26" y="692"/>
                    <a:pt x="28" y="681"/>
                    <a:pt x="31" y="670"/>
                  </a:cubicBezTo>
                  <a:cubicBezTo>
                    <a:pt x="11" y="644"/>
                    <a:pt x="0" y="612"/>
                    <a:pt x="2" y="579"/>
                  </a:cubicBezTo>
                  <a:cubicBezTo>
                    <a:pt x="3" y="550"/>
                    <a:pt x="13" y="524"/>
                    <a:pt x="30" y="503"/>
                  </a:cubicBezTo>
                  <a:cubicBezTo>
                    <a:pt x="26" y="489"/>
                    <a:pt x="25" y="475"/>
                    <a:pt x="25" y="461"/>
                  </a:cubicBezTo>
                  <a:cubicBezTo>
                    <a:pt x="27" y="415"/>
                    <a:pt x="52" y="375"/>
                    <a:pt x="91" y="354"/>
                  </a:cubicBezTo>
                  <a:cubicBezTo>
                    <a:pt x="90" y="323"/>
                    <a:pt x="96" y="292"/>
                    <a:pt x="110" y="263"/>
                  </a:cubicBezTo>
                  <a:cubicBezTo>
                    <a:pt x="136" y="209"/>
                    <a:pt x="182" y="173"/>
                    <a:pt x="232" y="168"/>
                  </a:cubicBezTo>
                  <a:cubicBezTo>
                    <a:pt x="259" y="58"/>
                    <a:pt x="360" y="0"/>
                    <a:pt x="429" y="0"/>
                  </a:cubicBezTo>
                  <a:cubicBezTo>
                    <a:pt x="514" y="0"/>
                    <a:pt x="563" y="50"/>
                    <a:pt x="563" y="138"/>
                  </a:cubicBezTo>
                  <a:cubicBezTo>
                    <a:pt x="563" y="320"/>
                    <a:pt x="563" y="320"/>
                    <a:pt x="563" y="320"/>
                  </a:cubicBezTo>
                  <a:cubicBezTo>
                    <a:pt x="563" y="365"/>
                    <a:pt x="563" y="365"/>
                    <a:pt x="563" y="365"/>
                  </a:cubicBezTo>
                  <a:cubicBezTo>
                    <a:pt x="563" y="641"/>
                    <a:pt x="563" y="641"/>
                    <a:pt x="563" y="641"/>
                  </a:cubicBezTo>
                  <a:cubicBezTo>
                    <a:pt x="563" y="679"/>
                    <a:pt x="563" y="679"/>
                    <a:pt x="563" y="679"/>
                  </a:cubicBezTo>
                  <a:cubicBezTo>
                    <a:pt x="563" y="825"/>
                    <a:pt x="563" y="825"/>
                    <a:pt x="563" y="825"/>
                  </a:cubicBezTo>
                  <a:lnTo>
                    <a:pt x="563" y="8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 sz="1801"/>
            </a:p>
          </p:txBody>
        </p:sp>
        <p:sp>
          <p:nvSpPr>
            <p:cNvPr id="13" name="ïṧḻíḑé">
              <a:extLst>
                <a:ext uri="{FF2B5EF4-FFF2-40B4-BE49-F238E27FC236}">
                  <a16:creationId xmlns:a16="http://schemas.microsoft.com/office/drawing/2014/main" id="{36A92959-AC10-43C0-AF08-094A7F367623}"/>
                </a:ext>
              </a:extLst>
            </p:cNvPr>
            <p:cNvSpPr/>
            <p:nvPr/>
          </p:nvSpPr>
          <p:spPr bwMode="auto">
            <a:xfrm>
              <a:off x="6145340" y="1985064"/>
              <a:ext cx="1602735" cy="3306964"/>
            </a:xfrm>
            <a:custGeom>
              <a:avLst/>
              <a:gdLst>
                <a:gd name="T0" fmla="*/ 191 w 562"/>
                <a:gd name="T1" fmla="*/ 615 h 1160"/>
                <a:gd name="T2" fmla="*/ 118 w 562"/>
                <a:gd name="T3" fmla="*/ 543 h 1160"/>
                <a:gd name="T4" fmla="*/ 20 w 562"/>
                <a:gd name="T5" fmla="*/ 749 h 1160"/>
                <a:gd name="T6" fmla="*/ 333 w 562"/>
                <a:gd name="T7" fmla="*/ 726 h 1160"/>
                <a:gd name="T8" fmla="*/ 448 w 562"/>
                <a:gd name="T9" fmla="*/ 760 h 1160"/>
                <a:gd name="T10" fmla="*/ 458 w 562"/>
                <a:gd name="T11" fmla="*/ 612 h 1160"/>
                <a:gd name="T12" fmla="*/ 466 w 562"/>
                <a:gd name="T13" fmla="*/ 593 h 1160"/>
                <a:gd name="T14" fmla="*/ 505 w 562"/>
                <a:gd name="T15" fmla="*/ 503 h 1160"/>
                <a:gd name="T16" fmla="*/ 398 w 562"/>
                <a:gd name="T17" fmla="*/ 511 h 1160"/>
                <a:gd name="T18" fmla="*/ 376 w 562"/>
                <a:gd name="T19" fmla="*/ 530 h 1160"/>
                <a:gd name="T20" fmla="*/ 160 w 562"/>
                <a:gd name="T21" fmla="*/ 498 h 1160"/>
                <a:gd name="T22" fmla="*/ 118 w 562"/>
                <a:gd name="T23" fmla="*/ 523 h 1160"/>
                <a:gd name="T24" fmla="*/ 215 w 562"/>
                <a:gd name="T25" fmla="*/ 520 h 1160"/>
                <a:gd name="T26" fmla="*/ 122 w 562"/>
                <a:gd name="T27" fmla="*/ 148 h 1160"/>
                <a:gd name="T28" fmla="*/ 151 w 562"/>
                <a:gd name="T29" fmla="*/ 232 h 1160"/>
                <a:gd name="T30" fmla="*/ 20 w 562"/>
                <a:gd name="T31" fmla="*/ 320 h 1160"/>
                <a:gd name="T32" fmla="*/ 299 w 562"/>
                <a:gd name="T33" fmla="*/ 365 h 1160"/>
                <a:gd name="T34" fmla="*/ 314 w 562"/>
                <a:gd name="T35" fmla="*/ 398 h 1160"/>
                <a:gd name="T36" fmla="*/ 437 w 562"/>
                <a:gd name="T37" fmla="*/ 458 h 1160"/>
                <a:gd name="T38" fmla="*/ 458 w 562"/>
                <a:gd name="T39" fmla="*/ 369 h 1160"/>
                <a:gd name="T40" fmla="*/ 435 w 562"/>
                <a:gd name="T41" fmla="*/ 272 h 1160"/>
                <a:gd name="T42" fmla="*/ 332 w 562"/>
                <a:gd name="T43" fmla="*/ 254 h 1160"/>
                <a:gd name="T44" fmla="*/ 362 w 562"/>
                <a:gd name="T45" fmla="*/ 286 h 1160"/>
                <a:gd name="T46" fmla="*/ 275 w 562"/>
                <a:gd name="T47" fmla="*/ 267 h 1160"/>
                <a:gd name="T48" fmla="*/ 134 w 562"/>
                <a:gd name="T49" fmla="*/ 20 h 1160"/>
                <a:gd name="T50" fmla="*/ 109 w 562"/>
                <a:gd name="T51" fmla="*/ 185 h 1160"/>
                <a:gd name="T52" fmla="*/ 119 w 562"/>
                <a:gd name="T53" fmla="*/ 140 h 1160"/>
                <a:gd name="T54" fmla="*/ 143 w 562"/>
                <a:gd name="T55" fmla="*/ 771 h 1160"/>
                <a:gd name="T56" fmla="*/ 153 w 562"/>
                <a:gd name="T57" fmla="*/ 765 h 1160"/>
                <a:gd name="T58" fmla="*/ 209 w 562"/>
                <a:gd name="T59" fmla="*/ 966 h 1160"/>
                <a:gd name="T60" fmla="*/ 245 w 562"/>
                <a:gd name="T61" fmla="*/ 1078 h 1160"/>
                <a:gd name="T62" fmla="*/ 304 w 562"/>
                <a:gd name="T63" fmla="*/ 895 h 1160"/>
                <a:gd name="T64" fmla="*/ 373 w 562"/>
                <a:gd name="T65" fmla="*/ 838 h 1160"/>
                <a:gd name="T66" fmla="*/ 385 w 562"/>
                <a:gd name="T67" fmla="*/ 840 h 1160"/>
                <a:gd name="T68" fmla="*/ 474 w 562"/>
                <a:gd name="T69" fmla="*/ 858 h 1160"/>
                <a:gd name="T70" fmla="*/ 330 w 562"/>
                <a:gd name="T71" fmla="*/ 747 h 1160"/>
                <a:gd name="T72" fmla="*/ 315 w 562"/>
                <a:gd name="T73" fmla="*/ 739 h 1160"/>
                <a:gd name="T74" fmla="*/ 20 w 562"/>
                <a:gd name="T75" fmla="*/ 825 h 1160"/>
                <a:gd name="T76" fmla="*/ 47 w 562"/>
                <a:gd name="T77" fmla="*/ 948 h 1160"/>
                <a:gd name="T78" fmla="*/ 59 w 562"/>
                <a:gd name="T79" fmla="*/ 964 h 1160"/>
                <a:gd name="T80" fmla="*/ 216 w 562"/>
                <a:gd name="T81" fmla="*/ 1042 h 1160"/>
                <a:gd name="T82" fmla="*/ 135 w 562"/>
                <a:gd name="T83" fmla="*/ 1027 h 1160"/>
                <a:gd name="T84" fmla="*/ 152 w 562"/>
                <a:gd name="T85" fmla="*/ 820 h 1160"/>
                <a:gd name="T86" fmla="*/ 130 w 562"/>
                <a:gd name="T87" fmla="*/ 825 h 1160"/>
                <a:gd name="T88" fmla="*/ 538 w 562"/>
                <a:gd name="T89" fmla="*/ 703 h 1160"/>
                <a:gd name="T90" fmla="*/ 396 w 562"/>
                <a:gd name="T91" fmla="*/ 1002 h 1160"/>
                <a:gd name="T92" fmla="*/ 118 w 562"/>
                <a:gd name="T93" fmla="*/ 1160 h 1160"/>
                <a:gd name="T94" fmla="*/ 0 w 562"/>
                <a:gd name="T95" fmla="*/ 825 h 1160"/>
                <a:gd name="T96" fmla="*/ 0 w 562"/>
                <a:gd name="T97" fmla="*/ 365 h 1160"/>
                <a:gd name="T98" fmla="*/ 134 w 562"/>
                <a:gd name="T99" fmla="*/ 0 h 1160"/>
                <a:gd name="T100" fmla="*/ 472 w 562"/>
                <a:gd name="T101" fmla="*/ 354 h 1160"/>
                <a:gd name="T102" fmla="*/ 561 w 562"/>
                <a:gd name="T103" fmla="*/ 579 h 1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562" h="1160">
                  <a:moveTo>
                    <a:pt x="217" y="531"/>
                  </a:moveTo>
                  <a:cubicBezTo>
                    <a:pt x="190" y="545"/>
                    <a:pt x="179" y="580"/>
                    <a:pt x="194" y="607"/>
                  </a:cubicBezTo>
                  <a:cubicBezTo>
                    <a:pt x="195" y="610"/>
                    <a:pt x="194" y="614"/>
                    <a:pt x="191" y="615"/>
                  </a:cubicBezTo>
                  <a:cubicBezTo>
                    <a:pt x="188" y="617"/>
                    <a:pt x="185" y="616"/>
                    <a:pt x="183" y="613"/>
                  </a:cubicBezTo>
                  <a:cubicBezTo>
                    <a:pt x="175" y="597"/>
                    <a:pt x="173" y="579"/>
                    <a:pt x="178" y="563"/>
                  </a:cubicBezTo>
                  <a:cubicBezTo>
                    <a:pt x="160" y="550"/>
                    <a:pt x="140" y="543"/>
                    <a:pt x="118" y="543"/>
                  </a:cubicBezTo>
                  <a:cubicBezTo>
                    <a:pt x="64" y="543"/>
                    <a:pt x="20" y="587"/>
                    <a:pt x="20" y="641"/>
                  </a:cubicBezTo>
                  <a:cubicBezTo>
                    <a:pt x="20" y="679"/>
                    <a:pt x="20" y="679"/>
                    <a:pt x="20" y="679"/>
                  </a:cubicBezTo>
                  <a:cubicBezTo>
                    <a:pt x="20" y="749"/>
                    <a:pt x="20" y="749"/>
                    <a:pt x="20" y="749"/>
                  </a:cubicBezTo>
                  <a:cubicBezTo>
                    <a:pt x="49" y="695"/>
                    <a:pt x="106" y="654"/>
                    <a:pt x="172" y="646"/>
                  </a:cubicBezTo>
                  <a:cubicBezTo>
                    <a:pt x="180" y="645"/>
                    <a:pt x="187" y="645"/>
                    <a:pt x="195" y="645"/>
                  </a:cubicBezTo>
                  <a:cubicBezTo>
                    <a:pt x="257" y="645"/>
                    <a:pt x="310" y="675"/>
                    <a:pt x="333" y="726"/>
                  </a:cubicBezTo>
                  <a:cubicBezTo>
                    <a:pt x="334" y="726"/>
                    <a:pt x="334" y="726"/>
                    <a:pt x="335" y="726"/>
                  </a:cubicBezTo>
                  <a:cubicBezTo>
                    <a:pt x="340" y="725"/>
                    <a:pt x="346" y="725"/>
                    <a:pt x="352" y="725"/>
                  </a:cubicBezTo>
                  <a:cubicBezTo>
                    <a:pt x="388" y="725"/>
                    <a:pt x="421" y="737"/>
                    <a:pt x="448" y="760"/>
                  </a:cubicBezTo>
                  <a:cubicBezTo>
                    <a:pt x="460" y="771"/>
                    <a:pt x="471" y="784"/>
                    <a:pt x="478" y="799"/>
                  </a:cubicBezTo>
                  <a:cubicBezTo>
                    <a:pt x="505" y="774"/>
                    <a:pt x="519" y="740"/>
                    <a:pt x="518" y="704"/>
                  </a:cubicBezTo>
                  <a:cubicBezTo>
                    <a:pt x="516" y="663"/>
                    <a:pt x="493" y="628"/>
                    <a:pt x="458" y="612"/>
                  </a:cubicBezTo>
                  <a:cubicBezTo>
                    <a:pt x="453" y="609"/>
                    <a:pt x="450" y="603"/>
                    <a:pt x="453" y="598"/>
                  </a:cubicBezTo>
                  <a:cubicBezTo>
                    <a:pt x="455" y="595"/>
                    <a:pt x="458" y="592"/>
                    <a:pt x="462" y="592"/>
                  </a:cubicBezTo>
                  <a:cubicBezTo>
                    <a:pt x="463" y="592"/>
                    <a:pt x="465" y="593"/>
                    <a:pt x="466" y="593"/>
                  </a:cubicBezTo>
                  <a:cubicBezTo>
                    <a:pt x="491" y="605"/>
                    <a:pt x="511" y="624"/>
                    <a:pt x="523" y="648"/>
                  </a:cubicBezTo>
                  <a:cubicBezTo>
                    <a:pt x="536" y="628"/>
                    <a:pt x="542" y="604"/>
                    <a:pt x="541" y="580"/>
                  </a:cubicBezTo>
                  <a:cubicBezTo>
                    <a:pt x="540" y="549"/>
                    <a:pt x="527" y="522"/>
                    <a:pt x="505" y="503"/>
                  </a:cubicBezTo>
                  <a:cubicBezTo>
                    <a:pt x="483" y="484"/>
                    <a:pt x="455" y="475"/>
                    <a:pt x="426" y="478"/>
                  </a:cubicBezTo>
                  <a:cubicBezTo>
                    <a:pt x="415" y="479"/>
                    <a:pt x="405" y="482"/>
                    <a:pt x="395" y="486"/>
                  </a:cubicBezTo>
                  <a:cubicBezTo>
                    <a:pt x="397" y="494"/>
                    <a:pt x="398" y="502"/>
                    <a:pt x="398" y="511"/>
                  </a:cubicBezTo>
                  <a:cubicBezTo>
                    <a:pt x="398" y="519"/>
                    <a:pt x="397" y="527"/>
                    <a:pt x="395" y="534"/>
                  </a:cubicBezTo>
                  <a:cubicBezTo>
                    <a:pt x="394" y="540"/>
                    <a:pt x="389" y="543"/>
                    <a:pt x="384" y="542"/>
                  </a:cubicBezTo>
                  <a:cubicBezTo>
                    <a:pt x="378" y="541"/>
                    <a:pt x="375" y="536"/>
                    <a:pt x="376" y="530"/>
                  </a:cubicBezTo>
                  <a:cubicBezTo>
                    <a:pt x="377" y="524"/>
                    <a:pt x="378" y="517"/>
                    <a:pt x="378" y="511"/>
                  </a:cubicBezTo>
                  <a:cubicBezTo>
                    <a:pt x="378" y="467"/>
                    <a:pt x="349" y="428"/>
                    <a:pt x="306" y="416"/>
                  </a:cubicBezTo>
                  <a:cubicBezTo>
                    <a:pt x="282" y="464"/>
                    <a:pt x="225" y="498"/>
                    <a:pt x="160" y="498"/>
                  </a:cubicBezTo>
                  <a:cubicBezTo>
                    <a:pt x="100" y="498"/>
                    <a:pt x="47" y="470"/>
                    <a:pt x="20" y="429"/>
                  </a:cubicBezTo>
                  <a:cubicBezTo>
                    <a:pt x="20" y="575"/>
                    <a:pt x="20" y="575"/>
                    <a:pt x="20" y="575"/>
                  </a:cubicBezTo>
                  <a:cubicBezTo>
                    <a:pt x="41" y="543"/>
                    <a:pt x="77" y="523"/>
                    <a:pt x="118" y="523"/>
                  </a:cubicBezTo>
                  <a:cubicBezTo>
                    <a:pt x="143" y="523"/>
                    <a:pt x="166" y="530"/>
                    <a:pt x="186" y="544"/>
                  </a:cubicBezTo>
                  <a:cubicBezTo>
                    <a:pt x="192" y="534"/>
                    <a:pt x="201" y="526"/>
                    <a:pt x="212" y="520"/>
                  </a:cubicBezTo>
                  <a:cubicBezTo>
                    <a:pt x="213" y="520"/>
                    <a:pt x="214" y="520"/>
                    <a:pt x="215" y="520"/>
                  </a:cubicBezTo>
                  <a:cubicBezTo>
                    <a:pt x="217" y="520"/>
                    <a:pt x="219" y="521"/>
                    <a:pt x="220" y="523"/>
                  </a:cubicBezTo>
                  <a:cubicBezTo>
                    <a:pt x="222" y="526"/>
                    <a:pt x="220" y="529"/>
                    <a:pt x="217" y="531"/>
                  </a:cubicBezTo>
                  <a:close/>
                  <a:moveTo>
                    <a:pt x="122" y="148"/>
                  </a:moveTo>
                  <a:cubicBezTo>
                    <a:pt x="111" y="177"/>
                    <a:pt x="126" y="210"/>
                    <a:pt x="155" y="221"/>
                  </a:cubicBezTo>
                  <a:cubicBezTo>
                    <a:pt x="158" y="222"/>
                    <a:pt x="160" y="226"/>
                    <a:pt x="159" y="229"/>
                  </a:cubicBezTo>
                  <a:cubicBezTo>
                    <a:pt x="158" y="232"/>
                    <a:pt x="154" y="233"/>
                    <a:pt x="151" y="232"/>
                  </a:cubicBezTo>
                  <a:cubicBezTo>
                    <a:pt x="136" y="227"/>
                    <a:pt x="125" y="217"/>
                    <a:pt x="117" y="205"/>
                  </a:cubicBezTo>
                  <a:cubicBezTo>
                    <a:pt x="64" y="205"/>
                    <a:pt x="20" y="249"/>
                    <a:pt x="20" y="303"/>
                  </a:cubicBezTo>
                  <a:cubicBezTo>
                    <a:pt x="20" y="320"/>
                    <a:pt x="20" y="320"/>
                    <a:pt x="20" y="320"/>
                  </a:cubicBezTo>
                  <a:cubicBezTo>
                    <a:pt x="20" y="365"/>
                    <a:pt x="20" y="365"/>
                    <a:pt x="20" y="365"/>
                  </a:cubicBezTo>
                  <a:cubicBezTo>
                    <a:pt x="20" y="427"/>
                    <a:pt x="83" y="478"/>
                    <a:pt x="160" y="478"/>
                  </a:cubicBezTo>
                  <a:cubicBezTo>
                    <a:pt x="236" y="478"/>
                    <a:pt x="299" y="427"/>
                    <a:pt x="299" y="365"/>
                  </a:cubicBezTo>
                  <a:cubicBezTo>
                    <a:pt x="299" y="359"/>
                    <a:pt x="303" y="355"/>
                    <a:pt x="309" y="355"/>
                  </a:cubicBezTo>
                  <a:cubicBezTo>
                    <a:pt x="314" y="355"/>
                    <a:pt x="319" y="359"/>
                    <a:pt x="319" y="365"/>
                  </a:cubicBezTo>
                  <a:cubicBezTo>
                    <a:pt x="319" y="376"/>
                    <a:pt x="317" y="387"/>
                    <a:pt x="314" y="398"/>
                  </a:cubicBezTo>
                  <a:cubicBezTo>
                    <a:pt x="349" y="408"/>
                    <a:pt x="376" y="434"/>
                    <a:pt x="389" y="467"/>
                  </a:cubicBezTo>
                  <a:cubicBezTo>
                    <a:pt x="400" y="462"/>
                    <a:pt x="412" y="460"/>
                    <a:pt x="424" y="458"/>
                  </a:cubicBezTo>
                  <a:cubicBezTo>
                    <a:pt x="428" y="458"/>
                    <a:pt x="433" y="458"/>
                    <a:pt x="437" y="458"/>
                  </a:cubicBezTo>
                  <a:cubicBezTo>
                    <a:pt x="466" y="458"/>
                    <a:pt x="494" y="468"/>
                    <a:pt x="516" y="486"/>
                  </a:cubicBezTo>
                  <a:cubicBezTo>
                    <a:pt x="517" y="478"/>
                    <a:pt x="518" y="470"/>
                    <a:pt x="518" y="462"/>
                  </a:cubicBezTo>
                  <a:cubicBezTo>
                    <a:pt x="516" y="421"/>
                    <a:pt x="493" y="386"/>
                    <a:pt x="458" y="369"/>
                  </a:cubicBezTo>
                  <a:cubicBezTo>
                    <a:pt x="458" y="369"/>
                    <a:pt x="457" y="369"/>
                    <a:pt x="457" y="369"/>
                  </a:cubicBezTo>
                  <a:cubicBezTo>
                    <a:pt x="454" y="368"/>
                    <a:pt x="451" y="364"/>
                    <a:pt x="451" y="359"/>
                  </a:cubicBezTo>
                  <a:cubicBezTo>
                    <a:pt x="454" y="330"/>
                    <a:pt x="448" y="300"/>
                    <a:pt x="435" y="272"/>
                  </a:cubicBezTo>
                  <a:cubicBezTo>
                    <a:pt x="413" y="227"/>
                    <a:pt x="375" y="196"/>
                    <a:pt x="335" y="189"/>
                  </a:cubicBezTo>
                  <a:cubicBezTo>
                    <a:pt x="336" y="190"/>
                    <a:pt x="336" y="192"/>
                    <a:pt x="336" y="193"/>
                  </a:cubicBezTo>
                  <a:cubicBezTo>
                    <a:pt x="339" y="215"/>
                    <a:pt x="338" y="235"/>
                    <a:pt x="332" y="254"/>
                  </a:cubicBezTo>
                  <a:cubicBezTo>
                    <a:pt x="347" y="257"/>
                    <a:pt x="362" y="266"/>
                    <a:pt x="372" y="279"/>
                  </a:cubicBezTo>
                  <a:cubicBezTo>
                    <a:pt x="374" y="281"/>
                    <a:pt x="373" y="285"/>
                    <a:pt x="371" y="287"/>
                  </a:cubicBezTo>
                  <a:cubicBezTo>
                    <a:pt x="368" y="289"/>
                    <a:pt x="364" y="289"/>
                    <a:pt x="362" y="286"/>
                  </a:cubicBezTo>
                  <a:cubicBezTo>
                    <a:pt x="343" y="261"/>
                    <a:pt x="307" y="257"/>
                    <a:pt x="283" y="276"/>
                  </a:cubicBezTo>
                  <a:cubicBezTo>
                    <a:pt x="280" y="278"/>
                    <a:pt x="276" y="278"/>
                    <a:pt x="274" y="275"/>
                  </a:cubicBezTo>
                  <a:cubicBezTo>
                    <a:pt x="272" y="273"/>
                    <a:pt x="273" y="269"/>
                    <a:pt x="275" y="267"/>
                  </a:cubicBezTo>
                  <a:cubicBezTo>
                    <a:pt x="286" y="258"/>
                    <a:pt x="299" y="254"/>
                    <a:pt x="312" y="253"/>
                  </a:cubicBezTo>
                  <a:cubicBezTo>
                    <a:pt x="317" y="235"/>
                    <a:pt x="319" y="216"/>
                    <a:pt x="316" y="196"/>
                  </a:cubicBezTo>
                  <a:cubicBezTo>
                    <a:pt x="301" y="81"/>
                    <a:pt x="201" y="20"/>
                    <a:pt x="134" y="20"/>
                  </a:cubicBezTo>
                  <a:cubicBezTo>
                    <a:pt x="35" y="20"/>
                    <a:pt x="20" y="93"/>
                    <a:pt x="20" y="138"/>
                  </a:cubicBezTo>
                  <a:cubicBezTo>
                    <a:pt x="20" y="237"/>
                    <a:pt x="20" y="237"/>
                    <a:pt x="20" y="237"/>
                  </a:cubicBezTo>
                  <a:cubicBezTo>
                    <a:pt x="40" y="208"/>
                    <a:pt x="72" y="188"/>
                    <a:pt x="109" y="185"/>
                  </a:cubicBezTo>
                  <a:cubicBezTo>
                    <a:pt x="105" y="172"/>
                    <a:pt x="106" y="157"/>
                    <a:pt x="111" y="144"/>
                  </a:cubicBezTo>
                  <a:cubicBezTo>
                    <a:pt x="112" y="141"/>
                    <a:pt x="114" y="140"/>
                    <a:pt x="117" y="140"/>
                  </a:cubicBezTo>
                  <a:cubicBezTo>
                    <a:pt x="117" y="140"/>
                    <a:pt x="118" y="140"/>
                    <a:pt x="119" y="140"/>
                  </a:cubicBezTo>
                  <a:cubicBezTo>
                    <a:pt x="122" y="141"/>
                    <a:pt x="123" y="145"/>
                    <a:pt x="122" y="148"/>
                  </a:cubicBezTo>
                  <a:close/>
                  <a:moveTo>
                    <a:pt x="130" y="825"/>
                  </a:moveTo>
                  <a:cubicBezTo>
                    <a:pt x="148" y="814"/>
                    <a:pt x="154" y="789"/>
                    <a:pt x="143" y="771"/>
                  </a:cubicBezTo>
                  <a:cubicBezTo>
                    <a:pt x="141" y="768"/>
                    <a:pt x="142" y="764"/>
                    <a:pt x="145" y="763"/>
                  </a:cubicBezTo>
                  <a:cubicBezTo>
                    <a:pt x="146" y="762"/>
                    <a:pt x="147" y="762"/>
                    <a:pt x="148" y="762"/>
                  </a:cubicBezTo>
                  <a:cubicBezTo>
                    <a:pt x="150" y="762"/>
                    <a:pt x="152" y="763"/>
                    <a:pt x="153" y="765"/>
                  </a:cubicBezTo>
                  <a:cubicBezTo>
                    <a:pt x="160" y="776"/>
                    <a:pt x="162" y="789"/>
                    <a:pt x="159" y="801"/>
                  </a:cubicBezTo>
                  <a:cubicBezTo>
                    <a:pt x="196" y="824"/>
                    <a:pt x="219" y="867"/>
                    <a:pt x="219" y="913"/>
                  </a:cubicBezTo>
                  <a:cubicBezTo>
                    <a:pt x="219" y="932"/>
                    <a:pt x="215" y="950"/>
                    <a:pt x="209" y="966"/>
                  </a:cubicBezTo>
                  <a:cubicBezTo>
                    <a:pt x="226" y="988"/>
                    <a:pt x="236" y="1014"/>
                    <a:pt x="236" y="1042"/>
                  </a:cubicBezTo>
                  <a:cubicBezTo>
                    <a:pt x="236" y="1053"/>
                    <a:pt x="234" y="1064"/>
                    <a:pt x="231" y="1075"/>
                  </a:cubicBezTo>
                  <a:cubicBezTo>
                    <a:pt x="236" y="1076"/>
                    <a:pt x="240" y="1077"/>
                    <a:pt x="245" y="1078"/>
                  </a:cubicBezTo>
                  <a:cubicBezTo>
                    <a:pt x="305" y="1088"/>
                    <a:pt x="365" y="1049"/>
                    <a:pt x="379" y="990"/>
                  </a:cubicBezTo>
                  <a:cubicBezTo>
                    <a:pt x="387" y="952"/>
                    <a:pt x="375" y="914"/>
                    <a:pt x="347" y="890"/>
                  </a:cubicBezTo>
                  <a:cubicBezTo>
                    <a:pt x="334" y="896"/>
                    <a:pt x="319" y="898"/>
                    <a:pt x="304" y="895"/>
                  </a:cubicBezTo>
                  <a:cubicBezTo>
                    <a:pt x="301" y="894"/>
                    <a:pt x="299" y="891"/>
                    <a:pt x="300" y="888"/>
                  </a:cubicBezTo>
                  <a:cubicBezTo>
                    <a:pt x="300" y="885"/>
                    <a:pt x="303" y="883"/>
                    <a:pt x="307" y="883"/>
                  </a:cubicBezTo>
                  <a:cubicBezTo>
                    <a:pt x="337" y="889"/>
                    <a:pt x="367" y="869"/>
                    <a:pt x="373" y="838"/>
                  </a:cubicBezTo>
                  <a:cubicBezTo>
                    <a:pt x="374" y="835"/>
                    <a:pt x="376" y="833"/>
                    <a:pt x="379" y="833"/>
                  </a:cubicBezTo>
                  <a:cubicBezTo>
                    <a:pt x="379" y="833"/>
                    <a:pt x="380" y="833"/>
                    <a:pt x="380" y="833"/>
                  </a:cubicBezTo>
                  <a:cubicBezTo>
                    <a:pt x="383" y="834"/>
                    <a:pt x="385" y="837"/>
                    <a:pt x="385" y="840"/>
                  </a:cubicBezTo>
                  <a:cubicBezTo>
                    <a:pt x="382" y="856"/>
                    <a:pt x="374" y="868"/>
                    <a:pt x="364" y="878"/>
                  </a:cubicBezTo>
                  <a:cubicBezTo>
                    <a:pt x="391" y="903"/>
                    <a:pt x="404" y="939"/>
                    <a:pt x="401" y="976"/>
                  </a:cubicBezTo>
                  <a:cubicBezTo>
                    <a:pt x="440" y="952"/>
                    <a:pt x="476" y="908"/>
                    <a:pt x="474" y="858"/>
                  </a:cubicBezTo>
                  <a:cubicBezTo>
                    <a:pt x="473" y="826"/>
                    <a:pt x="459" y="796"/>
                    <a:pt x="434" y="775"/>
                  </a:cubicBezTo>
                  <a:cubicBezTo>
                    <a:pt x="408" y="752"/>
                    <a:pt x="374" y="742"/>
                    <a:pt x="337" y="746"/>
                  </a:cubicBezTo>
                  <a:cubicBezTo>
                    <a:pt x="334" y="746"/>
                    <a:pt x="332" y="746"/>
                    <a:pt x="330" y="747"/>
                  </a:cubicBezTo>
                  <a:cubicBezTo>
                    <a:pt x="329" y="747"/>
                    <a:pt x="328" y="747"/>
                    <a:pt x="328" y="747"/>
                  </a:cubicBezTo>
                  <a:cubicBezTo>
                    <a:pt x="327" y="747"/>
                    <a:pt x="327" y="747"/>
                    <a:pt x="326" y="747"/>
                  </a:cubicBezTo>
                  <a:cubicBezTo>
                    <a:pt x="321" y="748"/>
                    <a:pt x="316" y="745"/>
                    <a:pt x="315" y="739"/>
                  </a:cubicBezTo>
                  <a:cubicBezTo>
                    <a:pt x="314" y="737"/>
                    <a:pt x="315" y="736"/>
                    <a:pt x="315" y="734"/>
                  </a:cubicBezTo>
                  <a:cubicBezTo>
                    <a:pt x="292" y="686"/>
                    <a:pt x="237" y="658"/>
                    <a:pt x="174" y="666"/>
                  </a:cubicBezTo>
                  <a:cubicBezTo>
                    <a:pt x="89" y="676"/>
                    <a:pt x="20" y="748"/>
                    <a:pt x="20" y="825"/>
                  </a:cubicBezTo>
                  <a:cubicBezTo>
                    <a:pt x="20" y="848"/>
                    <a:pt x="20" y="848"/>
                    <a:pt x="20" y="848"/>
                  </a:cubicBezTo>
                  <a:cubicBezTo>
                    <a:pt x="20" y="976"/>
                    <a:pt x="20" y="976"/>
                    <a:pt x="20" y="976"/>
                  </a:cubicBezTo>
                  <a:cubicBezTo>
                    <a:pt x="27" y="965"/>
                    <a:pt x="36" y="956"/>
                    <a:pt x="47" y="948"/>
                  </a:cubicBezTo>
                  <a:cubicBezTo>
                    <a:pt x="49" y="946"/>
                    <a:pt x="51" y="946"/>
                    <a:pt x="53" y="946"/>
                  </a:cubicBezTo>
                  <a:cubicBezTo>
                    <a:pt x="56" y="946"/>
                    <a:pt x="59" y="947"/>
                    <a:pt x="61" y="950"/>
                  </a:cubicBezTo>
                  <a:cubicBezTo>
                    <a:pt x="64" y="954"/>
                    <a:pt x="64" y="960"/>
                    <a:pt x="59" y="964"/>
                  </a:cubicBezTo>
                  <a:cubicBezTo>
                    <a:pt x="34" y="982"/>
                    <a:pt x="20" y="1011"/>
                    <a:pt x="20" y="1042"/>
                  </a:cubicBezTo>
                  <a:cubicBezTo>
                    <a:pt x="20" y="1096"/>
                    <a:pt x="64" y="1140"/>
                    <a:pt x="118" y="1140"/>
                  </a:cubicBezTo>
                  <a:cubicBezTo>
                    <a:pt x="172" y="1140"/>
                    <a:pt x="216" y="1096"/>
                    <a:pt x="216" y="1042"/>
                  </a:cubicBezTo>
                  <a:cubicBezTo>
                    <a:pt x="216" y="1022"/>
                    <a:pt x="210" y="1002"/>
                    <a:pt x="199" y="986"/>
                  </a:cubicBezTo>
                  <a:cubicBezTo>
                    <a:pt x="186" y="1006"/>
                    <a:pt x="169" y="1022"/>
                    <a:pt x="148" y="1032"/>
                  </a:cubicBezTo>
                  <a:cubicBezTo>
                    <a:pt x="143" y="1034"/>
                    <a:pt x="137" y="1032"/>
                    <a:pt x="135" y="1027"/>
                  </a:cubicBezTo>
                  <a:cubicBezTo>
                    <a:pt x="132" y="1022"/>
                    <a:pt x="134" y="1016"/>
                    <a:pt x="139" y="1014"/>
                  </a:cubicBezTo>
                  <a:cubicBezTo>
                    <a:pt x="176" y="997"/>
                    <a:pt x="199" y="957"/>
                    <a:pt x="199" y="913"/>
                  </a:cubicBezTo>
                  <a:cubicBezTo>
                    <a:pt x="199" y="875"/>
                    <a:pt x="181" y="840"/>
                    <a:pt x="152" y="820"/>
                  </a:cubicBezTo>
                  <a:cubicBezTo>
                    <a:pt x="148" y="826"/>
                    <a:pt x="142" y="831"/>
                    <a:pt x="136" y="835"/>
                  </a:cubicBezTo>
                  <a:cubicBezTo>
                    <a:pt x="133" y="837"/>
                    <a:pt x="129" y="836"/>
                    <a:pt x="128" y="833"/>
                  </a:cubicBezTo>
                  <a:cubicBezTo>
                    <a:pt x="126" y="831"/>
                    <a:pt x="127" y="827"/>
                    <a:pt x="130" y="825"/>
                  </a:cubicBezTo>
                  <a:close/>
                  <a:moveTo>
                    <a:pt x="561" y="579"/>
                  </a:moveTo>
                  <a:cubicBezTo>
                    <a:pt x="562" y="612"/>
                    <a:pt x="552" y="644"/>
                    <a:pt x="532" y="670"/>
                  </a:cubicBezTo>
                  <a:cubicBezTo>
                    <a:pt x="535" y="681"/>
                    <a:pt x="537" y="692"/>
                    <a:pt x="538" y="703"/>
                  </a:cubicBezTo>
                  <a:cubicBezTo>
                    <a:pt x="540" y="747"/>
                    <a:pt x="521" y="789"/>
                    <a:pt x="487" y="818"/>
                  </a:cubicBezTo>
                  <a:cubicBezTo>
                    <a:pt x="491" y="830"/>
                    <a:pt x="493" y="844"/>
                    <a:pt x="494" y="857"/>
                  </a:cubicBezTo>
                  <a:cubicBezTo>
                    <a:pt x="496" y="922"/>
                    <a:pt x="447" y="976"/>
                    <a:pt x="396" y="1002"/>
                  </a:cubicBezTo>
                  <a:cubicBezTo>
                    <a:pt x="377" y="1067"/>
                    <a:pt x="309" y="1109"/>
                    <a:pt x="241" y="1098"/>
                  </a:cubicBezTo>
                  <a:cubicBezTo>
                    <a:pt x="235" y="1097"/>
                    <a:pt x="230" y="1095"/>
                    <a:pt x="224" y="1094"/>
                  </a:cubicBezTo>
                  <a:cubicBezTo>
                    <a:pt x="205" y="1133"/>
                    <a:pt x="165" y="1160"/>
                    <a:pt x="118" y="1160"/>
                  </a:cubicBezTo>
                  <a:cubicBezTo>
                    <a:pt x="53" y="1160"/>
                    <a:pt x="0" y="1107"/>
                    <a:pt x="0" y="1042"/>
                  </a:cubicBezTo>
                  <a:cubicBezTo>
                    <a:pt x="0" y="848"/>
                    <a:pt x="0" y="848"/>
                    <a:pt x="0" y="848"/>
                  </a:cubicBezTo>
                  <a:cubicBezTo>
                    <a:pt x="0" y="825"/>
                    <a:pt x="0" y="825"/>
                    <a:pt x="0" y="825"/>
                  </a:cubicBezTo>
                  <a:cubicBezTo>
                    <a:pt x="0" y="679"/>
                    <a:pt x="0" y="679"/>
                    <a:pt x="0" y="679"/>
                  </a:cubicBezTo>
                  <a:cubicBezTo>
                    <a:pt x="0" y="641"/>
                    <a:pt x="0" y="641"/>
                    <a:pt x="0" y="641"/>
                  </a:cubicBezTo>
                  <a:cubicBezTo>
                    <a:pt x="0" y="365"/>
                    <a:pt x="0" y="365"/>
                    <a:pt x="0" y="365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0" y="138"/>
                    <a:pt x="0" y="138"/>
                    <a:pt x="0" y="138"/>
                  </a:cubicBezTo>
                  <a:cubicBezTo>
                    <a:pt x="0" y="50"/>
                    <a:pt x="49" y="0"/>
                    <a:pt x="134" y="0"/>
                  </a:cubicBezTo>
                  <a:cubicBezTo>
                    <a:pt x="203" y="0"/>
                    <a:pt x="304" y="58"/>
                    <a:pt x="331" y="168"/>
                  </a:cubicBezTo>
                  <a:cubicBezTo>
                    <a:pt x="381" y="173"/>
                    <a:pt x="427" y="209"/>
                    <a:pt x="453" y="263"/>
                  </a:cubicBezTo>
                  <a:cubicBezTo>
                    <a:pt x="466" y="292"/>
                    <a:pt x="473" y="323"/>
                    <a:pt x="472" y="354"/>
                  </a:cubicBezTo>
                  <a:cubicBezTo>
                    <a:pt x="511" y="375"/>
                    <a:pt x="536" y="415"/>
                    <a:pt x="538" y="461"/>
                  </a:cubicBezTo>
                  <a:cubicBezTo>
                    <a:pt x="538" y="475"/>
                    <a:pt x="537" y="489"/>
                    <a:pt x="533" y="503"/>
                  </a:cubicBezTo>
                  <a:cubicBezTo>
                    <a:pt x="550" y="524"/>
                    <a:pt x="560" y="550"/>
                    <a:pt x="561" y="57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rmAutofit/>
            </a:bodyPr>
            <a:lstStyle/>
            <a:p>
              <a:endParaRPr lang="en-US" sz="1801"/>
            </a:p>
          </p:txBody>
        </p:sp>
        <p:sp>
          <p:nvSpPr>
            <p:cNvPr id="14" name="îŝḻïḓè">
              <a:extLst>
                <a:ext uri="{FF2B5EF4-FFF2-40B4-BE49-F238E27FC236}">
                  <a16:creationId xmlns:a16="http://schemas.microsoft.com/office/drawing/2014/main" id="{CA5ABF99-3D63-4437-8560-69D9B6625F75}"/>
                </a:ext>
              </a:extLst>
            </p:cNvPr>
            <p:cNvSpPr/>
            <p:nvPr/>
          </p:nvSpPr>
          <p:spPr>
            <a:xfrm>
              <a:off x="4219547" y="1762097"/>
              <a:ext cx="3752905" cy="3752907"/>
            </a:xfrm>
            <a:prstGeom prst="ellipse">
              <a:avLst/>
            </a:prstGeom>
            <a:noFill/>
            <a:ln w="63500"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endParaRPr lang="en-US" sz="1801"/>
            </a:p>
          </p:txBody>
        </p:sp>
        <p:grpSp>
          <p:nvGrpSpPr>
            <p:cNvPr id="15" name="iṣ1iḑé">
              <a:extLst>
                <a:ext uri="{FF2B5EF4-FFF2-40B4-BE49-F238E27FC236}">
                  <a16:creationId xmlns:a16="http://schemas.microsoft.com/office/drawing/2014/main" id="{BDC8E109-BDE8-4484-8C5A-B1DD2CD059A4}"/>
                </a:ext>
              </a:extLst>
            </p:cNvPr>
            <p:cNvGrpSpPr/>
            <p:nvPr/>
          </p:nvGrpSpPr>
          <p:grpSpPr>
            <a:xfrm>
              <a:off x="4867685" y="1569818"/>
              <a:ext cx="681629" cy="681629"/>
              <a:chOff x="4867685" y="1569818"/>
              <a:chExt cx="681629" cy="681629"/>
            </a:xfrm>
          </p:grpSpPr>
          <p:sp>
            <p:nvSpPr>
              <p:cNvPr id="49" name="iSḻiďê">
                <a:extLst>
                  <a:ext uri="{FF2B5EF4-FFF2-40B4-BE49-F238E27FC236}">
                    <a16:creationId xmlns:a16="http://schemas.microsoft.com/office/drawing/2014/main" id="{11DE6807-FD94-4CF9-B470-CFDDCAB00E3D}"/>
                  </a:ext>
                </a:extLst>
              </p:cNvPr>
              <p:cNvSpPr/>
              <p:nvPr/>
            </p:nvSpPr>
            <p:spPr>
              <a:xfrm>
                <a:off x="4867685" y="1569818"/>
                <a:ext cx="681629" cy="681629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0" name="íṡľïḍé">
                <a:extLst>
                  <a:ext uri="{FF2B5EF4-FFF2-40B4-BE49-F238E27FC236}">
                    <a16:creationId xmlns:a16="http://schemas.microsoft.com/office/drawing/2014/main" id="{8DF51EF0-1BA9-482C-91FD-1F3D9DE57A84}"/>
                  </a:ext>
                </a:extLst>
              </p:cNvPr>
              <p:cNvSpPr/>
              <p:nvPr/>
            </p:nvSpPr>
            <p:spPr>
              <a:xfrm>
                <a:off x="5050941" y="1778203"/>
                <a:ext cx="315109" cy="264862"/>
              </a:xfrm>
              <a:custGeom>
                <a:avLst/>
                <a:gdLst>
                  <a:gd name="connsiteX0" fmla="*/ 536415 w 607227"/>
                  <a:gd name="connsiteY0" fmla="*/ 12631 h 510399"/>
                  <a:gd name="connsiteX1" fmla="*/ 557192 w 607227"/>
                  <a:gd name="connsiteY1" fmla="*/ 21221 h 510399"/>
                  <a:gd name="connsiteX2" fmla="*/ 598584 w 607227"/>
                  <a:gd name="connsiteY2" fmla="*/ 62633 h 510399"/>
                  <a:gd name="connsiteX3" fmla="*/ 598584 w 607227"/>
                  <a:gd name="connsiteY3" fmla="*/ 104044 h 510399"/>
                  <a:gd name="connsiteX4" fmla="*/ 511175 w 607227"/>
                  <a:gd name="connsiteY4" fmla="*/ 191324 h 510399"/>
                  <a:gd name="connsiteX5" fmla="*/ 444948 w 607227"/>
                  <a:gd name="connsiteY5" fmla="*/ 257453 h 510399"/>
                  <a:gd name="connsiteX6" fmla="*/ 339441 w 607227"/>
                  <a:gd name="connsiteY6" fmla="*/ 362805 h 510399"/>
                  <a:gd name="connsiteX7" fmla="*/ 297968 w 607227"/>
                  <a:gd name="connsiteY7" fmla="*/ 404217 h 510399"/>
                  <a:gd name="connsiteX8" fmla="*/ 277191 w 607227"/>
                  <a:gd name="connsiteY8" fmla="*/ 412807 h 510399"/>
                  <a:gd name="connsiteX9" fmla="*/ 256495 w 607227"/>
                  <a:gd name="connsiteY9" fmla="*/ 404217 h 510399"/>
                  <a:gd name="connsiteX10" fmla="*/ 215023 w 607227"/>
                  <a:gd name="connsiteY10" fmla="*/ 362805 h 510399"/>
                  <a:gd name="connsiteX11" fmla="*/ 138814 w 607227"/>
                  <a:gd name="connsiteY11" fmla="*/ 286790 h 510399"/>
                  <a:gd name="connsiteX12" fmla="*/ 138814 w 607227"/>
                  <a:gd name="connsiteY12" fmla="*/ 245378 h 510399"/>
                  <a:gd name="connsiteX13" fmla="*/ 180286 w 607227"/>
                  <a:gd name="connsiteY13" fmla="*/ 203967 h 510399"/>
                  <a:gd name="connsiteX14" fmla="*/ 201063 w 607227"/>
                  <a:gd name="connsiteY14" fmla="*/ 195376 h 510399"/>
                  <a:gd name="connsiteX15" fmla="*/ 221759 w 607227"/>
                  <a:gd name="connsiteY15" fmla="*/ 203967 h 510399"/>
                  <a:gd name="connsiteX16" fmla="*/ 277191 w 607227"/>
                  <a:gd name="connsiteY16" fmla="*/ 259317 h 510399"/>
                  <a:gd name="connsiteX17" fmla="*/ 444948 w 607227"/>
                  <a:gd name="connsiteY17" fmla="*/ 91807 h 510399"/>
                  <a:gd name="connsiteX18" fmla="*/ 503951 w 607227"/>
                  <a:gd name="connsiteY18" fmla="*/ 32891 h 510399"/>
                  <a:gd name="connsiteX19" fmla="*/ 515719 w 607227"/>
                  <a:gd name="connsiteY19" fmla="*/ 21221 h 510399"/>
                  <a:gd name="connsiteX20" fmla="*/ 536415 w 607227"/>
                  <a:gd name="connsiteY20" fmla="*/ 12631 h 510399"/>
                  <a:gd name="connsiteX21" fmla="*/ 61847 w 607227"/>
                  <a:gd name="connsiteY21" fmla="*/ 0 h 510399"/>
                  <a:gd name="connsiteX22" fmla="*/ 449328 w 607227"/>
                  <a:gd name="connsiteY22" fmla="*/ 0 h 510399"/>
                  <a:gd name="connsiteX23" fmla="*/ 491858 w 607227"/>
                  <a:gd name="connsiteY23" fmla="*/ 17019 h 510399"/>
                  <a:gd name="connsiteX24" fmla="*/ 442591 w 607227"/>
                  <a:gd name="connsiteY24" fmla="*/ 66130 h 510399"/>
                  <a:gd name="connsiteX25" fmla="*/ 66230 w 607227"/>
                  <a:gd name="connsiteY25" fmla="*/ 66130 h 510399"/>
                  <a:gd name="connsiteX26" fmla="*/ 66230 w 607227"/>
                  <a:gd name="connsiteY26" fmla="*/ 444269 h 510399"/>
                  <a:gd name="connsiteX27" fmla="*/ 444945 w 607227"/>
                  <a:gd name="connsiteY27" fmla="*/ 444269 h 510399"/>
                  <a:gd name="connsiteX28" fmla="*/ 444945 w 607227"/>
                  <a:gd name="connsiteY28" fmla="*/ 285590 h 510399"/>
                  <a:gd name="connsiteX29" fmla="*/ 511175 w 607227"/>
                  <a:gd name="connsiteY29" fmla="*/ 219460 h 510399"/>
                  <a:gd name="connsiteX30" fmla="*/ 511175 w 607227"/>
                  <a:gd name="connsiteY30" fmla="*/ 448645 h 510399"/>
                  <a:gd name="connsiteX31" fmla="*/ 449328 w 607227"/>
                  <a:gd name="connsiteY31" fmla="*/ 510399 h 510399"/>
                  <a:gd name="connsiteX32" fmla="*/ 61847 w 607227"/>
                  <a:gd name="connsiteY32" fmla="*/ 510399 h 510399"/>
                  <a:gd name="connsiteX33" fmla="*/ 0 w 607227"/>
                  <a:gd name="connsiteY33" fmla="*/ 448645 h 510399"/>
                  <a:gd name="connsiteX34" fmla="*/ 0 w 607227"/>
                  <a:gd name="connsiteY34" fmla="*/ 61673 h 510399"/>
                  <a:gd name="connsiteX35" fmla="*/ 61847 w 607227"/>
                  <a:gd name="connsiteY35" fmla="*/ 0 h 51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07227" h="510399">
                    <a:moveTo>
                      <a:pt x="536415" y="12631"/>
                    </a:moveTo>
                    <a:cubicBezTo>
                      <a:pt x="543882" y="12631"/>
                      <a:pt x="551430" y="15467"/>
                      <a:pt x="557192" y="21221"/>
                    </a:cubicBezTo>
                    <a:lnTo>
                      <a:pt x="598584" y="62633"/>
                    </a:lnTo>
                    <a:cubicBezTo>
                      <a:pt x="610108" y="74059"/>
                      <a:pt x="610108" y="92618"/>
                      <a:pt x="598584" y="104044"/>
                    </a:cubicBezTo>
                    <a:lnTo>
                      <a:pt x="511175" y="191324"/>
                    </a:lnTo>
                    <a:lnTo>
                      <a:pt x="444948" y="257453"/>
                    </a:lnTo>
                    <a:lnTo>
                      <a:pt x="339441" y="362805"/>
                    </a:lnTo>
                    <a:lnTo>
                      <a:pt x="297968" y="404217"/>
                    </a:lnTo>
                    <a:cubicBezTo>
                      <a:pt x="292206" y="409971"/>
                      <a:pt x="284739" y="412807"/>
                      <a:pt x="277191" y="412807"/>
                    </a:cubicBezTo>
                    <a:cubicBezTo>
                      <a:pt x="269724" y="412807"/>
                      <a:pt x="262177" y="409971"/>
                      <a:pt x="256495" y="404217"/>
                    </a:cubicBezTo>
                    <a:lnTo>
                      <a:pt x="215023" y="362805"/>
                    </a:lnTo>
                    <a:lnTo>
                      <a:pt x="138814" y="286790"/>
                    </a:lnTo>
                    <a:cubicBezTo>
                      <a:pt x="127370" y="275363"/>
                      <a:pt x="127370" y="256805"/>
                      <a:pt x="138814" y="245378"/>
                    </a:cubicBezTo>
                    <a:lnTo>
                      <a:pt x="180286" y="203967"/>
                    </a:lnTo>
                    <a:cubicBezTo>
                      <a:pt x="186049" y="198213"/>
                      <a:pt x="193515" y="195376"/>
                      <a:pt x="201063" y="195376"/>
                    </a:cubicBezTo>
                    <a:cubicBezTo>
                      <a:pt x="208530" y="195376"/>
                      <a:pt x="215997" y="198213"/>
                      <a:pt x="221759" y="203967"/>
                    </a:cubicBezTo>
                    <a:lnTo>
                      <a:pt x="277191" y="259317"/>
                    </a:lnTo>
                    <a:lnTo>
                      <a:pt x="444948" y="91807"/>
                    </a:lnTo>
                    <a:lnTo>
                      <a:pt x="503951" y="32891"/>
                    </a:lnTo>
                    <a:lnTo>
                      <a:pt x="515719" y="21221"/>
                    </a:lnTo>
                    <a:cubicBezTo>
                      <a:pt x="521401" y="15467"/>
                      <a:pt x="528949" y="12631"/>
                      <a:pt x="536415" y="12631"/>
                    </a:cubicBezTo>
                    <a:close/>
                    <a:moveTo>
                      <a:pt x="61847" y="0"/>
                    </a:moveTo>
                    <a:lnTo>
                      <a:pt x="449328" y="0"/>
                    </a:lnTo>
                    <a:cubicBezTo>
                      <a:pt x="465804" y="0"/>
                      <a:pt x="480738" y="6483"/>
                      <a:pt x="491858" y="17019"/>
                    </a:cubicBezTo>
                    <a:lnTo>
                      <a:pt x="442591" y="66130"/>
                    </a:lnTo>
                    <a:lnTo>
                      <a:pt x="66230" y="66130"/>
                    </a:lnTo>
                    <a:lnTo>
                      <a:pt x="66230" y="444269"/>
                    </a:lnTo>
                    <a:lnTo>
                      <a:pt x="444945" y="444269"/>
                    </a:lnTo>
                    <a:lnTo>
                      <a:pt x="444945" y="285590"/>
                    </a:lnTo>
                    <a:lnTo>
                      <a:pt x="511175" y="219460"/>
                    </a:lnTo>
                    <a:lnTo>
                      <a:pt x="511175" y="448645"/>
                    </a:lnTo>
                    <a:cubicBezTo>
                      <a:pt x="511175" y="482683"/>
                      <a:pt x="483417" y="510399"/>
                      <a:pt x="449328" y="510399"/>
                    </a:cubicBezTo>
                    <a:lnTo>
                      <a:pt x="61847" y="510399"/>
                    </a:lnTo>
                    <a:cubicBezTo>
                      <a:pt x="27758" y="510399"/>
                      <a:pt x="0" y="482683"/>
                      <a:pt x="0" y="448645"/>
                    </a:cubicBezTo>
                    <a:lnTo>
                      <a:pt x="0" y="61673"/>
                    </a:lnTo>
                    <a:cubicBezTo>
                      <a:pt x="0" y="27635"/>
                      <a:pt x="27758" y="0"/>
                      <a:pt x="618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16" name="ïṥ1îḑê">
              <a:extLst>
                <a:ext uri="{FF2B5EF4-FFF2-40B4-BE49-F238E27FC236}">
                  <a16:creationId xmlns:a16="http://schemas.microsoft.com/office/drawing/2014/main" id="{2AFA17C1-A5A0-430F-B897-CDF426F9D6E0}"/>
                </a:ext>
              </a:extLst>
            </p:cNvPr>
            <p:cNvGrpSpPr/>
            <p:nvPr/>
          </p:nvGrpSpPr>
          <p:grpSpPr>
            <a:xfrm>
              <a:off x="1465986" y="1470361"/>
              <a:ext cx="3166928" cy="815608"/>
              <a:chOff x="1317257" y="1824875"/>
              <a:chExt cx="3761195" cy="815608"/>
            </a:xfrm>
          </p:grpSpPr>
          <p:sp>
            <p:nvSpPr>
              <p:cNvPr id="47" name="ï$lïḋê">
                <a:extLst>
                  <a:ext uri="{FF2B5EF4-FFF2-40B4-BE49-F238E27FC236}">
                    <a16:creationId xmlns:a16="http://schemas.microsoft.com/office/drawing/2014/main" id="{B5F6A815-04EA-428B-8604-135E64DDAFBE}"/>
                  </a:ext>
                </a:extLst>
              </p:cNvPr>
              <p:cNvSpPr txBox="1"/>
              <p:nvPr/>
            </p:nvSpPr>
            <p:spPr>
              <a:xfrm>
                <a:off x="1317257" y="2132652"/>
                <a:ext cx="3761195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text.….</a:t>
                </a:r>
              </a:p>
            </p:txBody>
          </p:sp>
          <p:sp>
            <p:nvSpPr>
              <p:cNvPr id="48" name="ïślíḋê">
                <a:extLst>
                  <a:ext uri="{FF2B5EF4-FFF2-40B4-BE49-F238E27FC236}">
                    <a16:creationId xmlns:a16="http://schemas.microsoft.com/office/drawing/2014/main" id="{10C13F54-FBDC-4989-979E-D7770FD58BDE}"/>
                  </a:ext>
                </a:extLst>
              </p:cNvPr>
              <p:cNvSpPr/>
              <p:nvPr/>
            </p:nvSpPr>
            <p:spPr>
              <a:xfrm>
                <a:off x="1317257" y="1824875"/>
                <a:ext cx="3761195" cy="307777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 fontScale="92500" lnSpcReduction="10000"/>
              </a:bodyPr>
              <a:lstStyle/>
              <a:p>
                <a:pPr algn="r"/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7" name="îṥľídê">
              <a:extLst>
                <a:ext uri="{FF2B5EF4-FFF2-40B4-BE49-F238E27FC236}">
                  <a16:creationId xmlns:a16="http://schemas.microsoft.com/office/drawing/2014/main" id="{6EE4DCAD-9E20-4A23-AD7C-BB325419A59E}"/>
                </a:ext>
              </a:extLst>
            </p:cNvPr>
            <p:cNvGrpSpPr/>
            <p:nvPr/>
          </p:nvGrpSpPr>
          <p:grpSpPr>
            <a:xfrm>
              <a:off x="673100" y="3287328"/>
              <a:ext cx="3070436" cy="815608"/>
              <a:chOff x="1317257" y="1824875"/>
              <a:chExt cx="3761195" cy="815608"/>
            </a:xfrm>
          </p:grpSpPr>
          <p:sp>
            <p:nvSpPr>
              <p:cNvPr id="45" name="iṣḻîḍê">
                <a:extLst>
                  <a:ext uri="{FF2B5EF4-FFF2-40B4-BE49-F238E27FC236}">
                    <a16:creationId xmlns:a16="http://schemas.microsoft.com/office/drawing/2014/main" id="{00388A23-7229-406C-8280-29174A244B3A}"/>
                  </a:ext>
                </a:extLst>
              </p:cNvPr>
              <p:cNvSpPr txBox="1"/>
              <p:nvPr/>
            </p:nvSpPr>
            <p:spPr>
              <a:xfrm>
                <a:off x="1317257" y="2132652"/>
                <a:ext cx="3761195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text.….</a:t>
                </a:r>
              </a:p>
            </p:txBody>
          </p:sp>
          <p:sp>
            <p:nvSpPr>
              <p:cNvPr id="46" name="íṡlîďe">
                <a:extLst>
                  <a:ext uri="{FF2B5EF4-FFF2-40B4-BE49-F238E27FC236}">
                    <a16:creationId xmlns:a16="http://schemas.microsoft.com/office/drawing/2014/main" id="{51CBCE9A-9D03-47A9-B4AD-9A9AD95FAD7B}"/>
                  </a:ext>
                </a:extLst>
              </p:cNvPr>
              <p:cNvSpPr/>
              <p:nvPr/>
            </p:nvSpPr>
            <p:spPr>
              <a:xfrm>
                <a:off x="1317257" y="1824875"/>
                <a:ext cx="3761195" cy="307777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 fontScale="92500" lnSpcReduction="10000"/>
              </a:bodyPr>
              <a:lstStyle/>
              <a:p>
                <a:pPr algn="r"/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8" name="ïṧliḋé">
              <a:extLst>
                <a:ext uri="{FF2B5EF4-FFF2-40B4-BE49-F238E27FC236}">
                  <a16:creationId xmlns:a16="http://schemas.microsoft.com/office/drawing/2014/main" id="{52B0B209-56C0-469F-B935-1A0120BD74FB}"/>
                </a:ext>
              </a:extLst>
            </p:cNvPr>
            <p:cNvGrpSpPr/>
            <p:nvPr/>
          </p:nvGrpSpPr>
          <p:grpSpPr>
            <a:xfrm>
              <a:off x="1465986" y="4869078"/>
              <a:ext cx="3166928" cy="815608"/>
              <a:chOff x="1317257" y="1824875"/>
              <a:chExt cx="3761195" cy="815608"/>
            </a:xfrm>
          </p:grpSpPr>
          <p:sp>
            <p:nvSpPr>
              <p:cNvPr id="43" name="ïsľíḍé">
                <a:extLst>
                  <a:ext uri="{FF2B5EF4-FFF2-40B4-BE49-F238E27FC236}">
                    <a16:creationId xmlns:a16="http://schemas.microsoft.com/office/drawing/2014/main" id="{FA6D3075-AB82-4A19-B6EB-AA97CCF9C03E}"/>
                  </a:ext>
                </a:extLst>
              </p:cNvPr>
              <p:cNvSpPr txBox="1"/>
              <p:nvPr/>
            </p:nvSpPr>
            <p:spPr>
              <a:xfrm>
                <a:off x="1317257" y="2132652"/>
                <a:ext cx="3761195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pPr algn="r"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text.….</a:t>
                </a:r>
              </a:p>
            </p:txBody>
          </p:sp>
          <p:sp>
            <p:nvSpPr>
              <p:cNvPr id="44" name="íSḷîḓé">
                <a:extLst>
                  <a:ext uri="{FF2B5EF4-FFF2-40B4-BE49-F238E27FC236}">
                    <a16:creationId xmlns:a16="http://schemas.microsoft.com/office/drawing/2014/main" id="{68FB8B4C-1924-44B1-974B-C2535936E58F}"/>
                  </a:ext>
                </a:extLst>
              </p:cNvPr>
              <p:cNvSpPr/>
              <p:nvPr/>
            </p:nvSpPr>
            <p:spPr>
              <a:xfrm>
                <a:off x="1317257" y="1824875"/>
                <a:ext cx="3761195" cy="307777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 fontScale="92500" lnSpcReduction="10000"/>
              </a:bodyPr>
              <a:lstStyle/>
              <a:p>
                <a:pPr algn="r"/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19" name="ïŝľïďé">
              <a:extLst>
                <a:ext uri="{FF2B5EF4-FFF2-40B4-BE49-F238E27FC236}">
                  <a16:creationId xmlns:a16="http://schemas.microsoft.com/office/drawing/2014/main" id="{D523B01A-A858-43A4-8357-8F1D829D10C1}"/>
                </a:ext>
              </a:extLst>
            </p:cNvPr>
            <p:cNvGrpSpPr/>
            <p:nvPr/>
          </p:nvGrpSpPr>
          <p:grpSpPr>
            <a:xfrm>
              <a:off x="7433121" y="1470361"/>
              <a:ext cx="3166928" cy="815608"/>
              <a:chOff x="1317257" y="1824875"/>
              <a:chExt cx="3761195" cy="815608"/>
            </a:xfrm>
          </p:grpSpPr>
          <p:sp>
            <p:nvSpPr>
              <p:cNvPr id="41" name="îṩḷïḋê">
                <a:extLst>
                  <a:ext uri="{FF2B5EF4-FFF2-40B4-BE49-F238E27FC236}">
                    <a16:creationId xmlns:a16="http://schemas.microsoft.com/office/drawing/2014/main" id="{1806D9C7-B5B7-47FD-A039-3E59F8E40A50}"/>
                  </a:ext>
                </a:extLst>
              </p:cNvPr>
              <p:cNvSpPr txBox="1"/>
              <p:nvPr/>
            </p:nvSpPr>
            <p:spPr>
              <a:xfrm>
                <a:off x="1317257" y="2132652"/>
                <a:ext cx="3761195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text.….</a:t>
                </a:r>
              </a:p>
            </p:txBody>
          </p:sp>
          <p:sp>
            <p:nvSpPr>
              <p:cNvPr id="42" name="ïSḷíḓè">
                <a:extLst>
                  <a:ext uri="{FF2B5EF4-FFF2-40B4-BE49-F238E27FC236}">
                    <a16:creationId xmlns:a16="http://schemas.microsoft.com/office/drawing/2014/main" id="{CA708FB8-7D6D-4522-9E9F-16746C069991}"/>
                  </a:ext>
                </a:extLst>
              </p:cNvPr>
              <p:cNvSpPr/>
              <p:nvPr/>
            </p:nvSpPr>
            <p:spPr>
              <a:xfrm>
                <a:off x="1317257" y="1824875"/>
                <a:ext cx="3761195" cy="307777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 fontScale="92500" lnSpcReduction="10000"/>
              </a:bodyPr>
              <a:lstStyle/>
              <a:p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20" name="íśḷíḓè">
              <a:extLst>
                <a:ext uri="{FF2B5EF4-FFF2-40B4-BE49-F238E27FC236}">
                  <a16:creationId xmlns:a16="http://schemas.microsoft.com/office/drawing/2014/main" id="{71B4691D-624E-4F7B-8C38-2160A88FC92D}"/>
                </a:ext>
              </a:extLst>
            </p:cNvPr>
            <p:cNvGrpSpPr/>
            <p:nvPr/>
          </p:nvGrpSpPr>
          <p:grpSpPr>
            <a:xfrm>
              <a:off x="8448464" y="3287328"/>
              <a:ext cx="3070436" cy="815608"/>
              <a:chOff x="1317257" y="1824875"/>
              <a:chExt cx="3761195" cy="815608"/>
            </a:xfrm>
          </p:grpSpPr>
          <p:sp>
            <p:nvSpPr>
              <p:cNvPr id="39" name="íṩḷîḓé">
                <a:extLst>
                  <a:ext uri="{FF2B5EF4-FFF2-40B4-BE49-F238E27FC236}">
                    <a16:creationId xmlns:a16="http://schemas.microsoft.com/office/drawing/2014/main" id="{3E4B1A1A-4258-4278-B794-C12758A88931}"/>
                  </a:ext>
                </a:extLst>
              </p:cNvPr>
              <p:cNvSpPr txBox="1"/>
              <p:nvPr/>
            </p:nvSpPr>
            <p:spPr>
              <a:xfrm>
                <a:off x="1317257" y="2132652"/>
                <a:ext cx="3761195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text.….</a:t>
                </a:r>
              </a:p>
            </p:txBody>
          </p:sp>
          <p:sp>
            <p:nvSpPr>
              <p:cNvPr id="40" name="ïṩḻíḋé">
                <a:extLst>
                  <a:ext uri="{FF2B5EF4-FFF2-40B4-BE49-F238E27FC236}">
                    <a16:creationId xmlns:a16="http://schemas.microsoft.com/office/drawing/2014/main" id="{621FA91C-C4AB-4B87-88EA-A14948B49A8C}"/>
                  </a:ext>
                </a:extLst>
              </p:cNvPr>
              <p:cNvSpPr/>
              <p:nvPr/>
            </p:nvSpPr>
            <p:spPr>
              <a:xfrm>
                <a:off x="1317257" y="1824875"/>
                <a:ext cx="3761195" cy="307777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 fontScale="92500" lnSpcReduction="10000"/>
              </a:bodyPr>
              <a:lstStyle/>
              <a:p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21" name="ïSľîḓê">
              <a:extLst>
                <a:ext uri="{FF2B5EF4-FFF2-40B4-BE49-F238E27FC236}">
                  <a16:creationId xmlns:a16="http://schemas.microsoft.com/office/drawing/2014/main" id="{64FD1EDB-07F2-46D0-992A-E284A7B9B343}"/>
                </a:ext>
              </a:extLst>
            </p:cNvPr>
            <p:cNvGrpSpPr/>
            <p:nvPr/>
          </p:nvGrpSpPr>
          <p:grpSpPr>
            <a:xfrm>
              <a:off x="7433121" y="4869078"/>
              <a:ext cx="3166928" cy="815608"/>
              <a:chOff x="1317257" y="1824875"/>
              <a:chExt cx="3761195" cy="815608"/>
            </a:xfrm>
          </p:grpSpPr>
          <p:sp>
            <p:nvSpPr>
              <p:cNvPr id="37" name="isļïďé">
                <a:extLst>
                  <a:ext uri="{FF2B5EF4-FFF2-40B4-BE49-F238E27FC236}">
                    <a16:creationId xmlns:a16="http://schemas.microsoft.com/office/drawing/2014/main" id="{A5BD8A8A-324E-4712-ABA7-625076B422D8}"/>
                  </a:ext>
                </a:extLst>
              </p:cNvPr>
              <p:cNvSpPr txBox="1"/>
              <p:nvPr/>
            </p:nvSpPr>
            <p:spPr>
              <a:xfrm>
                <a:off x="1317257" y="2132652"/>
                <a:ext cx="3761195" cy="507831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zh-CN" sz="1100" dirty="0"/>
                  <a:t>Copy paste fonts. Choose the only option to retain text.….</a:t>
                </a:r>
              </a:p>
            </p:txBody>
          </p:sp>
          <p:sp>
            <p:nvSpPr>
              <p:cNvPr id="38" name="iṡļîḓê">
                <a:extLst>
                  <a:ext uri="{FF2B5EF4-FFF2-40B4-BE49-F238E27FC236}">
                    <a16:creationId xmlns:a16="http://schemas.microsoft.com/office/drawing/2014/main" id="{724B910A-180F-4134-A4B3-D6E3B0AB63B6}"/>
                  </a:ext>
                </a:extLst>
              </p:cNvPr>
              <p:cNvSpPr/>
              <p:nvPr/>
            </p:nvSpPr>
            <p:spPr>
              <a:xfrm>
                <a:off x="1317257" y="1824875"/>
                <a:ext cx="3761195" cy="307777"/>
              </a:xfrm>
              <a:prstGeom prst="rect">
                <a:avLst/>
              </a:prstGeom>
            </p:spPr>
            <p:txBody>
              <a:bodyPr wrap="square" lIns="91440" tIns="45720" rIns="91440" bIns="45720">
                <a:normAutofit fontScale="92500" lnSpcReduction="10000"/>
              </a:bodyPr>
              <a:lstStyle/>
              <a:p>
                <a:r>
                  <a:rPr lang="en-US" altLang="zh-CN" sz="1600" b="1" dirty="0"/>
                  <a:t>Text here</a:t>
                </a:r>
                <a:endParaRPr lang="zh-CN" altLang="en-US" sz="1600" b="1" dirty="0"/>
              </a:p>
            </p:txBody>
          </p:sp>
        </p:grpSp>
        <p:grpSp>
          <p:nvGrpSpPr>
            <p:cNvPr id="22" name="îṩlîḓê">
              <a:extLst>
                <a:ext uri="{FF2B5EF4-FFF2-40B4-BE49-F238E27FC236}">
                  <a16:creationId xmlns:a16="http://schemas.microsoft.com/office/drawing/2014/main" id="{2A97B45C-0A79-4B57-9CAB-7B15518F85E7}"/>
                </a:ext>
              </a:extLst>
            </p:cNvPr>
            <p:cNvGrpSpPr/>
            <p:nvPr/>
          </p:nvGrpSpPr>
          <p:grpSpPr>
            <a:xfrm>
              <a:off x="6610211" y="1569818"/>
              <a:ext cx="681629" cy="681629"/>
              <a:chOff x="6610211" y="1569818"/>
              <a:chExt cx="681629" cy="681629"/>
            </a:xfrm>
          </p:grpSpPr>
          <p:sp>
            <p:nvSpPr>
              <p:cNvPr id="35" name="î$ḷïde">
                <a:extLst>
                  <a:ext uri="{FF2B5EF4-FFF2-40B4-BE49-F238E27FC236}">
                    <a16:creationId xmlns:a16="http://schemas.microsoft.com/office/drawing/2014/main" id="{8658B302-0BAF-4BB2-8050-4AE63279D2B3}"/>
                  </a:ext>
                </a:extLst>
              </p:cNvPr>
              <p:cNvSpPr/>
              <p:nvPr/>
            </p:nvSpPr>
            <p:spPr>
              <a:xfrm>
                <a:off x="6610211" y="1569818"/>
                <a:ext cx="681629" cy="681629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6" name="î$ľïḑe">
                <a:extLst>
                  <a:ext uri="{FF2B5EF4-FFF2-40B4-BE49-F238E27FC236}">
                    <a16:creationId xmlns:a16="http://schemas.microsoft.com/office/drawing/2014/main" id="{5C9CB560-3FF7-4FDB-BE33-F47F45D5F826}"/>
                  </a:ext>
                </a:extLst>
              </p:cNvPr>
              <p:cNvSpPr/>
              <p:nvPr/>
            </p:nvSpPr>
            <p:spPr bwMode="auto">
              <a:xfrm>
                <a:off x="6786259" y="1756993"/>
                <a:ext cx="329532" cy="307278"/>
              </a:xfrm>
              <a:custGeom>
                <a:avLst/>
                <a:gdLst>
                  <a:gd name="T0" fmla="*/ 3958 w 4630"/>
                  <a:gd name="T1" fmla="*/ 1193 h 4324"/>
                  <a:gd name="T2" fmla="*/ 3772 w 4630"/>
                  <a:gd name="T3" fmla="*/ 1223 h 4324"/>
                  <a:gd name="T4" fmla="*/ 3358 w 4630"/>
                  <a:gd name="T5" fmla="*/ 1778 h 4324"/>
                  <a:gd name="T6" fmla="*/ 3055 w 4630"/>
                  <a:gd name="T7" fmla="*/ 1876 h 4324"/>
                  <a:gd name="T8" fmla="*/ 2515 w 4630"/>
                  <a:gd name="T9" fmla="*/ 1484 h 4324"/>
                  <a:gd name="T10" fmla="*/ 2515 w 4630"/>
                  <a:gd name="T11" fmla="*/ 1166 h 4324"/>
                  <a:gd name="T12" fmla="*/ 2915 w 4630"/>
                  <a:gd name="T13" fmla="*/ 600 h 4324"/>
                  <a:gd name="T14" fmla="*/ 2315 w 4630"/>
                  <a:gd name="T15" fmla="*/ 0 h 4324"/>
                  <a:gd name="T16" fmla="*/ 1715 w 4630"/>
                  <a:gd name="T17" fmla="*/ 600 h 4324"/>
                  <a:gd name="T18" fmla="*/ 2115 w 4630"/>
                  <a:gd name="T19" fmla="*/ 1166 h 4324"/>
                  <a:gd name="T20" fmla="*/ 2115 w 4630"/>
                  <a:gd name="T21" fmla="*/ 1484 h 4324"/>
                  <a:gd name="T22" fmla="*/ 1575 w 4630"/>
                  <a:gd name="T23" fmla="*/ 1877 h 4324"/>
                  <a:gd name="T24" fmla="*/ 1273 w 4630"/>
                  <a:gd name="T25" fmla="*/ 1778 h 4324"/>
                  <a:gd name="T26" fmla="*/ 858 w 4630"/>
                  <a:gd name="T27" fmla="*/ 1223 h 4324"/>
                  <a:gd name="T28" fmla="*/ 673 w 4630"/>
                  <a:gd name="T29" fmla="*/ 1193 h 4324"/>
                  <a:gd name="T30" fmla="*/ 102 w 4630"/>
                  <a:gd name="T31" fmla="*/ 1608 h 4324"/>
                  <a:gd name="T32" fmla="*/ 488 w 4630"/>
                  <a:gd name="T33" fmla="*/ 2364 h 4324"/>
                  <a:gd name="T34" fmla="*/ 673 w 4630"/>
                  <a:gd name="T35" fmla="*/ 2394 h 4324"/>
                  <a:gd name="T36" fmla="*/ 1149 w 4630"/>
                  <a:gd name="T37" fmla="*/ 2159 h 4324"/>
                  <a:gd name="T38" fmla="*/ 1452 w 4630"/>
                  <a:gd name="T39" fmla="*/ 2258 h 4324"/>
                  <a:gd name="T40" fmla="*/ 1449 w 4630"/>
                  <a:gd name="T41" fmla="*/ 2327 h 4324"/>
                  <a:gd name="T42" fmla="*/ 1658 w 4630"/>
                  <a:gd name="T43" fmla="*/ 2891 h 4324"/>
                  <a:gd name="T44" fmla="*/ 1471 w 4630"/>
                  <a:gd name="T45" fmla="*/ 3149 h 4324"/>
                  <a:gd name="T46" fmla="*/ 1301 w 4630"/>
                  <a:gd name="T47" fmla="*/ 3124 h 4324"/>
                  <a:gd name="T48" fmla="*/ 815 w 4630"/>
                  <a:gd name="T49" fmla="*/ 3371 h 4324"/>
                  <a:gd name="T50" fmla="*/ 948 w 4630"/>
                  <a:gd name="T51" fmla="*/ 4209 h 4324"/>
                  <a:gd name="T52" fmla="*/ 1300 w 4630"/>
                  <a:gd name="T53" fmla="*/ 4324 h 4324"/>
                  <a:gd name="T54" fmla="*/ 1786 w 4630"/>
                  <a:gd name="T55" fmla="*/ 4077 h 4324"/>
                  <a:gd name="T56" fmla="*/ 1795 w 4630"/>
                  <a:gd name="T57" fmla="*/ 3384 h 4324"/>
                  <a:gd name="T58" fmla="*/ 1981 w 4630"/>
                  <a:gd name="T59" fmla="*/ 3127 h 4324"/>
                  <a:gd name="T60" fmla="*/ 2315 w 4630"/>
                  <a:gd name="T61" fmla="*/ 3194 h 4324"/>
                  <a:gd name="T62" fmla="*/ 2647 w 4630"/>
                  <a:gd name="T63" fmla="*/ 3127 h 4324"/>
                  <a:gd name="T64" fmla="*/ 2836 w 4630"/>
                  <a:gd name="T65" fmla="*/ 3385 h 4324"/>
                  <a:gd name="T66" fmla="*/ 2845 w 4630"/>
                  <a:gd name="T67" fmla="*/ 4077 h 4324"/>
                  <a:gd name="T68" fmla="*/ 3331 w 4630"/>
                  <a:gd name="T69" fmla="*/ 4324 h 4324"/>
                  <a:gd name="T70" fmla="*/ 3331 w 4630"/>
                  <a:gd name="T71" fmla="*/ 4324 h 4324"/>
                  <a:gd name="T72" fmla="*/ 3683 w 4630"/>
                  <a:gd name="T73" fmla="*/ 4209 h 4324"/>
                  <a:gd name="T74" fmla="*/ 3816 w 4630"/>
                  <a:gd name="T75" fmla="*/ 3371 h 4324"/>
                  <a:gd name="T76" fmla="*/ 3330 w 4630"/>
                  <a:gd name="T77" fmla="*/ 3124 h 4324"/>
                  <a:gd name="T78" fmla="*/ 3159 w 4630"/>
                  <a:gd name="T79" fmla="*/ 3149 h 4324"/>
                  <a:gd name="T80" fmla="*/ 2971 w 4630"/>
                  <a:gd name="T81" fmla="*/ 2893 h 4324"/>
                  <a:gd name="T82" fmla="*/ 3182 w 4630"/>
                  <a:gd name="T83" fmla="*/ 2327 h 4324"/>
                  <a:gd name="T84" fmla="*/ 3179 w 4630"/>
                  <a:gd name="T85" fmla="*/ 2257 h 4324"/>
                  <a:gd name="T86" fmla="*/ 3481 w 4630"/>
                  <a:gd name="T87" fmla="*/ 2159 h 4324"/>
                  <a:gd name="T88" fmla="*/ 3957 w 4630"/>
                  <a:gd name="T89" fmla="*/ 2394 h 4324"/>
                  <a:gd name="T90" fmla="*/ 3957 w 4630"/>
                  <a:gd name="T91" fmla="*/ 2394 h 4324"/>
                  <a:gd name="T92" fmla="*/ 4143 w 4630"/>
                  <a:gd name="T93" fmla="*/ 2364 h 4324"/>
                  <a:gd name="T94" fmla="*/ 4528 w 4630"/>
                  <a:gd name="T95" fmla="*/ 1608 h 4324"/>
                  <a:gd name="T96" fmla="*/ 3958 w 4630"/>
                  <a:gd name="T97" fmla="*/ 1193 h 4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4630" h="4324">
                    <a:moveTo>
                      <a:pt x="3958" y="1193"/>
                    </a:moveTo>
                    <a:cubicBezTo>
                      <a:pt x="3895" y="1193"/>
                      <a:pt x="3832" y="1203"/>
                      <a:pt x="3772" y="1223"/>
                    </a:cubicBezTo>
                    <a:cubicBezTo>
                      <a:pt x="3524" y="1304"/>
                      <a:pt x="3364" y="1531"/>
                      <a:pt x="3358" y="1778"/>
                    </a:cubicBezTo>
                    <a:lnTo>
                      <a:pt x="3055" y="1876"/>
                    </a:lnTo>
                    <a:cubicBezTo>
                      <a:pt x="2936" y="1682"/>
                      <a:pt x="2743" y="1538"/>
                      <a:pt x="2515" y="1484"/>
                    </a:cubicBezTo>
                    <a:lnTo>
                      <a:pt x="2515" y="1166"/>
                    </a:lnTo>
                    <a:cubicBezTo>
                      <a:pt x="2748" y="1083"/>
                      <a:pt x="2915" y="861"/>
                      <a:pt x="2915" y="600"/>
                    </a:cubicBezTo>
                    <a:cubicBezTo>
                      <a:pt x="2915" y="270"/>
                      <a:pt x="2646" y="0"/>
                      <a:pt x="2315" y="0"/>
                    </a:cubicBezTo>
                    <a:cubicBezTo>
                      <a:pt x="1984" y="0"/>
                      <a:pt x="1715" y="270"/>
                      <a:pt x="1715" y="600"/>
                    </a:cubicBezTo>
                    <a:cubicBezTo>
                      <a:pt x="1715" y="861"/>
                      <a:pt x="1882" y="1083"/>
                      <a:pt x="2115" y="1166"/>
                    </a:cubicBezTo>
                    <a:lnTo>
                      <a:pt x="2115" y="1484"/>
                    </a:lnTo>
                    <a:cubicBezTo>
                      <a:pt x="1887" y="1538"/>
                      <a:pt x="1694" y="1682"/>
                      <a:pt x="1575" y="1877"/>
                    </a:cubicBezTo>
                    <a:lnTo>
                      <a:pt x="1273" y="1778"/>
                    </a:lnTo>
                    <a:cubicBezTo>
                      <a:pt x="1266" y="1531"/>
                      <a:pt x="1107" y="1304"/>
                      <a:pt x="858" y="1223"/>
                    </a:cubicBezTo>
                    <a:cubicBezTo>
                      <a:pt x="798" y="1203"/>
                      <a:pt x="736" y="1193"/>
                      <a:pt x="673" y="1193"/>
                    </a:cubicBezTo>
                    <a:cubicBezTo>
                      <a:pt x="412" y="1193"/>
                      <a:pt x="183" y="1360"/>
                      <a:pt x="102" y="1608"/>
                    </a:cubicBezTo>
                    <a:cubicBezTo>
                      <a:pt x="0" y="1923"/>
                      <a:pt x="173" y="2262"/>
                      <a:pt x="488" y="2364"/>
                    </a:cubicBezTo>
                    <a:cubicBezTo>
                      <a:pt x="548" y="2384"/>
                      <a:pt x="610" y="2394"/>
                      <a:pt x="673" y="2394"/>
                    </a:cubicBezTo>
                    <a:cubicBezTo>
                      <a:pt x="864" y="2394"/>
                      <a:pt x="1038" y="2304"/>
                      <a:pt x="1149" y="2159"/>
                    </a:cubicBezTo>
                    <a:lnTo>
                      <a:pt x="1452" y="2258"/>
                    </a:lnTo>
                    <a:cubicBezTo>
                      <a:pt x="1450" y="2281"/>
                      <a:pt x="1449" y="2304"/>
                      <a:pt x="1449" y="2327"/>
                    </a:cubicBezTo>
                    <a:cubicBezTo>
                      <a:pt x="1449" y="2542"/>
                      <a:pt x="1528" y="2740"/>
                      <a:pt x="1658" y="2891"/>
                    </a:cubicBezTo>
                    <a:lnTo>
                      <a:pt x="1471" y="3149"/>
                    </a:lnTo>
                    <a:cubicBezTo>
                      <a:pt x="1416" y="3132"/>
                      <a:pt x="1359" y="3124"/>
                      <a:pt x="1301" y="3124"/>
                    </a:cubicBezTo>
                    <a:cubicBezTo>
                      <a:pt x="1109" y="3124"/>
                      <a:pt x="927" y="3216"/>
                      <a:pt x="815" y="3371"/>
                    </a:cubicBezTo>
                    <a:cubicBezTo>
                      <a:pt x="620" y="3639"/>
                      <a:pt x="680" y="4015"/>
                      <a:pt x="948" y="4209"/>
                    </a:cubicBezTo>
                    <a:cubicBezTo>
                      <a:pt x="1051" y="4284"/>
                      <a:pt x="1173" y="4324"/>
                      <a:pt x="1300" y="4324"/>
                    </a:cubicBezTo>
                    <a:cubicBezTo>
                      <a:pt x="1492" y="4324"/>
                      <a:pt x="1673" y="4232"/>
                      <a:pt x="1786" y="4077"/>
                    </a:cubicBezTo>
                    <a:cubicBezTo>
                      <a:pt x="1939" y="3866"/>
                      <a:pt x="1934" y="3588"/>
                      <a:pt x="1795" y="3384"/>
                    </a:cubicBezTo>
                    <a:lnTo>
                      <a:pt x="1981" y="3127"/>
                    </a:lnTo>
                    <a:cubicBezTo>
                      <a:pt x="2084" y="3170"/>
                      <a:pt x="2197" y="3194"/>
                      <a:pt x="2315" y="3194"/>
                    </a:cubicBezTo>
                    <a:cubicBezTo>
                      <a:pt x="2433" y="3194"/>
                      <a:pt x="2545" y="3170"/>
                      <a:pt x="2647" y="3127"/>
                    </a:cubicBezTo>
                    <a:lnTo>
                      <a:pt x="2836" y="3385"/>
                    </a:lnTo>
                    <a:cubicBezTo>
                      <a:pt x="2696" y="3588"/>
                      <a:pt x="2692" y="3866"/>
                      <a:pt x="2845" y="4077"/>
                    </a:cubicBezTo>
                    <a:cubicBezTo>
                      <a:pt x="2957" y="4232"/>
                      <a:pt x="3139" y="4324"/>
                      <a:pt x="3331" y="4324"/>
                    </a:cubicBezTo>
                    <a:lnTo>
                      <a:pt x="3331" y="4324"/>
                    </a:lnTo>
                    <a:cubicBezTo>
                      <a:pt x="3458" y="4324"/>
                      <a:pt x="3580" y="4284"/>
                      <a:pt x="3683" y="4209"/>
                    </a:cubicBezTo>
                    <a:cubicBezTo>
                      <a:pt x="3951" y="4015"/>
                      <a:pt x="4010" y="3639"/>
                      <a:pt x="3816" y="3371"/>
                    </a:cubicBezTo>
                    <a:cubicBezTo>
                      <a:pt x="3703" y="3216"/>
                      <a:pt x="3522" y="3124"/>
                      <a:pt x="3330" y="3124"/>
                    </a:cubicBezTo>
                    <a:cubicBezTo>
                      <a:pt x="3271" y="3124"/>
                      <a:pt x="3214" y="3133"/>
                      <a:pt x="3159" y="3149"/>
                    </a:cubicBezTo>
                    <a:lnTo>
                      <a:pt x="2971" y="2893"/>
                    </a:lnTo>
                    <a:cubicBezTo>
                      <a:pt x="3102" y="2741"/>
                      <a:pt x="3182" y="2543"/>
                      <a:pt x="3182" y="2327"/>
                    </a:cubicBezTo>
                    <a:cubicBezTo>
                      <a:pt x="3182" y="2303"/>
                      <a:pt x="3181" y="2280"/>
                      <a:pt x="3179" y="2257"/>
                    </a:cubicBezTo>
                    <a:lnTo>
                      <a:pt x="3481" y="2159"/>
                    </a:lnTo>
                    <a:cubicBezTo>
                      <a:pt x="3592" y="2304"/>
                      <a:pt x="3766" y="2394"/>
                      <a:pt x="3957" y="2394"/>
                    </a:cubicBezTo>
                    <a:lnTo>
                      <a:pt x="3957" y="2394"/>
                    </a:lnTo>
                    <a:cubicBezTo>
                      <a:pt x="4020" y="2394"/>
                      <a:pt x="4083" y="2384"/>
                      <a:pt x="4143" y="2364"/>
                    </a:cubicBezTo>
                    <a:cubicBezTo>
                      <a:pt x="4458" y="2262"/>
                      <a:pt x="4630" y="1923"/>
                      <a:pt x="4528" y="1608"/>
                    </a:cubicBezTo>
                    <a:cubicBezTo>
                      <a:pt x="4447" y="1360"/>
                      <a:pt x="4218" y="1193"/>
                      <a:pt x="3958" y="119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3" name="ïSḷïḑe">
              <a:extLst>
                <a:ext uri="{FF2B5EF4-FFF2-40B4-BE49-F238E27FC236}">
                  <a16:creationId xmlns:a16="http://schemas.microsoft.com/office/drawing/2014/main" id="{6B5827FC-27CC-4D0A-B88A-D57547EB0C8D}"/>
                </a:ext>
              </a:extLst>
            </p:cNvPr>
            <p:cNvGrpSpPr/>
            <p:nvPr/>
          </p:nvGrpSpPr>
          <p:grpSpPr>
            <a:xfrm>
              <a:off x="7624171" y="3302319"/>
              <a:ext cx="681629" cy="681629"/>
              <a:chOff x="7624171" y="3302319"/>
              <a:chExt cx="681629" cy="681629"/>
            </a:xfrm>
          </p:grpSpPr>
          <p:sp>
            <p:nvSpPr>
              <p:cNvPr id="33" name="iŝļîḑe">
                <a:extLst>
                  <a:ext uri="{FF2B5EF4-FFF2-40B4-BE49-F238E27FC236}">
                    <a16:creationId xmlns:a16="http://schemas.microsoft.com/office/drawing/2014/main" id="{BAE6A0A5-1586-4E15-A32E-550C59980DB9}"/>
                  </a:ext>
                </a:extLst>
              </p:cNvPr>
              <p:cNvSpPr/>
              <p:nvPr/>
            </p:nvSpPr>
            <p:spPr>
              <a:xfrm>
                <a:off x="7624171" y="3302319"/>
                <a:ext cx="681629" cy="681629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4" name="íśľíḋe">
                <a:extLst>
                  <a:ext uri="{FF2B5EF4-FFF2-40B4-BE49-F238E27FC236}">
                    <a16:creationId xmlns:a16="http://schemas.microsoft.com/office/drawing/2014/main" id="{C1F93013-44B3-4EEB-914C-C8DAE67EDFCF}"/>
                  </a:ext>
                </a:extLst>
              </p:cNvPr>
              <p:cNvSpPr/>
              <p:nvPr/>
            </p:nvSpPr>
            <p:spPr bwMode="auto">
              <a:xfrm>
                <a:off x="7803939" y="3492392"/>
                <a:ext cx="322092" cy="301482"/>
              </a:xfrm>
              <a:custGeom>
                <a:avLst/>
                <a:gdLst>
                  <a:gd name="connsiteX0" fmla="*/ 455667 w 607699"/>
                  <a:gd name="connsiteY0" fmla="*/ 114246 h 568824"/>
                  <a:gd name="connsiteX1" fmla="*/ 587232 w 607699"/>
                  <a:gd name="connsiteY1" fmla="*/ 114246 h 568824"/>
                  <a:gd name="connsiteX2" fmla="*/ 607528 w 607699"/>
                  <a:gd name="connsiteY2" fmla="*/ 136994 h 568824"/>
                  <a:gd name="connsiteX3" fmla="*/ 575927 w 607699"/>
                  <a:gd name="connsiteY3" fmla="*/ 373358 h 568824"/>
                  <a:gd name="connsiteX4" fmla="*/ 555899 w 607699"/>
                  <a:gd name="connsiteY4" fmla="*/ 390863 h 568824"/>
                  <a:gd name="connsiteX5" fmla="*/ 446943 w 607699"/>
                  <a:gd name="connsiteY5" fmla="*/ 390863 h 568824"/>
                  <a:gd name="connsiteX6" fmla="*/ 440267 w 607699"/>
                  <a:gd name="connsiteY6" fmla="*/ 383932 h 568824"/>
                  <a:gd name="connsiteX7" fmla="*/ 448902 w 607699"/>
                  <a:gd name="connsiteY7" fmla="*/ 120733 h 568824"/>
                  <a:gd name="connsiteX8" fmla="*/ 455667 w 607699"/>
                  <a:gd name="connsiteY8" fmla="*/ 114246 h 568824"/>
                  <a:gd name="connsiteX9" fmla="*/ 299762 w 607699"/>
                  <a:gd name="connsiteY9" fmla="*/ 114246 h 568824"/>
                  <a:gd name="connsiteX10" fmla="*/ 401853 w 607699"/>
                  <a:gd name="connsiteY10" fmla="*/ 114246 h 568824"/>
                  <a:gd name="connsiteX11" fmla="*/ 408528 w 607699"/>
                  <a:gd name="connsiteY11" fmla="*/ 121177 h 568824"/>
                  <a:gd name="connsiteX12" fmla="*/ 399894 w 607699"/>
                  <a:gd name="connsiteY12" fmla="*/ 384376 h 568824"/>
                  <a:gd name="connsiteX13" fmla="*/ 393219 w 607699"/>
                  <a:gd name="connsiteY13" fmla="*/ 390863 h 568824"/>
                  <a:gd name="connsiteX14" fmla="*/ 308395 w 607699"/>
                  <a:gd name="connsiteY14" fmla="*/ 390863 h 568824"/>
                  <a:gd name="connsiteX15" fmla="*/ 301631 w 607699"/>
                  <a:gd name="connsiteY15" fmla="*/ 384376 h 568824"/>
                  <a:gd name="connsiteX16" fmla="*/ 292997 w 607699"/>
                  <a:gd name="connsiteY16" fmla="*/ 121177 h 568824"/>
                  <a:gd name="connsiteX17" fmla="*/ 299762 w 607699"/>
                  <a:gd name="connsiteY17" fmla="*/ 114246 h 568824"/>
                  <a:gd name="connsiteX18" fmla="*/ 20777 w 607699"/>
                  <a:gd name="connsiteY18" fmla="*/ 0 h 568824"/>
                  <a:gd name="connsiteX19" fmla="*/ 98218 w 607699"/>
                  <a:gd name="connsiteY19" fmla="*/ 0 h 568824"/>
                  <a:gd name="connsiteX20" fmla="*/ 118157 w 607699"/>
                  <a:gd name="connsiteY20" fmla="*/ 17508 h 568824"/>
                  <a:gd name="connsiteX21" fmla="*/ 131064 w 607699"/>
                  <a:gd name="connsiteY21" fmla="*/ 114201 h 568824"/>
                  <a:gd name="connsiteX22" fmla="*/ 245890 w 607699"/>
                  <a:gd name="connsiteY22" fmla="*/ 114201 h 568824"/>
                  <a:gd name="connsiteX23" fmla="*/ 252565 w 607699"/>
                  <a:gd name="connsiteY23" fmla="*/ 120689 h 568824"/>
                  <a:gd name="connsiteX24" fmla="*/ 261200 w 607699"/>
                  <a:gd name="connsiteY24" fmla="*/ 383929 h 568824"/>
                  <a:gd name="connsiteX25" fmla="*/ 254524 w 607699"/>
                  <a:gd name="connsiteY25" fmla="*/ 390861 h 568824"/>
                  <a:gd name="connsiteX26" fmla="*/ 168004 w 607699"/>
                  <a:gd name="connsiteY26" fmla="*/ 390861 h 568824"/>
                  <a:gd name="connsiteX27" fmla="*/ 174858 w 607699"/>
                  <a:gd name="connsiteY27" fmla="*/ 441874 h 568824"/>
                  <a:gd name="connsiteX28" fmla="*/ 558323 w 607699"/>
                  <a:gd name="connsiteY28" fmla="*/ 441874 h 568824"/>
                  <a:gd name="connsiteX29" fmla="*/ 578351 w 607699"/>
                  <a:gd name="connsiteY29" fmla="*/ 464359 h 568824"/>
                  <a:gd name="connsiteX30" fmla="*/ 557789 w 607699"/>
                  <a:gd name="connsiteY30" fmla="*/ 482222 h 568824"/>
                  <a:gd name="connsiteX31" fmla="*/ 515953 w 607699"/>
                  <a:gd name="connsiteY31" fmla="*/ 482222 h 568824"/>
                  <a:gd name="connsiteX32" fmla="*/ 522362 w 607699"/>
                  <a:gd name="connsiteY32" fmla="*/ 509061 h 568824"/>
                  <a:gd name="connsiteX33" fmla="*/ 460320 w 607699"/>
                  <a:gd name="connsiteY33" fmla="*/ 568784 h 568824"/>
                  <a:gd name="connsiteX34" fmla="*/ 402818 w 607699"/>
                  <a:gd name="connsiteY34" fmla="*/ 513416 h 568824"/>
                  <a:gd name="connsiteX35" fmla="*/ 409049 w 607699"/>
                  <a:gd name="connsiteY35" fmla="*/ 482222 h 568824"/>
                  <a:gd name="connsiteX36" fmla="*/ 319503 w 607699"/>
                  <a:gd name="connsiteY36" fmla="*/ 482222 h 568824"/>
                  <a:gd name="connsiteX37" fmla="*/ 325912 w 607699"/>
                  <a:gd name="connsiteY37" fmla="*/ 509061 h 568824"/>
                  <a:gd name="connsiteX38" fmla="*/ 263870 w 607699"/>
                  <a:gd name="connsiteY38" fmla="*/ 568784 h 568824"/>
                  <a:gd name="connsiteX39" fmla="*/ 206368 w 607699"/>
                  <a:gd name="connsiteY39" fmla="*/ 513416 h 568824"/>
                  <a:gd name="connsiteX40" fmla="*/ 212688 w 607699"/>
                  <a:gd name="connsiteY40" fmla="*/ 482222 h 568824"/>
                  <a:gd name="connsiteX41" fmla="*/ 157233 w 607699"/>
                  <a:gd name="connsiteY41" fmla="*/ 482222 h 568824"/>
                  <a:gd name="connsiteX42" fmla="*/ 137205 w 607699"/>
                  <a:gd name="connsiteY42" fmla="*/ 464714 h 568824"/>
                  <a:gd name="connsiteX43" fmla="*/ 80504 w 607699"/>
                  <a:gd name="connsiteY43" fmla="*/ 40348 h 568824"/>
                  <a:gd name="connsiteX44" fmla="*/ 20243 w 607699"/>
                  <a:gd name="connsiteY44" fmla="*/ 40348 h 568824"/>
                  <a:gd name="connsiteX45" fmla="*/ 126 w 607699"/>
                  <a:gd name="connsiteY45" fmla="*/ 17863 h 568824"/>
                  <a:gd name="connsiteX46" fmla="*/ 20777 w 607699"/>
                  <a:gd name="connsiteY46" fmla="*/ 0 h 568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607699" h="568824">
                    <a:moveTo>
                      <a:pt x="455667" y="114246"/>
                    </a:moveTo>
                    <a:lnTo>
                      <a:pt x="587232" y="114246"/>
                    </a:lnTo>
                    <a:cubicBezTo>
                      <a:pt x="600407" y="114246"/>
                      <a:pt x="609041" y="125531"/>
                      <a:pt x="607528" y="136994"/>
                    </a:cubicBezTo>
                    <a:lnTo>
                      <a:pt x="575927" y="373358"/>
                    </a:lnTo>
                    <a:cubicBezTo>
                      <a:pt x="574592" y="383399"/>
                      <a:pt x="566046" y="390863"/>
                      <a:pt x="555899" y="390863"/>
                    </a:cubicBezTo>
                    <a:lnTo>
                      <a:pt x="446943" y="390863"/>
                    </a:lnTo>
                    <a:cubicBezTo>
                      <a:pt x="443205" y="390863"/>
                      <a:pt x="440178" y="387753"/>
                      <a:pt x="440267" y="383932"/>
                    </a:cubicBezTo>
                    <a:lnTo>
                      <a:pt x="448902" y="120733"/>
                    </a:lnTo>
                    <a:cubicBezTo>
                      <a:pt x="448991" y="117089"/>
                      <a:pt x="452017" y="114246"/>
                      <a:pt x="455667" y="114246"/>
                    </a:cubicBezTo>
                    <a:close/>
                    <a:moveTo>
                      <a:pt x="299762" y="114246"/>
                    </a:moveTo>
                    <a:lnTo>
                      <a:pt x="401853" y="114246"/>
                    </a:lnTo>
                    <a:cubicBezTo>
                      <a:pt x="405680" y="114246"/>
                      <a:pt x="408706" y="117356"/>
                      <a:pt x="408528" y="121177"/>
                    </a:cubicBezTo>
                    <a:lnTo>
                      <a:pt x="399894" y="384376"/>
                    </a:lnTo>
                    <a:cubicBezTo>
                      <a:pt x="399805" y="388020"/>
                      <a:pt x="396779" y="390863"/>
                      <a:pt x="393219" y="390863"/>
                    </a:cubicBezTo>
                    <a:lnTo>
                      <a:pt x="308395" y="390863"/>
                    </a:lnTo>
                    <a:cubicBezTo>
                      <a:pt x="304746" y="390863"/>
                      <a:pt x="301720" y="388020"/>
                      <a:pt x="301631" y="384376"/>
                    </a:cubicBezTo>
                    <a:lnTo>
                      <a:pt x="292997" y="121177"/>
                    </a:lnTo>
                    <a:cubicBezTo>
                      <a:pt x="292908" y="117356"/>
                      <a:pt x="295934" y="114246"/>
                      <a:pt x="299762" y="114246"/>
                    </a:cubicBezTo>
                    <a:close/>
                    <a:moveTo>
                      <a:pt x="20777" y="0"/>
                    </a:moveTo>
                    <a:lnTo>
                      <a:pt x="98218" y="0"/>
                    </a:lnTo>
                    <a:cubicBezTo>
                      <a:pt x="108276" y="0"/>
                      <a:pt x="116822" y="7465"/>
                      <a:pt x="118157" y="17508"/>
                    </a:cubicBezTo>
                    <a:lnTo>
                      <a:pt x="131064" y="114201"/>
                    </a:lnTo>
                    <a:lnTo>
                      <a:pt x="245890" y="114201"/>
                    </a:lnTo>
                    <a:cubicBezTo>
                      <a:pt x="249450" y="114201"/>
                      <a:pt x="252476" y="117045"/>
                      <a:pt x="252565" y="120689"/>
                    </a:cubicBezTo>
                    <a:lnTo>
                      <a:pt x="261200" y="383929"/>
                    </a:lnTo>
                    <a:cubicBezTo>
                      <a:pt x="261378" y="387751"/>
                      <a:pt x="258351" y="390861"/>
                      <a:pt x="254524" y="390861"/>
                    </a:cubicBezTo>
                    <a:lnTo>
                      <a:pt x="168004" y="390861"/>
                    </a:lnTo>
                    <a:lnTo>
                      <a:pt x="174858" y="441874"/>
                    </a:lnTo>
                    <a:lnTo>
                      <a:pt x="558323" y="441874"/>
                    </a:lnTo>
                    <a:cubicBezTo>
                      <a:pt x="570162" y="441874"/>
                      <a:pt x="579686" y="452183"/>
                      <a:pt x="578351" y="464359"/>
                    </a:cubicBezTo>
                    <a:cubicBezTo>
                      <a:pt x="577194" y="474579"/>
                      <a:pt x="568114" y="482222"/>
                      <a:pt x="557789" y="482222"/>
                    </a:cubicBezTo>
                    <a:lnTo>
                      <a:pt x="515953" y="482222"/>
                    </a:lnTo>
                    <a:cubicBezTo>
                      <a:pt x="520048" y="490309"/>
                      <a:pt x="522362" y="499374"/>
                      <a:pt x="522362" y="509061"/>
                    </a:cubicBezTo>
                    <a:cubicBezTo>
                      <a:pt x="522362" y="542744"/>
                      <a:pt x="494323" y="570028"/>
                      <a:pt x="460320" y="568784"/>
                    </a:cubicBezTo>
                    <a:cubicBezTo>
                      <a:pt x="429967" y="567717"/>
                      <a:pt x="404955" y="543633"/>
                      <a:pt x="402818" y="513416"/>
                    </a:cubicBezTo>
                    <a:cubicBezTo>
                      <a:pt x="402017" y="502129"/>
                      <a:pt x="404332" y="491465"/>
                      <a:pt x="409049" y="482222"/>
                    </a:cubicBezTo>
                    <a:lnTo>
                      <a:pt x="319503" y="482222"/>
                    </a:lnTo>
                    <a:cubicBezTo>
                      <a:pt x="323597" y="490309"/>
                      <a:pt x="325912" y="499374"/>
                      <a:pt x="325912" y="509061"/>
                    </a:cubicBezTo>
                    <a:cubicBezTo>
                      <a:pt x="325912" y="542744"/>
                      <a:pt x="297873" y="570028"/>
                      <a:pt x="263870" y="568784"/>
                    </a:cubicBezTo>
                    <a:cubicBezTo>
                      <a:pt x="233606" y="567717"/>
                      <a:pt x="208593" y="543633"/>
                      <a:pt x="206368" y="513416"/>
                    </a:cubicBezTo>
                    <a:cubicBezTo>
                      <a:pt x="205567" y="502129"/>
                      <a:pt x="207970" y="491465"/>
                      <a:pt x="212688" y="482222"/>
                    </a:cubicBezTo>
                    <a:lnTo>
                      <a:pt x="157233" y="482222"/>
                    </a:lnTo>
                    <a:cubicBezTo>
                      <a:pt x="147086" y="482222"/>
                      <a:pt x="138541" y="474757"/>
                      <a:pt x="137205" y="464714"/>
                    </a:cubicBezTo>
                    <a:lnTo>
                      <a:pt x="80504" y="40348"/>
                    </a:lnTo>
                    <a:lnTo>
                      <a:pt x="20243" y="40348"/>
                    </a:lnTo>
                    <a:cubicBezTo>
                      <a:pt x="8315" y="40348"/>
                      <a:pt x="-1209" y="30039"/>
                      <a:pt x="126" y="17863"/>
                    </a:cubicBezTo>
                    <a:cubicBezTo>
                      <a:pt x="1283" y="7554"/>
                      <a:pt x="10363" y="0"/>
                      <a:pt x="207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4" name="î$1ïḍé">
              <a:extLst>
                <a:ext uri="{FF2B5EF4-FFF2-40B4-BE49-F238E27FC236}">
                  <a16:creationId xmlns:a16="http://schemas.microsoft.com/office/drawing/2014/main" id="{3826309C-7DF9-42EE-9EA7-6666B96284F2}"/>
                </a:ext>
              </a:extLst>
            </p:cNvPr>
            <p:cNvGrpSpPr/>
            <p:nvPr/>
          </p:nvGrpSpPr>
          <p:grpSpPr>
            <a:xfrm>
              <a:off x="6610211" y="4911321"/>
              <a:ext cx="681629" cy="681629"/>
              <a:chOff x="6610211" y="4911321"/>
              <a:chExt cx="681629" cy="681629"/>
            </a:xfrm>
          </p:grpSpPr>
          <p:sp>
            <p:nvSpPr>
              <p:cNvPr id="31" name="íṩľiḑé">
                <a:extLst>
                  <a:ext uri="{FF2B5EF4-FFF2-40B4-BE49-F238E27FC236}">
                    <a16:creationId xmlns:a16="http://schemas.microsoft.com/office/drawing/2014/main" id="{10CF6222-ECF0-4E5E-BA37-AAE1C616980C}"/>
                  </a:ext>
                </a:extLst>
              </p:cNvPr>
              <p:cNvSpPr/>
              <p:nvPr/>
            </p:nvSpPr>
            <p:spPr>
              <a:xfrm>
                <a:off x="6610211" y="4911321"/>
                <a:ext cx="681629" cy="681629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2" name="íŝḻíḍe">
                <a:extLst>
                  <a:ext uri="{FF2B5EF4-FFF2-40B4-BE49-F238E27FC236}">
                    <a16:creationId xmlns:a16="http://schemas.microsoft.com/office/drawing/2014/main" id="{0459DF30-7EB8-4C40-BDC6-50EEE2C28552}"/>
                  </a:ext>
                </a:extLst>
              </p:cNvPr>
              <p:cNvSpPr/>
              <p:nvPr/>
            </p:nvSpPr>
            <p:spPr bwMode="auto">
              <a:xfrm>
                <a:off x="6811901" y="5102513"/>
                <a:ext cx="278248" cy="299244"/>
              </a:xfrm>
              <a:custGeom>
                <a:avLst/>
                <a:gdLst>
                  <a:gd name="connsiteX0" fmla="*/ 325000 h 606722"/>
                  <a:gd name="connsiteY0" fmla="*/ 325000 h 606722"/>
                  <a:gd name="connsiteX1" fmla="*/ 325000 h 606722"/>
                  <a:gd name="connsiteY1" fmla="*/ 325000 h 606722"/>
                  <a:gd name="connsiteX2" fmla="*/ 325000 h 606722"/>
                  <a:gd name="connsiteY2" fmla="*/ 325000 h 606722"/>
                  <a:gd name="connsiteX3" fmla="*/ 325000 h 606722"/>
                  <a:gd name="connsiteY3" fmla="*/ 325000 h 606722"/>
                  <a:gd name="connsiteX4" fmla="*/ 325000 h 606722"/>
                  <a:gd name="connsiteY4" fmla="*/ 325000 h 606722"/>
                  <a:gd name="connsiteX5" fmla="*/ 325000 h 606722"/>
                  <a:gd name="connsiteY5" fmla="*/ 325000 h 606722"/>
                  <a:gd name="connsiteX6" fmla="*/ 325000 h 606722"/>
                  <a:gd name="connsiteY6" fmla="*/ 325000 h 606722"/>
                  <a:gd name="connsiteX7" fmla="*/ 325000 h 606722"/>
                  <a:gd name="connsiteY7" fmla="*/ 325000 h 606722"/>
                  <a:gd name="connsiteX8" fmla="*/ 325000 h 606722"/>
                  <a:gd name="connsiteY8" fmla="*/ 325000 h 606722"/>
                  <a:gd name="connsiteX9" fmla="*/ 325000 h 606722"/>
                  <a:gd name="connsiteY9" fmla="*/ 325000 h 606722"/>
                  <a:gd name="connsiteX10" fmla="*/ 325000 h 606722"/>
                  <a:gd name="connsiteY10" fmla="*/ 325000 h 606722"/>
                  <a:gd name="connsiteX11" fmla="*/ 325000 h 606722"/>
                  <a:gd name="connsiteY11" fmla="*/ 325000 h 606722"/>
                  <a:gd name="connsiteX12" fmla="*/ 325000 h 606722"/>
                  <a:gd name="connsiteY12" fmla="*/ 325000 h 606722"/>
                  <a:gd name="connsiteX13" fmla="*/ 325000 h 606722"/>
                  <a:gd name="connsiteY13" fmla="*/ 325000 h 606722"/>
                  <a:gd name="connsiteX14" fmla="*/ 325000 h 606722"/>
                  <a:gd name="connsiteY14" fmla="*/ 325000 h 606722"/>
                  <a:gd name="connsiteX15" fmla="*/ 325000 h 606722"/>
                  <a:gd name="connsiteY15" fmla="*/ 325000 h 606722"/>
                  <a:gd name="connsiteX16" fmla="*/ 325000 h 606722"/>
                  <a:gd name="connsiteY16" fmla="*/ 325000 h 606722"/>
                  <a:gd name="connsiteX17" fmla="*/ 325000 h 606722"/>
                  <a:gd name="connsiteY17" fmla="*/ 325000 h 606722"/>
                  <a:gd name="connsiteX18" fmla="*/ 325000 h 606722"/>
                  <a:gd name="connsiteY18" fmla="*/ 325000 h 606722"/>
                  <a:gd name="connsiteX19" fmla="*/ 325000 h 606722"/>
                  <a:gd name="connsiteY19" fmla="*/ 325000 h 606722"/>
                  <a:gd name="connsiteX20" fmla="*/ 325000 h 606722"/>
                  <a:gd name="connsiteY20" fmla="*/ 325000 h 606722"/>
                  <a:gd name="connsiteX21" fmla="*/ 325000 h 606722"/>
                  <a:gd name="connsiteY21" fmla="*/ 325000 h 606722"/>
                  <a:gd name="connsiteX22" fmla="*/ 325000 h 606722"/>
                  <a:gd name="connsiteY22" fmla="*/ 325000 h 606722"/>
                  <a:gd name="connsiteX23" fmla="*/ 325000 h 606722"/>
                  <a:gd name="connsiteY23" fmla="*/ 325000 h 606722"/>
                  <a:gd name="connsiteX24" fmla="*/ 325000 h 606722"/>
                  <a:gd name="connsiteY24" fmla="*/ 325000 h 606722"/>
                  <a:gd name="connsiteX25" fmla="*/ 325000 h 606722"/>
                  <a:gd name="connsiteY25" fmla="*/ 325000 h 606722"/>
                  <a:gd name="connsiteX26" fmla="*/ 325000 h 606722"/>
                  <a:gd name="connsiteY26" fmla="*/ 325000 h 606722"/>
                  <a:gd name="connsiteX27" fmla="*/ 325000 h 606722"/>
                  <a:gd name="connsiteY27" fmla="*/ 325000 h 606722"/>
                  <a:gd name="connsiteX28" fmla="*/ 325000 h 606722"/>
                  <a:gd name="connsiteY28" fmla="*/ 325000 h 606722"/>
                  <a:gd name="connsiteX29" fmla="*/ 325000 h 606722"/>
                  <a:gd name="connsiteY29" fmla="*/ 325000 h 606722"/>
                  <a:gd name="connsiteX30" fmla="*/ 325000 h 606722"/>
                  <a:gd name="connsiteY30" fmla="*/ 325000 h 606722"/>
                  <a:gd name="connsiteX31" fmla="*/ 325000 h 606722"/>
                  <a:gd name="connsiteY31" fmla="*/ 325000 h 606722"/>
                  <a:gd name="connsiteX32" fmla="*/ 325000 h 606722"/>
                  <a:gd name="connsiteY32" fmla="*/ 325000 h 606722"/>
                  <a:gd name="connsiteX33" fmla="*/ 325000 h 606722"/>
                  <a:gd name="connsiteY33" fmla="*/ 325000 h 606722"/>
                  <a:gd name="connsiteX34" fmla="*/ 325000 h 606722"/>
                  <a:gd name="connsiteY34" fmla="*/ 325000 h 606722"/>
                  <a:gd name="connsiteX35" fmla="*/ 325000 h 606722"/>
                  <a:gd name="connsiteY35" fmla="*/ 325000 h 606722"/>
                  <a:gd name="connsiteX36" fmla="*/ 325000 h 606722"/>
                  <a:gd name="connsiteY36" fmla="*/ 325000 h 606722"/>
                  <a:gd name="connsiteX37" fmla="*/ 325000 h 606722"/>
                  <a:gd name="connsiteY37" fmla="*/ 325000 h 606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564762" h="607377">
                    <a:moveTo>
                      <a:pt x="398796" y="210238"/>
                    </a:moveTo>
                    <a:cubicBezTo>
                      <a:pt x="423856" y="218803"/>
                      <a:pt x="452065" y="289439"/>
                      <a:pt x="454129" y="301178"/>
                    </a:cubicBezTo>
                    <a:cubicBezTo>
                      <a:pt x="464095" y="355087"/>
                      <a:pt x="455436" y="420331"/>
                      <a:pt x="390821" y="428242"/>
                    </a:cubicBezTo>
                    <a:cubicBezTo>
                      <a:pt x="374157" y="430281"/>
                      <a:pt x="370808" y="402960"/>
                      <a:pt x="386819" y="399698"/>
                    </a:cubicBezTo>
                    <a:cubicBezTo>
                      <a:pt x="432809" y="391053"/>
                      <a:pt x="433462" y="341141"/>
                      <a:pt x="424150" y="303136"/>
                    </a:cubicBezTo>
                    <a:cubicBezTo>
                      <a:pt x="418759" y="281849"/>
                      <a:pt x="410100" y="243926"/>
                      <a:pt x="384123" y="239277"/>
                    </a:cubicBezTo>
                    <a:cubicBezTo>
                      <a:pt x="376771" y="237972"/>
                      <a:pt x="374811" y="229327"/>
                      <a:pt x="377506" y="223292"/>
                    </a:cubicBezTo>
                    <a:cubicBezTo>
                      <a:pt x="380835" y="216635"/>
                      <a:pt x="384486" y="212620"/>
                      <a:pt x="388334" y="210720"/>
                    </a:cubicBezTo>
                    <a:cubicBezTo>
                      <a:pt x="391700" y="209057"/>
                      <a:pt x="395216" y="209014"/>
                      <a:pt x="398796" y="210238"/>
                    </a:cubicBezTo>
                    <a:close/>
                    <a:moveTo>
                      <a:pt x="476717" y="157997"/>
                    </a:moveTo>
                    <a:cubicBezTo>
                      <a:pt x="480431" y="157629"/>
                      <a:pt x="484423" y="158577"/>
                      <a:pt x="488078" y="161390"/>
                    </a:cubicBezTo>
                    <a:cubicBezTo>
                      <a:pt x="583400" y="235927"/>
                      <a:pt x="607414" y="460844"/>
                      <a:pt x="457447" y="487511"/>
                    </a:cubicBezTo>
                    <a:cubicBezTo>
                      <a:pt x="441438" y="490120"/>
                      <a:pt x="434740" y="467531"/>
                      <a:pt x="450750" y="462230"/>
                    </a:cubicBezTo>
                    <a:cubicBezTo>
                      <a:pt x="574088" y="419579"/>
                      <a:pt x="546071" y="255255"/>
                      <a:pt x="467412" y="182022"/>
                    </a:cubicBezTo>
                    <a:cubicBezTo>
                      <a:pt x="456937" y="172053"/>
                      <a:pt x="465575" y="159102"/>
                      <a:pt x="476717" y="157997"/>
                    </a:cubicBezTo>
                    <a:close/>
                    <a:moveTo>
                      <a:pt x="297153" y="39"/>
                    </a:moveTo>
                    <a:cubicBezTo>
                      <a:pt x="301145" y="366"/>
                      <a:pt x="304800" y="2690"/>
                      <a:pt x="306107" y="7013"/>
                    </a:cubicBezTo>
                    <a:cubicBezTo>
                      <a:pt x="307496" y="6360"/>
                      <a:pt x="309456" y="7013"/>
                      <a:pt x="311498" y="8399"/>
                    </a:cubicBezTo>
                    <a:cubicBezTo>
                      <a:pt x="322116" y="15658"/>
                      <a:pt x="324812" y="29687"/>
                      <a:pt x="326119" y="41676"/>
                    </a:cubicBezTo>
                    <a:cubicBezTo>
                      <a:pt x="326772" y="47630"/>
                      <a:pt x="328161" y="54318"/>
                      <a:pt x="328814" y="61577"/>
                    </a:cubicBezTo>
                    <a:cubicBezTo>
                      <a:pt x="343434" y="136776"/>
                      <a:pt x="332163" y="271270"/>
                      <a:pt x="331509" y="296554"/>
                    </a:cubicBezTo>
                    <a:cubicBezTo>
                      <a:pt x="330121" y="355115"/>
                      <a:pt x="338779" y="412371"/>
                      <a:pt x="340821" y="470931"/>
                    </a:cubicBezTo>
                    <a:cubicBezTo>
                      <a:pt x="342128" y="502169"/>
                      <a:pt x="350132" y="574758"/>
                      <a:pt x="318114" y="598003"/>
                    </a:cubicBezTo>
                    <a:cubicBezTo>
                      <a:pt x="316807" y="603386"/>
                      <a:pt x="312805" y="608035"/>
                      <a:pt x="306843" y="607301"/>
                    </a:cubicBezTo>
                    <a:cubicBezTo>
                      <a:pt x="265513" y="602000"/>
                      <a:pt x="221489" y="556081"/>
                      <a:pt x="194209" y="527453"/>
                    </a:cubicBezTo>
                    <a:cubicBezTo>
                      <a:pt x="182855" y="516198"/>
                      <a:pt x="168153" y="502169"/>
                      <a:pt x="156882" y="488222"/>
                    </a:cubicBezTo>
                    <a:cubicBezTo>
                      <a:pt x="138177" y="487570"/>
                      <a:pt x="118820" y="488222"/>
                      <a:pt x="100197" y="488222"/>
                    </a:cubicBezTo>
                    <a:cubicBezTo>
                      <a:pt x="86884" y="488222"/>
                      <a:pt x="59521" y="493524"/>
                      <a:pt x="45554" y="484878"/>
                    </a:cubicBezTo>
                    <a:cubicBezTo>
                      <a:pt x="41552" y="484226"/>
                      <a:pt x="37550" y="482187"/>
                      <a:pt x="36243" y="477538"/>
                    </a:cubicBezTo>
                    <a:cubicBezTo>
                      <a:pt x="4879" y="389697"/>
                      <a:pt x="-14479" y="258628"/>
                      <a:pt x="13537" y="168096"/>
                    </a:cubicBezTo>
                    <a:cubicBezTo>
                      <a:pt x="16232" y="158798"/>
                      <a:pt x="26850" y="156759"/>
                      <a:pt x="34201" y="160103"/>
                    </a:cubicBezTo>
                    <a:cubicBezTo>
                      <a:pt x="56908" y="156106"/>
                      <a:pt x="80186" y="160755"/>
                      <a:pt x="102892" y="164099"/>
                    </a:cubicBezTo>
                    <a:cubicBezTo>
                      <a:pt x="116206" y="166791"/>
                      <a:pt x="130173" y="169401"/>
                      <a:pt x="143486" y="168096"/>
                    </a:cubicBezTo>
                    <a:lnTo>
                      <a:pt x="144222" y="168096"/>
                    </a:lnTo>
                    <a:cubicBezTo>
                      <a:pt x="164886" y="142812"/>
                      <a:pt x="191513" y="121524"/>
                      <a:pt x="214873" y="98850"/>
                    </a:cubicBezTo>
                    <a:cubicBezTo>
                      <a:pt x="230147" y="84251"/>
                      <a:pt x="246156" y="68917"/>
                      <a:pt x="259469" y="51626"/>
                    </a:cubicBezTo>
                    <a:cubicBezTo>
                      <a:pt x="270823" y="36946"/>
                      <a:pt x="276132" y="19655"/>
                      <a:pt x="286178" y="5055"/>
                    </a:cubicBezTo>
                    <a:cubicBezTo>
                      <a:pt x="288833" y="1385"/>
                      <a:pt x="293162" y="-287"/>
                      <a:pt x="297153" y="3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25" name="îṥḷïďé">
              <a:extLst>
                <a:ext uri="{FF2B5EF4-FFF2-40B4-BE49-F238E27FC236}">
                  <a16:creationId xmlns:a16="http://schemas.microsoft.com/office/drawing/2014/main" id="{9C7F4CA2-CF7D-4525-875B-4E8A4781C2C9}"/>
                </a:ext>
              </a:extLst>
            </p:cNvPr>
            <p:cNvGrpSpPr/>
            <p:nvPr/>
          </p:nvGrpSpPr>
          <p:grpSpPr>
            <a:xfrm>
              <a:off x="4867685" y="4911321"/>
              <a:ext cx="681629" cy="681629"/>
              <a:chOff x="4867685" y="4911321"/>
              <a:chExt cx="681629" cy="681629"/>
            </a:xfrm>
          </p:grpSpPr>
          <p:sp>
            <p:nvSpPr>
              <p:cNvPr id="29" name="íS1iḋê">
                <a:extLst>
                  <a:ext uri="{FF2B5EF4-FFF2-40B4-BE49-F238E27FC236}">
                    <a16:creationId xmlns:a16="http://schemas.microsoft.com/office/drawing/2014/main" id="{D7EAE946-5278-4064-9EA8-2A66DF905AEE}"/>
                  </a:ext>
                </a:extLst>
              </p:cNvPr>
              <p:cNvSpPr/>
              <p:nvPr/>
            </p:nvSpPr>
            <p:spPr>
              <a:xfrm>
                <a:off x="4867685" y="4911321"/>
                <a:ext cx="681629" cy="681629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30" name="íṥḻiḓê">
                <a:extLst>
                  <a:ext uri="{FF2B5EF4-FFF2-40B4-BE49-F238E27FC236}">
                    <a16:creationId xmlns:a16="http://schemas.microsoft.com/office/drawing/2014/main" id="{A74E8D2B-FCE5-47CA-97D7-9B038A173C0D}"/>
                  </a:ext>
                </a:extLst>
              </p:cNvPr>
              <p:cNvSpPr/>
              <p:nvPr/>
            </p:nvSpPr>
            <p:spPr bwMode="auto">
              <a:xfrm>
                <a:off x="5051095" y="5093705"/>
                <a:ext cx="314808" cy="316860"/>
              </a:xfrm>
              <a:custGeom>
                <a:avLst/>
                <a:gdLst>
                  <a:gd name="connsiteX0" fmla="*/ 373273 h 605239"/>
                  <a:gd name="connsiteY0" fmla="*/ 373273 h 605239"/>
                  <a:gd name="connsiteX1" fmla="*/ 373273 h 605239"/>
                  <a:gd name="connsiteY1" fmla="*/ 373273 h 605239"/>
                  <a:gd name="connsiteX2" fmla="*/ 373273 h 605239"/>
                  <a:gd name="connsiteY2" fmla="*/ 373273 h 605239"/>
                  <a:gd name="connsiteX3" fmla="*/ 373273 h 605239"/>
                  <a:gd name="connsiteY3" fmla="*/ 373273 h 605239"/>
                  <a:gd name="connsiteX4" fmla="*/ 373273 h 605239"/>
                  <a:gd name="connsiteY4" fmla="*/ 373273 h 605239"/>
                  <a:gd name="connsiteX5" fmla="*/ 373273 h 605239"/>
                  <a:gd name="connsiteY5" fmla="*/ 373273 h 605239"/>
                  <a:gd name="connsiteX6" fmla="*/ 373273 h 605239"/>
                  <a:gd name="connsiteY6" fmla="*/ 373273 h 605239"/>
                  <a:gd name="connsiteX7" fmla="*/ 373273 h 605239"/>
                  <a:gd name="connsiteY7" fmla="*/ 373273 h 605239"/>
                  <a:gd name="connsiteX8" fmla="*/ 373273 h 605239"/>
                  <a:gd name="connsiteY8" fmla="*/ 373273 h 605239"/>
                  <a:gd name="connsiteX9" fmla="*/ 373273 h 605239"/>
                  <a:gd name="connsiteY9" fmla="*/ 373273 h 605239"/>
                  <a:gd name="connsiteX10" fmla="*/ 373273 h 605239"/>
                  <a:gd name="connsiteY10" fmla="*/ 373273 h 605239"/>
                  <a:gd name="connsiteX11" fmla="*/ 373273 h 605239"/>
                  <a:gd name="connsiteY11" fmla="*/ 373273 h 605239"/>
                  <a:gd name="connsiteX12" fmla="*/ 373273 h 605239"/>
                  <a:gd name="connsiteY12" fmla="*/ 373273 h 605239"/>
                  <a:gd name="connsiteX13" fmla="*/ 373273 h 605239"/>
                  <a:gd name="connsiteY13" fmla="*/ 373273 h 605239"/>
                  <a:gd name="connsiteX14" fmla="*/ 373273 h 605239"/>
                  <a:gd name="connsiteY14" fmla="*/ 373273 h 605239"/>
                  <a:gd name="connsiteX15" fmla="*/ 373273 h 605239"/>
                  <a:gd name="connsiteY15" fmla="*/ 373273 h 605239"/>
                  <a:gd name="connsiteX16" fmla="*/ 373273 h 605239"/>
                  <a:gd name="connsiteY16" fmla="*/ 373273 h 605239"/>
                  <a:gd name="connsiteX17" fmla="*/ 373273 h 605239"/>
                  <a:gd name="connsiteY17" fmla="*/ 373273 h 605239"/>
                  <a:gd name="connsiteX18" fmla="*/ 373273 h 605239"/>
                  <a:gd name="connsiteY18" fmla="*/ 373273 h 605239"/>
                  <a:gd name="connsiteX19" fmla="*/ 373273 h 605239"/>
                  <a:gd name="connsiteY19" fmla="*/ 373273 h 605239"/>
                  <a:gd name="connsiteX20" fmla="*/ 373273 h 605239"/>
                  <a:gd name="connsiteY20" fmla="*/ 373273 h 605239"/>
                  <a:gd name="connsiteX21" fmla="*/ 373273 h 605239"/>
                  <a:gd name="connsiteY21" fmla="*/ 373273 h 605239"/>
                  <a:gd name="connsiteX22" fmla="*/ 373273 h 605239"/>
                  <a:gd name="connsiteY22" fmla="*/ 373273 h 605239"/>
                  <a:gd name="connsiteX23" fmla="*/ 373273 h 605239"/>
                  <a:gd name="connsiteY23" fmla="*/ 373273 h 605239"/>
                  <a:gd name="connsiteX24" fmla="*/ 373273 h 605239"/>
                  <a:gd name="connsiteY24" fmla="*/ 373273 h 605239"/>
                  <a:gd name="connsiteX25" fmla="*/ 373273 h 605239"/>
                  <a:gd name="connsiteY25" fmla="*/ 373273 h 605239"/>
                  <a:gd name="connsiteX26" fmla="*/ 373273 h 605239"/>
                  <a:gd name="connsiteY26" fmla="*/ 373273 h 605239"/>
                  <a:gd name="connsiteX27" fmla="*/ 373273 h 605239"/>
                  <a:gd name="connsiteY27" fmla="*/ 373273 h 605239"/>
                  <a:gd name="connsiteX28" fmla="*/ 373273 h 605239"/>
                  <a:gd name="connsiteY28" fmla="*/ 373273 h 605239"/>
                  <a:gd name="connsiteX29" fmla="*/ 373273 h 605239"/>
                  <a:gd name="connsiteY29" fmla="*/ 373273 h 605239"/>
                  <a:gd name="connsiteX30" fmla="*/ 373273 h 605239"/>
                  <a:gd name="connsiteY30" fmla="*/ 373273 h 605239"/>
                  <a:gd name="connsiteX31" fmla="*/ 373273 h 605239"/>
                  <a:gd name="connsiteY31" fmla="*/ 373273 h 605239"/>
                  <a:gd name="connsiteX32" fmla="*/ 373273 h 605239"/>
                  <a:gd name="connsiteY32" fmla="*/ 373273 h 605239"/>
                  <a:gd name="connsiteX33" fmla="*/ 373273 h 605239"/>
                  <a:gd name="connsiteY33" fmla="*/ 373273 h 605239"/>
                  <a:gd name="connsiteX34" fmla="*/ 373273 h 605239"/>
                  <a:gd name="connsiteY34" fmla="*/ 373273 h 605239"/>
                  <a:gd name="connsiteX35" fmla="*/ 373273 h 605239"/>
                  <a:gd name="connsiteY35" fmla="*/ 373273 h 605239"/>
                  <a:gd name="connsiteX36" fmla="*/ 373273 h 605239"/>
                  <a:gd name="connsiteY36" fmla="*/ 373273 h 605239"/>
                  <a:gd name="connsiteX37" fmla="*/ 373273 h 605239"/>
                  <a:gd name="connsiteY37" fmla="*/ 373273 h 605239"/>
                  <a:gd name="connsiteX38" fmla="*/ 373273 h 605239"/>
                  <a:gd name="connsiteY38" fmla="*/ 373273 h 605239"/>
                  <a:gd name="connsiteX39" fmla="*/ 373273 h 605239"/>
                  <a:gd name="connsiteY39" fmla="*/ 373273 h 605239"/>
                  <a:gd name="connsiteX40" fmla="*/ 373273 h 605239"/>
                  <a:gd name="connsiteY40" fmla="*/ 373273 h 605239"/>
                  <a:gd name="connsiteX41" fmla="*/ 373273 h 605239"/>
                  <a:gd name="connsiteY41" fmla="*/ 373273 h 605239"/>
                  <a:gd name="connsiteX42" fmla="*/ 373273 h 605239"/>
                  <a:gd name="connsiteY42" fmla="*/ 373273 h 605239"/>
                  <a:gd name="connsiteX43" fmla="*/ 373273 h 605239"/>
                  <a:gd name="connsiteY43" fmla="*/ 373273 h 605239"/>
                  <a:gd name="connsiteX44" fmla="*/ 373273 h 605239"/>
                  <a:gd name="connsiteY44" fmla="*/ 373273 h 605239"/>
                  <a:gd name="connsiteX45" fmla="*/ 373273 h 605239"/>
                  <a:gd name="connsiteY45" fmla="*/ 373273 h 605239"/>
                  <a:gd name="connsiteX46" fmla="*/ 373273 h 605239"/>
                  <a:gd name="connsiteY46" fmla="*/ 373273 h 605239"/>
                  <a:gd name="connsiteX47" fmla="*/ 373273 h 605239"/>
                  <a:gd name="connsiteY47" fmla="*/ 373273 h 605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98142" h="602040">
                    <a:moveTo>
                      <a:pt x="314024" y="186505"/>
                    </a:moveTo>
                    <a:cubicBezTo>
                      <a:pt x="327927" y="186505"/>
                      <a:pt x="340837" y="197413"/>
                      <a:pt x="340837" y="212287"/>
                    </a:cubicBezTo>
                    <a:lnTo>
                      <a:pt x="340837" y="281699"/>
                    </a:lnTo>
                    <a:cubicBezTo>
                      <a:pt x="359706" y="290624"/>
                      <a:pt x="372616" y="311447"/>
                      <a:pt x="372616" y="334254"/>
                    </a:cubicBezTo>
                    <a:cubicBezTo>
                      <a:pt x="372616" y="366977"/>
                      <a:pt x="345803" y="392759"/>
                      <a:pt x="314024" y="392759"/>
                    </a:cubicBezTo>
                    <a:cubicBezTo>
                      <a:pt x="281251" y="392759"/>
                      <a:pt x="254438" y="365986"/>
                      <a:pt x="254438" y="334254"/>
                    </a:cubicBezTo>
                    <a:cubicBezTo>
                      <a:pt x="254438" y="311447"/>
                      <a:pt x="267348" y="290624"/>
                      <a:pt x="287210" y="281699"/>
                    </a:cubicBezTo>
                    <a:lnTo>
                      <a:pt x="287210" y="212287"/>
                    </a:lnTo>
                    <a:cubicBezTo>
                      <a:pt x="287210" y="197413"/>
                      <a:pt x="299127" y="186505"/>
                      <a:pt x="314024" y="186505"/>
                    </a:cubicBezTo>
                    <a:close/>
                    <a:moveTo>
                      <a:pt x="312981" y="150758"/>
                    </a:moveTo>
                    <a:cubicBezTo>
                      <a:pt x="211635" y="150758"/>
                      <a:pt x="130161" y="232088"/>
                      <a:pt x="130161" y="333254"/>
                    </a:cubicBezTo>
                    <a:cubicBezTo>
                      <a:pt x="130161" y="433429"/>
                      <a:pt x="211635" y="514759"/>
                      <a:pt x="312981" y="514759"/>
                    </a:cubicBezTo>
                    <a:cubicBezTo>
                      <a:pt x="413334" y="514759"/>
                      <a:pt x="494809" y="433429"/>
                      <a:pt x="494809" y="333254"/>
                    </a:cubicBezTo>
                    <a:cubicBezTo>
                      <a:pt x="494809" y="232088"/>
                      <a:pt x="413334" y="150758"/>
                      <a:pt x="312981" y="150758"/>
                    </a:cubicBezTo>
                    <a:close/>
                    <a:moveTo>
                      <a:pt x="276219" y="0"/>
                    </a:moveTo>
                    <a:lnTo>
                      <a:pt x="351731" y="0"/>
                    </a:lnTo>
                    <a:cubicBezTo>
                      <a:pt x="367629" y="0"/>
                      <a:pt x="379552" y="13886"/>
                      <a:pt x="379552" y="29755"/>
                    </a:cubicBezTo>
                    <a:lnTo>
                      <a:pt x="379552" y="74387"/>
                    </a:lnTo>
                    <a:cubicBezTo>
                      <a:pt x="407373" y="81330"/>
                      <a:pt x="434199" y="93232"/>
                      <a:pt x="459039" y="108109"/>
                    </a:cubicBezTo>
                    <a:lnTo>
                      <a:pt x="495802" y="71412"/>
                    </a:lnTo>
                    <a:cubicBezTo>
                      <a:pt x="507725" y="59510"/>
                      <a:pt x="527597" y="59510"/>
                      <a:pt x="539520" y="71412"/>
                    </a:cubicBezTo>
                    <a:lnTo>
                      <a:pt x="588206" y="121003"/>
                    </a:lnTo>
                    <a:cubicBezTo>
                      <a:pt x="594168" y="125962"/>
                      <a:pt x="598142" y="133897"/>
                      <a:pt x="598142" y="142823"/>
                    </a:cubicBezTo>
                    <a:cubicBezTo>
                      <a:pt x="598142" y="150758"/>
                      <a:pt x="594168" y="158693"/>
                      <a:pt x="588206" y="164644"/>
                    </a:cubicBezTo>
                    <a:lnTo>
                      <a:pt x="548462" y="204317"/>
                    </a:lnTo>
                    <a:cubicBezTo>
                      <a:pt x="570321" y="242998"/>
                      <a:pt x="582245" y="286638"/>
                      <a:pt x="582245" y="334246"/>
                    </a:cubicBezTo>
                    <a:cubicBezTo>
                      <a:pt x="582245" y="482029"/>
                      <a:pt x="462020" y="602040"/>
                      <a:pt x="313975" y="602040"/>
                    </a:cubicBezTo>
                    <a:cubicBezTo>
                      <a:pt x="165930" y="602040"/>
                      <a:pt x="44712" y="482029"/>
                      <a:pt x="44712" y="334246"/>
                    </a:cubicBezTo>
                    <a:cubicBezTo>
                      <a:pt x="44712" y="304491"/>
                      <a:pt x="49680" y="275728"/>
                      <a:pt x="58622" y="247957"/>
                    </a:cubicBezTo>
                    <a:cubicBezTo>
                      <a:pt x="59616" y="247957"/>
                      <a:pt x="59616" y="247957"/>
                      <a:pt x="59616" y="247957"/>
                    </a:cubicBezTo>
                    <a:cubicBezTo>
                      <a:pt x="64584" y="233080"/>
                      <a:pt x="70545" y="218202"/>
                      <a:pt x="78494" y="204317"/>
                    </a:cubicBezTo>
                    <a:lnTo>
                      <a:pt x="52661" y="178529"/>
                    </a:lnTo>
                    <a:lnTo>
                      <a:pt x="42725" y="188447"/>
                    </a:lnTo>
                    <a:cubicBezTo>
                      <a:pt x="38750" y="192415"/>
                      <a:pt x="33782" y="194398"/>
                      <a:pt x="27821" y="194398"/>
                    </a:cubicBezTo>
                    <a:cubicBezTo>
                      <a:pt x="22853" y="194398"/>
                      <a:pt x="16891" y="192415"/>
                      <a:pt x="13910" y="188447"/>
                    </a:cubicBezTo>
                    <a:lnTo>
                      <a:pt x="5962" y="181505"/>
                    </a:lnTo>
                    <a:cubicBezTo>
                      <a:pt x="-1987" y="173570"/>
                      <a:pt x="-1987" y="160676"/>
                      <a:pt x="5962" y="151750"/>
                    </a:cubicBezTo>
                    <a:lnTo>
                      <a:pt x="117244" y="37689"/>
                    </a:lnTo>
                    <a:cubicBezTo>
                      <a:pt x="121218" y="33722"/>
                      <a:pt x="127180" y="31739"/>
                      <a:pt x="132148" y="31739"/>
                    </a:cubicBezTo>
                    <a:cubicBezTo>
                      <a:pt x="138109" y="30747"/>
                      <a:pt x="143077" y="33722"/>
                      <a:pt x="147052" y="37689"/>
                    </a:cubicBezTo>
                    <a:lnTo>
                      <a:pt x="155000" y="44632"/>
                    </a:lnTo>
                    <a:cubicBezTo>
                      <a:pt x="162949" y="52567"/>
                      <a:pt x="162949" y="65461"/>
                      <a:pt x="155000" y="73395"/>
                    </a:cubicBezTo>
                    <a:lnTo>
                      <a:pt x="145064" y="84305"/>
                    </a:lnTo>
                    <a:lnTo>
                      <a:pt x="168911" y="108109"/>
                    </a:lnTo>
                    <a:cubicBezTo>
                      <a:pt x="173879" y="105134"/>
                      <a:pt x="178847" y="102158"/>
                      <a:pt x="184808" y="99183"/>
                    </a:cubicBezTo>
                    <a:cubicBezTo>
                      <a:pt x="204680" y="88273"/>
                      <a:pt x="225545" y="79346"/>
                      <a:pt x="247404" y="74387"/>
                    </a:cubicBezTo>
                    <a:lnTo>
                      <a:pt x="247404" y="29755"/>
                    </a:lnTo>
                    <a:cubicBezTo>
                      <a:pt x="247404" y="13886"/>
                      <a:pt x="260321" y="0"/>
                      <a:pt x="27621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92500" lnSpcReduction="20000"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26" name="îślïḍe">
              <a:extLst>
                <a:ext uri="{FF2B5EF4-FFF2-40B4-BE49-F238E27FC236}">
                  <a16:creationId xmlns:a16="http://schemas.microsoft.com/office/drawing/2014/main" id="{6EA1C711-D796-499A-BAE2-799585EE5639}"/>
                </a:ext>
              </a:extLst>
            </p:cNvPr>
            <p:cNvGrpSpPr/>
            <p:nvPr/>
          </p:nvGrpSpPr>
          <p:grpSpPr>
            <a:xfrm>
              <a:off x="3886200" y="3302319"/>
              <a:ext cx="681629" cy="681629"/>
              <a:chOff x="3886200" y="3302319"/>
              <a:chExt cx="681629" cy="681629"/>
            </a:xfrm>
          </p:grpSpPr>
          <p:sp>
            <p:nvSpPr>
              <p:cNvPr id="27" name="işļíďe">
                <a:extLst>
                  <a:ext uri="{FF2B5EF4-FFF2-40B4-BE49-F238E27FC236}">
                    <a16:creationId xmlns:a16="http://schemas.microsoft.com/office/drawing/2014/main" id="{403E9AC2-C133-4C54-BC4F-5C380E0B2BFB}"/>
                  </a:ext>
                </a:extLst>
              </p:cNvPr>
              <p:cNvSpPr/>
              <p:nvPr/>
            </p:nvSpPr>
            <p:spPr>
              <a:xfrm>
                <a:off x="3886200" y="3302319"/>
                <a:ext cx="681629" cy="681629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</a:schemeClr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8" name="îṡlîḍé">
                <a:extLst>
                  <a:ext uri="{FF2B5EF4-FFF2-40B4-BE49-F238E27FC236}">
                    <a16:creationId xmlns:a16="http://schemas.microsoft.com/office/drawing/2014/main" id="{625E9989-0797-4E6D-8551-B8881BB83E79}"/>
                  </a:ext>
                </a:extLst>
              </p:cNvPr>
              <p:cNvSpPr/>
              <p:nvPr/>
            </p:nvSpPr>
            <p:spPr bwMode="auto">
              <a:xfrm>
                <a:off x="4080715" y="3498566"/>
                <a:ext cx="292598" cy="289134"/>
              </a:xfrm>
              <a:custGeom>
                <a:avLst/>
                <a:gdLst>
                  <a:gd name="connsiteX0" fmla="*/ 408849 w 607639"/>
                  <a:gd name="connsiteY0" fmla="*/ 429955 h 600441"/>
                  <a:gd name="connsiteX1" fmla="*/ 437064 w 607639"/>
                  <a:gd name="connsiteY1" fmla="*/ 429955 h 600441"/>
                  <a:gd name="connsiteX2" fmla="*/ 444184 w 607639"/>
                  <a:gd name="connsiteY2" fmla="*/ 436977 h 600441"/>
                  <a:gd name="connsiteX3" fmla="*/ 444184 w 607639"/>
                  <a:gd name="connsiteY3" fmla="*/ 510665 h 600441"/>
                  <a:gd name="connsiteX4" fmla="*/ 454687 w 607639"/>
                  <a:gd name="connsiteY4" fmla="*/ 510665 h 600441"/>
                  <a:gd name="connsiteX5" fmla="*/ 520016 w 607639"/>
                  <a:gd name="connsiteY5" fmla="*/ 463199 h 600441"/>
                  <a:gd name="connsiteX6" fmla="*/ 588727 w 607639"/>
                  <a:gd name="connsiteY6" fmla="*/ 531820 h 600441"/>
                  <a:gd name="connsiteX7" fmla="*/ 520016 w 607639"/>
                  <a:gd name="connsiteY7" fmla="*/ 600441 h 600441"/>
                  <a:gd name="connsiteX8" fmla="*/ 454687 w 607639"/>
                  <a:gd name="connsiteY8" fmla="*/ 552975 h 600441"/>
                  <a:gd name="connsiteX9" fmla="*/ 423001 w 607639"/>
                  <a:gd name="connsiteY9" fmla="*/ 552975 h 600441"/>
                  <a:gd name="connsiteX10" fmla="*/ 401729 w 607639"/>
                  <a:gd name="connsiteY10" fmla="*/ 531820 h 600441"/>
                  <a:gd name="connsiteX11" fmla="*/ 401729 w 607639"/>
                  <a:gd name="connsiteY11" fmla="*/ 436977 h 600441"/>
                  <a:gd name="connsiteX12" fmla="*/ 408849 w 607639"/>
                  <a:gd name="connsiteY12" fmla="*/ 429955 h 600441"/>
                  <a:gd name="connsiteX13" fmla="*/ 289710 w 607639"/>
                  <a:gd name="connsiteY13" fmla="*/ 429955 h 600441"/>
                  <a:gd name="connsiteX14" fmla="*/ 317928 w 607639"/>
                  <a:gd name="connsiteY14" fmla="*/ 429955 h 600441"/>
                  <a:gd name="connsiteX15" fmla="*/ 324961 w 607639"/>
                  <a:gd name="connsiteY15" fmla="*/ 436977 h 600441"/>
                  <a:gd name="connsiteX16" fmla="*/ 324961 w 607639"/>
                  <a:gd name="connsiteY16" fmla="*/ 466577 h 600441"/>
                  <a:gd name="connsiteX17" fmla="*/ 372585 w 607639"/>
                  <a:gd name="connsiteY17" fmla="*/ 531820 h 600441"/>
                  <a:gd name="connsiteX18" fmla="*/ 303774 w 607639"/>
                  <a:gd name="connsiteY18" fmla="*/ 600441 h 600441"/>
                  <a:gd name="connsiteX19" fmla="*/ 235053 w 607639"/>
                  <a:gd name="connsiteY19" fmla="*/ 531820 h 600441"/>
                  <a:gd name="connsiteX20" fmla="*/ 282588 w 607639"/>
                  <a:gd name="connsiteY20" fmla="*/ 466577 h 600441"/>
                  <a:gd name="connsiteX21" fmla="*/ 282588 w 607639"/>
                  <a:gd name="connsiteY21" fmla="*/ 436977 h 600441"/>
                  <a:gd name="connsiteX22" fmla="*/ 289710 w 607639"/>
                  <a:gd name="connsiteY22" fmla="*/ 429955 h 600441"/>
                  <a:gd name="connsiteX23" fmla="*/ 170433 w 607639"/>
                  <a:gd name="connsiteY23" fmla="*/ 429955 h 600441"/>
                  <a:gd name="connsiteX24" fmla="*/ 198737 w 607639"/>
                  <a:gd name="connsiteY24" fmla="*/ 429955 h 600441"/>
                  <a:gd name="connsiteX25" fmla="*/ 205768 w 607639"/>
                  <a:gd name="connsiteY25" fmla="*/ 436977 h 600441"/>
                  <a:gd name="connsiteX26" fmla="*/ 205768 w 607639"/>
                  <a:gd name="connsiteY26" fmla="*/ 531820 h 600441"/>
                  <a:gd name="connsiteX27" fmla="*/ 184585 w 607639"/>
                  <a:gd name="connsiteY27" fmla="*/ 552975 h 600441"/>
                  <a:gd name="connsiteX28" fmla="*/ 152899 w 607639"/>
                  <a:gd name="connsiteY28" fmla="*/ 552975 h 600441"/>
                  <a:gd name="connsiteX29" fmla="*/ 87570 w 607639"/>
                  <a:gd name="connsiteY29" fmla="*/ 600441 h 600441"/>
                  <a:gd name="connsiteX30" fmla="*/ 18770 w 607639"/>
                  <a:gd name="connsiteY30" fmla="*/ 531820 h 600441"/>
                  <a:gd name="connsiteX31" fmla="*/ 87570 w 607639"/>
                  <a:gd name="connsiteY31" fmla="*/ 463199 h 600441"/>
                  <a:gd name="connsiteX32" fmla="*/ 152899 w 607639"/>
                  <a:gd name="connsiteY32" fmla="*/ 510665 h 600441"/>
                  <a:gd name="connsiteX33" fmla="*/ 163402 w 607639"/>
                  <a:gd name="connsiteY33" fmla="*/ 510665 h 600441"/>
                  <a:gd name="connsiteX34" fmla="*/ 163402 w 607639"/>
                  <a:gd name="connsiteY34" fmla="*/ 436977 h 600441"/>
                  <a:gd name="connsiteX35" fmla="*/ 170433 w 607639"/>
                  <a:gd name="connsiteY35" fmla="*/ 429955 h 600441"/>
                  <a:gd name="connsiteX36" fmla="*/ 303775 w 607639"/>
                  <a:gd name="connsiteY36" fmla="*/ 0 h 600441"/>
                  <a:gd name="connsiteX37" fmla="*/ 470749 w 607639"/>
                  <a:gd name="connsiteY37" fmla="*/ 146915 h 600441"/>
                  <a:gd name="connsiteX38" fmla="*/ 607639 w 607639"/>
                  <a:gd name="connsiteY38" fmla="*/ 274278 h 600441"/>
                  <a:gd name="connsiteX39" fmla="*/ 480005 w 607639"/>
                  <a:gd name="connsiteY39" fmla="*/ 401729 h 600441"/>
                  <a:gd name="connsiteX40" fmla="*/ 127634 w 607639"/>
                  <a:gd name="connsiteY40" fmla="*/ 401729 h 600441"/>
                  <a:gd name="connsiteX41" fmla="*/ 0 w 607639"/>
                  <a:gd name="connsiteY41" fmla="*/ 274278 h 600441"/>
                  <a:gd name="connsiteX42" fmla="*/ 136890 w 607639"/>
                  <a:gd name="connsiteY42" fmla="*/ 146915 h 600441"/>
                  <a:gd name="connsiteX43" fmla="*/ 303775 w 607639"/>
                  <a:gd name="connsiteY43" fmla="*/ 0 h 600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607639" h="600441">
                    <a:moveTo>
                      <a:pt x="408849" y="429955"/>
                    </a:moveTo>
                    <a:lnTo>
                      <a:pt x="437064" y="429955"/>
                    </a:lnTo>
                    <a:cubicBezTo>
                      <a:pt x="440980" y="429955"/>
                      <a:pt x="444184" y="433066"/>
                      <a:pt x="444184" y="436977"/>
                    </a:cubicBezTo>
                    <a:lnTo>
                      <a:pt x="444184" y="510665"/>
                    </a:lnTo>
                    <a:lnTo>
                      <a:pt x="454687" y="510665"/>
                    </a:lnTo>
                    <a:cubicBezTo>
                      <a:pt x="463587" y="483110"/>
                      <a:pt x="489487" y="463199"/>
                      <a:pt x="520016" y="463199"/>
                    </a:cubicBezTo>
                    <a:cubicBezTo>
                      <a:pt x="557932" y="463199"/>
                      <a:pt x="588727" y="493954"/>
                      <a:pt x="588727" y="531820"/>
                    </a:cubicBezTo>
                    <a:cubicBezTo>
                      <a:pt x="588727" y="569686"/>
                      <a:pt x="557932" y="600441"/>
                      <a:pt x="520016" y="600441"/>
                    </a:cubicBezTo>
                    <a:cubicBezTo>
                      <a:pt x="489487" y="600441"/>
                      <a:pt x="463587" y="580530"/>
                      <a:pt x="454687" y="552975"/>
                    </a:cubicBezTo>
                    <a:lnTo>
                      <a:pt x="423001" y="552975"/>
                    </a:lnTo>
                    <a:cubicBezTo>
                      <a:pt x="411252" y="552975"/>
                      <a:pt x="401729" y="543553"/>
                      <a:pt x="401729" y="531820"/>
                    </a:cubicBezTo>
                    <a:lnTo>
                      <a:pt x="401729" y="436977"/>
                    </a:lnTo>
                    <a:cubicBezTo>
                      <a:pt x="401729" y="433066"/>
                      <a:pt x="404933" y="429955"/>
                      <a:pt x="408849" y="429955"/>
                    </a:cubicBezTo>
                    <a:close/>
                    <a:moveTo>
                      <a:pt x="289710" y="429955"/>
                    </a:moveTo>
                    <a:lnTo>
                      <a:pt x="317928" y="429955"/>
                    </a:lnTo>
                    <a:cubicBezTo>
                      <a:pt x="321845" y="429955"/>
                      <a:pt x="324961" y="433066"/>
                      <a:pt x="324961" y="436977"/>
                    </a:cubicBezTo>
                    <a:lnTo>
                      <a:pt x="324961" y="466577"/>
                    </a:lnTo>
                    <a:cubicBezTo>
                      <a:pt x="352556" y="475465"/>
                      <a:pt x="372585" y="501332"/>
                      <a:pt x="372585" y="531820"/>
                    </a:cubicBezTo>
                    <a:cubicBezTo>
                      <a:pt x="372585" y="569686"/>
                      <a:pt x="341696" y="600441"/>
                      <a:pt x="303774" y="600441"/>
                    </a:cubicBezTo>
                    <a:cubicBezTo>
                      <a:pt x="265942" y="600441"/>
                      <a:pt x="235053" y="569686"/>
                      <a:pt x="235053" y="531820"/>
                    </a:cubicBezTo>
                    <a:cubicBezTo>
                      <a:pt x="235053" y="501332"/>
                      <a:pt x="255082" y="475465"/>
                      <a:pt x="282588" y="466577"/>
                    </a:cubicBezTo>
                    <a:lnTo>
                      <a:pt x="282588" y="436977"/>
                    </a:lnTo>
                    <a:cubicBezTo>
                      <a:pt x="282588" y="433066"/>
                      <a:pt x="285793" y="429955"/>
                      <a:pt x="289710" y="429955"/>
                    </a:cubicBezTo>
                    <a:close/>
                    <a:moveTo>
                      <a:pt x="170433" y="429955"/>
                    </a:moveTo>
                    <a:lnTo>
                      <a:pt x="198737" y="429955"/>
                    </a:lnTo>
                    <a:cubicBezTo>
                      <a:pt x="202653" y="429955"/>
                      <a:pt x="205768" y="433066"/>
                      <a:pt x="205768" y="436977"/>
                    </a:cubicBezTo>
                    <a:lnTo>
                      <a:pt x="205768" y="531820"/>
                    </a:lnTo>
                    <a:cubicBezTo>
                      <a:pt x="205768" y="543553"/>
                      <a:pt x="196245" y="552975"/>
                      <a:pt x="184585" y="552975"/>
                    </a:cubicBezTo>
                    <a:lnTo>
                      <a:pt x="152899" y="552975"/>
                    </a:lnTo>
                    <a:cubicBezTo>
                      <a:pt x="143910" y="580530"/>
                      <a:pt x="118010" y="600441"/>
                      <a:pt x="87570" y="600441"/>
                    </a:cubicBezTo>
                    <a:cubicBezTo>
                      <a:pt x="49654" y="600441"/>
                      <a:pt x="18770" y="569686"/>
                      <a:pt x="18770" y="531820"/>
                    </a:cubicBezTo>
                    <a:cubicBezTo>
                      <a:pt x="18770" y="493954"/>
                      <a:pt x="49654" y="463199"/>
                      <a:pt x="87570" y="463199"/>
                    </a:cubicBezTo>
                    <a:cubicBezTo>
                      <a:pt x="118010" y="463199"/>
                      <a:pt x="143910" y="483110"/>
                      <a:pt x="152899" y="510665"/>
                    </a:cubicBezTo>
                    <a:lnTo>
                      <a:pt x="163402" y="510665"/>
                    </a:lnTo>
                    <a:lnTo>
                      <a:pt x="163402" y="436977"/>
                    </a:lnTo>
                    <a:cubicBezTo>
                      <a:pt x="163402" y="433066"/>
                      <a:pt x="166517" y="429955"/>
                      <a:pt x="170433" y="429955"/>
                    </a:cubicBezTo>
                    <a:close/>
                    <a:moveTo>
                      <a:pt x="303775" y="0"/>
                    </a:moveTo>
                    <a:cubicBezTo>
                      <a:pt x="389398" y="0"/>
                      <a:pt x="460335" y="64170"/>
                      <a:pt x="470749" y="146915"/>
                    </a:cubicBezTo>
                    <a:cubicBezTo>
                      <a:pt x="560021" y="146915"/>
                      <a:pt x="607639" y="210730"/>
                      <a:pt x="607639" y="274278"/>
                    </a:cubicBezTo>
                    <a:cubicBezTo>
                      <a:pt x="607639" y="344580"/>
                      <a:pt x="550409" y="401729"/>
                      <a:pt x="480005" y="401729"/>
                    </a:cubicBezTo>
                    <a:lnTo>
                      <a:pt x="127634" y="401729"/>
                    </a:lnTo>
                    <a:cubicBezTo>
                      <a:pt x="57230" y="401729"/>
                      <a:pt x="0" y="344580"/>
                      <a:pt x="0" y="274278"/>
                    </a:cubicBezTo>
                    <a:cubicBezTo>
                      <a:pt x="0" y="210997"/>
                      <a:pt x="47262" y="146915"/>
                      <a:pt x="136890" y="146915"/>
                    </a:cubicBezTo>
                    <a:cubicBezTo>
                      <a:pt x="147304" y="64170"/>
                      <a:pt x="218152" y="0"/>
                      <a:pt x="30377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lIns="91440" tIns="45720" rIns="91440" bIns="45720" anchor="ctr">
                <a:normAutofit fontScale="85000" lnSpcReduction="20000"/>
              </a:bodyPr>
              <a:lstStyle/>
              <a:p>
                <a:pPr algn="ctr"/>
                <a:endParaRPr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58630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9BD654-E1F7-4C12-AAED-8684AD7BB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7418C9F-85B8-4B58-97A7-ABFDC2AFD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</a:t>
            </a:r>
            <a:r>
              <a:rPr lang="zh-CN" altLang="en-US" sz="100"/>
              <a:t> </a:t>
            </a:r>
            <a:r>
              <a:rPr lang="zh-CN" altLang="en-US"/>
              <a:t>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078F97D-A341-4516-86FA-E7677B15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10</a:t>
            </a:fld>
            <a:endParaRPr lang="zh-CN" altLang="en-US"/>
          </a:p>
        </p:txBody>
      </p:sp>
      <p:grpSp>
        <p:nvGrpSpPr>
          <p:cNvPr id="5" name="27764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6858829D-B4C9-4640-B561-FA44C06FF695}"/>
              </a:ext>
            </a:extLst>
          </p:cNvPr>
          <p:cNvGrpSpPr>
            <a:grpSpLocks noChangeAspect="1"/>
          </p:cNvGrpSpPr>
          <p:nvPr/>
        </p:nvGrpSpPr>
        <p:grpSpPr>
          <a:xfrm>
            <a:off x="2085162" y="1609155"/>
            <a:ext cx="8111169" cy="3835470"/>
            <a:chOff x="2085162" y="1609155"/>
            <a:chExt cx="8111169" cy="3835470"/>
          </a:xfrm>
        </p:grpSpPr>
        <p:grpSp>
          <p:nvGrpSpPr>
            <p:cNvPr id="6" name="ï$ḻiḋé">
              <a:extLst>
                <a:ext uri="{FF2B5EF4-FFF2-40B4-BE49-F238E27FC236}">
                  <a16:creationId xmlns:a16="http://schemas.microsoft.com/office/drawing/2014/main" id="{E5444FAE-F72E-4B06-B8F9-63B06880E1F0}"/>
                </a:ext>
              </a:extLst>
            </p:cNvPr>
            <p:cNvGrpSpPr/>
            <p:nvPr/>
          </p:nvGrpSpPr>
          <p:grpSpPr>
            <a:xfrm>
              <a:off x="4535472" y="2071672"/>
              <a:ext cx="3121056" cy="3121056"/>
              <a:chOff x="4529122" y="2071672"/>
              <a:chExt cx="3121056" cy="3121056"/>
            </a:xfrm>
          </p:grpSpPr>
          <p:sp>
            <p:nvSpPr>
              <p:cNvPr id="15" name="íṣḻíḑê">
                <a:extLst>
                  <a:ext uri="{FF2B5EF4-FFF2-40B4-BE49-F238E27FC236}">
                    <a16:creationId xmlns:a16="http://schemas.microsoft.com/office/drawing/2014/main" id="{F0CF0692-A191-487A-ADE8-77E53C10C8EA}"/>
                  </a:ext>
                </a:extLst>
              </p:cNvPr>
              <p:cNvSpPr/>
              <p:nvPr/>
            </p:nvSpPr>
            <p:spPr>
              <a:xfrm>
                <a:off x="5134662" y="2677212"/>
                <a:ext cx="1909976" cy="1909976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ïṥ1ïdê">
                <a:extLst>
                  <a:ext uri="{FF2B5EF4-FFF2-40B4-BE49-F238E27FC236}">
                    <a16:creationId xmlns:a16="http://schemas.microsoft.com/office/drawing/2014/main" id="{F6C1FCC8-9393-41B9-B046-2F8187F8DFA1}"/>
                  </a:ext>
                </a:extLst>
              </p:cNvPr>
              <p:cNvSpPr/>
              <p:nvPr/>
            </p:nvSpPr>
            <p:spPr>
              <a:xfrm>
                <a:off x="4529122" y="2071672"/>
                <a:ext cx="3121056" cy="3121056"/>
              </a:xfrm>
              <a:prstGeom prst="ellipse">
                <a:avLst/>
              </a:prstGeom>
              <a:noFill/>
              <a:ln w="76200">
                <a:solidFill>
                  <a:schemeClr val="bg1">
                    <a:lumMod val="95000"/>
                  </a:schemeClr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ïṧlidé">
                <a:extLst>
                  <a:ext uri="{FF2B5EF4-FFF2-40B4-BE49-F238E27FC236}">
                    <a16:creationId xmlns:a16="http://schemas.microsoft.com/office/drawing/2014/main" id="{5C4EC19B-84B7-4D39-8724-00F04733AE24}"/>
                  </a:ext>
                </a:extLst>
              </p:cNvPr>
              <p:cNvSpPr/>
              <p:nvPr/>
            </p:nvSpPr>
            <p:spPr>
              <a:xfrm rot="13500000">
                <a:off x="5271079" y="2741615"/>
                <a:ext cx="324456" cy="264402"/>
              </a:xfrm>
              <a:prstGeom prst="rightArrow">
                <a:avLst/>
              </a:prstGeom>
              <a:solidFill>
                <a:schemeClr val="accent2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ïṣļíḍe">
                <a:extLst>
                  <a:ext uri="{FF2B5EF4-FFF2-40B4-BE49-F238E27FC236}">
                    <a16:creationId xmlns:a16="http://schemas.microsoft.com/office/drawing/2014/main" id="{341720F7-9419-41B7-BF78-FCE98E4F67BB}"/>
                  </a:ext>
                </a:extLst>
              </p:cNvPr>
              <p:cNvSpPr/>
              <p:nvPr/>
            </p:nvSpPr>
            <p:spPr>
              <a:xfrm rot="8100000" flipH="1">
                <a:off x="6583765" y="2741615"/>
                <a:ext cx="324456" cy="264402"/>
              </a:xfrm>
              <a:prstGeom prst="rightArrow">
                <a:avLst/>
              </a:prstGeom>
              <a:solidFill>
                <a:schemeClr val="accent2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îş1iḋê">
                <a:extLst>
                  <a:ext uri="{FF2B5EF4-FFF2-40B4-BE49-F238E27FC236}">
                    <a16:creationId xmlns:a16="http://schemas.microsoft.com/office/drawing/2014/main" id="{399E1FB1-D7DE-4C15-9BC0-73A6A6C452EB}"/>
                  </a:ext>
                </a:extLst>
              </p:cNvPr>
              <p:cNvSpPr/>
              <p:nvPr/>
            </p:nvSpPr>
            <p:spPr>
              <a:xfrm rot="8100000" flipV="1">
                <a:off x="5271079" y="4258384"/>
                <a:ext cx="324456" cy="264402"/>
              </a:xfrm>
              <a:prstGeom prst="rightArrow">
                <a:avLst/>
              </a:prstGeom>
              <a:solidFill>
                <a:schemeClr val="accent2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íṧḷïde">
                <a:extLst>
                  <a:ext uri="{FF2B5EF4-FFF2-40B4-BE49-F238E27FC236}">
                    <a16:creationId xmlns:a16="http://schemas.microsoft.com/office/drawing/2014/main" id="{BB9E0AA0-BB76-4E59-A7F7-CF2234C4F6CF}"/>
                  </a:ext>
                </a:extLst>
              </p:cNvPr>
              <p:cNvSpPr/>
              <p:nvPr/>
            </p:nvSpPr>
            <p:spPr>
              <a:xfrm rot="13500000" flipH="1" flipV="1">
                <a:off x="6583765" y="4258384"/>
                <a:ext cx="324456" cy="264402"/>
              </a:xfrm>
              <a:prstGeom prst="rightArrow">
                <a:avLst/>
              </a:prstGeom>
              <a:solidFill>
                <a:schemeClr val="accent2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25000" lnSpcReduction="20000"/>
              </a:bodyPr>
              <a:lstStyle/>
              <a:p>
                <a:pPr algn="ctr" defTabSz="914354"/>
                <a:endParaRPr lang="zh-CN" altLang="en-US" sz="2000" b="1" i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išḷiďê">
                <a:extLst>
                  <a:ext uri="{FF2B5EF4-FFF2-40B4-BE49-F238E27FC236}">
                    <a16:creationId xmlns:a16="http://schemas.microsoft.com/office/drawing/2014/main" id="{6A866302-169B-4457-9AB9-5431D74B8D6C}"/>
                  </a:ext>
                </a:extLst>
              </p:cNvPr>
              <p:cNvSpPr/>
              <p:nvPr/>
            </p:nvSpPr>
            <p:spPr>
              <a:xfrm>
                <a:off x="5401939" y="2944489"/>
                <a:ext cx="1375422" cy="1375422"/>
              </a:xfrm>
              <a:prstGeom prst="ellipse">
                <a:avLst/>
              </a:prstGeom>
              <a:solidFill>
                <a:schemeClr val="accent1"/>
              </a:solidFill>
              <a:ln w="3175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/>
              <a:p>
                <a:pPr algn="ctr" defTabSz="914354"/>
                <a:r>
                  <a:rPr lang="en-US" altLang="zh-CN" b="1">
                    <a:solidFill>
                      <a:schemeClr val="bg1"/>
                    </a:solidFill>
                  </a:rPr>
                  <a:t>Te</a:t>
                </a:r>
                <a:r>
                  <a:rPr lang="en-US" altLang="zh-CN" sz="100" b="1">
                    <a:solidFill>
                      <a:schemeClr val="bg1"/>
                    </a:solidFill>
                  </a:rPr>
                  <a:t> </a:t>
                </a:r>
                <a:r>
                  <a:rPr lang="en-US" altLang="zh-CN" b="1">
                    <a:solidFill>
                      <a:schemeClr val="bg1"/>
                    </a:solidFill>
                  </a:rPr>
                  <a:t>xt</a:t>
                </a:r>
                <a:endParaRPr lang="zh-CN" altLang="en-US" b="1">
                  <a:solidFill>
                    <a:schemeClr val="bg1"/>
                  </a:solidFill>
                </a:endParaRPr>
              </a:p>
            </p:txBody>
          </p:sp>
          <p:grpSp>
            <p:nvGrpSpPr>
              <p:cNvPr id="22" name="ïṧḷíḓe">
                <a:extLst>
                  <a:ext uri="{FF2B5EF4-FFF2-40B4-BE49-F238E27FC236}">
                    <a16:creationId xmlns:a16="http://schemas.microsoft.com/office/drawing/2014/main" id="{D062D6AB-E171-456C-BCBC-37020E025E85}"/>
                  </a:ext>
                </a:extLst>
              </p:cNvPr>
              <p:cNvGrpSpPr/>
              <p:nvPr/>
            </p:nvGrpSpPr>
            <p:grpSpPr>
              <a:xfrm>
                <a:off x="4619574" y="2082560"/>
                <a:ext cx="670163" cy="670163"/>
                <a:chOff x="4263044" y="3074793"/>
                <a:chExt cx="670163" cy="670163"/>
              </a:xfrm>
            </p:grpSpPr>
            <p:sp>
              <p:nvSpPr>
                <p:cNvPr id="32" name="ïS1îḑê">
                  <a:extLst>
                    <a:ext uri="{FF2B5EF4-FFF2-40B4-BE49-F238E27FC236}">
                      <a16:creationId xmlns:a16="http://schemas.microsoft.com/office/drawing/2014/main" id="{A1634ABC-F6A5-435D-8598-B65B1B838CB0}"/>
                    </a:ext>
                  </a:extLst>
                </p:cNvPr>
                <p:cNvSpPr/>
                <p:nvPr/>
              </p:nvSpPr>
              <p:spPr>
                <a:xfrm>
                  <a:off x="4263044" y="3074793"/>
                  <a:ext cx="670163" cy="670163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3" name="ïṧḻîḋe">
                  <a:extLst>
                    <a:ext uri="{FF2B5EF4-FFF2-40B4-BE49-F238E27FC236}">
                      <a16:creationId xmlns:a16="http://schemas.microsoft.com/office/drawing/2014/main" id="{0F664164-2355-4B36-AB5E-6E05796DAC96}"/>
                    </a:ext>
                  </a:extLst>
                </p:cNvPr>
                <p:cNvSpPr/>
                <p:nvPr/>
              </p:nvSpPr>
              <p:spPr bwMode="auto">
                <a:xfrm>
                  <a:off x="4437531" y="3262541"/>
                  <a:ext cx="321188" cy="294667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23" name="iŝḻïḋe">
                <a:extLst>
                  <a:ext uri="{FF2B5EF4-FFF2-40B4-BE49-F238E27FC236}">
                    <a16:creationId xmlns:a16="http://schemas.microsoft.com/office/drawing/2014/main" id="{F28D626C-2910-49A3-A9B8-09E1D8864C52}"/>
                  </a:ext>
                </a:extLst>
              </p:cNvPr>
              <p:cNvGrpSpPr/>
              <p:nvPr/>
            </p:nvGrpSpPr>
            <p:grpSpPr>
              <a:xfrm>
                <a:off x="6822624" y="2082560"/>
                <a:ext cx="670163" cy="670163"/>
                <a:chOff x="4263044" y="3074793"/>
                <a:chExt cx="670163" cy="670163"/>
              </a:xfrm>
            </p:grpSpPr>
            <p:sp>
              <p:nvSpPr>
                <p:cNvPr id="30" name="ïšlîḓé">
                  <a:extLst>
                    <a:ext uri="{FF2B5EF4-FFF2-40B4-BE49-F238E27FC236}">
                      <a16:creationId xmlns:a16="http://schemas.microsoft.com/office/drawing/2014/main" id="{DDC27EDD-7067-44A1-AF06-FAC882DFC078}"/>
                    </a:ext>
                  </a:extLst>
                </p:cNvPr>
                <p:cNvSpPr/>
                <p:nvPr/>
              </p:nvSpPr>
              <p:spPr>
                <a:xfrm>
                  <a:off x="4263044" y="3074793"/>
                  <a:ext cx="670163" cy="670163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1" name="îšľíḍe">
                  <a:extLst>
                    <a:ext uri="{FF2B5EF4-FFF2-40B4-BE49-F238E27FC236}">
                      <a16:creationId xmlns:a16="http://schemas.microsoft.com/office/drawing/2014/main" id="{067297EF-664B-4A02-8BE3-9419041D54F6}"/>
                    </a:ext>
                  </a:extLst>
                </p:cNvPr>
                <p:cNvSpPr/>
                <p:nvPr/>
              </p:nvSpPr>
              <p:spPr bwMode="auto">
                <a:xfrm>
                  <a:off x="4437531" y="3262541"/>
                  <a:ext cx="321188" cy="294667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24" name="îṥľïḑê">
                <a:extLst>
                  <a:ext uri="{FF2B5EF4-FFF2-40B4-BE49-F238E27FC236}">
                    <a16:creationId xmlns:a16="http://schemas.microsoft.com/office/drawing/2014/main" id="{831E959A-82B7-425C-A991-DC868C09E1C1}"/>
                  </a:ext>
                </a:extLst>
              </p:cNvPr>
              <p:cNvGrpSpPr/>
              <p:nvPr/>
            </p:nvGrpSpPr>
            <p:grpSpPr>
              <a:xfrm>
                <a:off x="4619574" y="4484459"/>
                <a:ext cx="670163" cy="670163"/>
                <a:chOff x="4263044" y="3074793"/>
                <a:chExt cx="670163" cy="670163"/>
              </a:xfrm>
            </p:grpSpPr>
            <p:sp>
              <p:nvSpPr>
                <p:cNvPr id="28" name="işḷide">
                  <a:extLst>
                    <a:ext uri="{FF2B5EF4-FFF2-40B4-BE49-F238E27FC236}">
                      <a16:creationId xmlns:a16="http://schemas.microsoft.com/office/drawing/2014/main" id="{1108AF7A-44F7-4AB5-B09A-62F025770881}"/>
                    </a:ext>
                  </a:extLst>
                </p:cNvPr>
                <p:cNvSpPr/>
                <p:nvPr/>
              </p:nvSpPr>
              <p:spPr>
                <a:xfrm>
                  <a:off x="4263044" y="3074793"/>
                  <a:ext cx="670163" cy="670163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9" name="ïṣḷîḑè">
                  <a:extLst>
                    <a:ext uri="{FF2B5EF4-FFF2-40B4-BE49-F238E27FC236}">
                      <a16:creationId xmlns:a16="http://schemas.microsoft.com/office/drawing/2014/main" id="{B6C823BA-B126-48DD-8DD0-C32FEFF91EE6}"/>
                    </a:ext>
                  </a:extLst>
                </p:cNvPr>
                <p:cNvSpPr/>
                <p:nvPr/>
              </p:nvSpPr>
              <p:spPr bwMode="auto">
                <a:xfrm>
                  <a:off x="4437531" y="3262541"/>
                  <a:ext cx="321188" cy="294667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25" name="íŝ1iḍe">
                <a:extLst>
                  <a:ext uri="{FF2B5EF4-FFF2-40B4-BE49-F238E27FC236}">
                    <a16:creationId xmlns:a16="http://schemas.microsoft.com/office/drawing/2014/main" id="{3865DC59-C19B-48D3-9F31-86C7A4520E93}"/>
                  </a:ext>
                </a:extLst>
              </p:cNvPr>
              <p:cNvGrpSpPr/>
              <p:nvPr/>
            </p:nvGrpSpPr>
            <p:grpSpPr>
              <a:xfrm>
                <a:off x="6822624" y="4484459"/>
                <a:ext cx="670163" cy="670163"/>
                <a:chOff x="4263044" y="3074793"/>
                <a:chExt cx="670163" cy="670163"/>
              </a:xfrm>
            </p:grpSpPr>
            <p:sp>
              <p:nvSpPr>
                <p:cNvPr id="26" name="işlídè">
                  <a:extLst>
                    <a:ext uri="{FF2B5EF4-FFF2-40B4-BE49-F238E27FC236}">
                      <a16:creationId xmlns:a16="http://schemas.microsoft.com/office/drawing/2014/main" id="{1B752194-1189-4E90-A315-511FCB5F6872}"/>
                    </a:ext>
                  </a:extLst>
                </p:cNvPr>
                <p:cNvSpPr/>
                <p:nvPr/>
              </p:nvSpPr>
              <p:spPr>
                <a:xfrm>
                  <a:off x="4263044" y="3074793"/>
                  <a:ext cx="670163" cy="670163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7" name="ïŝļîďe">
                  <a:extLst>
                    <a:ext uri="{FF2B5EF4-FFF2-40B4-BE49-F238E27FC236}">
                      <a16:creationId xmlns:a16="http://schemas.microsoft.com/office/drawing/2014/main" id="{C901AD21-D859-4B71-A380-98456C2403D2}"/>
                    </a:ext>
                  </a:extLst>
                </p:cNvPr>
                <p:cNvSpPr/>
                <p:nvPr/>
              </p:nvSpPr>
              <p:spPr bwMode="auto">
                <a:xfrm>
                  <a:off x="4437531" y="3262541"/>
                  <a:ext cx="321188" cy="294667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85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</p:grpSp>
        <p:sp>
          <p:nvSpPr>
            <p:cNvPr id="7" name="ïś1iḍe">
              <a:extLst>
                <a:ext uri="{FF2B5EF4-FFF2-40B4-BE49-F238E27FC236}">
                  <a16:creationId xmlns:a16="http://schemas.microsoft.com/office/drawing/2014/main" id="{3DD709B6-6C25-495C-9F89-C778B1EFDFAA}"/>
                </a:ext>
              </a:extLst>
            </p:cNvPr>
            <p:cNvSpPr txBox="1"/>
            <p:nvPr/>
          </p:nvSpPr>
          <p:spPr>
            <a:xfrm>
              <a:off x="2085162" y="1609155"/>
              <a:ext cx="2412370" cy="454199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en-US" altLang="zh-CN" b="1"/>
                <a:t>…</a:t>
              </a:r>
              <a:r>
                <a:rPr lang="en-US" altLang="zh-CN" sz="100" b="1"/>
                <a:t> </a:t>
              </a:r>
              <a:r>
                <a:rPr lang="en-US" altLang="zh-CN" b="1"/>
                <a:t> text</a:t>
              </a:r>
              <a:endParaRPr lang="zh-CN" altLang="en-US" b="1" dirty="0"/>
            </a:p>
          </p:txBody>
        </p:sp>
        <p:sp>
          <p:nvSpPr>
            <p:cNvPr id="8" name="îṡļïḑé">
              <a:extLst>
                <a:ext uri="{FF2B5EF4-FFF2-40B4-BE49-F238E27FC236}">
                  <a16:creationId xmlns:a16="http://schemas.microsoft.com/office/drawing/2014/main" id="{F9B084BE-89B5-4A46-B6D3-6D741AFEED34}"/>
                </a:ext>
              </a:extLst>
            </p:cNvPr>
            <p:cNvSpPr/>
            <p:nvPr/>
          </p:nvSpPr>
          <p:spPr bwMode="auto">
            <a:xfrm>
              <a:off x="2085162" y="2063354"/>
              <a:ext cx="2412370" cy="68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/>
                <a:t>Sup</a:t>
              </a:r>
              <a:r>
                <a:rPr lang="en-US" altLang="zh-CN" sz="100"/>
                <a:t> </a:t>
              </a:r>
              <a:r>
                <a:rPr lang="en-US" altLang="zh-CN" sz="1100"/>
                <a:t>porting text here.</a:t>
              </a:r>
            </a:p>
            <a:p>
              <a:pPr algn="r">
                <a:lnSpc>
                  <a:spcPct val="130000"/>
                </a:lnSpc>
              </a:pPr>
              <a:r>
                <a:rPr lang="en-US" altLang="zh-CN" sz="1100"/>
                <a:t>…… </a:t>
              </a:r>
              <a:endParaRPr lang="en-US" altLang="zh-CN" sz="1100" dirty="0"/>
            </a:p>
          </p:txBody>
        </p:sp>
        <p:sp>
          <p:nvSpPr>
            <p:cNvPr id="9" name="iṧļîḓé">
              <a:extLst>
                <a:ext uri="{FF2B5EF4-FFF2-40B4-BE49-F238E27FC236}">
                  <a16:creationId xmlns:a16="http://schemas.microsoft.com/office/drawing/2014/main" id="{7EB38920-414D-409C-9658-C86222FE5CE0}"/>
                </a:ext>
              </a:extLst>
            </p:cNvPr>
            <p:cNvSpPr txBox="1"/>
            <p:nvPr/>
          </p:nvSpPr>
          <p:spPr>
            <a:xfrm>
              <a:off x="2085162" y="4301057"/>
              <a:ext cx="2412370" cy="454199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en-US" altLang="zh-CN" b="1"/>
                <a:t>…</a:t>
              </a:r>
              <a:r>
                <a:rPr lang="en-US" altLang="zh-CN" sz="100" b="1"/>
                <a:t> </a:t>
              </a:r>
              <a:r>
                <a:rPr lang="en-US" altLang="zh-CN" b="1"/>
                <a:t> text</a:t>
              </a:r>
              <a:endParaRPr lang="zh-CN" altLang="en-US" b="1" dirty="0"/>
            </a:p>
          </p:txBody>
        </p:sp>
        <p:sp>
          <p:nvSpPr>
            <p:cNvPr id="10" name="í$liḍê">
              <a:extLst>
                <a:ext uri="{FF2B5EF4-FFF2-40B4-BE49-F238E27FC236}">
                  <a16:creationId xmlns:a16="http://schemas.microsoft.com/office/drawing/2014/main" id="{087FF5F2-A872-4012-920F-B217C8AFA3C8}"/>
                </a:ext>
              </a:extLst>
            </p:cNvPr>
            <p:cNvSpPr/>
            <p:nvPr/>
          </p:nvSpPr>
          <p:spPr bwMode="auto">
            <a:xfrm>
              <a:off x="2085162" y="4755256"/>
              <a:ext cx="2412370" cy="68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/>
                <a:t>Sup</a:t>
              </a:r>
              <a:r>
                <a:rPr lang="en-US" altLang="zh-CN" sz="100"/>
                <a:t> </a:t>
              </a:r>
              <a:r>
                <a:rPr lang="en-US" altLang="zh-CN" sz="1100"/>
                <a:t>porting text here.</a:t>
              </a:r>
            </a:p>
            <a:p>
              <a:pPr algn="r">
                <a:lnSpc>
                  <a:spcPct val="130000"/>
                </a:lnSpc>
              </a:pPr>
              <a:r>
                <a:rPr lang="en-US" altLang="zh-CN" sz="1100"/>
                <a:t>…… </a:t>
              </a:r>
              <a:endParaRPr lang="en-US" altLang="zh-CN" sz="1100" dirty="0"/>
            </a:p>
          </p:txBody>
        </p:sp>
        <p:sp>
          <p:nvSpPr>
            <p:cNvPr id="11" name="íṡḷïḍé">
              <a:extLst>
                <a:ext uri="{FF2B5EF4-FFF2-40B4-BE49-F238E27FC236}">
                  <a16:creationId xmlns:a16="http://schemas.microsoft.com/office/drawing/2014/main" id="{24BD59E0-4262-4D5E-A9A7-9E2FE8BDADEB}"/>
                </a:ext>
              </a:extLst>
            </p:cNvPr>
            <p:cNvSpPr txBox="1"/>
            <p:nvPr/>
          </p:nvSpPr>
          <p:spPr>
            <a:xfrm>
              <a:off x="7783961" y="1609155"/>
              <a:ext cx="2412370" cy="454199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en-US" altLang="zh-CN" b="1"/>
                <a:t>…</a:t>
              </a:r>
              <a:r>
                <a:rPr lang="en-US" altLang="zh-CN" sz="100" b="1"/>
                <a:t> </a:t>
              </a:r>
              <a:r>
                <a:rPr lang="en-US" altLang="zh-CN" b="1"/>
                <a:t> text</a:t>
              </a:r>
              <a:endParaRPr lang="zh-CN" altLang="en-US" b="1" dirty="0"/>
            </a:p>
          </p:txBody>
        </p:sp>
        <p:sp>
          <p:nvSpPr>
            <p:cNvPr id="12" name="îṡ1íḍê">
              <a:extLst>
                <a:ext uri="{FF2B5EF4-FFF2-40B4-BE49-F238E27FC236}">
                  <a16:creationId xmlns:a16="http://schemas.microsoft.com/office/drawing/2014/main" id="{ACD18FC6-20CB-4EC3-9694-32E2011029CF}"/>
                </a:ext>
              </a:extLst>
            </p:cNvPr>
            <p:cNvSpPr/>
            <p:nvPr/>
          </p:nvSpPr>
          <p:spPr bwMode="auto">
            <a:xfrm>
              <a:off x="7783961" y="2063354"/>
              <a:ext cx="2412370" cy="68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/>
                <a:t>Sup</a:t>
              </a:r>
              <a:r>
                <a:rPr lang="en-US" altLang="zh-CN" sz="100"/>
                <a:t> </a:t>
              </a:r>
              <a:r>
                <a:rPr lang="en-US" altLang="zh-CN" sz="1100"/>
                <a:t>porting text here.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/>
                <a:t>…… </a:t>
              </a:r>
              <a:endParaRPr lang="en-US" altLang="zh-CN" sz="1100" dirty="0"/>
            </a:p>
          </p:txBody>
        </p:sp>
        <p:sp>
          <p:nvSpPr>
            <p:cNvPr id="13" name="iṧ1îde">
              <a:extLst>
                <a:ext uri="{FF2B5EF4-FFF2-40B4-BE49-F238E27FC236}">
                  <a16:creationId xmlns:a16="http://schemas.microsoft.com/office/drawing/2014/main" id="{8970A101-AF78-492B-AE17-28A3F17EF812}"/>
                </a:ext>
              </a:extLst>
            </p:cNvPr>
            <p:cNvSpPr txBox="1"/>
            <p:nvPr/>
          </p:nvSpPr>
          <p:spPr>
            <a:xfrm>
              <a:off x="7783961" y="4301057"/>
              <a:ext cx="2412370" cy="454199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en-US" altLang="zh-CN" b="1"/>
                <a:t>… </a:t>
              </a:r>
              <a:r>
                <a:rPr lang="en-US" altLang="zh-CN" sz="100" b="1"/>
                <a:t> </a:t>
              </a:r>
              <a:r>
                <a:rPr lang="en-US" altLang="zh-CN" b="1"/>
                <a:t>text</a:t>
              </a:r>
              <a:endParaRPr lang="zh-CN" altLang="en-US" b="1" dirty="0"/>
            </a:p>
          </p:txBody>
        </p:sp>
        <p:sp>
          <p:nvSpPr>
            <p:cNvPr id="14" name="îṩľîḍè">
              <a:extLst>
                <a:ext uri="{FF2B5EF4-FFF2-40B4-BE49-F238E27FC236}">
                  <a16:creationId xmlns:a16="http://schemas.microsoft.com/office/drawing/2014/main" id="{5C95E60A-95B9-43F4-9B1F-14E3D6B59D94}"/>
                </a:ext>
              </a:extLst>
            </p:cNvPr>
            <p:cNvSpPr/>
            <p:nvPr/>
          </p:nvSpPr>
          <p:spPr bwMode="auto">
            <a:xfrm>
              <a:off x="7783961" y="4755256"/>
              <a:ext cx="2412370" cy="68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/>
                <a:t>Supporting </a:t>
              </a:r>
              <a:r>
                <a:rPr lang="en-US" altLang="zh-CN" sz="100"/>
                <a:t> </a:t>
              </a:r>
              <a:r>
                <a:rPr lang="en-US" altLang="zh-CN" sz="1100"/>
                <a:t>text here.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/>
                <a:t>…… </a:t>
              </a:r>
              <a:endParaRPr lang="en-US" altLang="zh-CN" sz="1100" dirty="0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716217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CA798-974E-470B-8472-1BE1D9A94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A52D1EE-91FB-4004-A0A9-107A43BB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</a:t>
            </a:r>
            <a:r>
              <a:rPr lang="zh-CN" altLang="en-US" sz="100"/>
              <a:t> </a:t>
            </a:r>
            <a:r>
              <a:rPr lang="zh-CN" altLang="en-US"/>
              <a:t>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C3812A-9B27-4259-9653-79F35206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11</a:t>
            </a:fld>
            <a:endParaRPr lang="zh-CN" altLang="en-US"/>
          </a:p>
        </p:txBody>
      </p:sp>
      <p:grpSp>
        <p:nvGrpSpPr>
          <p:cNvPr id="5" name="27779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86DB6B70-490C-44B3-B8C2-93B2495BE7A7}"/>
              </a:ext>
            </a:extLst>
          </p:cNvPr>
          <p:cNvGrpSpPr>
            <a:grpSpLocks noChangeAspect="1"/>
          </p:cNvGrpSpPr>
          <p:nvPr/>
        </p:nvGrpSpPr>
        <p:grpSpPr>
          <a:xfrm>
            <a:off x="1184009" y="1304870"/>
            <a:ext cx="9823982" cy="4248260"/>
            <a:chOff x="1184009" y="1304870"/>
            <a:chExt cx="9823982" cy="4248260"/>
          </a:xfrm>
        </p:grpSpPr>
        <p:sp>
          <p:nvSpPr>
            <p:cNvPr id="6" name="î$ļïḑé">
              <a:extLst>
                <a:ext uri="{FF2B5EF4-FFF2-40B4-BE49-F238E27FC236}">
                  <a16:creationId xmlns:a16="http://schemas.microsoft.com/office/drawing/2014/main" id="{002F72AD-3719-49F8-951A-CB3418270A3F}"/>
                </a:ext>
              </a:extLst>
            </p:cNvPr>
            <p:cNvSpPr txBox="1"/>
            <p:nvPr/>
          </p:nvSpPr>
          <p:spPr>
            <a:xfrm>
              <a:off x="4799679" y="2142859"/>
              <a:ext cx="3032032" cy="36670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100" b="1" i="0" u="none" strike="noStrike" cap="none" baseline="0"/>
                <a:t>Text</a:t>
              </a:r>
              <a:r>
                <a:rPr lang="en-US" altLang="zh-CN" sz="100" b="1" i="0" u="none" strike="noStrike" cap="none" baseline="0"/>
                <a:t> </a:t>
              </a:r>
              <a:r>
                <a:rPr lang="en-US" altLang="zh-CN" sz="1100" b="1" i="0" u="none" strike="noStrike" cap="none" baseline="0"/>
                <a:t> </a:t>
              </a:r>
              <a:r>
                <a:rPr lang="en-US" altLang="zh-CN" sz="1100" b="1" i="0" u="none" strike="noStrike" cap="none" baseline="0" dirty="0"/>
                <a:t>Here</a:t>
              </a:r>
              <a:endParaRPr lang="zh-CN" altLang="en-US" sz="1100" b="1" i="0" u="none" strike="noStrike" cap="none" baseline="0" dirty="0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E99B1CDA-A8D9-41B8-99DD-32AB356307C0}"/>
                </a:ext>
              </a:extLst>
            </p:cNvPr>
            <p:cNvCxnSpPr>
              <a:stCxn id="6" idx="2"/>
            </p:cNvCxnSpPr>
            <p:nvPr/>
          </p:nvCxnSpPr>
          <p:spPr>
            <a:xfrm flipH="1">
              <a:off x="6314004" y="2509565"/>
              <a:ext cx="1690" cy="43607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56075E4D-6253-45E3-8981-28B940E11543}"/>
                </a:ext>
              </a:extLst>
            </p:cNvPr>
            <p:cNvCxnSpPr/>
            <p:nvPr/>
          </p:nvCxnSpPr>
          <p:spPr>
            <a:xfrm rot="10800000">
              <a:off x="2709454" y="2934409"/>
              <a:ext cx="3606240" cy="223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EFDA5563-DEB8-4B02-9AF2-4E36217B5E18}"/>
                </a:ext>
              </a:extLst>
            </p:cNvPr>
            <p:cNvCxnSpPr/>
            <p:nvPr/>
          </p:nvCxnSpPr>
          <p:spPr>
            <a:xfrm rot="10800000">
              <a:off x="6315695" y="2934409"/>
              <a:ext cx="3606240" cy="223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F7756393-A846-440B-9EE2-09568E68C649}"/>
                </a:ext>
              </a:extLst>
            </p:cNvPr>
            <p:cNvCxnSpPr/>
            <p:nvPr/>
          </p:nvCxnSpPr>
          <p:spPr>
            <a:xfrm rot="16200000" flipH="1">
              <a:off x="2587579" y="3060950"/>
              <a:ext cx="256464" cy="337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98B99E22-17A5-471B-93CE-6B12FD9BCDCF}"/>
                </a:ext>
              </a:extLst>
            </p:cNvPr>
            <p:cNvCxnSpPr/>
            <p:nvPr/>
          </p:nvCxnSpPr>
          <p:spPr>
            <a:xfrm rot="16200000" flipH="1">
              <a:off x="9792848" y="3060950"/>
              <a:ext cx="256464" cy="337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2" name="íṡlïďê">
              <a:extLst>
                <a:ext uri="{FF2B5EF4-FFF2-40B4-BE49-F238E27FC236}">
                  <a16:creationId xmlns:a16="http://schemas.microsoft.com/office/drawing/2014/main" id="{4A8968D0-16ED-41C4-9216-08F3A670A3C2}"/>
                </a:ext>
              </a:extLst>
            </p:cNvPr>
            <p:cNvSpPr txBox="1"/>
            <p:nvPr/>
          </p:nvSpPr>
          <p:spPr>
            <a:xfrm>
              <a:off x="1663765" y="3886278"/>
              <a:ext cx="2127590" cy="201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200" i="0" u="none" strike="noStrike" cap="none" baseline="0"/>
                <a:t>Text</a:t>
              </a:r>
              <a:r>
                <a:rPr lang="en-US" altLang="zh-CN" sz="100" i="0" u="none" strike="noStrike" cap="none" baseline="0"/>
                <a:t> </a:t>
              </a:r>
              <a:r>
                <a:rPr lang="en-US" altLang="zh-CN" sz="1200" i="0" u="none" strike="noStrike" cap="none" baseline="0"/>
                <a:t> </a:t>
              </a:r>
              <a:r>
                <a:rPr lang="en-US" altLang="zh-CN" sz="1200" i="0" u="none" strike="noStrike" cap="none" baseline="0" dirty="0"/>
                <a:t>Here</a:t>
              </a:r>
              <a:endParaRPr lang="zh-CN" altLang="en-US" sz="1200" i="0" u="none" strike="noStrike" cap="none" baseline="0" dirty="0"/>
            </a:p>
          </p:txBody>
        </p:sp>
        <p:sp>
          <p:nvSpPr>
            <p:cNvPr id="13" name="íşľîďè">
              <a:extLst>
                <a:ext uri="{FF2B5EF4-FFF2-40B4-BE49-F238E27FC236}">
                  <a16:creationId xmlns:a16="http://schemas.microsoft.com/office/drawing/2014/main" id="{A405716A-2CEC-4259-B4FA-8D99DB736AEF}"/>
                </a:ext>
              </a:extLst>
            </p:cNvPr>
            <p:cNvSpPr txBox="1"/>
            <p:nvPr/>
          </p:nvSpPr>
          <p:spPr>
            <a:xfrm>
              <a:off x="5251899" y="3886278"/>
              <a:ext cx="2127590" cy="201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200" i="0" u="none" strike="noStrike" cap="none" baseline="0"/>
                <a:t>Tex</a:t>
              </a:r>
              <a:r>
                <a:rPr lang="en-US" altLang="zh-CN" sz="100" i="0" u="none" strike="noStrike" cap="none" baseline="0"/>
                <a:t> </a:t>
              </a:r>
              <a:r>
                <a:rPr lang="en-US" altLang="zh-CN" sz="1200" i="0" u="none" strike="noStrike" cap="none" baseline="0"/>
                <a:t>t </a:t>
              </a:r>
              <a:r>
                <a:rPr lang="en-US" altLang="zh-CN" sz="1200" i="0" u="none" strike="noStrike" cap="none" baseline="0" dirty="0"/>
                <a:t>Here</a:t>
              </a:r>
              <a:endParaRPr lang="zh-CN" altLang="en-US" sz="1200" i="0" u="none" strike="noStrike" cap="none" baseline="0" dirty="0"/>
            </a:p>
          </p:txBody>
        </p:sp>
        <p:sp>
          <p:nvSpPr>
            <p:cNvPr id="14" name="ïṣ1îḓe">
              <a:extLst>
                <a:ext uri="{FF2B5EF4-FFF2-40B4-BE49-F238E27FC236}">
                  <a16:creationId xmlns:a16="http://schemas.microsoft.com/office/drawing/2014/main" id="{B2CF073D-F682-49B1-9D34-2534F331692A}"/>
                </a:ext>
              </a:extLst>
            </p:cNvPr>
            <p:cNvSpPr txBox="1"/>
            <p:nvPr/>
          </p:nvSpPr>
          <p:spPr>
            <a:xfrm>
              <a:off x="8880401" y="3886278"/>
              <a:ext cx="2127590" cy="201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200" i="0" u="none" strike="noStrike" cap="none" baseline="0"/>
                <a:t>Tex</a:t>
              </a:r>
              <a:r>
                <a:rPr lang="en-US" altLang="zh-CN" sz="100" i="0" u="none" strike="noStrike" cap="none" baseline="0"/>
                <a:t> </a:t>
              </a:r>
              <a:r>
                <a:rPr lang="en-US" altLang="zh-CN" sz="1200" i="0" u="none" strike="noStrike" cap="none" baseline="0"/>
                <a:t>t </a:t>
              </a:r>
              <a:r>
                <a:rPr lang="en-US" altLang="zh-CN" sz="1200" i="0" u="none" strike="noStrike" cap="none" baseline="0" dirty="0"/>
                <a:t>Here</a:t>
              </a:r>
              <a:endParaRPr lang="zh-CN" altLang="en-US" sz="1200" i="0" u="none" strike="noStrike" cap="none" baseline="0" dirty="0"/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75AF5DF2-43E2-4850-BEA8-DA495AD8DAE0}"/>
                </a:ext>
              </a:extLst>
            </p:cNvPr>
            <p:cNvCxnSpPr/>
            <p:nvPr/>
          </p:nvCxnSpPr>
          <p:spPr>
            <a:xfrm rot="16200000" flipH="1">
              <a:off x="6189152" y="3060950"/>
              <a:ext cx="256464" cy="337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FD647F9-8509-4C16-BB47-0C340ADF3E75}"/>
                </a:ext>
              </a:extLst>
            </p:cNvPr>
            <p:cNvCxnSpPr/>
            <p:nvPr/>
          </p:nvCxnSpPr>
          <p:spPr>
            <a:xfrm>
              <a:off x="2759344" y="4180138"/>
              <a:ext cx="1689" cy="370162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CE11B8C5-7D80-4536-8508-CA3D838C0021}"/>
                </a:ext>
              </a:extLst>
            </p:cNvPr>
            <p:cNvCxnSpPr/>
            <p:nvPr/>
          </p:nvCxnSpPr>
          <p:spPr>
            <a:xfrm rot="10800000">
              <a:off x="1795076" y="4550311"/>
              <a:ext cx="1931913" cy="2235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480A8E6-73B4-47D9-8326-8E1568F03D74}"/>
                </a:ext>
              </a:extLst>
            </p:cNvPr>
            <p:cNvCxnSpPr/>
            <p:nvPr/>
          </p:nvCxnSpPr>
          <p:spPr>
            <a:xfrm rot="16200000" flipH="1">
              <a:off x="1673573" y="4676842"/>
              <a:ext cx="256464" cy="337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F04E74D7-CD45-4605-B7E1-6272F052BB98}"/>
                </a:ext>
              </a:extLst>
            </p:cNvPr>
            <p:cNvCxnSpPr/>
            <p:nvPr/>
          </p:nvCxnSpPr>
          <p:spPr>
            <a:xfrm rot="16200000" flipH="1">
              <a:off x="3593793" y="4676842"/>
              <a:ext cx="256464" cy="337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FDBD8288-A3E2-458C-9635-09CB17107811}"/>
                </a:ext>
              </a:extLst>
            </p:cNvPr>
            <p:cNvCxnSpPr/>
            <p:nvPr/>
          </p:nvCxnSpPr>
          <p:spPr>
            <a:xfrm rot="16200000" flipH="1">
              <a:off x="6187464" y="4306681"/>
              <a:ext cx="256464" cy="337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F4C5CFCA-90BE-4785-970C-1C17CA387CFD}"/>
                </a:ext>
              </a:extLst>
            </p:cNvPr>
            <p:cNvCxnSpPr/>
            <p:nvPr/>
          </p:nvCxnSpPr>
          <p:spPr>
            <a:xfrm rot="16200000" flipH="1">
              <a:off x="9811517" y="4306681"/>
              <a:ext cx="256464" cy="3379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2" name="ïsḷíďê">
              <a:extLst>
                <a:ext uri="{FF2B5EF4-FFF2-40B4-BE49-F238E27FC236}">
                  <a16:creationId xmlns:a16="http://schemas.microsoft.com/office/drawing/2014/main" id="{26157C30-3485-44B5-BE6B-406FA0A2AE3A}"/>
                </a:ext>
              </a:extLst>
            </p:cNvPr>
            <p:cNvSpPr txBox="1"/>
            <p:nvPr/>
          </p:nvSpPr>
          <p:spPr>
            <a:xfrm>
              <a:off x="8880401" y="5090546"/>
              <a:ext cx="2127590" cy="201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200" i="0" u="none" strike="noStrike" cap="none" baseline="0"/>
                <a:t>Tex</a:t>
              </a:r>
              <a:r>
                <a:rPr lang="en-US" altLang="zh-CN" sz="100" i="0" u="none" strike="noStrike" cap="none" baseline="0"/>
                <a:t> </a:t>
              </a:r>
              <a:r>
                <a:rPr lang="en-US" altLang="zh-CN" sz="1200" i="0" u="none" strike="noStrike" cap="none" baseline="0"/>
                <a:t>t </a:t>
              </a:r>
              <a:r>
                <a:rPr lang="en-US" altLang="zh-CN" sz="1200" i="0" u="none" strike="noStrike" cap="none" baseline="0" dirty="0"/>
                <a:t>Here</a:t>
              </a:r>
              <a:endParaRPr lang="zh-CN" altLang="en-US" sz="1200" i="0" u="none" strike="noStrike" cap="none" baseline="0" dirty="0"/>
            </a:p>
          </p:txBody>
        </p:sp>
        <p:sp>
          <p:nvSpPr>
            <p:cNvPr id="23" name="îṡlíḍé">
              <a:extLst>
                <a:ext uri="{FF2B5EF4-FFF2-40B4-BE49-F238E27FC236}">
                  <a16:creationId xmlns:a16="http://schemas.microsoft.com/office/drawing/2014/main" id="{44DAD9BA-7815-4F11-8701-9FE48C6A3BF6}"/>
                </a:ext>
              </a:extLst>
            </p:cNvPr>
            <p:cNvSpPr txBox="1"/>
            <p:nvPr/>
          </p:nvSpPr>
          <p:spPr>
            <a:xfrm>
              <a:off x="1184009" y="5323939"/>
              <a:ext cx="1194094" cy="2012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200" i="0" u="none" strike="noStrike" cap="none" baseline="0"/>
                <a:t>Tex</a:t>
              </a:r>
              <a:r>
                <a:rPr lang="en-US" altLang="zh-CN" sz="100" i="0" u="none" strike="noStrike" cap="none" baseline="0"/>
                <a:t> </a:t>
              </a:r>
              <a:r>
                <a:rPr lang="en-US" altLang="zh-CN" sz="1200" i="0" u="none" strike="noStrike" cap="none" baseline="0"/>
                <a:t>t </a:t>
              </a:r>
              <a:r>
                <a:rPr lang="en-US" altLang="zh-CN" sz="1200" i="0" u="none" strike="noStrike" cap="none" baseline="0" dirty="0"/>
                <a:t>Here</a:t>
              </a:r>
              <a:endParaRPr lang="zh-CN" altLang="en-US" sz="1200" i="0" u="none" strike="noStrike" cap="none" baseline="0" dirty="0"/>
            </a:p>
          </p:txBody>
        </p:sp>
        <p:sp>
          <p:nvSpPr>
            <p:cNvPr id="24" name="iṧliḓé">
              <a:extLst>
                <a:ext uri="{FF2B5EF4-FFF2-40B4-BE49-F238E27FC236}">
                  <a16:creationId xmlns:a16="http://schemas.microsoft.com/office/drawing/2014/main" id="{12E6C51F-2A2A-4BF5-9BE8-942D5C1A5E09}"/>
                </a:ext>
              </a:extLst>
            </p:cNvPr>
            <p:cNvSpPr txBox="1"/>
            <p:nvPr/>
          </p:nvSpPr>
          <p:spPr>
            <a:xfrm>
              <a:off x="2688490" y="5323939"/>
              <a:ext cx="2062415" cy="2291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200" i="0" u="none" strike="noStrike" cap="none" baseline="0"/>
                <a:t>Text </a:t>
              </a:r>
              <a:r>
                <a:rPr lang="en-US" altLang="zh-CN" sz="100" i="0" u="none" strike="noStrike" cap="none" baseline="0"/>
                <a:t> </a:t>
              </a:r>
              <a:r>
                <a:rPr lang="en-US" altLang="zh-CN" sz="1200" i="0" u="none" strike="noStrike" cap="none" baseline="0"/>
                <a:t>Here</a:t>
              </a:r>
              <a:endParaRPr lang="zh-CN" altLang="en-US" sz="1200" i="0" u="none" strike="noStrike" cap="none" baseline="0" dirty="0"/>
            </a:p>
          </p:txBody>
        </p:sp>
        <p:sp>
          <p:nvSpPr>
            <p:cNvPr id="25" name="íṣḷïde">
              <a:extLst>
                <a:ext uri="{FF2B5EF4-FFF2-40B4-BE49-F238E27FC236}">
                  <a16:creationId xmlns:a16="http://schemas.microsoft.com/office/drawing/2014/main" id="{60F9FD6F-5832-48F1-8B3D-3010020698AB}"/>
                </a:ext>
              </a:extLst>
            </p:cNvPr>
            <p:cNvSpPr txBox="1"/>
            <p:nvPr/>
          </p:nvSpPr>
          <p:spPr>
            <a:xfrm>
              <a:off x="5362784" y="4974769"/>
              <a:ext cx="1964005" cy="2678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1440" tIns="45720" rIns="91440" bIns="45720" anchor="ctr" anchorCtr="0">
              <a:noAutofit/>
            </a:bodyPr>
            <a:lstStyle/>
            <a:p>
              <a:pPr marL="0" marR="0" lvl="0" indent="0" algn="ctr" rtl="0">
                <a:buSzPct val="25000"/>
                <a:buNone/>
              </a:pPr>
              <a:r>
                <a:rPr lang="en-US" altLang="zh-CN" sz="1200" i="0" u="none" strike="noStrike" cap="none" baseline="0"/>
                <a:t>Text </a:t>
              </a:r>
              <a:r>
                <a:rPr lang="en-US" altLang="zh-CN" sz="100" i="0" u="none" strike="noStrike" cap="none" baseline="0"/>
                <a:t> </a:t>
              </a:r>
              <a:r>
                <a:rPr lang="en-US" altLang="zh-CN" sz="1200" i="0" u="none" strike="noStrike" cap="none" baseline="0"/>
                <a:t>Here</a:t>
              </a:r>
              <a:endParaRPr lang="zh-CN" altLang="en-US" sz="1200" i="0" u="none" strike="noStrike" cap="none" baseline="0" dirty="0"/>
            </a:p>
          </p:txBody>
        </p:sp>
        <p:sp>
          <p:nvSpPr>
            <p:cNvPr id="26" name="íṣ1iḋè">
              <a:extLst>
                <a:ext uri="{FF2B5EF4-FFF2-40B4-BE49-F238E27FC236}">
                  <a16:creationId xmlns:a16="http://schemas.microsoft.com/office/drawing/2014/main" id="{0E3D23FA-C6FB-427A-AD5D-049BF7127E8A}"/>
                </a:ext>
              </a:extLst>
            </p:cNvPr>
            <p:cNvSpPr/>
            <p:nvPr/>
          </p:nvSpPr>
          <p:spPr>
            <a:xfrm>
              <a:off x="5719346" y="4598003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7" name="íṧľíḓè">
              <a:extLst>
                <a:ext uri="{FF2B5EF4-FFF2-40B4-BE49-F238E27FC236}">
                  <a16:creationId xmlns:a16="http://schemas.microsoft.com/office/drawing/2014/main" id="{C85B7E44-9F29-480E-AED6-04CB7C0233D9}"/>
                </a:ext>
              </a:extLst>
            </p:cNvPr>
            <p:cNvSpPr/>
            <p:nvPr/>
          </p:nvSpPr>
          <p:spPr>
            <a:xfrm>
              <a:off x="6129007" y="4598003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8" name="ïSľíḋè">
              <a:extLst>
                <a:ext uri="{FF2B5EF4-FFF2-40B4-BE49-F238E27FC236}">
                  <a16:creationId xmlns:a16="http://schemas.microsoft.com/office/drawing/2014/main" id="{FBA48BA3-21F0-4EE0-B9C0-C11AD863A219}"/>
                </a:ext>
              </a:extLst>
            </p:cNvPr>
            <p:cNvSpPr/>
            <p:nvPr/>
          </p:nvSpPr>
          <p:spPr>
            <a:xfrm>
              <a:off x="6538669" y="4598003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9" name="îsļïḑe">
              <a:extLst>
                <a:ext uri="{FF2B5EF4-FFF2-40B4-BE49-F238E27FC236}">
                  <a16:creationId xmlns:a16="http://schemas.microsoft.com/office/drawing/2014/main" id="{7DC13CC5-724F-4498-8D89-2E64D810F6E5}"/>
                </a:ext>
              </a:extLst>
            </p:cNvPr>
            <p:cNvSpPr/>
            <p:nvPr/>
          </p:nvSpPr>
          <p:spPr>
            <a:xfrm>
              <a:off x="1205450" y="4938449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0" name="iŝḷíḋe">
              <a:extLst>
                <a:ext uri="{FF2B5EF4-FFF2-40B4-BE49-F238E27FC236}">
                  <a16:creationId xmlns:a16="http://schemas.microsoft.com/office/drawing/2014/main" id="{E4A850A7-3C20-4869-9735-068214EFE5A3}"/>
                </a:ext>
              </a:extLst>
            </p:cNvPr>
            <p:cNvSpPr/>
            <p:nvPr/>
          </p:nvSpPr>
          <p:spPr>
            <a:xfrm>
              <a:off x="1615110" y="4938449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1" name="ísḻîďè">
              <a:extLst>
                <a:ext uri="{FF2B5EF4-FFF2-40B4-BE49-F238E27FC236}">
                  <a16:creationId xmlns:a16="http://schemas.microsoft.com/office/drawing/2014/main" id="{9FD21537-646E-4A4E-842E-5853D5D53860}"/>
                </a:ext>
              </a:extLst>
            </p:cNvPr>
            <p:cNvSpPr/>
            <p:nvPr/>
          </p:nvSpPr>
          <p:spPr>
            <a:xfrm>
              <a:off x="2024774" y="4938449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2" name="ïŝ1ïďé">
              <a:extLst>
                <a:ext uri="{FF2B5EF4-FFF2-40B4-BE49-F238E27FC236}">
                  <a16:creationId xmlns:a16="http://schemas.microsoft.com/office/drawing/2014/main" id="{DEA477D5-7609-4A63-BDE7-6398D556F4FE}"/>
                </a:ext>
              </a:extLst>
            </p:cNvPr>
            <p:cNvSpPr/>
            <p:nvPr/>
          </p:nvSpPr>
          <p:spPr>
            <a:xfrm>
              <a:off x="3143443" y="4938449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3" name="iṣḻïḋê">
              <a:extLst>
                <a:ext uri="{FF2B5EF4-FFF2-40B4-BE49-F238E27FC236}">
                  <a16:creationId xmlns:a16="http://schemas.microsoft.com/office/drawing/2014/main" id="{7D7EB013-446E-4DBD-B5C1-7B06DC60A3EC}"/>
                </a:ext>
              </a:extLst>
            </p:cNvPr>
            <p:cNvSpPr/>
            <p:nvPr/>
          </p:nvSpPr>
          <p:spPr>
            <a:xfrm>
              <a:off x="3553105" y="4938449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4" name="ísľiḋe">
              <a:extLst>
                <a:ext uri="{FF2B5EF4-FFF2-40B4-BE49-F238E27FC236}">
                  <a16:creationId xmlns:a16="http://schemas.microsoft.com/office/drawing/2014/main" id="{C0BD866D-C408-4F3C-8A9E-7F0DE2B93357}"/>
                </a:ext>
              </a:extLst>
            </p:cNvPr>
            <p:cNvSpPr/>
            <p:nvPr/>
          </p:nvSpPr>
          <p:spPr>
            <a:xfrm>
              <a:off x="3962765" y="4938449"/>
              <a:ext cx="373374" cy="30419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5" name="íṣ1ïďé">
              <a:extLst>
                <a:ext uri="{FF2B5EF4-FFF2-40B4-BE49-F238E27FC236}">
                  <a16:creationId xmlns:a16="http://schemas.microsoft.com/office/drawing/2014/main" id="{D0935AF5-600E-4C23-AF75-58A8B0CCE45F}"/>
                </a:ext>
              </a:extLst>
            </p:cNvPr>
            <p:cNvSpPr/>
            <p:nvPr/>
          </p:nvSpPr>
          <p:spPr>
            <a:xfrm>
              <a:off x="2427122" y="3350600"/>
              <a:ext cx="583107" cy="475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6" name="îSľíďé">
              <a:extLst>
                <a:ext uri="{FF2B5EF4-FFF2-40B4-BE49-F238E27FC236}">
                  <a16:creationId xmlns:a16="http://schemas.microsoft.com/office/drawing/2014/main" id="{CE8A1109-1DE3-4CBB-845F-F30C6EA4951C}"/>
                </a:ext>
              </a:extLst>
            </p:cNvPr>
            <p:cNvSpPr/>
            <p:nvPr/>
          </p:nvSpPr>
          <p:spPr>
            <a:xfrm>
              <a:off x="6024147" y="3350602"/>
              <a:ext cx="583107" cy="475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7" name="í$1iḍè">
              <a:extLst>
                <a:ext uri="{FF2B5EF4-FFF2-40B4-BE49-F238E27FC236}">
                  <a16:creationId xmlns:a16="http://schemas.microsoft.com/office/drawing/2014/main" id="{9E924076-D762-4C2C-BCD7-654A5A6EE16C}"/>
                </a:ext>
              </a:extLst>
            </p:cNvPr>
            <p:cNvSpPr/>
            <p:nvPr/>
          </p:nvSpPr>
          <p:spPr>
            <a:xfrm>
              <a:off x="9649628" y="3353320"/>
              <a:ext cx="583107" cy="475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8" name="íṧlïḓê">
              <a:extLst>
                <a:ext uri="{FF2B5EF4-FFF2-40B4-BE49-F238E27FC236}">
                  <a16:creationId xmlns:a16="http://schemas.microsoft.com/office/drawing/2014/main" id="{6D219BE9-2200-41DC-BFCB-D32CFDF62701}"/>
                </a:ext>
              </a:extLst>
            </p:cNvPr>
            <p:cNvSpPr/>
            <p:nvPr/>
          </p:nvSpPr>
          <p:spPr>
            <a:xfrm>
              <a:off x="9649628" y="4576545"/>
              <a:ext cx="583107" cy="475067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9" name="iṡľïde">
              <a:extLst>
                <a:ext uri="{FF2B5EF4-FFF2-40B4-BE49-F238E27FC236}">
                  <a16:creationId xmlns:a16="http://schemas.microsoft.com/office/drawing/2014/main" id="{0A98E94F-8243-45CB-A51A-ED5942FE0BE2}"/>
                </a:ext>
              </a:extLst>
            </p:cNvPr>
            <p:cNvSpPr/>
            <p:nvPr/>
          </p:nvSpPr>
          <p:spPr>
            <a:xfrm>
              <a:off x="5866057" y="1304870"/>
              <a:ext cx="899275" cy="732653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60011" y="0"/>
                  </a:moveTo>
                  <a:cubicBezTo>
                    <a:pt x="44753" y="0"/>
                    <a:pt x="32380" y="15183"/>
                    <a:pt x="32380" y="33916"/>
                  </a:cubicBezTo>
                  <a:cubicBezTo>
                    <a:pt x="32380" y="52650"/>
                    <a:pt x="44753" y="67833"/>
                    <a:pt x="60011" y="67833"/>
                  </a:cubicBezTo>
                  <a:cubicBezTo>
                    <a:pt x="75274" y="67833"/>
                    <a:pt x="87647" y="52650"/>
                    <a:pt x="87647" y="33916"/>
                  </a:cubicBezTo>
                  <a:cubicBezTo>
                    <a:pt x="87647" y="15183"/>
                    <a:pt x="75274" y="0"/>
                    <a:pt x="60011" y="0"/>
                  </a:cubicBezTo>
                  <a:close/>
                  <a:moveTo>
                    <a:pt x="40146" y="74200"/>
                  </a:moveTo>
                  <a:cubicBezTo>
                    <a:pt x="40146" y="74200"/>
                    <a:pt x="23773" y="75488"/>
                    <a:pt x="12041" y="86800"/>
                  </a:cubicBezTo>
                  <a:cubicBezTo>
                    <a:pt x="-1808" y="100161"/>
                    <a:pt x="85" y="120000"/>
                    <a:pt x="85" y="120000"/>
                  </a:cubicBezTo>
                  <a:lnTo>
                    <a:pt x="60000" y="120000"/>
                  </a:lnTo>
                  <a:lnTo>
                    <a:pt x="119908" y="120000"/>
                  </a:lnTo>
                  <a:cubicBezTo>
                    <a:pt x="119908" y="120000"/>
                    <a:pt x="121808" y="100161"/>
                    <a:pt x="107958" y="86800"/>
                  </a:cubicBezTo>
                  <a:cubicBezTo>
                    <a:pt x="96226" y="75488"/>
                    <a:pt x="79847" y="74200"/>
                    <a:pt x="79847" y="74200"/>
                  </a:cubicBezTo>
                  <a:lnTo>
                    <a:pt x="66484" y="106322"/>
                  </a:lnTo>
                  <a:lnTo>
                    <a:pt x="64418" y="85405"/>
                  </a:lnTo>
                  <a:lnTo>
                    <a:pt x="67617" y="82111"/>
                  </a:lnTo>
                  <a:lnTo>
                    <a:pt x="60000" y="82111"/>
                  </a:lnTo>
                  <a:lnTo>
                    <a:pt x="52382" y="82111"/>
                  </a:lnTo>
                  <a:lnTo>
                    <a:pt x="55581" y="85405"/>
                  </a:lnTo>
                  <a:lnTo>
                    <a:pt x="53515" y="106322"/>
                  </a:lnTo>
                  <a:lnTo>
                    <a:pt x="40146" y="742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3245711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B5A608-CA78-482E-A560-8E5C4C8C6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C58C35A-1811-4C76-9EE7-AD24E663E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</a:t>
            </a:r>
            <a:r>
              <a:rPr lang="zh-CN" altLang="en-US" sz="100"/>
              <a:t> </a:t>
            </a:r>
            <a:r>
              <a:rPr lang="zh-CN" altLang="en-US"/>
              <a:t>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31150B-2F1D-4126-A239-20BE3F99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12</a:t>
            </a:fld>
            <a:endParaRPr lang="zh-CN" altLang="en-US"/>
          </a:p>
        </p:txBody>
      </p:sp>
      <p:grpSp>
        <p:nvGrpSpPr>
          <p:cNvPr id="5" name="27770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B87051C2-3200-470C-B5E7-ECB115C21179}"/>
              </a:ext>
            </a:extLst>
          </p:cNvPr>
          <p:cNvGrpSpPr>
            <a:grpSpLocks noChangeAspect="1"/>
          </p:cNvGrpSpPr>
          <p:nvPr/>
        </p:nvGrpSpPr>
        <p:grpSpPr>
          <a:xfrm>
            <a:off x="1408771" y="1508289"/>
            <a:ext cx="9511316" cy="4260522"/>
            <a:chOff x="1408771" y="1508289"/>
            <a:chExt cx="9511316" cy="4260522"/>
          </a:xfrm>
        </p:grpSpPr>
        <p:grpSp>
          <p:nvGrpSpPr>
            <p:cNvPr id="6" name="iṡ1iḑé">
              <a:extLst>
                <a:ext uri="{FF2B5EF4-FFF2-40B4-BE49-F238E27FC236}">
                  <a16:creationId xmlns:a16="http://schemas.microsoft.com/office/drawing/2014/main" id="{7F698AD6-DFFC-43EC-A2CE-79582E1BFD19}"/>
                </a:ext>
              </a:extLst>
            </p:cNvPr>
            <p:cNvGrpSpPr/>
            <p:nvPr/>
          </p:nvGrpSpPr>
          <p:grpSpPr>
            <a:xfrm>
              <a:off x="3930628" y="1508289"/>
              <a:ext cx="4330745" cy="4260522"/>
              <a:chOff x="3965738" y="1508289"/>
              <a:chExt cx="4330745" cy="4260522"/>
            </a:xfrm>
          </p:grpSpPr>
          <p:grpSp>
            <p:nvGrpSpPr>
              <p:cNvPr id="15" name="îś1îḑé">
                <a:extLst>
                  <a:ext uri="{FF2B5EF4-FFF2-40B4-BE49-F238E27FC236}">
                    <a16:creationId xmlns:a16="http://schemas.microsoft.com/office/drawing/2014/main" id="{81EB9781-F433-4858-82D7-607C78676D6B}"/>
                  </a:ext>
                </a:extLst>
              </p:cNvPr>
              <p:cNvGrpSpPr/>
              <p:nvPr/>
            </p:nvGrpSpPr>
            <p:grpSpPr>
              <a:xfrm>
                <a:off x="3965738" y="1508289"/>
                <a:ext cx="4260524" cy="4260522"/>
                <a:chOff x="3965738" y="1508289"/>
                <a:chExt cx="4260524" cy="4260522"/>
              </a:xfrm>
            </p:grpSpPr>
            <p:sp>
              <p:nvSpPr>
                <p:cNvPr id="28" name="íṧlîdê">
                  <a:extLst>
                    <a:ext uri="{FF2B5EF4-FFF2-40B4-BE49-F238E27FC236}">
                      <a16:creationId xmlns:a16="http://schemas.microsoft.com/office/drawing/2014/main" id="{1EE7BFD2-3499-4F9F-8BA5-E0DF716109F0}"/>
                    </a:ext>
                  </a:extLst>
                </p:cNvPr>
                <p:cNvSpPr/>
                <p:nvPr/>
              </p:nvSpPr>
              <p:spPr>
                <a:xfrm>
                  <a:off x="3965738" y="1508289"/>
                  <a:ext cx="4260524" cy="4260522"/>
                </a:xfrm>
                <a:prstGeom prst="ellipse">
                  <a:avLst/>
                </a:prstGeom>
                <a:gradFill>
                  <a:gsLst>
                    <a:gs pos="100000">
                      <a:schemeClr val="bg1">
                        <a:lumMod val="75000"/>
                        <a:alpha val="8000"/>
                      </a:schemeClr>
                    </a:gs>
                    <a:gs pos="0">
                      <a:schemeClr val="bg1">
                        <a:lumMod val="75000"/>
                        <a:alpha val="8000"/>
                      </a:schemeClr>
                    </a:gs>
                    <a:gs pos="50000">
                      <a:schemeClr val="bg1">
                        <a:lumMod val="75000"/>
                        <a:alpha val="0"/>
                      </a:schemeClr>
                    </a:gs>
                  </a:gsLst>
                  <a:lin ang="0" scaled="1"/>
                </a:gradFill>
                <a:ln w="6350">
                  <a:gradFill flip="none" rotWithShape="1">
                    <a:gsLst>
                      <a:gs pos="75000">
                        <a:schemeClr val="bg1">
                          <a:lumMod val="75000"/>
                          <a:alpha val="0"/>
                        </a:schemeClr>
                      </a:gs>
                      <a:gs pos="20000">
                        <a:schemeClr val="bg1">
                          <a:lumMod val="65000"/>
                          <a:alpha val="0"/>
                        </a:schemeClr>
                      </a:gs>
                      <a:gs pos="0">
                        <a:schemeClr val="bg1">
                          <a:lumMod val="65000"/>
                        </a:schemeClr>
                      </a:gs>
                      <a:gs pos="100000">
                        <a:schemeClr val="bg1">
                          <a:lumMod val="65000"/>
                        </a:scheme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zh-CN" altLang="en-US"/>
                </a:p>
              </p:txBody>
            </p:sp>
            <p:sp>
              <p:nvSpPr>
                <p:cNvPr id="29" name="íš1ïde">
                  <a:extLst>
                    <a:ext uri="{FF2B5EF4-FFF2-40B4-BE49-F238E27FC236}">
                      <a16:creationId xmlns:a16="http://schemas.microsoft.com/office/drawing/2014/main" id="{F67EF8F7-78E4-4129-8141-FE0A1AAD7827}"/>
                    </a:ext>
                  </a:extLst>
                </p:cNvPr>
                <p:cNvSpPr/>
                <p:nvPr/>
              </p:nvSpPr>
              <p:spPr>
                <a:xfrm>
                  <a:off x="4631701" y="2174253"/>
                  <a:ext cx="2928596" cy="2928594"/>
                </a:xfrm>
                <a:prstGeom prst="ellipse">
                  <a:avLst/>
                </a:prstGeom>
                <a:solidFill>
                  <a:schemeClr val="bg1"/>
                </a:solidFill>
                <a:ln w="76200">
                  <a:solidFill>
                    <a:schemeClr val="bg1">
                      <a:lumMod val="95000"/>
                      <a:alpha val="38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lang="zh-CN" altLang="en-US"/>
                </a:p>
              </p:txBody>
            </p:sp>
            <p:grpSp>
              <p:nvGrpSpPr>
                <p:cNvPr id="30" name="îsľïďe">
                  <a:extLst>
                    <a:ext uri="{FF2B5EF4-FFF2-40B4-BE49-F238E27FC236}">
                      <a16:creationId xmlns:a16="http://schemas.microsoft.com/office/drawing/2014/main" id="{A956ECF0-EB2B-4708-B03A-B4AA432DAFE3}"/>
                    </a:ext>
                  </a:extLst>
                </p:cNvPr>
                <p:cNvGrpSpPr/>
                <p:nvPr/>
              </p:nvGrpSpPr>
              <p:grpSpPr>
                <a:xfrm>
                  <a:off x="4375892" y="2146759"/>
                  <a:ext cx="3440238" cy="2983577"/>
                  <a:chOff x="4236179" y="3662077"/>
                  <a:chExt cx="3232563" cy="2803476"/>
                </a:xfrm>
              </p:grpSpPr>
              <p:sp>
                <p:nvSpPr>
                  <p:cNvPr id="31" name="iṧľïḑé">
                    <a:extLst>
                      <a:ext uri="{FF2B5EF4-FFF2-40B4-BE49-F238E27FC236}">
                        <a16:creationId xmlns:a16="http://schemas.microsoft.com/office/drawing/2014/main" id="{87F1C4E9-70FF-43AE-9352-165E79C1525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343333" y="3669872"/>
                    <a:ext cx="274545" cy="2308083"/>
                  </a:xfrm>
                  <a:custGeom>
                    <a:avLst/>
                    <a:gdLst>
                      <a:gd name="T0" fmla="*/ 0 w 217"/>
                      <a:gd name="T1" fmla="*/ 0 h 1821"/>
                      <a:gd name="T2" fmla="*/ 0 w 217"/>
                      <a:gd name="T3" fmla="*/ 1821 h 1821"/>
                      <a:gd name="T4" fmla="*/ 217 w 217"/>
                      <a:gd name="T5" fmla="*/ 1761 h 1821"/>
                      <a:gd name="T6" fmla="*/ 217 w 217"/>
                      <a:gd name="T7" fmla="*/ 73 h 1821"/>
                      <a:gd name="T8" fmla="*/ 0 w 217"/>
                      <a:gd name="T9" fmla="*/ 0 h 1821"/>
                      <a:gd name="T10" fmla="*/ 166 w 217"/>
                      <a:gd name="T11" fmla="*/ 1705 h 1821"/>
                      <a:gd name="T12" fmla="*/ 43 w 217"/>
                      <a:gd name="T13" fmla="*/ 1738 h 1821"/>
                      <a:gd name="T14" fmla="*/ 43 w 217"/>
                      <a:gd name="T15" fmla="*/ 1689 h 1821"/>
                      <a:gd name="T16" fmla="*/ 166 w 217"/>
                      <a:gd name="T17" fmla="*/ 1666 h 1821"/>
                      <a:gd name="T18" fmla="*/ 166 w 217"/>
                      <a:gd name="T19" fmla="*/ 1705 h 1821"/>
                      <a:gd name="T20" fmla="*/ 166 w 217"/>
                      <a:gd name="T21" fmla="*/ 1536 h 1821"/>
                      <a:gd name="T22" fmla="*/ 43 w 217"/>
                      <a:gd name="T23" fmla="*/ 1562 h 1821"/>
                      <a:gd name="T24" fmla="*/ 43 w 217"/>
                      <a:gd name="T25" fmla="*/ 1513 h 1821"/>
                      <a:gd name="T26" fmla="*/ 166 w 217"/>
                      <a:gd name="T27" fmla="*/ 1496 h 1821"/>
                      <a:gd name="T28" fmla="*/ 166 w 217"/>
                      <a:gd name="T29" fmla="*/ 1536 h 1821"/>
                      <a:gd name="T30" fmla="*/ 166 w 217"/>
                      <a:gd name="T31" fmla="*/ 1366 h 1821"/>
                      <a:gd name="T32" fmla="*/ 43 w 217"/>
                      <a:gd name="T33" fmla="*/ 1385 h 1821"/>
                      <a:gd name="T34" fmla="*/ 43 w 217"/>
                      <a:gd name="T35" fmla="*/ 1336 h 1821"/>
                      <a:gd name="T36" fmla="*/ 166 w 217"/>
                      <a:gd name="T37" fmla="*/ 1326 h 1821"/>
                      <a:gd name="T38" fmla="*/ 166 w 217"/>
                      <a:gd name="T39" fmla="*/ 1366 h 1821"/>
                      <a:gd name="T40" fmla="*/ 166 w 217"/>
                      <a:gd name="T41" fmla="*/ 1197 h 1821"/>
                      <a:gd name="T42" fmla="*/ 43 w 217"/>
                      <a:gd name="T43" fmla="*/ 1209 h 1821"/>
                      <a:gd name="T44" fmla="*/ 43 w 217"/>
                      <a:gd name="T45" fmla="*/ 1160 h 1821"/>
                      <a:gd name="T46" fmla="*/ 166 w 217"/>
                      <a:gd name="T47" fmla="*/ 1156 h 1821"/>
                      <a:gd name="T48" fmla="*/ 166 w 217"/>
                      <a:gd name="T49" fmla="*/ 1197 h 1821"/>
                      <a:gd name="T50" fmla="*/ 166 w 217"/>
                      <a:gd name="T51" fmla="*/ 1027 h 1821"/>
                      <a:gd name="T52" fmla="*/ 43 w 217"/>
                      <a:gd name="T53" fmla="*/ 1032 h 1821"/>
                      <a:gd name="T54" fmla="*/ 43 w 217"/>
                      <a:gd name="T55" fmla="*/ 983 h 1821"/>
                      <a:gd name="T56" fmla="*/ 166 w 217"/>
                      <a:gd name="T57" fmla="*/ 986 h 1821"/>
                      <a:gd name="T58" fmla="*/ 166 w 217"/>
                      <a:gd name="T59" fmla="*/ 1027 h 1821"/>
                      <a:gd name="T60" fmla="*/ 166 w 217"/>
                      <a:gd name="T61" fmla="*/ 858 h 1821"/>
                      <a:gd name="T62" fmla="*/ 43 w 217"/>
                      <a:gd name="T63" fmla="*/ 856 h 1821"/>
                      <a:gd name="T64" fmla="*/ 43 w 217"/>
                      <a:gd name="T65" fmla="*/ 807 h 1821"/>
                      <a:gd name="T66" fmla="*/ 166 w 217"/>
                      <a:gd name="T67" fmla="*/ 815 h 1821"/>
                      <a:gd name="T68" fmla="*/ 166 w 217"/>
                      <a:gd name="T69" fmla="*/ 858 h 1821"/>
                      <a:gd name="T70" fmla="*/ 166 w 217"/>
                      <a:gd name="T71" fmla="*/ 688 h 1821"/>
                      <a:gd name="T72" fmla="*/ 43 w 217"/>
                      <a:gd name="T73" fmla="*/ 679 h 1821"/>
                      <a:gd name="T74" fmla="*/ 43 w 217"/>
                      <a:gd name="T75" fmla="*/ 630 h 1821"/>
                      <a:gd name="T76" fmla="*/ 166 w 217"/>
                      <a:gd name="T77" fmla="*/ 645 h 1821"/>
                      <a:gd name="T78" fmla="*/ 166 w 217"/>
                      <a:gd name="T79" fmla="*/ 688 h 1821"/>
                      <a:gd name="T80" fmla="*/ 166 w 217"/>
                      <a:gd name="T81" fmla="*/ 519 h 1821"/>
                      <a:gd name="T82" fmla="*/ 43 w 217"/>
                      <a:gd name="T83" fmla="*/ 502 h 1821"/>
                      <a:gd name="T84" fmla="*/ 43 w 217"/>
                      <a:gd name="T85" fmla="*/ 454 h 1821"/>
                      <a:gd name="T86" fmla="*/ 166 w 217"/>
                      <a:gd name="T87" fmla="*/ 475 h 1821"/>
                      <a:gd name="T88" fmla="*/ 166 w 217"/>
                      <a:gd name="T89" fmla="*/ 519 h 1821"/>
                      <a:gd name="T90" fmla="*/ 166 w 217"/>
                      <a:gd name="T91" fmla="*/ 349 h 1821"/>
                      <a:gd name="T92" fmla="*/ 43 w 217"/>
                      <a:gd name="T93" fmla="*/ 326 h 1821"/>
                      <a:gd name="T94" fmla="*/ 43 w 217"/>
                      <a:gd name="T95" fmla="*/ 277 h 1821"/>
                      <a:gd name="T96" fmla="*/ 166 w 217"/>
                      <a:gd name="T97" fmla="*/ 305 h 1821"/>
                      <a:gd name="T98" fmla="*/ 166 w 217"/>
                      <a:gd name="T99" fmla="*/ 349 h 1821"/>
                      <a:gd name="T100" fmla="*/ 166 w 217"/>
                      <a:gd name="T101" fmla="*/ 180 h 1821"/>
                      <a:gd name="T102" fmla="*/ 43 w 217"/>
                      <a:gd name="T103" fmla="*/ 150 h 1821"/>
                      <a:gd name="T104" fmla="*/ 43 w 217"/>
                      <a:gd name="T105" fmla="*/ 101 h 1821"/>
                      <a:gd name="T106" fmla="*/ 166 w 217"/>
                      <a:gd name="T107" fmla="*/ 135 h 1821"/>
                      <a:gd name="T108" fmla="*/ 166 w 217"/>
                      <a:gd name="T109" fmla="*/ 180 h 1821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</a:cxnLst>
                    <a:rect l="0" t="0" r="r" b="b"/>
                    <a:pathLst>
                      <a:path w="217" h="1821">
                        <a:moveTo>
                          <a:pt x="0" y="0"/>
                        </a:moveTo>
                        <a:cubicBezTo>
                          <a:pt x="0" y="1821"/>
                          <a:pt x="0" y="1821"/>
                          <a:pt x="0" y="1821"/>
                        </a:cubicBezTo>
                        <a:cubicBezTo>
                          <a:pt x="217" y="1761"/>
                          <a:pt x="217" y="1761"/>
                          <a:pt x="217" y="1761"/>
                        </a:cubicBezTo>
                        <a:cubicBezTo>
                          <a:pt x="217" y="73"/>
                          <a:pt x="217" y="73"/>
                          <a:pt x="217" y="73"/>
                        </a:cubicBezTo>
                        <a:lnTo>
                          <a:pt x="0" y="0"/>
                        </a:lnTo>
                        <a:close/>
                        <a:moveTo>
                          <a:pt x="166" y="1705"/>
                        </a:moveTo>
                        <a:cubicBezTo>
                          <a:pt x="43" y="1738"/>
                          <a:pt x="43" y="1738"/>
                          <a:pt x="43" y="1738"/>
                        </a:cubicBezTo>
                        <a:cubicBezTo>
                          <a:pt x="43" y="1689"/>
                          <a:pt x="43" y="1689"/>
                          <a:pt x="43" y="1689"/>
                        </a:cubicBezTo>
                        <a:cubicBezTo>
                          <a:pt x="166" y="1666"/>
                          <a:pt x="166" y="1666"/>
                          <a:pt x="166" y="1666"/>
                        </a:cubicBezTo>
                        <a:lnTo>
                          <a:pt x="166" y="1705"/>
                        </a:lnTo>
                        <a:close/>
                        <a:moveTo>
                          <a:pt x="166" y="1536"/>
                        </a:moveTo>
                        <a:cubicBezTo>
                          <a:pt x="125" y="1544"/>
                          <a:pt x="84" y="1553"/>
                          <a:pt x="43" y="1562"/>
                        </a:cubicBezTo>
                        <a:cubicBezTo>
                          <a:pt x="43" y="1545"/>
                          <a:pt x="43" y="1529"/>
                          <a:pt x="43" y="1513"/>
                        </a:cubicBezTo>
                        <a:cubicBezTo>
                          <a:pt x="84" y="1507"/>
                          <a:pt x="125" y="1502"/>
                          <a:pt x="166" y="1496"/>
                        </a:cubicBezTo>
                        <a:cubicBezTo>
                          <a:pt x="166" y="1509"/>
                          <a:pt x="166" y="1522"/>
                          <a:pt x="166" y="1536"/>
                        </a:cubicBezTo>
                        <a:close/>
                        <a:moveTo>
                          <a:pt x="166" y="1366"/>
                        </a:moveTo>
                        <a:cubicBezTo>
                          <a:pt x="125" y="1372"/>
                          <a:pt x="84" y="1379"/>
                          <a:pt x="43" y="1385"/>
                        </a:cubicBezTo>
                        <a:cubicBezTo>
                          <a:pt x="43" y="1369"/>
                          <a:pt x="43" y="1353"/>
                          <a:pt x="43" y="1336"/>
                        </a:cubicBezTo>
                        <a:cubicBezTo>
                          <a:pt x="84" y="1333"/>
                          <a:pt x="125" y="1329"/>
                          <a:pt x="166" y="1326"/>
                        </a:cubicBezTo>
                        <a:cubicBezTo>
                          <a:pt x="166" y="1339"/>
                          <a:pt x="166" y="1353"/>
                          <a:pt x="166" y="1366"/>
                        </a:cubicBezTo>
                        <a:close/>
                        <a:moveTo>
                          <a:pt x="166" y="1197"/>
                        </a:moveTo>
                        <a:cubicBezTo>
                          <a:pt x="125" y="1201"/>
                          <a:pt x="84" y="1205"/>
                          <a:pt x="43" y="1209"/>
                        </a:cubicBezTo>
                        <a:cubicBezTo>
                          <a:pt x="43" y="1192"/>
                          <a:pt x="43" y="1176"/>
                          <a:pt x="43" y="1160"/>
                        </a:cubicBezTo>
                        <a:cubicBezTo>
                          <a:pt x="84" y="1159"/>
                          <a:pt x="125" y="1157"/>
                          <a:pt x="166" y="1156"/>
                        </a:cubicBezTo>
                        <a:cubicBezTo>
                          <a:pt x="166" y="1169"/>
                          <a:pt x="166" y="1183"/>
                          <a:pt x="166" y="1197"/>
                        </a:cubicBezTo>
                        <a:close/>
                        <a:moveTo>
                          <a:pt x="166" y="1027"/>
                        </a:moveTo>
                        <a:cubicBezTo>
                          <a:pt x="125" y="1029"/>
                          <a:pt x="84" y="1030"/>
                          <a:pt x="43" y="1032"/>
                        </a:cubicBezTo>
                        <a:cubicBezTo>
                          <a:pt x="43" y="1016"/>
                          <a:pt x="43" y="1000"/>
                          <a:pt x="43" y="983"/>
                        </a:cubicBezTo>
                        <a:cubicBezTo>
                          <a:pt x="84" y="984"/>
                          <a:pt x="125" y="985"/>
                          <a:pt x="166" y="986"/>
                        </a:cubicBezTo>
                        <a:cubicBezTo>
                          <a:pt x="166" y="999"/>
                          <a:pt x="166" y="1013"/>
                          <a:pt x="166" y="1027"/>
                        </a:cubicBezTo>
                        <a:close/>
                        <a:moveTo>
                          <a:pt x="166" y="858"/>
                        </a:moveTo>
                        <a:cubicBezTo>
                          <a:pt x="125" y="857"/>
                          <a:pt x="84" y="856"/>
                          <a:pt x="43" y="856"/>
                        </a:cubicBezTo>
                        <a:cubicBezTo>
                          <a:pt x="43" y="839"/>
                          <a:pt x="43" y="823"/>
                          <a:pt x="43" y="807"/>
                        </a:cubicBezTo>
                        <a:cubicBezTo>
                          <a:pt x="84" y="810"/>
                          <a:pt x="125" y="813"/>
                          <a:pt x="166" y="815"/>
                        </a:cubicBezTo>
                        <a:cubicBezTo>
                          <a:pt x="166" y="830"/>
                          <a:pt x="166" y="844"/>
                          <a:pt x="166" y="858"/>
                        </a:cubicBezTo>
                        <a:close/>
                        <a:moveTo>
                          <a:pt x="166" y="688"/>
                        </a:moveTo>
                        <a:cubicBezTo>
                          <a:pt x="125" y="685"/>
                          <a:pt x="84" y="682"/>
                          <a:pt x="43" y="679"/>
                        </a:cubicBezTo>
                        <a:cubicBezTo>
                          <a:pt x="43" y="663"/>
                          <a:pt x="43" y="647"/>
                          <a:pt x="43" y="630"/>
                        </a:cubicBezTo>
                        <a:cubicBezTo>
                          <a:pt x="84" y="635"/>
                          <a:pt x="125" y="640"/>
                          <a:pt x="166" y="645"/>
                        </a:cubicBezTo>
                        <a:cubicBezTo>
                          <a:pt x="166" y="660"/>
                          <a:pt x="166" y="674"/>
                          <a:pt x="166" y="688"/>
                        </a:cubicBezTo>
                        <a:close/>
                        <a:moveTo>
                          <a:pt x="166" y="519"/>
                        </a:moveTo>
                        <a:cubicBezTo>
                          <a:pt x="125" y="513"/>
                          <a:pt x="84" y="508"/>
                          <a:pt x="43" y="502"/>
                        </a:cubicBezTo>
                        <a:cubicBezTo>
                          <a:pt x="43" y="486"/>
                          <a:pt x="43" y="470"/>
                          <a:pt x="43" y="454"/>
                        </a:cubicBezTo>
                        <a:cubicBezTo>
                          <a:pt x="84" y="461"/>
                          <a:pt x="125" y="468"/>
                          <a:pt x="166" y="475"/>
                        </a:cubicBezTo>
                        <a:cubicBezTo>
                          <a:pt x="166" y="490"/>
                          <a:pt x="166" y="504"/>
                          <a:pt x="166" y="519"/>
                        </a:cubicBezTo>
                        <a:close/>
                        <a:moveTo>
                          <a:pt x="166" y="349"/>
                        </a:moveTo>
                        <a:cubicBezTo>
                          <a:pt x="125" y="342"/>
                          <a:pt x="84" y="334"/>
                          <a:pt x="43" y="326"/>
                        </a:cubicBezTo>
                        <a:cubicBezTo>
                          <a:pt x="43" y="310"/>
                          <a:pt x="43" y="294"/>
                          <a:pt x="43" y="277"/>
                        </a:cubicBezTo>
                        <a:cubicBezTo>
                          <a:pt x="84" y="287"/>
                          <a:pt x="125" y="296"/>
                          <a:pt x="166" y="305"/>
                        </a:cubicBezTo>
                        <a:cubicBezTo>
                          <a:pt x="166" y="320"/>
                          <a:pt x="166" y="335"/>
                          <a:pt x="166" y="349"/>
                        </a:cubicBezTo>
                        <a:close/>
                        <a:moveTo>
                          <a:pt x="166" y="180"/>
                        </a:moveTo>
                        <a:cubicBezTo>
                          <a:pt x="43" y="150"/>
                          <a:pt x="43" y="150"/>
                          <a:pt x="43" y="150"/>
                        </a:cubicBezTo>
                        <a:cubicBezTo>
                          <a:pt x="43" y="101"/>
                          <a:pt x="43" y="101"/>
                          <a:pt x="43" y="101"/>
                        </a:cubicBezTo>
                        <a:cubicBezTo>
                          <a:pt x="166" y="135"/>
                          <a:pt x="166" y="135"/>
                          <a:pt x="166" y="135"/>
                        </a:cubicBezTo>
                        <a:lnTo>
                          <a:pt x="166" y="180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2" name="ïšḷiḋê">
                    <a:extLst>
                      <a:ext uri="{FF2B5EF4-FFF2-40B4-BE49-F238E27FC236}">
                        <a16:creationId xmlns:a16="http://schemas.microsoft.com/office/drawing/2014/main" id="{14647D61-C208-46C7-92CB-1BCC18CFA6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020288" y="3662077"/>
                    <a:ext cx="301393" cy="2323672"/>
                  </a:xfrm>
                  <a:custGeom>
                    <a:avLst/>
                    <a:gdLst>
                      <a:gd name="T0" fmla="*/ 101 w 238"/>
                      <a:gd name="T1" fmla="*/ 338 h 1833"/>
                      <a:gd name="T2" fmla="*/ 238 w 238"/>
                      <a:gd name="T3" fmla="*/ 1833 h 1833"/>
                      <a:gd name="T4" fmla="*/ 0 w 238"/>
                      <a:gd name="T5" fmla="*/ 116 h 1833"/>
                      <a:gd name="T6" fmla="*/ 191 w 238"/>
                      <a:gd name="T7" fmla="*/ 1675 h 1833"/>
                      <a:gd name="T8" fmla="*/ 124 w 238"/>
                      <a:gd name="T9" fmla="*/ 1613 h 1833"/>
                      <a:gd name="T10" fmla="*/ 191 w 238"/>
                      <a:gd name="T11" fmla="*/ 1675 h 1833"/>
                      <a:gd name="T12" fmla="*/ 124 w 238"/>
                      <a:gd name="T13" fmla="*/ 1569 h 1833"/>
                      <a:gd name="T14" fmla="*/ 191 w 238"/>
                      <a:gd name="T15" fmla="*/ 1529 h 1833"/>
                      <a:gd name="T16" fmla="*/ 191 w 238"/>
                      <a:gd name="T17" fmla="*/ 1487 h 1833"/>
                      <a:gd name="T18" fmla="*/ 124 w 238"/>
                      <a:gd name="T19" fmla="*/ 1429 h 1833"/>
                      <a:gd name="T20" fmla="*/ 191 w 238"/>
                      <a:gd name="T21" fmla="*/ 1487 h 1833"/>
                      <a:gd name="T22" fmla="*/ 124 w 238"/>
                      <a:gd name="T23" fmla="*/ 1386 h 1833"/>
                      <a:gd name="T24" fmla="*/ 191 w 238"/>
                      <a:gd name="T25" fmla="*/ 1341 h 1833"/>
                      <a:gd name="T26" fmla="*/ 191 w 238"/>
                      <a:gd name="T27" fmla="*/ 1299 h 1833"/>
                      <a:gd name="T28" fmla="*/ 124 w 238"/>
                      <a:gd name="T29" fmla="*/ 1245 h 1833"/>
                      <a:gd name="T30" fmla="*/ 191 w 238"/>
                      <a:gd name="T31" fmla="*/ 1299 h 1833"/>
                      <a:gd name="T32" fmla="*/ 124 w 238"/>
                      <a:gd name="T33" fmla="*/ 1202 h 1833"/>
                      <a:gd name="T34" fmla="*/ 191 w 238"/>
                      <a:gd name="T35" fmla="*/ 1153 h 1833"/>
                      <a:gd name="T36" fmla="*/ 191 w 238"/>
                      <a:gd name="T37" fmla="*/ 1111 h 1833"/>
                      <a:gd name="T38" fmla="*/ 124 w 238"/>
                      <a:gd name="T39" fmla="*/ 1062 h 1833"/>
                      <a:gd name="T40" fmla="*/ 191 w 238"/>
                      <a:gd name="T41" fmla="*/ 1111 h 1833"/>
                      <a:gd name="T42" fmla="*/ 124 w 238"/>
                      <a:gd name="T43" fmla="*/ 1018 h 1833"/>
                      <a:gd name="T44" fmla="*/ 191 w 238"/>
                      <a:gd name="T45" fmla="*/ 965 h 1833"/>
                      <a:gd name="T46" fmla="*/ 191 w 238"/>
                      <a:gd name="T47" fmla="*/ 923 h 1833"/>
                      <a:gd name="T48" fmla="*/ 124 w 238"/>
                      <a:gd name="T49" fmla="*/ 878 h 1833"/>
                      <a:gd name="T50" fmla="*/ 191 w 238"/>
                      <a:gd name="T51" fmla="*/ 923 h 1833"/>
                      <a:gd name="T52" fmla="*/ 124 w 238"/>
                      <a:gd name="T53" fmla="*/ 834 h 1833"/>
                      <a:gd name="T54" fmla="*/ 191 w 238"/>
                      <a:gd name="T55" fmla="*/ 777 h 1833"/>
                      <a:gd name="T56" fmla="*/ 191 w 238"/>
                      <a:gd name="T57" fmla="*/ 734 h 1833"/>
                      <a:gd name="T58" fmla="*/ 124 w 238"/>
                      <a:gd name="T59" fmla="*/ 694 h 1833"/>
                      <a:gd name="T60" fmla="*/ 191 w 238"/>
                      <a:gd name="T61" fmla="*/ 734 h 1833"/>
                      <a:gd name="T62" fmla="*/ 124 w 238"/>
                      <a:gd name="T63" fmla="*/ 650 h 1833"/>
                      <a:gd name="T64" fmla="*/ 191 w 238"/>
                      <a:gd name="T65" fmla="*/ 588 h 1833"/>
                      <a:gd name="T66" fmla="*/ 191 w 238"/>
                      <a:gd name="T67" fmla="*/ 546 h 1833"/>
                      <a:gd name="T68" fmla="*/ 124 w 238"/>
                      <a:gd name="T69" fmla="*/ 510 h 1833"/>
                      <a:gd name="T70" fmla="*/ 191 w 238"/>
                      <a:gd name="T71" fmla="*/ 546 h 1833"/>
                      <a:gd name="T72" fmla="*/ 124 w 238"/>
                      <a:gd name="T73" fmla="*/ 467 h 1833"/>
                      <a:gd name="T74" fmla="*/ 191 w 238"/>
                      <a:gd name="T75" fmla="*/ 400 h 1833"/>
                      <a:gd name="T76" fmla="*/ 191 w 238"/>
                      <a:gd name="T77" fmla="*/ 358 h 1833"/>
                      <a:gd name="T78" fmla="*/ 124 w 238"/>
                      <a:gd name="T79" fmla="*/ 326 h 1833"/>
                      <a:gd name="T80" fmla="*/ 191 w 238"/>
                      <a:gd name="T81" fmla="*/ 358 h 1833"/>
                      <a:gd name="T82" fmla="*/ 124 w 238"/>
                      <a:gd name="T83" fmla="*/ 283 h 1833"/>
                      <a:gd name="T84" fmla="*/ 191 w 238"/>
                      <a:gd name="T85" fmla="*/ 212 h 1833"/>
                      <a:gd name="T86" fmla="*/ 124 w 238"/>
                      <a:gd name="T87" fmla="*/ 143 h 1833"/>
                      <a:gd name="T88" fmla="*/ 191 w 238"/>
                      <a:gd name="T89" fmla="*/ 170 h 1833"/>
                      <a:gd name="T90" fmla="*/ 124 w 238"/>
                      <a:gd name="T91" fmla="*/ 143 h 1833"/>
                      <a:gd name="T92" fmla="*/ 191 w 238"/>
                      <a:gd name="T93" fmla="*/ 1717 h 1833"/>
                      <a:gd name="T94" fmla="*/ 124 w 238"/>
                      <a:gd name="T95" fmla="*/ 1753 h 1833"/>
                      <a:gd name="T96" fmla="*/ 83 w 238"/>
                      <a:gd name="T97" fmla="*/ 291 h 1833"/>
                      <a:gd name="T98" fmla="*/ 31 w 238"/>
                      <a:gd name="T99" fmla="*/ 270 h 1833"/>
                      <a:gd name="T100" fmla="*/ 83 w 238"/>
                      <a:gd name="T101" fmla="*/ 291 h 1833"/>
                      <a:gd name="T102" fmla="*/ 83 w 238"/>
                      <a:gd name="T103" fmla="*/ 160 h 1833"/>
                      <a:gd name="T104" fmla="*/ 31 w 238"/>
                      <a:gd name="T105" fmla="*/ 219 h 183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</a:cxnLst>
                    <a:rect l="0" t="0" r="r" b="b"/>
                    <a:pathLst>
                      <a:path w="238" h="1833">
                        <a:moveTo>
                          <a:pt x="0" y="306"/>
                        </a:moveTo>
                        <a:cubicBezTo>
                          <a:pt x="101" y="338"/>
                          <a:pt x="101" y="338"/>
                          <a:pt x="101" y="338"/>
                        </a:cubicBezTo>
                        <a:cubicBezTo>
                          <a:pt x="101" y="1818"/>
                          <a:pt x="101" y="1818"/>
                          <a:pt x="101" y="1818"/>
                        </a:cubicBezTo>
                        <a:cubicBezTo>
                          <a:pt x="238" y="1833"/>
                          <a:pt x="238" y="1833"/>
                          <a:pt x="238" y="1833"/>
                        </a:cubicBezTo>
                        <a:cubicBezTo>
                          <a:pt x="238" y="0"/>
                          <a:pt x="238" y="0"/>
                          <a:pt x="238" y="0"/>
                        </a:cubicBezTo>
                        <a:cubicBezTo>
                          <a:pt x="0" y="116"/>
                          <a:pt x="0" y="116"/>
                          <a:pt x="0" y="116"/>
                        </a:cubicBezTo>
                        <a:lnTo>
                          <a:pt x="0" y="306"/>
                        </a:lnTo>
                        <a:close/>
                        <a:moveTo>
                          <a:pt x="191" y="1675"/>
                        </a:moveTo>
                        <a:cubicBezTo>
                          <a:pt x="169" y="1670"/>
                          <a:pt x="146" y="1666"/>
                          <a:pt x="124" y="1661"/>
                        </a:cubicBezTo>
                        <a:cubicBezTo>
                          <a:pt x="124" y="1645"/>
                          <a:pt x="124" y="1629"/>
                          <a:pt x="124" y="1613"/>
                        </a:cubicBezTo>
                        <a:cubicBezTo>
                          <a:pt x="146" y="1616"/>
                          <a:pt x="169" y="1620"/>
                          <a:pt x="191" y="1623"/>
                        </a:cubicBezTo>
                        <a:cubicBezTo>
                          <a:pt x="191" y="1640"/>
                          <a:pt x="191" y="1658"/>
                          <a:pt x="191" y="1675"/>
                        </a:cubicBezTo>
                        <a:close/>
                        <a:moveTo>
                          <a:pt x="191" y="1581"/>
                        </a:moveTo>
                        <a:cubicBezTo>
                          <a:pt x="169" y="1577"/>
                          <a:pt x="146" y="1573"/>
                          <a:pt x="124" y="1569"/>
                        </a:cubicBezTo>
                        <a:cubicBezTo>
                          <a:pt x="124" y="1553"/>
                          <a:pt x="124" y="1537"/>
                          <a:pt x="124" y="1521"/>
                        </a:cubicBezTo>
                        <a:cubicBezTo>
                          <a:pt x="146" y="1524"/>
                          <a:pt x="169" y="1526"/>
                          <a:pt x="191" y="1529"/>
                        </a:cubicBezTo>
                        <a:cubicBezTo>
                          <a:pt x="191" y="1546"/>
                          <a:pt x="191" y="1564"/>
                          <a:pt x="191" y="1581"/>
                        </a:cubicBezTo>
                        <a:close/>
                        <a:moveTo>
                          <a:pt x="191" y="1487"/>
                        </a:moveTo>
                        <a:cubicBezTo>
                          <a:pt x="169" y="1484"/>
                          <a:pt x="146" y="1481"/>
                          <a:pt x="124" y="1477"/>
                        </a:cubicBezTo>
                        <a:cubicBezTo>
                          <a:pt x="124" y="1461"/>
                          <a:pt x="124" y="1445"/>
                          <a:pt x="124" y="1429"/>
                        </a:cubicBezTo>
                        <a:cubicBezTo>
                          <a:pt x="146" y="1431"/>
                          <a:pt x="169" y="1433"/>
                          <a:pt x="191" y="1435"/>
                        </a:cubicBezTo>
                        <a:cubicBezTo>
                          <a:pt x="191" y="1452"/>
                          <a:pt x="191" y="1470"/>
                          <a:pt x="191" y="1487"/>
                        </a:cubicBezTo>
                        <a:close/>
                        <a:moveTo>
                          <a:pt x="191" y="1393"/>
                        </a:moveTo>
                        <a:cubicBezTo>
                          <a:pt x="169" y="1390"/>
                          <a:pt x="146" y="1388"/>
                          <a:pt x="124" y="1386"/>
                        </a:cubicBezTo>
                        <a:cubicBezTo>
                          <a:pt x="124" y="1369"/>
                          <a:pt x="124" y="1353"/>
                          <a:pt x="124" y="1337"/>
                        </a:cubicBezTo>
                        <a:cubicBezTo>
                          <a:pt x="146" y="1338"/>
                          <a:pt x="169" y="1340"/>
                          <a:pt x="191" y="1341"/>
                        </a:cubicBezTo>
                        <a:cubicBezTo>
                          <a:pt x="191" y="1358"/>
                          <a:pt x="191" y="1376"/>
                          <a:pt x="191" y="1393"/>
                        </a:cubicBezTo>
                        <a:close/>
                        <a:moveTo>
                          <a:pt x="191" y="1299"/>
                        </a:moveTo>
                        <a:cubicBezTo>
                          <a:pt x="169" y="1297"/>
                          <a:pt x="146" y="1295"/>
                          <a:pt x="124" y="1294"/>
                        </a:cubicBezTo>
                        <a:cubicBezTo>
                          <a:pt x="124" y="1278"/>
                          <a:pt x="124" y="1261"/>
                          <a:pt x="124" y="1245"/>
                        </a:cubicBezTo>
                        <a:cubicBezTo>
                          <a:pt x="146" y="1246"/>
                          <a:pt x="169" y="1246"/>
                          <a:pt x="191" y="1247"/>
                        </a:cubicBezTo>
                        <a:cubicBezTo>
                          <a:pt x="191" y="1264"/>
                          <a:pt x="191" y="1281"/>
                          <a:pt x="191" y="1299"/>
                        </a:cubicBezTo>
                        <a:close/>
                        <a:moveTo>
                          <a:pt x="191" y="1205"/>
                        </a:moveTo>
                        <a:cubicBezTo>
                          <a:pt x="169" y="1204"/>
                          <a:pt x="146" y="1203"/>
                          <a:pt x="124" y="1202"/>
                        </a:cubicBezTo>
                        <a:cubicBezTo>
                          <a:pt x="124" y="1186"/>
                          <a:pt x="124" y="1170"/>
                          <a:pt x="124" y="1153"/>
                        </a:cubicBezTo>
                        <a:cubicBezTo>
                          <a:pt x="146" y="1153"/>
                          <a:pt x="169" y="1153"/>
                          <a:pt x="191" y="1153"/>
                        </a:cubicBezTo>
                        <a:cubicBezTo>
                          <a:pt x="191" y="1170"/>
                          <a:pt x="191" y="1187"/>
                          <a:pt x="191" y="1205"/>
                        </a:cubicBezTo>
                        <a:close/>
                        <a:moveTo>
                          <a:pt x="191" y="1111"/>
                        </a:moveTo>
                        <a:cubicBezTo>
                          <a:pt x="169" y="1110"/>
                          <a:pt x="146" y="1110"/>
                          <a:pt x="124" y="1110"/>
                        </a:cubicBezTo>
                        <a:cubicBezTo>
                          <a:pt x="124" y="1094"/>
                          <a:pt x="124" y="1078"/>
                          <a:pt x="124" y="1062"/>
                        </a:cubicBezTo>
                        <a:cubicBezTo>
                          <a:pt x="146" y="1061"/>
                          <a:pt x="169" y="1060"/>
                          <a:pt x="191" y="1059"/>
                        </a:cubicBezTo>
                        <a:cubicBezTo>
                          <a:pt x="191" y="1076"/>
                          <a:pt x="191" y="1093"/>
                          <a:pt x="191" y="1111"/>
                        </a:cubicBezTo>
                        <a:close/>
                        <a:moveTo>
                          <a:pt x="191" y="1017"/>
                        </a:moveTo>
                        <a:cubicBezTo>
                          <a:pt x="169" y="1017"/>
                          <a:pt x="146" y="1018"/>
                          <a:pt x="124" y="1018"/>
                        </a:cubicBezTo>
                        <a:cubicBezTo>
                          <a:pt x="124" y="1002"/>
                          <a:pt x="124" y="986"/>
                          <a:pt x="124" y="970"/>
                        </a:cubicBezTo>
                        <a:cubicBezTo>
                          <a:pt x="146" y="968"/>
                          <a:pt x="169" y="966"/>
                          <a:pt x="191" y="965"/>
                        </a:cubicBezTo>
                        <a:cubicBezTo>
                          <a:pt x="191" y="982"/>
                          <a:pt x="191" y="999"/>
                          <a:pt x="191" y="1017"/>
                        </a:cubicBezTo>
                        <a:close/>
                        <a:moveTo>
                          <a:pt x="191" y="923"/>
                        </a:moveTo>
                        <a:cubicBezTo>
                          <a:pt x="169" y="924"/>
                          <a:pt x="146" y="925"/>
                          <a:pt x="124" y="926"/>
                        </a:cubicBezTo>
                        <a:cubicBezTo>
                          <a:pt x="124" y="910"/>
                          <a:pt x="124" y="894"/>
                          <a:pt x="124" y="878"/>
                        </a:cubicBezTo>
                        <a:cubicBezTo>
                          <a:pt x="146" y="875"/>
                          <a:pt x="169" y="873"/>
                          <a:pt x="191" y="871"/>
                        </a:cubicBezTo>
                        <a:cubicBezTo>
                          <a:pt x="191" y="888"/>
                          <a:pt x="191" y="905"/>
                          <a:pt x="191" y="923"/>
                        </a:cubicBezTo>
                        <a:close/>
                        <a:moveTo>
                          <a:pt x="191" y="828"/>
                        </a:moveTo>
                        <a:cubicBezTo>
                          <a:pt x="169" y="830"/>
                          <a:pt x="146" y="832"/>
                          <a:pt x="124" y="834"/>
                        </a:cubicBezTo>
                        <a:cubicBezTo>
                          <a:pt x="124" y="818"/>
                          <a:pt x="124" y="802"/>
                          <a:pt x="124" y="786"/>
                        </a:cubicBezTo>
                        <a:cubicBezTo>
                          <a:pt x="146" y="783"/>
                          <a:pt x="169" y="780"/>
                          <a:pt x="191" y="777"/>
                        </a:cubicBezTo>
                        <a:cubicBezTo>
                          <a:pt x="191" y="794"/>
                          <a:pt x="191" y="811"/>
                          <a:pt x="191" y="828"/>
                        </a:cubicBezTo>
                        <a:close/>
                        <a:moveTo>
                          <a:pt x="191" y="734"/>
                        </a:moveTo>
                        <a:cubicBezTo>
                          <a:pt x="169" y="737"/>
                          <a:pt x="146" y="740"/>
                          <a:pt x="124" y="742"/>
                        </a:cubicBezTo>
                        <a:cubicBezTo>
                          <a:pt x="124" y="726"/>
                          <a:pt x="124" y="710"/>
                          <a:pt x="124" y="694"/>
                        </a:cubicBezTo>
                        <a:cubicBezTo>
                          <a:pt x="146" y="690"/>
                          <a:pt x="169" y="686"/>
                          <a:pt x="191" y="682"/>
                        </a:cubicBezTo>
                        <a:cubicBezTo>
                          <a:pt x="191" y="700"/>
                          <a:pt x="191" y="717"/>
                          <a:pt x="191" y="734"/>
                        </a:cubicBezTo>
                        <a:close/>
                        <a:moveTo>
                          <a:pt x="191" y="640"/>
                        </a:moveTo>
                        <a:cubicBezTo>
                          <a:pt x="169" y="644"/>
                          <a:pt x="146" y="647"/>
                          <a:pt x="124" y="650"/>
                        </a:cubicBezTo>
                        <a:cubicBezTo>
                          <a:pt x="124" y="634"/>
                          <a:pt x="124" y="618"/>
                          <a:pt x="124" y="602"/>
                        </a:cubicBezTo>
                        <a:cubicBezTo>
                          <a:pt x="146" y="598"/>
                          <a:pt x="169" y="593"/>
                          <a:pt x="191" y="588"/>
                        </a:cubicBezTo>
                        <a:cubicBezTo>
                          <a:pt x="191" y="606"/>
                          <a:pt x="191" y="623"/>
                          <a:pt x="191" y="640"/>
                        </a:cubicBezTo>
                        <a:close/>
                        <a:moveTo>
                          <a:pt x="191" y="546"/>
                        </a:moveTo>
                        <a:cubicBezTo>
                          <a:pt x="169" y="550"/>
                          <a:pt x="146" y="554"/>
                          <a:pt x="124" y="559"/>
                        </a:cubicBezTo>
                        <a:cubicBezTo>
                          <a:pt x="124" y="542"/>
                          <a:pt x="124" y="526"/>
                          <a:pt x="124" y="510"/>
                        </a:cubicBezTo>
                        <a:cubicBezTo>
                          <a:pt x="146" y="505"/>
                          <a:pt x="169" y="500"/>
                          <a:pt x="191" y="494"/>
                        </a:cubicBezTo>
                        <a:cubicBezTo>
                          <a:pt x="191" y="512"/>
                          <a:pt x="191" y="529"/>
                          <a:pt x="191" y="546"/>
                        </a:cubicBezTo>
                        <a:close/>
                        <a:moveTo>
                          <a:pt x="191" y="452"/>
                        </a:moveTo>
                        <a:cubicBezTo>
                          <a:pt x="169" y="457"/>
                          <a:pt x="146" y="462"/>
                          <a:pt x="124" y="467"/>
                        </a:cubicBezTo>
                        <a:cubicBezTo>
                          <a:pt x="124" y="451"/>
                          <a:pt x="124" y="434"/>
                          <a:pt x="124" y="418"/>
                        </a:cubicBezTo>
                        <a:cubicBezTo>
                          <a:pt x="146" y="412"/>
                          <a:pt x="169" y="406"/>
                          <a:pt x="191" y="400"/>
                        </a:cubicBezTo>
                        <a:cubicBezTo>
                          <a:pt x="191" y="418"/>
                          <a:pt x="191" y="435"/>
                          <a:pt x="191" y="452"/>
                        </a:cubicBezTo>
                        <a:close/>
                        <a:moveTo>
                          <a:pt x="191" y="358"/>
                        </a:moveTo>
                        <a:cubicBezTo>
                          <a:pt x="169" y="364"/>
                          <a:pt x="146" y="369"/>
                          <a:pt x="124" y="375"/>
                        </a:cubicBezTo>
                        <a:cubicBezTo>
                          <a:pt x="124" y="359"/>
                          <a:pt x="124" y="343"/>
                          <a:pt x="124" y="326"/>
                        </a:cubicBezTo>
                        <a:cubicBezTo>
                          <a:pt x="146" y="320"/>
                          <a:pt x="169" y="313"/>
                          <a:pt x="191" y="306"/>
                        </a:cubicBezTo>
                        <a:cubicBezTo>
                          <a:pt x="191" y="323"/>
                          <a:pt x="191" y="341"/>
                          <a:pt x="191" y="358"/>
                        </a:cubicBezTo>
                        <a:close/>
                        <a:moveTo>
                          <a:pt x="191" y="264"/>
                        </a:moveTo>
                        <a:cubicBezTo>
                          <a:pt x="169" y="270"/>
                          <a:pt x="146" y="277"/>
                          <a:pt x="124" y="283"/>
                        </a:cubicBezTo>
                        <a:cubicBezTo>
                          <a:pt x="124" y="267"/>
                          <a:pt x="124" y="251"/>
                          <a:pt x="124" y="235"/>
                        </a:cubicBezTo>
                        <a:cubicBezTo>
                          <a:pt x="146" y="227"/>
                          <a:pt x="169" y="220"/>
                          <a:pt x="191" y="212"/>
                        </a:cubicBezTo>
                        <a:cubicBezTo>
                          <a:pt x="191" y="229"/>
                          <a:pt x="191" y="247"/>
                          <a:pt x="191" y="264"/>
                        </a:cubicBezTo>
                        <a:close/>
                        <a:moveTo>
                          <a:pt x="124" y="143"/>
                        </a:moveTo>
                        <a:cubicBezTo>
                          <a:pt x="191" y="118"/>
                          <a:pt x="191" y="118"/>
                          <a:pt x="191" y="118"/>
                        </a:cubicBezTo>
                        <a:cubicBezTo>
                          <a:pt x="191" y="170"/>
                          <a:pt x="191" y="170"/>
                          <a:pt x="191" y="170"/>
                        </a:cubicBezTo>
                        <a:cubicBezTo>
                          <a:pt x="124" y="191"/>
                          <a:pt x="124" y="191"/>
                          <a:pt x="124" y="191"/>
                        </a:cubicBezTo>
                        <a:lnTo>
                          <a:pt x="124" y="143"/>
                        </a:lnTo>
                        <a:close/>
                        <a:moveTo>
                          <a:pt x="124" y="1705"/>
                        </a:moveTo>
                        <a:cubicBezTo>
                          <a:pt x="191" y="1717"/>
                          <a:pt x="191" y="1717"/>
                          <a:pt x="191" y="1717"/>
                        </a:cubicBezTo>
                        <a:cubicBezTo>
                          <a:pt x="191" y="1769"/>
                          <a:pt x="191" y="1769"/>
                          <a:pt x="191" y="1769"/>
                        </a:cubicBezTo>
                        <a:cubicBezTo>
                          <a:pt x="124" y="1753"/>
                          <a:pt x="124" y="1753"/>
                          <a:pt x="124" y="1753"/>
                        </a:cubicBezTo>
                        <a:lnTo>
                          <a:pt x="124" y="1705"/>
                        </a:lnTo>
                        <a:close/>
                        <a:moveTo>
                          <a:pt x="83" y="291"/>
                        </a:moveTo>
                        <a:cubicBezTo>
                          <a:pt x="65" y="297"/>
                          <a:pt x="48" y="302"/>
                          <a:pt x="31" y="308"/>
                        </a:cubicBezTo>
                        <a:cubicBezTo>
                          <a:pt x="31" y="295"/>
                          <a:pt x="31" y="283"/>
                          <a:pt x="31" y="270"/>
                        </a:cubicBezTo>
                        <a:cubicBezTo>
                          <a:pt x="48" y="264"/>
                          <a:pt x="65" y="257"/>
                          <a:pt x="83" y="251"/>
                        </a:cubicBezTo>
                        <a:cubicBezTo>
                          <a:pt x="83" y="264"/>
                          <a:pt x="83" y="278"/>
                          <a:pt x="83" y="291"/>
                        </a:cubicBezTo>
                        <a:close/>
                        <a:moveTo>
                          <a:pt x="31" y="182"/>
                        </a:moveTo>
                        <a:cubicBezTo>
                          <a:pt x="83" y="160"/>
                          <a:pt x="83" y="160"/>
                          <a:pt x="83" y="160"/>
                        </a:cubicBezTo>
                        <a:cubicBezTo>
                          <a:pt x="83" y="201"/>
                          <a:pt x="83" y="201"/>
                          <a:pt x="83" y="201"/>
                        </a:cubicBezTo>
                        <a:cubicBezTo>
                          <a:pt x="31" y="219"/>
                          <a:pt x="31" y="219"/>
                          <a:pt x="31" y="219"/>
                        </a:cubicBezTo>
                        <a:lnTo>
                          <a:pt x="31" y="182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3" name="íṩliḍé">
                    <a:extLst>
                      <a:ext uri="{FF2B5EF4-FFF2-40B4-BE49-F238E27FC236}">
                        <a16:creationId xmlns:a16="http://schemas.microsoft.com/office/drawing/2014/main" id="{9207D7C5-CA00-4E7A-AE38-CD4C6F3D34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875654" y="4021497"/>
                    <a:ext cx="262420" cy="2018815"/>
                  </a:xfrm>
                  <a:custGeom>
                    <a:avLst/>
                    <a:gdLst>
                      <a:gd name="T0" fmla="*/ 207 w 207"/>
                      <a:gd name="T1" fmla="*/ 1543 h 1593"/>
                      <a:gd name="T2" fmla="*/ 0 w 207"/>
                      <a:gd name="T3" fmla="*/ 0 h 1593"/>
                      <a:gd name="T4" fmla="*/ 29 w 207"/>
                      <a:gd name="T5" fmla="*/ 94 h 1593"/>
                      <a:gd name="T6" fmla="*/ 180 w 207"/>
                      <a:gd name="T7" fmla="*/ 179 h 1593"/>
                      <a:gd name="T8" fmla="*/ 29 w 207"/>
                      <a:gd name="T9" fmla="*/ 94 h 1593"/>
                      <a:gd name="T10" fmla="*/ 180 w 207"/>
                      <a:gd name="T11" fmla="*/ 241 h 1593"/>
                      <a:gd name="T12" fmla="*/ 29 w 207"/>
                      <a:gd name="T13" fmla="*/ 241 h 1593"/>
                      <a:gd name="T14" fmla="*/ 29 w 207"/>
                      <a:gd name="T15" fmla="*/ 306 h 1593"/>
                      <a:gd name="T16" fmla="*/ 180 w 207"/>
                      <a:gd name="T17" fmla="*/ 378 h 1593"/>
                      <a:gd name="T18" fmla="*/ 29 w 207"/>
                      <a:gd name="T19" fmla="*/ 306 h 1593"/>
                      <a:gd name="T20" fmla="*/ 180 w 207"/>
                      <a:gd name="T21" fmla="*/ 441 h 1593"/>
                      <a:gd name="T22" fmla="*/ 29 w 207"/>
                      <a:gd name="T23" fmla="*/ 454 h 1593"/>
                      <a:gd name="T24" fmla="*/ 29 w 207"/>
                      <a:gd name="T25" fmla="*/ 519 h 1593"/>
                      <a:gd name="T26" fmla="*/ 180 w 207"/>
                      <a:gd name="T27" fmla="*/ 578 h 1593"/>
                      <a:gd name="T28" fmla="*/ 29 w 207"/>
                      <a:gd name="T29" fmla="*/ 519 h 1593"/>
                      <a:gd name="T30" fmla="*/ 180 w 207"/>
                      <a:gd name="T31" fmla="*/ 641 h 1593"/>
                      <a:gd name="T32" fmla="*/ 29 w 207"/>
                      <a:gd name="T33" fmla="*/ 666 h 1593"/>
                      <a:gd name="T34" fmla="*/ 29 w 207"/>
                      <a:gd name="T35" fmla="*/ 731 h 1593"/>
                      <a:gd name="T36" fmla="*/ 180 w 207"/>
                      <a:gd name="T37" fmla="*/ 777 h 1593"/>
                      <a:gd name="T38" fmla="*/ 29 w 207"/>
                      <a:gd name="T39" fmla="*/ 731 h 1593"/>
                      <a:gd name="T40" fmla="*/ 180 w 207"/>
                      <a:gd name="T41" fmla="*/ 841 h 1593"/>
                      <a:gd name="T42" fmla="*/ 29 w 207"/>
                      <a:gd name="T43" fmla="*/ 878 h 1593"/>
                      <a:gd name="T44" fmla="*/ 29 w 207"/>
                      <a:gd name="T45" fmla="*/ 943 h 1593"/>
                      <a:gd name="T46" fmla="*/ 180 w 207"/>
                      <a:gd name="T47" fmla="*/ 976 h 1593"/>
                      <a:gd name="T48" fmla="*/ 29 w 207"/>
                      <a:gd name="T49" fmla="*/ 943 h 1593"/>
                      <a:gd name="T50" fmla="*/ 180 w 207"/>
                      <a:gd name="T51" fmla="*/ 1041 h 1593"/>
                      <a:gd name="T52" fmla="*/ 29 w 207"/>
                      <a:gd name="T53" fmla="*/ 1091 h 1593"/>
                      <a:gd name="T54" fmla="*/ 29 w 207"/>
                      <a:gd name="T55" fmla="*/ 1156 h 1593"/>
                      <a:gd name="T56" fmla="*/ 180 w 207"/>
                      <a:gd name="T57" fmla="*/ 1175 h 1593"/>
                      <a:gd name="T58" fmla="*/ 29 w 207"/>
                      <a:gd name="T59" fmla="*/ 1156 h 1593"/>
                      <a:gd name="T60" fmla="*/ 180 w 207"/>
                      <a:gd name="T61" fmla="*/ 1241 h 1593"/>
                      <a:gd name="T62" fmla="*/ 29 w 207"/>
                      <a:gd name="T63" fmla="*/ 1303 h 1593"/>
                      <a:gd name="T64" fmla="*/ 29 w 207"/>
                      <a:gd name="T65" fmla="*/ 1368 h 1593"/>
                      <a:gd name="T66" fmla="*/ 180 w 207"/>
                      <a:gd name="T67" fmla="*/ 1375 h 1593"/>
                      <a:gd name="T68" fmla="*/ 29 w 207"/>
                      <a:gd name="T69" fmla="*/ 1368 h 1593"/>
                      <a:gd name="T70" fmla="*/ 180 w 207"/>
                      <a:gd name="T71" fmla="*/ 1441 h 1593"/>
                      <a:gd name="T72" fmla="*/ 29 w 207"/>
                      <a:gd name="T73" fmla="*/ 1515 h 159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207" h="1593">
                        <a:moveTo>
                          <a:pt x="0" y="1593"/>
                        </a:moveTo>
                        <a:cubicBezTo>
                          <a:pt x="207" y="1543"/>
                          <a:pt x="207" y="1543"/>
                          <a:pt x="207" y="1543"/>
                        </a:cubicBezTo>
                        <a:cubicBezTo>
                          <a:pt x="207" y="68"/>
                          <a:pt x="207" y="68"/>
                          <a:pt x="207" y="68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lnTo>
                          <a:pt x="0" y="1593"/>
                        </a:lnTo>
                        <a:close/>
                        <a:moveTo>
                          <a:pt x="29" y="94"/>
                        </a:moveTo>
                        <a:cubicBezTo>
                          <a:pt x="180" y="141"/>
                          <a:pt x="180" y="141"/>
                          <a:pt x="180" y="141"/>
                        </a:cubicBezTo>
                        <a:cubicBezTo>
                          <a:pt x="180" y="179"/>
                          <a:pt x="180" y="179"/>
                          <a:pt x="180" y="179"/>
                        </a:cubicBezTo>
                        <a:cubicBezTo>
                          <a:pt x="29" y="135"/>
                          <a:pt x="29" y="135"/>
                          <a:pt x="29" y="135"/>
                        </a:cubicBezTo>
                        <a:lnTo>
                          <a:pt x="29" y="94"/>
                        </a:lnTo>
                        <a:close/>
                        <a:moveTo>
                          <a:pt x="29" y="200"/>
                        </a:moveTo>
                        <a:cubicBezTo>
                          <a:pt x="79" y="214"/>
                          <a:pt x="130" y="228"/>
                          <a:pt x="180" y="241"/>
                        </a:cubicBezTo>
                        <a:cubicBezTo>
                          <a:pt x="180" y="254"/>
                          <a:pt x="180" y="266"/>
                          <a:pt x="180" y="279"/>
                        </a:cubicBezTo>
                        <a:cubicBezTo>
                          <a:pt x="130" y="266"/>
                          <a:pt x="79" y="254"/>
                          <a:pt x="29" y="241"/>
                        </a:cubicBezTo>
                        <a:cubicBezTo>
                          <a:pt x="29" y="228"/>
                          <a:pt x="29" y="214"/>
                          <a:pt x="29" y="200"/>
                        </a:cubicBezTo>
                        <a:close/>
                        <a:moveTo>
                          <a:pt x="29" y="306"/>
                        </a:moveTo>
                        <a:cubicBezTo>
                          <a:pt x="79" y="318"/>
                          <a:pt x="130" y="330"/>
                          <a:pt x="180" y="341"/>
                        </a:cubicBezTo>
                        <a:cubicBezTo>
                          <a:pt x="180" y="354"/>
                          <a:pt x="180" y="366"/>
                          <a:pt x="180" y="378"/>
                        </a:cubicBezTo>
                        <a:cubicBezTo>
                          <a:pt x="130" y="368"/>
                          <a:pt x="79" y="358"/>
                          <a:pt x="29" y="348"/>
                        </a:cubicBezTo>
                        <a:cubicBezTo>
                          <a:pt x="29" y="334"/>
                          <a:pt x="29" y="320"/>
                          <a:pt x="29" y="306"/>
                        </a:cubicBezTo>
                        <a:close/>
                        <a:moveTo>
                          <a:pt x="29" y="413"/>
                        </a:moveTo>
                        <a:cubicBezTo>
                          <a:pt x="79" y="422"/>
                          <a:pt x="130" y="432"/>
                          <a:pt x="180" y="441"/>
                        </a:cubicBezTo>
                        <a:cubicBezTo>
                          <a:pt x="180" y="453"/>
                          <a:pt x="180" y="466"/>
                          <a:pt x="180" y="478"/>
                        </a:cubicBezTo>
                        <a:cubicBezTo>
                          <a:pt x="130" y="470"/>
                          <a:pt x="79" y="462"/>
                          <a:pt x="29" y="454"/>
                        </a:cubicBezTo>
                        <a:cubicBezTo>
                          <a:pt x="29" y="440"/>
                          <a:pt x="29" y="426"/>
                          <a:pt x="29" y="413"/>
                        </a:cubicBezTo>
                        <a:close/>
                        <a:moveTo>
                          <a:pt x="29" y="519"/>
                        </a:moveTo>
                        <a:cubicBezTo>
                          <a:pt x="79" y="526"/>
                          <a:pt x="130" y="534"/>
                          <a:pt x="180" y="541"/>
                        </a:cubicBezTo>
                        <a:cubicBezTo>
                          <a:pt x="180" y="553"/>
                          <a:pt x="180" y="565"/>
                          <a:pt x="180" y="578"/>
                        </a:cubicBezTo>
                        <a:cubicBezTo>
                          <a:pt x="130" y="572"/>
                          <a:pt x="79" y="566"/>
                          <a:pt x="29" y="560"/>
                        </a:cubicBezTo>
                        <a:cubicBezTo>
                          <a:pt x="29" y="546"/>
                          <a:pt x="29" y="532"/>
                          <a:pt x="29" y="519"/>
                        </a:cubicBezTo>
                        <a:close/>
                        <a:moveTo>
                          <a:pt x="29" y="625"/>
                        </a:moveTo>
                        <a:cubicBezTo>
                          <a:pt x="79" y="630"/>
                          <a:pt x="130" y="636"/>
                          <a:pt x="180" y="641"/>
                        </a:cubicBezTo>
                        <a:cubicBezTo>
                          <a:pt x="180" y="653"/>
                          <a:pt x="180" y="665"/>
                          <a:pt x="180" y="677"/>
                        </a:cubicBezTo>
                        <a:cubicBezTo>
                          <a:pt x="130" y="674"/>
                          <a:pt x="79" y="670"/>
                          <a:pt x="29" y="666"/>
                        </a:cubicBezTo>
                        <a:cubicBezTo>
                          <a:pt x="29" y="652"/>
                          <a:pt x="29" y="639"/>
                          <a:pt x="29" y="625"/>
                        </a:cubicBezTo>
                        <a:close/>
                        <a:moveTo>
                          <a:pt x="29" y="731"/>
                        </a:moveTo>
                        <a:cubicBezTo>
                          <a:pt x="79" y="734"/>
                          <a:pt x="130" y="738"/>
                          <a:pt x="180" y="741"/>
                        </a:cubicBezTo>
                        <a:cubicBezTo>
                          <a:pt x="180" y="753"/>
                          <a:pt x="180" y="765"/>
                          <a:pt x="180" y="777"/>
                        </a:cubicBezTo>
                        <a:cubicBezTo>
                          <a:pt x="130" y="775"/>
                          <a:pt x="79" y="774"/>
                          <a:pt x="29" y="772"/>
                        </a:cubicBezTo>
                        <a:cubicBezTo>
                          <a:pt x="29" y="759"/>
                          <a:pt x="29" y="745"/>
                          <a:pt x="29" y="731"/>
                        </a:cubicBezTo>
                        <a:close/>
                        <a:moveTo>
                          <a:pt x="29" y="837"/>
                        </a:moveTo>
                        <a:cubicBezTo>
                          <a:pt x="79" y="838"/>
                          <a:pt x="130" y="840"/>
                          <a:pt x="180" y="841"/>
                        </a:cubicBezTo>
                        <a:cubicBezTo>
                          <a:pt x="180" y="853"/>
                          <a:pt x="180" y="865"/>
                          <a:pt x="180" y="876"/>
                        </a:cubicBezTo>
                        <a:cubicBezTo>
                          <a:pt x="130" y="877"/>
                          <a:pt x="79" y="878"/>
                          <a:pt x="29" y="878"/>
                        </a:cubicBezTo>
                        <a:cubicBezTo>
                          <a:pt x="29" y="865"/>
                          <a:pt x="29" y="851"/>
                          <a:pt x="29" y="837"/>
                        </a:cubicBezTo>
                        <a:close/>
                        <a:moveTo>
                          <a:pt x="29" y="943"/>
                        </a:moveTo>
                        <a:cubicBezTo>
                          <a:pt x="79" y="943"/>
                          <a:pt x="130" y="942"/>
                          <a:pt x="180" y="941"/>
                        </a:cubicBezTo>
                        <a:cubicBezTo>
                          <a:pt x="180" y="953"/>
                          <a:pt x="180" y="964"/>
                          <a:pt x="180" y="976"/>
                        </a:cubicBezTo>
                        <a:cubicBezTo>
                          <a:pt x="130" y="979"/>
                          <a:pt x="79" y="982"/>
                          <a:pt x="29" y="985"/>
                        </a:cubicBezTo>
                        <a:cubicBezTo>
                          <a:pt x="29" y="971"/>
                          <a:pt x="29" y="957"/>
                          <a:pt x="29" y="943"/>
                        </a:cubicBezTo>
                        <a:close/>
                        <a:moveTo>
                          <a:pt x="29" y="1049"/>
                        </a:moveTo>
                        <a:cubicBezTo>
                          <a:pt x="79" y="1047"/>
                          <a:pt x="130" y="1044"/>
                          <a:pt x="180" y="1041"/>
                        </a:cubicBezTo>
                        <a:cubicBezTo>
                          <a:pt x="180" y="1053"/>
                          <a:pt x="180" y="1064"/>
                          <a:pt x="180" y="1076"/>
                        </a:cubicBezTo>
                        <a:cubicBezTo>
                          <a:pt x="130" y="1081"/>
                          <a:pt x="79" y="1086"/>
                          <a:pt x="29" y="1091"/>
                        </a:cubicBezTo>
                        <a:cubicBezTo>
                          <a:pt x="29" y="1077"/>
                          <a:pt x="29" y="1063"/>
                          <a:pt x="29" y="1049"/>
                        </a:cubicBezTo>
                        <a:close/>
                        <a:moveTo>
                          <a:pt x="29" y="1156"/>
                        </a:moveTo>
                        <a:cubicBezTo>
                          <a:pt x="79" y="1151"/>
                          <a:pt x="130" y="1146"/>
                          <a:pt x="180" y="1141"/>
                        </a:cubicBezTo>
                        <a:cubicBezTo>
                          <a:pt x="180" y="1152"/>
                          <a:pt x="180" y="1164"/>
                          <a:pt x="180" y="1175"/>
                        </a:cubicBezTo>
                        <a:cubicBezTo>
                          <a:pt x="130" y="1183"/>
                          <a:pt x="79" y="1190"/>
                          <a:pt x="29" y="1197"/>
                        </a:cubicBezTo>
                        <a:cubicBezTo>
                          <a:pt x="29" y="1183"/>
                          <a:pt x="29" y="1169"/>
                          <a:pt x="29" y="1156"/>
                        </a:cubicBezTo>
                        <a:close/>
                        <a:moveTo>
                          <a:pt x="29" y="1262"/>
                        </a:moveTo>
                        <a:cubicBezTo>
                          <a:pt x="79" y="1255"/>
                          <a:pt x="130" y="1248"/>
                          <a:pt x="180" y="1241"/>
                        </a:cubicBezTo>
                        <a:cubicBezTo>
                          <a:pt x="180" y="1252"/>
                          <a:pt x="180" y="1264"/>
                          <a:pt x="180" y="1275"/>
                        </a:cubicBezTo>
                        <a:cubicBezTo>
                          <a:pt x="130" y="1284"/>
                          <a:pt x="79" y="1294"/>
                          <a:pt x="29" y="1303"/>
                        </a:cubicBezTo>
                        <a:cubicBezTo>
                          <a:pt x="29" y="1289"/>
                          <a:pt x="29" y="1276"/>
                          <a:pt x="29" y="1262"/>
                        </a:cubicBezTo>
                        <a:close/>
                        <a:moveTo>
                          <a:pt x="29" y="1368"/>
                        </a:moveTo>
                        <a:cubicBezTo>
                          <a:pt x="79" y="1359"/>
                          <a:pt x="130" y="1350"/>
                          <a:pt x="180" y="1341"/>
                        </a:cubicBezTo>
                        <a:cubicBezTo>
                          <a:pt x="180" y="1352"/>
                          <a:pt x="180" y="1363"/>
                          <a:pt x="180" y="1375"/>
                        </a:cubicBezTo>
                        <a:cubicBezTo>
                          <a:pt x="130" y="1386"/>
                          <a:pt x="79" y="1398"/>
                          <a:pt x="29" y="1409"/>
                        </a:cubicBezTo>
                        <a:cubicBezTo>
                          <a:pt x="29" y="1395"/>
                          <a:pt x="29" y="1382"/>
                          <a:pt x="29" y="1368"/>
                        </a:cubicBezTo>
                        <a:close/>
                        <a:moveTo>
                          <a:pt x="29" y="1474"/>
                        </a:moveTo>
                        <a:cubicBezTo>
                          <a:pt x="180" y="1441"/>
                          <a:pt x="180" y="1441"/>
                          <a:pt x="180" y="1441"/>
                        </a:cubicBezTo>
                        <a:cubicBezTo>
                          <a:pt x="180" y="1474"/>
                          <a:pt x="180" y="1474"/>
                          <a:pt x="180" y="1474"/>
                        </a:cubicBezTo>
                        <a:cubicBezTo>
                          <a:pt x="29" y="1515"/>
                          <a:pt x="29" y="1515"/>
                          <a:pt x="29" y="1515"/>
                        </a:cubicBezTo>
                        <a:lnTo>
                          <a:pt x="29" y="1474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4" name="îsļidè">
                    <a:extLst>
                      <a:ext uri="{FF2B5EF4-FFF2-40B4-BE49-F238E27FC236}">
                        <a16:creationId xmlns:a16="http://schemas.microsoft.com/office/drawing/2014/main" id="{E9FCEA13-58A8-4ACD-97A3-8849F6B946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349948" y="4024096"/>
                    <a:ext cx="504055" cy="2014484"/>
                  </a:xfrm>
                  <a:custGeom>
                    <a:avLst/>
                    <a:gdLst>
                      <a:gd name="T0" fmla="*/ 329 w 398"/>
                      <a:gd name="T1" fmla="*/ 1511 h 1590"/>
                      <a:gd name="T2" fmla="*/ 263 w 398"/>
                      <a:gd name="T3" fmla="*/ 1423 h 1590"/>
                      <a:gd name="T4" fmla="*/ 263 w 398"/>
                      <a:gd name="T5" fmla="*/ 1299 h 1590"/>
                      <a:gd name="T6" fmla="*/ 329 w 398"/>
                      <a:gd name="T7" fmla="*/ 1222 h 1590"/>
                      <a:gd name="T8" fmla="*/ 329 w 398"/>
                      <a:gd name="T9" fmla="*/ 1189 h 1590"/>
                      <a:gd name="T10" fmla="*/ 329 w 398"/>
                      <a:gd name="T11" fmla="*/ 1029 h 1590"/>
                      <a:gd name="T12" fmla="*/ 263 w 398"/>
                      <a:gd name="T13" fmla="*/ 950 h 1590"/>
                      <a:gd name="T14" fmla="*/ 263 w 398"/>
                      <a:gd name="T15" fmla="*/ 827 h 1590"/>
                      <a:gd name="T16" fmla="*/ 329 w 398"/>
                      <a:gd name="T17" fmla="*/ 740 h 1590"/>
                      <a:gd name="T18" fmla="*/ 329 w 398"/>
                      <a:gd name="T19" fmla="*/ 707 h 1590"/>
                      <a:gd name="T20" fmla="*/ 329 w 398"/>
                      <a:gd name="T21" fmla="*/ 627 h 1590"/>
                      <a:gd name="T22" fmla="*/ 263 w 398"/>
                      <a:gd name="T23" fmla="*/ 478 h 1590"/>
                      <a:gd name="T24" fmla="*/ 263 w 398"/>
                      <a:gd name="T25" fmla="*/ 355 h 1590"/>
                      <a:gd name="T26" fmla="*/ 329 w 398"/>
                      <a:gd name="T27" fmla="*/ 258 h 1590"/>
                      <a:gd name="T28" fmla="*/ 329 w 398"/>
                      <a:gd name="T29" fmla="*/ 225 h 1590"/>
                      <a:gd name="T30" fmla="*/ 177 w 398"/>
                      <a:gd name="T31" fmla="*/ 145 h 1590"/>
                      <a:gd name="T32" fmla="*/ 219 w 398"/>
                      <a:gd name="T33" fmla="*/ 209 h 1590"/>
                      <a:gd name="T34" fmla="*/ 219 w 398"/>
                      <a:gd name="T35" fmla="*/ 330 h 1590"/>
                      <a:gd name="T36" fmla="*/ 176 w 398"/>
                      <a:gd name="T37" fmla="*/ 416 h 1590"/>
                      <a:gd name="T38" fmla="*/ 176 w 398"/>
                      <a:gd name="T39" fmla="*/ 452 h 1590"/>
                      <a:gd name="T40" fmla="*/ 176 w 398"/>
                      <a:gd name="T41" fmla="*/ 605 h 1590"/>
                      <a:gd name="T42" fmla="*/ 218 w 398"/>
                      <a:gd name="T43" fmla="*/ 675 h 1590"/>
                      <a:gd name="T44" fmla="*/ 218 w 398"/>
                      <a:gd name="T45" fmla="*/ 795 h 1590"/>
                      <a:gd name="T46" fmla="*/ 175 w 398"/>
                      <a:gd name="T47" fmla="*/ 875 h 1590"/>
                      <a:gd name="T48" fmla="*/ 175 w 398"/>
                      <a:gd name="T49" fmla="*/ 911 h 1590"/>
                      <a:gd name="T50" fmla="*/ 175 w 398"/>
                      <a:gd name="T51" fmla="*/ 1064 h 1590"/>
                      <a:gd name="T52" fmla="*/ 217 w 398"/>
                      <a:gd name="T53" fmla="*/ 1141 h 1590"/>
                      <a:gd name="T54" fmla="*/ 217 w 398"/>
                      <a:gd name="T55" fmla="*/ 1261 h 1590"/>
                      <a:gd name="T56" fmla="*/ 174 w 398"/>
                      <a:gd name="T57" fmla="*/ 1335 h 1590"/>
                      <a:gd name="T58" fmla="*/ 174 w 398"/>
                      <a:gd name="T59" fmla="*/ 1371 h 1590"/>
                      <a:gd name="T60" fmla="*/ 139 w 398"/>
                      <a:gd name="T61" fmla="*/ 1485 h 1590"/>
                      <a:gd name="T62" fmla="*/ 109 w 398"/>
                      <a:gd name="T63" fmla="*/ 1405 h 1590"/>
                      <a:gd name="T64" fmla="*/ 139 w 398"/>
                      <a:gd name="T65" fmla="*/ 1294 h 1590"/>
                      <a:gd name="T66" fmla="*/ 139 w 398"/>
                      <a:gd name="T67" fmla="*/ 1218 h 1590"/>
                      <a:gd name="T68" fmla="*/ 109 w 398"/>
                      <a:gd name="T69" fmla="*/ 1180 h 1590"/>
                      <a:gd name="T70" fmla="*/ 109 w 398"/>
                      <a:gd name="T71" fmla="*/ 1030 h 1590"/>
                      <a:gd name="T72" fmla="*/ 109 w 398"/>
                      <a:gd name="T73" fmla="*/ 955 h 1590"/>
                      <a:gd name="T74" fmla="*/ 109 w 398"/>
                      <a:gd name="T75" fmla="*/ 842 h 1590"/>
                      <a:gd name="T76" fmla="*/ 139 w 398"/>
                      <a:gd name="T77" fmla="*/ 763 h 1590"/>
                      <a:gd name="T78" fmla="*/ 139 w 398"/>
                      <a:gd name="T79" fmla="*/ 727 h 1590"/>
                      <a:gd name="T80" fmla="*/ 139 w 398"/>
                      <a:gd name="T81" fmla="*/ 575 h 1590"/>
                      <a:gd name="T82" fmla="*/ 109 w 398"/>
                      <a:gd name="T83" fmla="*/ 505 h 1590"/>
                      <a:gd name="T84" fmla="*/ 109 w 398"/>
                      <a:gd name="T85" fmla="*/ 392 h 1590"/>
                      <a:gd name="T86" fmla="*/ 139 w 398"/>
                      <a:gd name="T87" fmla="*/ 348 h 1590"/>
                      <a:gd name="T88" fmla="*/ 139 w 398"/>
                      <a:gd name="T89" fmla="*/ 272 h 1590"/>
                      <a:gd name="T90" fmla="*/ 81 w 398"/>
                      <a:gd name="T91" fmla="*/ 1478 h 1590"/>
                      <a:gd name="T92" fmla="*/ 54 w 398"/>
                      <a:gd name="T93" fmla="*/ 1400 h 1590"/>
                      <a:gd name="T94" fmla="*/ 54 w 398"/>
                      <a:gd name="T95" fmla="*/ 1291 h 1590"/>
                      <a:gd name="T96" fmla="*/ 80 w 398"/>
                      <a:gd name="T97" fmla="*/ 1218 h 1590"/>
                      <a:gd name="T98" fmla="*/ 80 w 398"/>
                      <a:gd name="T99" fmla="*/ 1180 h 1590"/>
                      <a:gd name="T100" fmla="*/ 79 w 398"/>
                      <a:gd name="T101" fmla="*/ 1031 h 1590"/>
                      <a:gd name="T102" fmla="*/ 53 w 398"/>
                      <a:gd name="T103" fmla="*/ 958 h 1590"/>
                      <a:gd name="T104" fmla="*/ 52 w 398"/>
                      <a:gd name="T105" fmla="*/ 848 h 1590"/>
                      <a:gd name="T106" fmla="*/ 79 w 398"/>
                      <a:gd name="T107" fmla="*/ 771 h 1590"/>
                      <a:gd name="T108" fmla="*/ 79 w 398"/>
                      <a:gd name="T109" fmla="*/ 734 h 1590"/>
                      <a:gd name="T110" fmla="*/ 78 w 398"/>
                      <a:gd name="T111" fmla="*/ 585 h 1590"/>
                      <a:gd name="T112" fmla="*/ 51 w 398"/>
                      <a:gd name="T113" fmla="*/ 515 h 1590"/>
                      <a:gd name="T114" fmla="*/ 51 w 398"/>
                      <a:gd name="T115" fmla="*/ 406 h 1590"/>
                      <a:gd name="T116" fmla="*/ 78 w 398"/>
                      <a:gd name="T117" fmla="*/ 325 h 1590"/>
                      <a:gd name="T118" fmla="*/ 77 w 398"/>
                      <a:gd name="T119" fmla="*/ 287 h 159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398" h="1590">
                        <a:moveTo>
                          <a:pt x="0" y="1529"/>
                        </a:moveTo>
                        <a:cubicBezTo>
                          <a:pt x="398" y="1590"/>
                          <a:pt x="398" y="1590"/>
                          <a:pt x="398" y="1590"/>
                        </a:cubicBezTo>
                        <a:cubicBezTo>
                          <a:pt x="398" y="0"/>
                          <a:pt x="398" y="0"/>
                          <a:pt x="398" y="0"/>
                        </a:cubicBezTo>
                        <a:cubicBezTo>
                          <a:pt x="0" y="137"/>
                          <a:pt x="0" y="137"/>
                          <a:pt x="0" y="137"/>
                        </a:cubicBezTo>
                        <a:lnTo>
                          <a:pt x="0" y="1529"/>
                        </a:lnTo>
                        <a:close/>
                        <a:moveTo>
                          <a:pt x="329" y="1511"/>
                        </a:moveTo>
                        <a:cubicBezTo>
                          <a:pt x="263" y="1501"/>
                          <a:pt x="263" y="1501"/>
                          <a:pt x="263" y="1501"/>
                        </a:cubicBezTo>
                        <a:cubicBezTo>
                          <a:pt x="263" y="1457"/>
                          <a:pt x="263" y="1457"/>
                          <a:pt x="263" y="1457"/>
                        </a:cubicBezTo>
                        <a:cubicBezTo>
                          <a:pt x="329" y="1463"/>
                          <a:pt x="329" y="1463"/>
                          <a:pt x="329" y="1463"/>
                        </a:cubicBezTo>
                        <a:lnTo>
                          <a:pt x="329" y="1511"/>
                        </a:lnTo>
                        <a:close/>
                        <a:moveTo>
                          <a:pt x="329" y="1430"/>
                        </a:moveTo>
                        <a:cubicBezTo>
                          <a:pt x="307" y="1428"/>
                          <a:pt x="285" y="1425"/>
                          <a:pt x="263" y="1423"/>
                        </a:cubicBezTo>
                        <a:cubicBezTo>
                          <a:pt x="263" y="1408"/>
                          <a:pt x="263" y="1393"/>
                          <a:pt x="263" y="1378"/>
                        </a:cubicBezTo>
                        <a:cubicBezTo>
                          <a:pt x="285" y="1380"/>
                          <a:pt x="307" y="1381"/>
                          <a:pt x="329" y="1382"/>
                        </a:cubicBezTo>
                        <a:cubicBezTo>
                          <a:pt x="329" y="1398"/>
                          <a:pt x="329" y="1414"/>
                          <a:pt x="329" y="1430"/>
                        </a:cubicBezTo>
                        <a:close/>
                        <a:moveTo>
                          <a:pt x="329" y="1350"/>
                        </a:moveTo>
                        <a:cubicBezTo>
                          <a:pt x="307" y="1348"/>
                          <a:pt x="285" y="1346"/>
                          <a:pt x="263" y="1344"/>
                        </a:cubicBezTo>
                        <a:cubicBezTo>
                          <a:pt x="263" y="1329"/>
                          <a:pt x="263" y="1314"/>
                          <a:pt x="263" y="1299"/>
                        </a:cubicBezTo>
                        <a:cubicBezTo>
                          <a:pt x="285" y="1300"/>
                          <a:pt x="307" y="1301"/>
                          <a:pt x="329" y="1302"/>
                        </a:cubicBezTo>
                        <a:cubicBezTo>
                          <a:pt x="329" y="1318"/>
                          <a:pt x="329" y="1334"/>
                          <a:pt x="329" y="1350"/>
                        </a:cubicBezTo>
                        <a:close/>
                        <a:moveTo>
                          <a:pt x="329" y="1270"/>
                        </a:moveTo>
                        <a:cubicBezTo>
                          <a:pt x="307" y="1268"/>
                          <a:pt x="285" y="1267"/>
                          <a:pt x="263" y="1265"/>
                        </a:cubicBezTo>
                        <a:cubicBezTo>
                          <a:pt x="263" y="1250"/>
                          <a:pt x="263" y="1236"/>
                          <a:pt x="263" y="1221"/>
                        </a:cubicBezTo>
                        <a:cubicBezTo>
                          <a:pt x="285" y="1221"/>
                          <a:pt x="307" y="1221"/>
                          <a:pt x="329" y="1222"/>
                        </a:cubicBezTo>
                        <a:cubicBezTo>
                          <a:pt x="329" y="1238"/>
                          <a:pt x="329" y="1254"/>
                          <a:pt x="329" y="1270"/>
                        </a:cubicBezTo>
                        <a:close/>
                        <a:moveTo>
                          <a:pt x="329" y="1189"/>
                        </a:moveTo>
                        <a:cubicBezTo>
                          <a:pt x="307" y="1188"/>
                          <a:pt x="285" y="1187"/>
                          <a:pt x="263" y="1186"/>
                        </a:cubicBezTo>
                        <a:cubicBezTo>
                          <a:pt x="263" y="1172"/>
                          <a:pt x="263" y="1157"/>
                          <a:pt x="263" y="1142"/>
                        </a:cubicBezTo>
                        <a:cubicBezTo>
                          <a:pt x="285" y="1142"/>
                          <a:pt x="307" y="1142"/>
                          <a:pt x="329" y="1141"/>
                        </a:cubicBezTo>
                        <a:cubicBezTo>
                          <a:pt x="329" y="1157"/>
                          <a:pt x="329" y="1173"/>
                          <a:pt x="329" y="1189"/>
                        </a:cubicBezTo>
                        <a:close/>
                        <a:moveTo>
                          <a:pt x="329" y="1109"/>
                        </a:moveTo>
                        <a:cubicBezTo>
                          <a:pt x="307" y="1108"/>
                          <a:pt x="285" y="1108"/>
                          <a:pt x="263" y="1108"/>
                        </a:cubicBezTo>
                        <a:cubicBezTo>
                          <a:pt x="263" y="1093"/>
                          <a:pt x="263" y="1078"/>
                          <a:pt x="263" y="1063"/>
                        </a:cubicBezTo>
                        <a:cubicBezTo>
                          <a:pt x="285" y="1063"/>
                          <a:pt x="307" y="1062"/>
                          <a:pt x="329" y="1061"/>
                        </a:cubicBezTo>
                        <a:cubicBezTo>
                          <a:pt x="329" y="1077"/>
                          <a:pt x="329" y="1093"/>
                          <a:pt x="329" y="1109"/>
                        </a:cubicBezTo>
                        <a:close/>
                        <a:moveTo>
                          <a:pt x="329" y="1029"/>
                        </a:moveTo>
                        <a:cubicBezTo>
                          <a:pt x="307" y="1029"/>
                          <a:pt x="285" y="1029"/>
                          <a:pt x="263" y="1029"/>
                        </a:cubicBezTo>
                        <a:cubicBezTo>
                          <a:pt x="263" y="1014"/>
                          <a:pt x="263" y="999"/>
                          <a:pt x="263" y="984"/>
                        </a:cubicBezTo>
                        <a:cubicBezTo>
                          <a:pt x="285" y="983"/>
                          <a:pt x="307" y="982"/>
                          <a:pt x="329" y="981"/>
                        </a:cubicBezTo>
                        <a:cubicBezTo>
                          <a:pt x="329" y="997"/>
                          <a:pt x="329" y="1013"/>
                          <a:pt x="329" y="1029"/>
                        </a:cubicBezTo>
                        <a:close/>
                        <a:moveTo>
                          <a:pt x="329" y="948"/>
                        </a:moveTo>
                        <a:cubicBezTo>
                          <a:pt x="307" y="949"/>
                          <a:pt x="285" y="950"/>
                          <a:pt x="263" y="950"/>
                        </a:cubicBezTo>
                        <a:cubicBezTo>
                          <a:pt x="263" y="935"/>
                          <a:pt x="263" y="921"/>
                          <a:pt x="263" y="906"/>
                        </a:cubicBezTo>
                        <a:cubicBezTo>
                          <a:pt x="285" y="904"/>
                          <a:pt x="307" y="902"/>
                          <a:pt x="329" y="900"/>
                        </a:cubicBezTo>
                        <a:cubicBezTo>
                          <a:pt x="329" y="916"/>
                          <a:pt x="329" y="932"/>
                          <a:pt x="329" y="948"/>
                        </a:cubicBezTo>
                        <a:close/>
                        <a:moveTo>
                          <a:pt x="329" y="868"/>
                        </a:moveTo>
                        <a:cubicBezTo>
                          <a:pt x="307" y="869"/>
                          <a:pt x="285" y="870"/>
                          <a:pt x="263" y="872"/>
                        </a:cubicBezTo>
                        <a:cubicBezTo>
                          <a:pt x="263" y="857"/>
                          <a:pt x="263" y="842"/>
                          <a:pt x="263" y="827"/>
                        </a:cubicBezTo>
                        <a:cubicBezTo>
                          <a:pt x="285" y="825"/>
                          <a:pt x="307" y="822"/>
                          <a:pt x="329" y="820"/>
                        </a:cubicBezTo>
                        <a:cubicBezTo>
                          <a:pt x="329" y="836"/>
                          <a:pt x="329" y="852"/>
                          <a:pt x="329" y="868"/>
                        </a:cubicBezTo>
                        <a:close/>
                        <a:moveTo>
                          <a:pt x="329" y="788"/>
                        </a:moveTo>
                        <a:cubicBezTo>
                          <a:pt x="307" y="789"/>
                          <a:pt x="285" y="791"/>
                          <a:pt x="263" y="793"/>
                        </a:cubicBezTo>
                        <a:cubicBezTo>
                          <a:pt x="263" y="778"/>
                          <a:pt x="263" y="763"/>
                          <a:pt x="263" y="748"/>
                        </a:cubicBezTo>
                        <a:cubicBezTo>
                          <a:pt x="285" y="745"/>
                          <a:pt x="307" y="743"/>
                          <a:pt x="329" y="740"/>
                        </a:cubicBezTo>
                        <a:cubicBezTo>
                          <a:pt x="329" y="756"/>
                          <a:pt x="329" y="772"/>
                          <a:pt x="329" y="788"/>
                        </a:cubicBezTo>
                        <a:close/>
                        <a:moveTo>
                          <a:pt x="329" y="707"/>
                        </a:moveTo>
                        <a:cubicBezTo>
                          <a:pt x="307" y="710"/>
                          <a:pt x="285" y="712"/>
                          <a:pt x="263" y="714"/>
                        </a:cubicBezTo>
                        <a:cubicBezTo>
                          <a:pt x="263" y="699"/>
                          <a:pt x="263" y="684"/>
                          <a:pt x="263" y="670"/>
                        </a:cubicBezTo>
                        <a:cubicBezTo>
                          <a:pt x="285" y="666"/>
                          <a:pt x="307" y="663"/>
                          <a:pt x="329" y="660"/>
                        </a:cubicBezTo>
                        <a:cubicBezTo>
                          <a:pt x="329" y="675"/>
                          <a:pt x="329" y="691"/>
                          <a:pt x="329" y="707"/>
                        </a:cubicBezTo>
                        <a:close/>
                        <a:moveTo>
                          <a:pt x="263" y="557"/>
                        </a:moveTo>
                        <a:cubicBezTo>
                          <a:pt x="263" y="542"/>
                          <a:pt x="263" y="527"/>
                          <a:pt x="263" y="512"/>
                        </a:cubicBezTo>
                        <a:cubicBezTo>
                          <a:pt x="285" y="508"/>
                          <a:pt x="307" y="503"/>
                          <a:pt x="329" y="499"/>
                        </a:cubicBezTo>
                        <a:cubicBezTo>
                          <a:pt x="329" y="515"/>
                          <a:pt x="329" y="531"/>
                          <a:pt x="329" y="547"/>
                        </a:cubicBezTo>
                        <a:cubicBezTo>
                          <a:pt x="307" y="550"/>
                          <a:pt x="285" y="553"/>
                          <a:pt x="263" y="557"/>
                        </a:cubicBezTo>
                        <a:close/>
                        <a:moveTo>
                          <a:pt x="329" y="627"/>
                        </a:moveTo>
                        <a:cubicBezTo>
                          <a:pt x="307" y="630"/>
                          <a:pt x="285" y="633"/>
                          <a:pt x="263" y="635"/>
                        </a:cubicBezTo>
                        <a:cubicBezTo>
                          <a:pt x="263" y="620"/>
                          <a:pt x="263" y="606"/>
                          <a:pt x="263" y="591"/>
                        </a:cubicBezTo>
                        <a:cubicBezTo>
                          <a:pt x="285" y="587"/>
                          <a:pt x="307" y="583"/>
                          <a:pt x="329" y="579"/>
                        </a:cubicBezTo>
                        <a:cubicBezTo>
                          <a:pt x="329" y="595"/>
                          <a:pt x="329" y="611"/>
                          <a:pt x="329" y="627"/>
                        </a:cubicBezTo>
                        <a:close/>
                        <a:moveTo>
                          <a:pt x="329" y="466"/>
                        </a:moveTo>
                        <a:cubicBezTo>
                          <a:pt x="307" y="470"/>
                          <a:pt x="285" y="474"/>
                          <a:pt x="263" y="478"/>
                        </a:cubicBezTo>
                        <a:cubicBezTo>
                          <a:pt x="263" y="463"/>
                          <a:pt x="263" y="448"/>
                          <a:pt x="263" y="433"/>
                        </a:cubicBezTo>
                        <a:cubicBezTo>
                          <a:pt x="285" y="428"/>
                          <a:pt x="307" y="423"/>
                          <a:pt x="329" y="419"/>
                        </a:cubicBezTo>
                        <a:cubicBezTo>
                          <a:pt x="329" y="434"/>
                          <a:pt x="329" y="450"/>
                          <a:pt x="329" y="466"/>
                        </a:cubicBezTo>
                        <a:close/>
                        <a:moveTo>
                          <a:pt x="329" y="386"/>
                        </a:moveTo>
                        <a:cubicBezTo>
                          <a:pt x="307" y="390"/>
                          <a:pt x="285" y="395"/>
                          <a:pt x="263" y="399"/>
                        </a:cubicBezTo>
                        <a:cubicBezTo>
                          <a:pt x="263" y="384"/>
                          <a:pt x="263" y="369"/>
                          <a:pt x="263" y="355"/>
                        </a:cubicBezTo>
                        <a:cubicBezTo>
                          <a:pt x="285" y="349"/>
                          <a:pt x="307" y="344"/>
                          <a:pt x="329" y="338"/>
                        </a:cubicBezTo>
                        <a:cubicBezTo>
                          <a:pt x="329" y="354"/>
                          <a:pt x="329" y="370"/>
                          <a:pt x="329" y="386"/>
                        </a:cubicBezTo>
                        <a:close/>
                        <a:moveTo>
                          <a:pt x="329" y="306"/>
                        </a:moveTo>
                        <a:cubicBezTo>
                          <a:pt x="307" y="311"/>
                          <a:pt x="285" y="315"/>
                          <a:pt x="263" y="320"/>
                        </a:cubicBezTo>
                        <a:cubicBezTo>
                          <a:pt x="263" y="306"/>
                          <a:pt x="263" y="291"/>
                          <a:pt x="263" y="276"/>
                        </a:cubicBezTo>
                        <a:cubicBezTo>
                          <a:pt x="285" y="270"/>
                          <a:pt x="307" y="264"/>
                          <a:pt x="329" y="258"/>
                        </a:cubicBezTo>
                        <a:cubicBezTo>
                          <a:pt x="329" y="274"/>
                          <a:pt x="329" y="290"/>
                          <a:pt x="329" y="306"/>
                        </a:cubicBezTo>
                        <a:close/>
                        <a:moveTo>
                          <a:pt x="329" y="225"/>
                        </a:moveTo>
                        <a:cubicBezTo>
                          <a:pt x="307" y="231"/>
                          <a:pt x="285" y="236"/>
                          <a:pt x="263" y="242"/>
                        </a:cubicBezTo>
                        <a:cubicBezTo>
                          <a:pt x="263" y="227"/>
                          <a:pt x="263" y="212"/>
                          <a:pt x="263" y="197"/>
                        </a:cubicBezTo>
                        <a:cubicBezTo>
                          <a:pt x="285" y="191"/>
                          <a:pt x="307" y="184"/>
                          <a:pt x="329" y="178"/>
                        </a:cubicBezTo>
                        <a:cubicBezTo>
                          <a:pt x="329" y="193"/>
                          <a:pt x="329" y="209"/>
                          <a:pt x="329" y="225"/>
                        </a:cubicBezTo>
                        <a:close/>
                        <a:moveTo>
                          <a:pt x="263" y="118"/>
                        </a:moveTo>
                        <a:cubicBezTo>
                          <a:pt x="329" y="97"/>
                          <a:pt x="329" y="97"/>
                          <a:pt x="329" y="97"/>
                        </a:cubicBezTo>
                        <a:cubicBezTo>
                          <a:pt x="329" y="145"/>
                          <a:pt x="329" y="145"/>
                          <a:pt x="329" y="145"/>
                        </a:cubicBezTo>
                        <a:cubicBezTo>
                          <a:pt x="263" y="163"/>
                          <a:pt x="263" y="163"/>
                          <a:pt x="263" y="163"/>
                        </a:cubicBezTo>
                        <a:lnTo>
                          <a:pt x="263" y="118"/>
                        </a:lnTo>
                        <a:close/>
                        <a:moveTo>
                          <a:pt x="177" y="145"/>
                        </a:moveTo>
                        <a:cubicBezTo>
                          <a:pt x="219" y="131"/>
                          <a:pt x="219" y="131"/>
                          <a:pt x="219" y="131"/>
                        </a:cubicBezTo>
                        <a:cubicBezTo>
                          <a:pt x="219" y="174"/>
                          <a:pt x="219" y="174"/>
                          <a:pt x="219" y="174"/>
                        </a:cubicBezTo>
                        <a:cubicBezTo>
                          <a:pt x="177" y="186"/>
                          <a:pt x="177" y="186"/>
                          <a:pt x="177" y="186"/>
                        </a:cubicBezTo>
                        <a:lnTo>
                          <a:pt x="177" y="145"/>
                        </a:lnTo>
                        <a:close/>
                        <a:moveTo>
                          <a:pt x="176" y="222"/>
                        </a:moveTo>
                        <a:cubicBezTo>
                          <a:pt x="191" y="217"/>
                          <a:pt x="205" y="213"/>
                          <a:pt x="219" y="209"/>
                        </a:cubicBezTo>
                        <a:cubicBezTo>
                          <a:pt x="219" y="223"/>
                          <a:pt x="219" y="238"/>
                          <a:pt x="219" y="252"/>
                        </a:cubicBezTo>
                        <a:cubicBezTo>
                          <a:pt x="205" y="255"/>
                          <a:pt x="191" y="259"/>
                          <a:pt x="176" y="262"/>
                        </a:cubicBezTo>
                        <a:cubicBezTo>
                          <a:pt x="176" y="249"/>
                          <a:pt x="176" y="235"/>
                          <a:pt x="176" y="222"/>
                        </a:cubicBezTo>
                        <a:close/>
                        <a:moveTo>
                          <a:pt x="176" y="298"/>
                        </a:moveTo>
                        <a:cubicBezTo>
                          <a:pt x="190" y="294"/>
                          <a:pt x="205" y="291"/>
                          <a:pt x="219" y="287"/>
                        </a:cubicBezTo>
                        <a:cubicBezTo>
                          <a:pt x="219" y="301"/>
                          <a:pt x="219" y="315"/>
                          <a:pt x="219" y="330"/>
                        </a:cubicBezTo>
                        <a:cubicBezTo>
                          <a:pt x="205" y="333"/>
                          <a:pt x="190" y="336"/>
                          <a:pt x="176" y="339"/>
                        </a:cubicBezTo>
                        <a:cubicBezTo>
                          <a:pt x="176" y="325"/>
                          <a:pt x="176" y="312"/>
                          <a:pt x="176" y="298"/>
                        </a:cubicBezTo>
                        <a:close/>
                        <a:moveTo>
                          <a:pt x="176" y="375"/>
                        </a:moveTo>
                        <a:cubicBezTo>
                          <a:pt x="190" y="371"/>
                          <a:pt x="204" y="368"/>
                          <a:pt x="219" y="364"/>
                        </a:cubicBezTo>
                        <a:cubicBezTo>
                          <a:pt x="219" y="379"/>
                          <a:pt x="219" y="393"/>
                          <a:pt x="219" y="407"/>
                        </a:cubicBezTo>
                        <a:cubicBezTo>
                          <a:pt x="204" y="410"/>
                          <a:pt x="190" y="413"/>
                          <a:pt x="176" y="416"/>
                        </a:cubicBezTo>
                        <a:cubicBezTo>
                          <a:pt x="176" y="402"/>
                          <a:pt x="176" y="388"/>
                          <a:pt x="176" y="375"/>
                        </a:cubicBezTo>
                        <a:close/>
                        <a:moveTo>
                          <a:pt x="176" y="452"/>
                        </a:moveTo>
                        <a:cubicBezTo>
                          <a:pt x="190" y="448"/>
                          <a:pt x="204" y="445"/>
                          <a:pt x="218" y="442"/>
                        </a:cubicBezTo>
                        <a:cubicBezTo>
                          <a:pt x="218" y="456"/>
                          <a:pt x="218" y="471"/>
                          <a:pt x="218" y="485"/>
                        </a:cubicBezTo>
                        <a:cubicBezTo>
                          <a:pt x="204" y="487"/>
                          <a:pt x="190" y="490"/>
                          <a:pt x="176" y="492"/>
                        </a:cubicBezTo>
                        <a:cubicBezTo>
                          <a:pt x="176" y="479"/>
                          <a:pt x="176" y="465"/>
                          <a:pt x="176" y="452"/>
                        </a:cubicBezTo>
                        <a:close/>
                        <a:moveTo>
                          <a:pt x="176" y="528"/>
                        </a:moveTo>
                        <a:cubicBezTo>
                          <a:pt x="190" y="525"/>
                          <a:pt x="204" y="522"/>
                          <a:pt x="218" y="520"/>
                        </a:cubicBezTo>
                        <a:cubicBezTo>
                          <a:pt x="218" y="534"/>
                          <a:pt x="218" y="548"/>
                          <a:pt x="218" y="562"/>
                        </a:cubicBezTo>
                        <a:cubicBezTo>
                          <a:pt x="204" y="565"/>
                          <a:pt x="190" y="567"/>
                          <a:pt x="176" y="569"/>
                        </a:cubicBezTo>
                        <a:cubicBezTo>
                          <a:pt x="176" y="555"/>
                          <a:pt x="176" y="542"/>
                          <a:pt x="176" y="528"/>
                        </a:cubicBezTo>
                        <a:close/>
                        <a:moveTo>
                          <a:pt x="176" y="605"/>
                        </a:moveTo>
                        <a:cubicBezTo>
                          <a:pt x="190" y="602"/>
                          <a:pt x="204" y="600"/>
                          <a:pt x="218" y="597"/>
                        </a:cubicBezTo>
                        <a:cubicBezTo>
                          <a:pt x="218" y="612"/>
                          <a:pt x="218" y="626"/>
                          <a:pt x="218" y="640"/>
                        </a:cubicBezTo>
                        <a:cubicBezTo>
                          <a:pt x="204" y="642"/>
                          <a:pt x="190" y="644"/>
                          <a:pt x="176" y="645"/>
                        </a:cubicBezTo>
                        <a:cubicBezTo>
                          <a:pt x="176" y="632"/>
                          <a:pt x="176" y="618"/>
                          <a:pt x="176" y="605"/>
                        </a:cubicBezTo>
                        <a:close/>
                        <a:moveTo>
                          <a:pt x="176" y="681"/>
                        </a:moveTo>
                        <a:cubicBezTo>
                          <a:pt x="190" y="679"/>
                          <a:pt x="204" y="677"/>
                          <a:pt x="218" y="675"/>
                        </a:cubicBezTo>
                        <a:cubicBezTo>
                          <a:pt x="218" y="689"/>
                          <a:pt x="218" y="703"/>
                          <a:pt x="218" y="718"/>
                        </a:cubicBezTo>
                        <a:cubicBezTo>
                          <a:pt x="204" y="719"/>
                          <a:pt x="190" y="721"/>
                          <a:pt x="176" y="722"/>
                        </a:cubicBezTo>
                        <a:cubicBezTo>
                          <a:pt x="176" y="709"/>
                          <a:pt x="176" y="695"/>
                          <a:pt x="176" y="681"/>
                        </a:cubicBezTo>
                        <a:close/>
                        <a:moveTo>
                          <a:pt x="175" y="758"/>
                        </a:moveTo>
                        <a:cubicBezTo>
                          <a:pt x="190" y="756"/>
                          <a:pt x="204" y="754"/>
                          <a:pt x="218" y="753"/>
                        </a:cubicBezTo>
                        <a:cubicBezTo>
                          <a:pt x="218" y="767"/>
                          <a:pt x="218" y="781"/>
                          <a:pt x="218" y="795"/>
                        </a:cubicBezTo>
                        <a:cubicBezTo>
                          <a:pt x="204" y="796"/>
                          <a:pt x="190" y="798"/>
                          <a:pt x="175" y="799"/>
                        </a:cubicBezTo>
                        <a:cubicBezTo>
                          <a:pt x="175" y="785"/>
                          <a:pt x="175" y="772"/>
                          <a:pt x="175" y="758"/>
                        </a:cubicBezTo>
                        <a:close/>
                        <a:moveTo>
                          <a:pt x="175" y="835"/>
                        </a:moveTo>
                        <a:cubicBezTo>
                          <a:pt x="189" y="833"/>
                          <a:pt x="204" y="832"/>
                          <a:pt x="218" y="830"/>
                        </a:cubicBezTo>
                        <a:cubicBezTo>
                          <a:pt x="218" y="844"/>
                          <a:pt x="218" y="859"/>
                          <a:pt x="218" y="873"/>
                        </a:cubicBezTo>
                        <a:cubicBezTo>
                          <a:pt x="204" y="874"/>
                          <a:pt x="189" y="875"/>
                          <a:pt x="175" y="875"/>
                        </a:cubicBezTo>
                        <a:cubicBezTo>
                          <a:pt x="175" y="862"/>
                          <a:pt x="175" y="848"/>
                          <a:pt x="175" y="835"/>
                        </a:cubicBezTo>
                        <a:close/>
                        <a:moveTo>
                          <a:pt x="175" y="911"/>
                        </a:moveTo>
                        <a:cubicBezTo>
                          <a:pt x="189" y="910"/>
                          <a:pt x="203" y="909"/>
                          <a:pt x="218" y="908"/>
                        </a:cubicBezTo>
                        <a:cubicBezTo>
                          <a:pt x="218" y="922"/>
                          <a:pt x="218" y="936"/>
                          <a:pt x="218" y="951"/>
                        </a:cubicBezTo>
                        <a:cubicBezTo>
                          <a:pt x="203" y="951"/>
                          <a:pt x="189" y="951"/>
                          <a:pt x="175" y="952"/>
                        </a:cubicBezTo>
                        <a:cubicBezTo>
                          <a:pt x="175" y="938"/>
                          <a:pt x="175" y="925"/>
                          <a:pt x="175" y="911"/>
                        </a:cubicBezTo>
                        <a:close/>
                        <a:moveTo>
                          <a:pt x="175" y="988"/>
                        </a:moveTo>
                        <a:cubicBezTo>
                          <a:pt x="189" y="987"/>
                          <a:pt x="203" y="986"/>
                          <a:pt x="217" y="985"/>
                        </a:cubicBezTo>
                        <a:cubicBezTo>
                          <a:pt x="217" y="1000"/>
                          <a:pt x="217" y="1014"/>
                          <a:pt x="217" y="1028"/>
                        </a:cubicBezTo>
                        <a:cubicBezTo>
                          <a:pt x="203" y="1028"/>
                          <a:pt x="189" y="1028"/>
                          <a:pt x="175" y="1029"/>
                        </a:cubicBezTo>
                        <a:cubicBezTo>
                          <a:pt x="175" y="1015"/>
                          <a:pt x="175" y="1001"/>
                          <a:pt x="175" y="988"/>
                        </a:cubicBezTo>
                        <a:close/>
                        <a:moveTo>
                          <a:pt x="175" y="1064"/>
                        </a:moveTo>
                        <a:cubicBezTo>
                          <a:pt x="189" y="1064"/>
                          <a:pt x="203" y="1064"/>
                          <a:pt x="217" y="1063"/>
                        </a:cubicBezTo>
                        <a:cubicBezTo>
                          <a:pt x="217" y="1077"/>
                          <a:pt x="217" y="1092"/>
                          <a:pt x="217" y="1106"/>
                        </a:cubicBezTo>
                        <a:cubicBezTo>
                          <a:pt x="203" y="1106"/>
                          <a:pt x="189" y="1105"/>
                          <a:pt x="175" y="1105"/>
                        </a:cubicBezTo>
                        <a:cubicBezTo>
                          <a:pt x="175" y="1092"/>
                          <a:pt x="175" y="1078"/>
                          <a:pt x="175" y="1064"/>
                        </a:cubicBezTo>
                        <a:close/>
                        <a:moveTo>
                          <a:pt x="175" y="1141"/>
                        </a:moveTo>
                        <a:cubicBezTo>
                          <a:pt x="189" y="1141"/>
                          <a:pt x="203" y="1141"/>
                          <a:pt x="217" y="1141"/>
                        </a:cubicBezTo>
                        <a:cubicBezTo>
                          <a:pt x="217" y="1155"/>
                          <a:pt x="217" y="1169"/>
                          <a:pt x="217" y="1184"/>
                        </a:cubicBezTo>
                        <a:cubicBezTo>
                          <a:pt x="203" y="1183"/>
                          <a:pt x="189" y="1182"/>
                          <a:pt x="175" y="1182"/>
                        </a:cubicBezTo>
                        <a:cubicBezTo>
                          <a:pt x="175" y="1168"/>
                          <a:pt x="175" y="1155"/>
                          <a:pt x="175" y="1141"/>
                        </a:cubicBezTo>
                        <a:close/>
                        <a:moveTo>
                          <a:pt x="175" y="1218"/>
                        </a:moveTo>
                        <a:cubicBezTo>
                          <a:pt x="189" y="1218"/>
                          <a:pt x="203" y="1218"/>
                          <a:pt x="217" y="1218"/>
                        </a:cubicBezTo>
                        <a:cubicBezTo>
                          <a:pt x="217" y="1233"/>
                          <a:pt x="217" y="1247"/>
                          <a:pt x="217" y="1261"/>
                        </a:cubicBezTo>
                        <a:cubicBezTo>
                          <a:pt x="203" y="1260"/>
                          <a:pt x="189" y="1259"/>
                          <a:pt x="175" y="1258"/>
                        </a:cubicBezTo>
                        <a:cubicBezTo>
                          <a:pt x="175" y="1245"/>
                          <a:pt x="175" y="1231"/>
                          <a:pt x="175" y="1218"/>
                        </a:cubicBezTo>
                        <a:close/>
                        <a:moveTo>
                          <a:pt x="174" y="1294"/>
                        </a:moveTo>
                        <a:cubicBezTo>
                          <a:pt x="189" y="1295"/>
                          <a:pt x="203" y="1295"/>
                          <a:pt x="217" y="1296"/>
                        </a:cubicBezTo>
                        <a:cubicBezTo>
                          <a:pt x="217" y="1310"/>
                          <a:pt x="217" y="1325"/>
                          <a:pt x="217" y="1339"/>
                        </a:cubicBezTo>
                        <a:cubicBezTo>
                          <a:pt x="203" y="1338"/>
                          <a:pt x="189" y="1336"/>
                          <a:pt x="174" y="1335"/>
                        </a:cubicBezTo>
                        <a:cubicBezTo>
                          <a:pt x="174" y="1321"/>
                          <a:pt x="174" y="1308"/>
                          <a:pt x="174" y="1294"/>
                        </a:cubicBezTo>
                        <a:close/>
                        <a:moveTo>
                          <a:pt x="174" y="1371"/>
                        </a:moveTo>
                        <a:cubicBezTo>
                          <a:pt x="188" y="1372"/>
                          <a:pt x="203" y="1373"/>
                          <a:pt x="217" y="1374"/>
                        </a:cubicBezTo>
                        <a:cubicBezTo>
                          <a:pt x="217" y="1388"/>
                          <a:pt x="217" y="1402"/>
                          <a:pt x="217" y="1416"/>
                        </a:cubicBezTo>
                        <a:cubicBezTo>
                          <a:pt x="203" y="1415"/>
                          <a:pt x="188" y="1413"/>
                          <a:pt x="174" y="1412"/>
                        </a:cubicBezTo>
                        <a:cubicBezTo>
                          <a:pt x="174" y="1398"/>
                          <a:pt x="174" y="1385"/>
                          <a:pt x="174" y="1371"/>
                        </a:cubicBezTo>
                        <a:close/>
                        <a:moveTo>
                          <a:pt x="174" y="1448"/>
                        </a:moveTo>
                        <a:cubicBezTo>
                          <a:pt x="217" y="1451"/>
                          <a:pt x="217" y="1451"/>
                          <a:pt x="217" y="1451"/>
                        </a:cubicBezTo>
                        <a:cubicBezTo>
                          <a:pt x="217" y="1494"/>
                          <a:pt x="217" y="1494"/>
                          <a:pt x="217" y="1494"/>
                        </a:cubicBezTo>
                        <a:cubicBezTo>
                          <a:pt x="174" y="1488"/>
                          <a:pt x="174" y="1488"/>
                          <a:pt x="174" y="1488"/>
                        </a:cubicBezTo>
                        <a:lnTo>
                          <a:pt x="174" y="1448"/>
                        </a:lnTo>
                        <a:close/>
                        <a:moveTo>
                          <a:pt x="139" y="1485"/>
                        </a:moveTo>
                        <a:cubicBezTo>
                          <a:pt x="109" y="1480"/>
                          <a:pt x="109" y="1480"/>
                          <a:pt x="109" y="1480"/>
                        </a:cubicBezTo>
                        <a:cubicBezTo>
                          <a:pt x="109" y="1443"/>
                          <a:pt x="109" y="1443"/>
                          <a:pt x="109" y="1443"/>
                        </a:cubicBezTo>
                        <a:cubicBezTo>
                          <a:pt x="139" y="1445"/>
                          <a:pt x="139" y="1445"/>
                          <a:pt x="139" y="1445"/>
                        </a:cubicBezTo>
                        <a:lnTo>
                          <a:pt x="139" y="1485"/>
                        </a:lnTo>
                        <a:close/>
                        <a:moveTo>
                          <a:pt x="139" y="1409"/>
                        </a:moveTo>
                        <a:cubicBezTo>
                          <a:pt x="129" y="1408"/>
                          <a:pt x="119" y="1406"/>
                          <a:pt x="109" y="1405"/>
                        </a:cubicBezTo>
                        <a:cubicBezTo>
                          <a:pt x="109" y="1393"/>
                          <a:pt x="109" y="1380"/>
                          <a:pt x="109" y="1367"/>
                        </a:cubicBezTo>
                        <a:cubicBezTo>
                          <a:pt x="119" y="1368"/>
                          <a:pt x="129" y="1369"/>
                          <a:pt x="139" y="1369"/>
                        </a:cubicBezTo>
                        <a:cubicBezTo>
                          <a:pt x="139" y="1383"/>
                          <a:pt x="139" y="1396"/>
                          <a:pt x="139" y="1409"/>
                        </a:cubicBezTo>
                        <a:close/>
                        <a:moveTo>
                          <a:pt x="109" y="1330"/>
                        </a:moveTo>
                        <a:cubicBezTo>
                          <a:pt x="109" y="1318"/>
                          <a:pt x="109" y="1305"/>
                          <a:pt x="109" y="1292"/>
                        </a:cubicBezTo>
                        <a:cubicBezTo>
                          <a:pt x="119" y="1293"/>
                          <a:pt x="129" y="1293"/>
                          <a:pt x="139" y="1294"/>
                        </a:cubicBezTo>
                        <a:cubicBezTo>
                          <a:pt x="139" y="1307"/>
                          <a:pt x="139" y="1320"/>
                          <a:pt x="139" y="1333"/>
                        </a:cubicBezTo>
                        <a:cubicBezTo>
                          <a:pt x="129" y="1332"/>
                          <a:pt x="119" y="1331"/>
                          <a:pt x="109" y="1330"/>
                        </a:cubicBezTo>
                        <a:close/>
                        <a:moveTo>
                          <a:pt x="139" y="1257"/>
                        </a:moveTo>
                        <a:cubicBezTo>
                          <a:pt x="129" y="1257"/>
                          <a:pt x="119" y="1256"/>
                          <a:pt x="109" y="1255"/>
                        </a:cubicBezTo>
                        <a:cubicBezTo>
                          <a:pt x="109" y="1243"/>
                          <a:pt x="109" y="1230"/>
                          <a:pt x="109" y="1217"/>
                        </a:cubicBezTo>
                        <a:cubicBezTo>
                          <a:pt x="119" y="1217"/>
                          <a:pt x="129" y="1218"/>
                          <a:pt x="139" y="1218"/>
                        </a:cubicBezTo>
                        <a:cubicBezTo>
                          <a:pt x="139" y="1231"/>
                          <a:pt x="139" y="1244"/>
                          <a:pt x="139" y="1257"/>
                        </a:cubicBezTo>
                        <a:close/>
                        <a:moveTo>
                          <a:pt x="109" y="1180"/>
                        </a:moveTo>
                        <a:cubicBezTo>
                          <a:pt x="109" y="1167"/>
                          <a:pt x="109" y="1155"/>
                          <a:pt x="109" y="1142"/>
                        </a:cubicBezTo>
                        <a:cubicBezTo>
                          <a:pt x="119" y="1142"/>
                          <a:pt x="129" y="1142"/>
                          <a:pt x="139" y="1142"/>
                        </a:cubicBezTo>
                        <a:cubicBezTo>
                          <a:pt x="139" y="1155"/>
                          <a:pt x="139" y="1168"/>
                          <a:pt x="139" y="1181"/>
                        </a:cubicBezTo>
                        <a:cubicBezTo>
                          <a:pt x="129" y="1181"/>
                          <a:pt x="119" y="1181"/>
                          <a:pt x="109" y="1180"/>
                        </a:cubicBezTo>
                        <a:close/>
                        <a:moveTo>
                          <a:pt x="139" y="1106"/>
                        </a:moveTo>
                        <a:cubicBezTo>
                          <a:pt x="129" y="1105"/>
                          <a:pt x="119" y="1105"/>
                          <a:pt x="109" y="1105"/>
                        </a:cubicBezTo>
                        <a:cubicBezTo>
                          <a:pt x="109" y="1092"/>
                          <a:pt x="109" y="1080"/>
                          <a:pt x="109" y="1067"/>
                        </a:cubicBezTo>
                        <a:cubicBezTo>
                          <a:pt x="119" y="1067"/>
                          <a:pt x="129" y="1067"/>
                          <a:pt x="139" y="1066"/>
                        </a:cubicBezTo>
                        <a:cubicBezTo>
                          <a:pt x="139" y="1079"/>
                          <a:pt x="139" y="1092"/>
                          <a:pt x="139" y="1106"/>
                        </a:cubicBezTo>
                        <a:close/>
                        <a:moveTo>
                          <a:pt x="109" y="1030"/>
                        </a:moveTo>
                        <a:cubicBezTo>
                          <a:pt x="109" y="1017"/>
                          <a:pt x="109" y="1005"/>
                          <a:pt x="109" y="992"/>
                        </a:cubicBezTo>
                        <a:cubicBezTo>
                          <a:pt x="119" y="992"/>
                          <a:pt x="129" y="991"/>
                          <a:pt x="139" y="990"/>
                        </a:cubicBezTo>
                        <a:cubicBezTo>
                          <a:pt x="139" y="1004"/>
                          <a:pt x="139" y="1017"/>
                          <a:pt x="139" y="1030"/>
                        </a:cubicBezTo>
                        <a:cubicBezTo>
                          <a:pt x="129" y="1030"/>
                          <a:pt x="119" y="1030"/>
                          <a:pt x="109" y="1030"/>
                        </a:cubicBezTo>
                        <a:close/>
                        <a:moveTo>
                          <a:pt x="139" y="954"/>
                        </a:moveTo>
                        <a:cubicBezTo>
                          <a:pt x="129" y="954"/>
                          <a:pt x="119" y="955"/>
                          <a:pt x="109" y="955"/>
                        </a:cubicBezTo>
                        <a:cubicBezTo>
                          <a:pt x="109" y="942"/>
                          <a:pt x="109" y="930"/>
                          <a:pt x="109" y="917"/>
                        </a:cubicBezTo>
                        <a:cubicBezTo>
                          <a:pt x="119" y="916"/>
                          <a:pt x="129" y="915"/>
                          <a:pt x="139" y="915"/>
                        </a:cubicBezTo>
                        <a:cubicBezTo>
                          <a:pt x="139" y="928"/>
                          <a:pt x="139" y="941"/>
                          <a:pt x="139" y="954"/>
                        </a:cubicBezTo>
                        <a:close/>
                        <a:moveTo>
                          <a:pt x="139" y="878"/>
                        </a:moveTo>
                        <a:cubicBezTo>
                          <a:pt x="129" y="879"/>
                          <a:pt x="119" y="879"/>
                          <a:pt x="109" y="880"/>
                        </a:cubicBezTo>
                        <a:cubicBezTo>
                          <a:pt x="109" y="867"/>
                          <a:pt x="109" y="855"/>
                          <a:pt x="109" y="842"/>
                        </a:cubicBezTo>
                        <a:cubicBezTo>
                          <a:pt x="119" y="841"/>
                          <a:pt x="129" y="840"/>
                          <a:pt x="139" y="839"/>
                        </a:cubicBezTo>
                        <a:cubicBezTo>
                          <a:pt x="139" y="852"/>
                          <a:pt x="139" y="865"/>
                          <a:pt x="139" y="878"/>
                        </a:cubicBezTo>
                        <a:close/>
                        <a:moveTo>
                          <a:pt x="139" y="802"/>
                        </a:moveTo>
                        <a:cubicBezTo>
                          <a:pt x="129" y="803"/>
                          <a:pt x="119" y="804"/>
                          <a:pt x="109" y="805"/>
                        </a:cubicBezTo>
                        <a:cubicBezTo>
                          <a:pt x="109" y="792"/>
                          <a:pt x="109" y="780"/>
                          <a:pt x="109" y="767"/>
                        </a:cubicBezTo>
                        <a:cubicBezTo>
                          <a:pt x="119" y="766"/>
                          <a:pt x="129" y="764"/>
                          <a:pt x="139" y="763"/>
                        </a:cubicBezTo>
                        <a:cubicBezTo>
                          <a:pt x="139" y="776"/>
                          <a:pt x="139" y="789"/>
                          <a:pt x="139" y="802"/>
                        </a:cubicBezTo>
                        <a:close/>
                        <a:moveTo>
                          <a:pt x="139" y="727"/>
                        </a:moveTo>
                        <a:cubicBezTo>
                          <a:pt x="129" y="728"/>
                          <a:pt x="119" y="729"/>
                          <a:pt x="109" y="730"/>
                        </a:cubicBezTo>
                        <a:cubicBezTo>
                          <a:pt x="109" y="717"/>
                          <a:pt x="109" y="704"/>
                          <a:pt x="109" y="692"/>
                        </a:cubicBezTo>
                        <a:cubicBezTo>
                          <a:pt x="119" y="690"/>
                          <a:pt x="129" y="689"/>
                          <a:pt x="139" y="687"/>
                        </a:cubicBezTo>
                        <a:cubicBezTo>
                          <a:pt x="139" y="700"/>
                          <a:pt x="139" y="713"/>
                          <a:pt x="139" y="727"/>
                        </a:cubicBezTo>
                        <a:close/>
                        <a:moveTo>
                          <a:pt x="139" y="651"/>
                        </a:moveTo>
                        <a:cubicBezTo>
                          <a:pt x="129" y="652"/>
                          <a:pt x="119" y="653"/>
                          <a:pt x="109" y="655"/>
                        </a:cubicBezTo>
                        <a:cubicBezTo>
                          <a:pt x="109" y="642"/>
                          <a:pt x="109" y="629"/>
                          <a:pt x="109" y="617"/>
                        </a:cubicBezTo>
                        <a:cubicBezTo>
                          <a:pt x="119" y="615"/>
                          <a:pt x="129" y="613"/>
                          <a:pt x="139" y="611"/>
                        </a:cubicBezTo>
                        <a:cubicBezTo>
                          <a:pt x="139" y="625"/>
                          <a:pt x="139" y="638"/>
                          <a:pt x="139" y="651"/>
                        </a:cubicBezTo>
                        <a:close/>
                        <a:moveTo>
                          <a:pt x="139" y="575"/>
                        </a:moveTo>
                        <a:cubicBezTo>
                          <a:pt x="129" y="577"/>
                          <a:pt x="119" y="578"/>
                          <a:pt x="109" y="580"/>
                        </a:cubicBezTo>
                        <a:cubicBezTo>
                          <a:pt x="109" y="567"/>
                          <a:pt x="109" y="554"/>
                          <a:pt x="109" y="542"/>
                        </a:cubicBezTo>
                        <a:cubicBezTo>
                          <a:pt x="119" y="540"/>
                          <a:pt x="129" y="538"/>
                          <a:pt x="139" y="536"/>
                        </a:cubicBezTo>
                        <a:cubicBezTo>
                          <a:pt x="139" y="549"/>
                          <a:pt x="139" y="562"/>
                          <a:pt x="139" y="575"/>
                        </a:cubicBezTo>
                        <a:close/>
                        <a:moveTo>
                          <a:pt x="139" y="499"/>
                        </a:moveTo>
                        <a:cubicBezTo>
                          <a:pt x="129" y="501"/>
                          <a:pt x="119" y="503"/>
                          <a:pt x="109" y="505"/>
                        </a:cubicBezTo>
                        <a:cubicBezTo>
                          <a:pt x="109" y="492"/>
                          <a:pt x="109" y="479"/>
                          <a:pt x="109" y="467"/>
                        </a:cubicBezTo>
                        <a:cubicBezTo>
                          <a:pt x="119" y="464"/>
                          <a:pt x="129" y="462"/>
                          <a:pt x="139" y="460"/>
                        </a:cubicBezTo>
                        <a:cubicBezTo>
                          <a:pt x="139" y="473"/>
                          <a:pt x="139" y="486"/>
                          <a:pt x="139" y="499"/>
                        </a:cubicBezTo>
                        <a:close/>
                        <a:moveTo>
                          <a:pt x="139" y="423"/>
                        </a:moveTo>
                        <a:cubicBezTo>
                          <a:pt x="129" y="425"/>
                          <a:pt x="119" y="427"/>
                          <a:pt x="109" y="429"/>
                        </a:cubicBezTo>
                        <a:cubicBezTo>
                          <a:pt x="109" y="417"/>
                          <a:pt x="109" y="404"/>
                          <a:pt x="109" y="392"/>
                        </a:cubicBezTo>
                        <a:cubicBezTo>
                          <a:pt x="119" y="389"/>
                          <a:pt x="129" y="387"/>
                          <a:pt x="139" y="384"/>
                        </a:cubicBezTo>
                        <a:cubicBezTo>
                          <a:pt x="139" y="397"/>
                          <a:pt x="139" y="410"/>
                          <a:pt x="139" y="423"/>
                        </a:cubicBezTo>
                        <a:close/>
                        <a:moveTo>
                          <a:pt x="109" y="354"/>
                        </a:moveTo>
                        <a:cubicBezTo>
                          <a:pt x="109" y="342"/>
                          <a:pt x="109" y="329"/>
                          <a:pt x="109" y="317"/>
                        </a:cubicBezTo>
                        <a:cubicBezTo>
                          <a:pt x="119" y="314"/>
                          <a:pt x="129" y="311"/>
                          <a:pt x="139" y="308"/>
                        </a:cubicBezTo>
                        <a:cubicBezTo>
                          <a:pt x="139" y="321"/>
                          <a:pt x="139" y="334"/>
                          <a:pt x="139" y="348"/>
                        </a:cubicBezTo>
                        <a:cubicBezTo>
                          <a:pt x="129" y="350"/>
                          <a:pt x="119" y="352"/>
                          <a:pt x="109" y="354"/>
                        </a:cubicBezTo>
                        <a:close/>
                        <a:moveTo>
                          <a:pt x="139" y="272"/>
                        </a:moveTo>
                        <a:cubicBezTo>
                          <a:pt x="129" y="274"/>
                          <a:pt x="119" y="277"/>
                          <a:pt x="109" y="279"/>
                        </a:cubicBezTo>
                        <a:cubicBezTo>
                          <a:pt x="109" y="267"/>
                          <a:pt x="109" y="254"/>
                          <a:pt x="109" y="241"/>
                        </a:cubicBezTo>
                        <a:cubicBezTo>
                          <a:pt x="119" y="238"/>
                          <a:pt x="129" y="235"/>
                          <a:pt x="139" y="232"/>
                        </a:cubicBezTo>
                        <a:cubicBezTo>
                          <a:pt x="139" y="245"/>
                          <a:pt x="139" y="259"/>
                          <a:pt x="139" y="272"/>
                        </a:cubicBezTo>
                        <a:close/>
                        <a:moveTo>
                          <a:pt x="109" y="166"/>
                        </a:moveTo>
                        <a:cubicBezTo>
                          <a:pt x="139" y="157"/>
                          <a:pt x="139" y="157"/>
                          <a:pt x="139" y="157"/>
                        </a:cubicBezTo>
                        <a:cubicBezTo>
                          <a:pt x="139" y="196"/>
                          <a:pt x="139" y="196"/>
                          <a:pt x="139" y="196"/>
                        </a:cubicBezTo>
                        <a:cubicBezTo>
                          <a:pt x="109" y="204"/>
                          <a:pt x="109" y="204"/>
                          <a:pt x="109" y="204"/>
                        </a:cubicBezTo>
                        <a:lnTo>
                          <a:pt x="109" y="166"/>
                        </a:lnTo>
                        <a:close/>
                        <a:moveTo>
                          <a:pt x="81" y="1478"/>
                        </a:moveTo>
                        <a:cubicBezTo>
                          <a:pt x="54" y="1474"/>
                          <a:pt x="54" y="1474"/>
                          <a:pt x="54" y="1474"/>
                        </a:cubicBezTo>
                        <a:cubicBezTo>
                          <a:pt x="54" y="1438"/>
                          <a:pt x="54" y="1438"/>
                          <a:pt x="54" y="1438"/>
                        </a:cubicBezTo>
                        <a:cubicBezTo>
                          <a:pt x="81" y="1441"/>
                          <a:pt x="81" y="1441"/>
                          <a:pt x="81" y="1441"/>
                        </a:cubicBezTo>
                        <a:lnTo>
                          <a:pt x="81" y="1478"/>
                        </a:lnTo>
                        <a:close/>
                        <a:moveTo>
                          <a:pt x="80" y="1403"/>
                        </a:moveTo>
                        <a:cubicBezTo>
                          <a:pt x="72" y="1402"/>
                          <a:pt x="63" y="1401"/>
                          <a:pt x="54" y="1400"/>
                        </a:cubicBezTo>
                        <a:cubicBezTo>
                          <a:pt x="54" y="1388"/>
                          <a:pt x="54" y="1377"/>
                          <a:pt x="54" y="1365"/>
                        </a:cubicBezTo>
                        <a:cubicBezTo>
                          <a:pt x="63" y="1365"/>
                          <a:pt x="72" y="1366"/>
                          <a:pt x="80" y="1366"/>
                        </a:cubicBezTo>
                        <a:cubicBezTo>
                          <a:pt x="80" y="1379"/>
                          <a:pt x="80" y="1391"/>
                          <a:pt x="80" y="1403"/>
                        </a:cubicBezTo>
                        <a:close/>
                        <a:moveTo>
                          <a:pt x="80" y="1329"/>
                        </a:moveTo>
                        <a:cubicBezTo>
                          <a:pt x="71" y="1328"/>
                          <a:pt x="62" y="1327"/>
                          <a:pt x="54" y="1326"/>
                        </a:cubicBezTo>
                        <a:cubicBezTo>
                          <a:pt x="54" y="1315"/>
                          <a:pt x="54" y="1303"/>
                          <a:pt x="54" y="1291"/>
                        </a:cubicBezTo>
                        <a:cubicBezTo>
                          <a:pt x="62" y="1291"/>
                          <a:pt x="71" y="1292"/>
                          <a:pt x="80" y="1292"/>
                        </a:cubicBezTo>
                        <a:cubicBezTo>
                          <a:pt x="80" y="1304"/>
                          <a:pt x="80" y="1317"/>
                          <a:pt x="80" y="1329"/>
                        </a:cubicBezTo>
                        <a:close/>
                        <a:moveTo>
                          <a:pt x="80" y="1254"/>
                        </a:moveTo>
                        <a:cubicBezTo>
                          <a:pt x="71" y="1254"/>
                          <a:pt x="62" y="1253"/>
                          <a:pt x="53" y="1253"/>
                        </a:cubicBezTo>
                        <a:cubicBezTo>
                          <a:pt x="53" y="1241"/>
                          <a:pt x="53" y="1229"/>
                          <a:pt x="53" y="1217"/>
                        </a:cubicBezTo>
                        <a:cubicBezTo>
                          <a:pt x="62" y="1217"/>
                          <a:pt x="71" y="1217"/>
                          <a:pt x="80" y="1218"/>
                        </a:cubicBezTo>
                        <a:cubicBezTo>
                          <a:pt x="80" y="1230"/>
                          <a:pt x="80" y="1242"/>
                          <a:pt x="80" y="1254"/>
                        </a:cubicBezTo>
                        <a:close/>
                        <a:moveTo>
                          <a:pt x="80" y="1180"/>
                        </a:moveTo>
                        <a:cubicBezTo>
                          <a:pt x="71" y="1180"/>
                          <a:pt x="62" y="1179"/>
                          <a:pt x="53" y="1179"/>
                        </a:cubicBezTo>
                        <a:cubicBezTo>
                          <a:pt x="53" y="1167"/>
                          <a:pt x="53" y="1155"/>
                          <a:pt x="53" y="1143"/>
                        </a:cubicBezTo>
                        <a:cubicBezTo>
                          <a:pt x="62" y="1143"/>
                          <a:pt x="71" y="1143"/>
                          <a:pt x="80" y="1143"/>
                        </a:cubicBezTo>
                        <a:cubicBezTo>
                          <a:pt x="80" y="1155"/>
                          <a:pt x="80" y="1168"/>
                          <a:pt x="80" y="1180"/>
                        </a:cubicBezTo>
                        <a:close/>
                        <a:moveTo>
                          <a:pt x="80" y="1106"/>
                        </a:moveTo>
                        <a:cubicBezTo>
                          <a:pt x="71" y="1105"/>
                          <a:pt x="62" y="1105"/>
                          <a:pt x="53" y="1105"/>
                        </a:cubicBezTo>
                        <a:cubicBezTo>
                          <a:pt x="53" y="1093"/>
                          <a:pt x="53" y="1081"/>
                          <a:pt x="53" y="1070"/>
                        </a:cubicBezTo>
                        <a:cubicBezTo>
                          <a:pt x="62" y="1069"/>
                          <a:pt x="71" y="1069"/>
                          <a:pt x="80" y="1069"/>
                        </a:cubicBezTo>
                        <a:cubicBezTo>
                          <a:pt x="80" y="1081"/>
                          <a:pt x="80" y="1093"/>
                          <a:pt x="80" y="1106"/>
                        </a:cubicBezTo>
                        <a:close/>
                        <a:moveTo>
                          <a:pt x="79" y="1031"/>
                        </a:moveTo>
                        <a:cubicBezTo>
                          <a:pt x="71" y="1031"/>
                          <a:pt x="62" y="1031"/>
                          <a:pt x="53" y="1031"/>
                        </a:cubicBezTo>
                        <a:cubicBezTo>
                          <a:pt x="53" y="1019"/>
                          <a:pt x="53" y="1008"/>
                          <a:pt x="53" y="996"/>
                        </a:cubicBezTo>
                        <a:cubicBezTo>
                          <a:pt x="62" y="995"/>
                          <a:pt x="71" y="995"/>
                          <a:pt x="79" y="994"/>
                        </a:cubicBezTo>
                        <a:cubicBezTo>
                          <a:pt x="79" y="1007"/>
                          <a:pt x="79" y="1019"/>
                          <a:pt x="79" y="1031"/>
                        </a:cubicBezTo>
                        <a:close/>
                        <a:moveTo>
                          <a:pt x="79" y="957"/>
                        </a:moveTo>
                        <a:cubicBezTo>
                          <a:pt x="70" y="957"/>
                          <a:pt x="61" y="957"/>
                          <a:pt x="53" y="958"/>
                        </a:cubicBezTo>
                        <a:cubicBezTo>
                          <a:pt x="53" y="946"/>
                          <a:pt x="53" y="934"/>
                          <a:pt x="53" y="922"/>
                        </a:cubicBezTo>
                        <a:cubicBezTo>
                          <a:pt x="61" y="921"/>
                          <a:pt x="70" y="921"/>
                          <a:pt x="79" y="920"/>
                        </a:cubicBezTo>
                        <a:cubicBezTo>
                          <a:pt x="79" y="932"/>
                          <a:pt x="79" y="944"/>
                          <a:pt x="79" y="957"/>
                        </a:cubicBezTo>
                        <a:close/>
                        <a:moveTo>
                          <a:pt x="79" y="882"/>
                        </a:moveTo>
                        <a:cubicBezTo>
                          <a:pt x="70" y="883"/>
                          <a:pt x="61" y="883"/>
                          <a:pt x="52" y="884"/>
                        </a:cubicBezTo>
                        <a:cubicBezTo>
                          <a:pt x="52" y="872"/>
                          <a:pt x="52" y="860"/>
                          <a:pt x="52" y="848"/>
                        </a:cubicBezTo>
                        <a:cubicBezTo>
                          <a:pt x="61" y="847"/>
                          <a:pt x="70" y="846"/>
                          <a:pt x="79" y="846"/>
                        </a:cubicBezTo>
                        <a:cubicBezTo>
                          <a:pt x="79" y="858"/>
                          <a:pt x="79" y="870"/>
                          <a:pt x="79" y="882"/>
                        </a:cubicBezTo>
                        <a:close/>
                        <a:moveTo>
                          <a:pt x="79" y="808"/>
                        </a:moveTo>
                        <a:cubicBezTo>
                          <a:pt x="70" y="809"/>
                          <a:pt x="61" y="809"/>
                          <a:pt x="52" y="810"/>
                        </a:cubicBezTo>
                        <a:cubicBezTo>
                          <a:pt x="52" y="798"/>
                          <a:pt x="52" y="786"/>
                          <a:pt x="52" y="774"/>
                        </a:cubicBezTo>
                        <a:cubicBezTo>
                          <a:pt x="61" y="773"/>
                          <a:pt x="70" y="772"/>
                          <a:pt x="79" y="771"/>
                        </a:cubicBezTo>
                        <a:cubicBezTo>
                          <a:pt x="79" y="783"/>
                          <a:pt x="79" y="796"/>
                          <a:pt x="79" y="808"/>
                        </a:cubicBezTo>
                        <a:close/>
                        <a:moveTo>
                          <a:pt x="79" y="734"/>
                        </a:moveTo>
                        <a:cubicBezTo>
                          <a:pt x="70" y="734"/>
                          <a:pt x="61" y="735"/>
                          <a:pt x="52" y="736"/>
                        </a:cubicBezTo>
                        <a:cubicBezTo>
                          <a:pt x="52" y="724"/>
                          <a:pt x="52" y="713"/>
                          <a:pt x="52" y="701"/>
                        </a:cubicBezTo>
                        <a:cubicBezTo>
                          <a:pt x="61" y="699"/>
                          <a:pt x="70" y="698"/>
                          <a:pt x="79" y="697"/>
                        </a:cubicBezTo>
                        <a:cubicBezTo>
                          <a:pt x="79" y="709"/>
                          <a:pt x="79" y="721"/>
                          <a:pt x="79" y="734"/>
                        </a:cubicBezTo>
                        <a:close/>
                        <a:moveTo>
                          <a:pt x="78" y="659"/>
                        </a:moveTo>
                        <a:cubicBezTo>
                          <a:pt x="70" y="660"/>
                          <a:pt x="61" y="661"/>
                          <a:pt x="52" y="662"/>
                        </a:cubicBezTo>
                        <a:cubicBezTo>
                          <a:pt x="52" y="651"/>
                          <a:pt x="52" y="639"/>
                          <a:pt x="52" y="627"/>
                        </a:cubicBezTo>
                        <a:cubicBezTo>
                          <a:pt x="61" y="625"/>
                          <a:pt x="70" y="624"/>
                          <a:pt x="78" y="622"/>
                        </a:cubicBezTo>
                        <a:cubicBezTo>
                          <a:pt x="78" y="635"/>
                          <a:pt x="78" y="647"/>
                          <a:pt x="78" y="659"/>
                        </a:cubicBezTo>
                        <a:close/>
                        <a:moveTo>
                          <a:pt x="78" y="585"/>
                        </a:moveTo>
                        <a:cubicBezTo>
                          <a:pt x="69" y="586"/>
                          <a:pt x="60" y="587"/>
                          <a:pt x="52" y="589"/>
                        </a:cubicBezTo>
                        <a:cubicBezTo>
                          <a:pt x="52" y="577"/>
                          <a:pt x="52" y="565"/>
                          <a:pt x="52" y="553"/>
                        </a:cubicBezTo>
                        <a:cubicBezTo>
                          <a:pt x="60" y="551"/>
                          <a:pt x="69" y="550"/>
                          <a:pt x="78" y="548"/>
                        </a:cubicBezTo>
                        <a:cubicBezTo>
                          <a:pt x="78" y="560"/>
                          <a:pt x="78" y="572"/>
                          <a:pt x="78" y="585"/>
                        </a:cubicBezTo>
                        <a:close/>
                        <a:moveTo>
                          <a:pt x="78" y="510"/>
                        </a:moveTo>
                        <a:cubicBezTo>
                          <a:pt x="69" y="512"/>
                          <a:pt x="60" y="513"/>
                          <a:pt x="51" y="515"/>
                        </a:cubicBezTo>
                        <a:cubicBezTo>
                          <a:pt x="51" y="503"/>
                          <a:pt x="51" y="491"/>
                          <a:pt x="51" y="479"/>
                        </a:cubicBezTo>
                        <a:cubicBezTo>
                          <a:pt x="60" y="477"/>
                          <a:pt x="69" y="475"/>
                          <a:pt x="78" y="473"/>
                        </a:cubicBezTo>
                        <a:cubicBezTo>
                          <a:pt x="78" y="486"/>
                          <a:pt x="78" y="498"/>
                          <a:pt x="78" y="510"/>
                        </a:cubicBezTo>
                        <a:close/>
                        <a:moveTo>
                          <a:pt x="78" y="436"/>
                        </a:moveTo>
                        <a:cubicBezTo>
                          <a:pt x="69" y="438"/>
                          <a:pt x="60" y="439"/>
                          <a:pt x="51" y="441"/>
                        </a:cubicBezTo>
                        <a:cubicBezTo>
                          <a:pt x="51" y="429"/>
                          <a:pt x="51" y="417"/>
                          <a:pt x="51" y="406"/>
                        </a:cubicBezTo>
                        <a:cubicBezTo>
                          <a:pt x="60" y="403"/>
                          <a:pt x="69" y="401"/>
                          <a:pt x="78" y="399"/>
                        </a:cubicBezTo>
                        <a:cubicBezTo>
                          <a:pt x="78" y="411"/>
                          <a:pt x="78" y="424"/>
                          <a:pt x="78" y="436"/>
                        </a:cubicBezTo>
                        <a:close/>
                        <a:moveTo>
                          <a:pt x="78" y="361"/>
                        </a:moveTo>
                        <a:cubicBezTo>
                          <a:pt x="69" y="363"/>
                          <a:pt x="60" y="365"/>
                          <a:pt x="51" y="367"/>
                        </a:cubicBezTo>
                        <a:cubicBezTo>
                          <a:pt x="51" y="356"/>
                          <a:pt x="51" y="344"/>
                          <a:pt x="51" y="332"/>
                        </a:cubicBezTo>
                        <a:cubicBezTo>
                          <a:pt x="60" y="329"/>
                          <a:pt x="69" y="327"/>
                          <a:pt x="78" y="325"/>
                        </a:cubicBezTo>
                        <a:cubicBezTo>
                          <a:pt x="78" y="337"/>
                          <a:pt x="78" y="349"/>
                          <a:pt x="78" y="361"/>
                        </a:cubicBezTo>
                        <a:close/>
                        <a:moveTo>
                          <a:pt x="77" y="287"/>
                        </a:moveTo>
                        <a:cubicBezTo>
                          <a:pt x="69" y="289"/>
                          <a:pt x="60" y="291"/>
                          <a:pt x="51" y="294"/>
                        </a:cubicBezTo>
                        <a:cubicBezTo>
                          <a:pt x="51" y="282"/>
                          <a:pt x="51" y="270"/>
                          <a:pt x="51" y="258"/>
                        </a:cubicBezTo>
                        <a:cubicBezTo>
                          <a:pt x="60" y="255"/>
                          <a:pt x="69" y="253"/>
                          <a:pt x="77" y="250"/>
                        </a:cubicBezTo>
                        <a:cubicBezTo>
                          <a:pt x="77" y="262"/>
                          <a:pt x="77" y="275"/>
                          <a:pt x="77" y="287"/>
                        </a:cubicBezTo>
                        <a:close/>
                        <a:moveTo>
                          <a:pt x="51" y="184"/>
                        </a:moveTo>
                        <a:cubicBezTo>
                          <a:pt x="77" y="176"/>
                          <a:pt x="77" y="176"/>
                          <a:pt x="77" y="176"/>
                        </a:cubicBezTo>
                        <a:cubicBezTo>
                          <a:pt x="77" y="213"/>
                          <a:pt x="77" y="213"/>
                          <a:pt x="77" y="213"/>
                        </a:cubicBezTo>
                        <a:cubicBezTo>
                          <a:pt x="51" y="220"/>
                          <a:pt x="51" y="220"/>
                          <a:pt x="51" y="220"/>
                        </a:cubicBezTo>
                        <a:lnTo>
                          <a:pt x="51" y="184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6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5" name="îşļídè">
                    <a:extLst>
                      <a:ext uri="{FF2B5EF4-FFF2-40B4-BE49-F238E27FC236}">
                        <a16:creationId xmlns:a16="http://schemas.microsoft.com/office/drawing/2014/main" id="{785904B1-D4B0-47EC-9872-81B1F9D50F5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774010" y="4569721"/>
                    <a:ext cx="187937" cy="1448939"/>
                  </a:xfrm>
                  <a:custGeom>
                    <a:avLst/>
                    <a:gdLst>
                      <a:gd name="T0" fmla="*/ 0 w 148"/>
                      <a:gd name="T1" fmla="*/ 1107 h 1143"/>
                      <a:gd name="T2" fmla="*/ 148 w 148"/>
                      <a:gd name="T3" fmla="*/ 0 h 1143"/>
                      <a:gd name="T4" fmla="*/ 19 w 148"/>
                      <a:gd name="T5" fmla="*/ 1034 h 1143"/>
                      <a:gd name="T6" fmla="*/ 127 w 148"/>
                      <a:gd name="T7" fmla="*/ 1087 h 1143"/>
                      <a:gd name="T8" fmla="*/ 19 w 148"/>
                      <a:gd name="T9" fmla="*/ 1034 h 1143"/>
                      <a:gd name="T10" fmla="*/ 127 w 148"/>
                      <a:gd name="T11" fmla="*/ 981 h 1143"/>
                      <a:gd name="T12" fmla="*/ 19 w 148"/>
                      <a:gd name="T13" fmla="*/ 986 h 1143"/>
                      <a:gd name="T14" fmla="*/ 19 w 148"/>
                      <a:gd name="T15" fmla="*/ 890 h 1143"/>
                      <a:gd name="T16" fmla="*/ 127 w 148"/>
                      <a:gd name="T17" fmla="*/ 935 h 1143"/>
                      <a:gd name="T18" fmla="*/ 19 w 148"/>
                      <a:gd name="T19" fmla="*/ 890 h 1143"/>
                      <a:gd name="T20" fmla="*/ 127 w 148"/>
                      <a:gd name="T21" fmla="*/ 829 h 1143"/>
                      <a:gd name="T22" fmla="*/ 19 w 148"/>
                      <a:gd name="T23" fmla="*/ 843 h 1143"/>
                      <a:gd name="T24" fmla="*/ 19 w 148"/>
                      <a:gd name="T25" fmla="*/ 747 h 1143"/>
                      <a:gd name="T26" fmla="*/ 127 w 148"/>
                      <a:gd name="T27" fmla="*/ 783 h 1143"/>
                      <a:gd name="T28" fmla="*/ 19 w 148"/>
                      <a:gd name="T29" fmla="*/ 747 h 1143"/>
                      <a:gd name="T30" fmla="*/ 127 w 148"/>
                      <a:gd name="T31" fmla="*/ 677 h 1143"/>
                      <a:gd name="T32" fmla="*/ 19 w 148"/>
                      <a:gd name="T33" fmla="*/ 700 h 1143"/>
                      <a:gd name="T34" fmla="*/ 19 w 148"/>
                      <a:gd name="T35" fmla="*/ 603 h 1143"/>
                      <a:gd name="T36" fmla="*/ 127 w 148"/>
                      <a:gd name="T37" fmla="*/ 630 h 1143"/>
                      <a:gd name="T38" fmla="*/ 19 w 148"/>
                      <a:gd name="T39" fmla="*/ 603 h 1143"/>
                      <a:gd name="T40" fmla="*/ 127 w 148"/>
                      <a:gd name="T41" fmla="*/ 524 h 1143"/>
                      <a:gd name="T42" fmla="*/ 19 w 148"/>
                      <a:gd name="T43" fmla="*/ 557 h 1143"/>
                      <a:gd name="T44" fmla="*/ 19 w 148"/>
                      <a:gd name="T45" fmla="*/ 460 h 1143"/>
                      <a:gd name="T46" fmla="*/ 127 w 148"/>
                      <a:gd name="T47" fmla="*/ 478 h 1143"/>
                      <a:gd name="T48" fmla="*/ 19 w 148"/>
                      <a:gd name="T49" fmla="*/ 460 h 1143"/>
                      <a:gd name="T50" fmla="*/ 127 w 148"/>
                      <a:gd name="T51" fmla="*/ 372 h 1143"/>
                      <a:gd name="T52" fmla="*/ 19 w 148"/>
                      <a:gd name="T53" fmla="*/ 414 h 1143"/>
                      <a:gd name="T54" fmla="*/ 19 w 148"/>
                      <a:gd name="T55" fmla="*/ 317 h 1143"/>
                      <a:gd name="T56" fmla="*/ 127 w 148"/>
                      <a:gd name="T57" fmla="*/ 326 h 1143"/>
                      <a:gd name="T58" fmla="*/ 19 w 148"/>
                      <a:gd name="T59" fmla="*/ 317 h 1143"/>
                      <a:gd name="T60" fmla="*/ 127 w 148"/>
                      <a:gd name="T61" fmla="*/ 220 h 1143"/>
                      <a:gd name="T62" fmla="*/ 19 w 148"/>
                      <a:gd name="T63" fmla="*/ 272 h 1143"/>
                      <a:gd name="T64" fmla="*/ 19 w 148"/>
                      <a:gd name="T65" fmla="*/ 173 h 1143"/>
                      <a:gd name="T66" fmla="*/ 127 w 148"/>
                      <a:gd name="T67" fmla="*/ 173 h 1143"/>
                      <a:gd name="T68" fmla="*/ 19 w 148"/>
                      <a:gd name="T69" fmla="*/ 173 h 1143"/>
                      <a:gd name="T70" fmla="*/ 127 w 148"/>
                      <a:gd name="T71" fmla="*/ 68 h 1143"/>
                      <a:gd name="T72" fmla="*/ 19 w 148"/>
                      <a:gd name="T73" fmla="*/ 129 h 114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48" h="1143">
                        <a:moveTo>
                          <a:pt x="0" y="49"/>
                        </a:moveTo>
                        <a:cubicBezTo>
                          <a:pt x="0" y="1107"/>
                          <a:pt x="0" y="1107"/>
                          <a:pt x="0" y="1107"/>
                        </a:cubicBezTo>
                        <a:cubicBezTo>
                          <a:pt x="148" y="1143"/>
                          <a:pt x="148" y="1143"/>
                          <a:pt x="148" y="1143"/>
                        </a:cubicBezTo>
                        <a:cubicBezTo>
                          <a:pt x="148" y="0"/>
                          <a:pt x="148" y="0"/>
                          <a:pt x="148" y="0"/>
                        </a:cubicBezTo>
                        <a:lnTo>
                          <a:pt x="0" y="49"/>
                        </a:lnTo>
                        <a:close/>
                        <a:moveTo>
                          <a:pt x="19" y="1034"/>
                        </a:moveTo>
                        <a:cubicBezTo>
                          <a:pt x="127" y="1058"/>
                          <a:pt x="127" y="1058"/>
                          <a:pt x="127" y="1058"/>
                        </a:cubicBezTo>
                        <a:cubicBezTo>
                          <a:pt x="127" y="1087"/>
                          <a:pt x="127" y="1087"/>
                          <a:pt x="127" y="1087"/>
                        </a:cubicBezTo>
                        <a:cubicBezTo>
                          <a:pt x="19" y="1058"/>
                          <a:pt x="19" y="1058"/>
                          <a:pt x="19" y="1058"/>
                        </a:cubicBezTo>
                        <a:lnTo>
                          <a:pt x="19" y="1034"/>
                        </a:lnTo>
                        <a:close/>
                        <a:moveTo>
                          <a:pt x="19" y="962"/>
                        </a:moveTo>
                        <a:cubicBezTo>
                          <a:pt x="55" y="968"/>
                          <a:pt x="91" y="975"/>
                          <a:pt x="127" y="981"/>
                        </a:cubicBezTo>
                        <a:cubicBezTo>
                          <a:pt x="127" y="991"/>
                          <a:pt x="127" y="1001"/>
                          <a:pt x="127" y="1011"/>
                        </a:cubicBezTo>
                        <a:cubicBezTo>
                          <a:pt x="91" y="1003"/>
                          <a:pt x="55" y="994"/>
                          <a:pt x="19" y="986"/>
                        </a:cubicBezTo>
                        <a:cubicBezTo>
                          <a:pt x="19" y="978"/>
                          <a:pt x="19" y="970"/>
                          <a:pt x="19" y="962"/>
                        </a:cubicBezTo>
                        <a:close/>
                        <a:moveTo>
                          <a:pt x="19" y="890"/>
                        </a:moveTo>
                        <a:cubicBezTo>
                          <a:pt x="55" y="895"/>
                          <a:pt x="91" y="900"/>
                          <a:pt x="127" y="905"/>
                        </a:cubicBezTo>
                        <a:cubicBezTo>
                          <a:pt x="127" y="915"/>
                          <a:pt x="127" y="925"/>
                          <a:pt x="127" y="935"/>
                        </a:cubicBezTo>
                        <a:cubicBezTo>
                          <a:pt x="91" y="928"/>
                          <a:pt x="55" y="921"/>
                          <a:pt x="19" y="915"/>
                        </a:cubicBezTo>
                        <a:cubicBezTo>
                          <a:pt x="19" y="907"/>
                          <a:pt x="19" y="898"/>
                          <a:pt x="19" y="890"/>
                        </a:cubicBezTo>
                        <a:close/>
                        <a:moveTo>
                          <a:pt x="19" y="819"/>
                        </a:moveTo>
                        <a:cubicBezTo>
                          <a:pt x="55" y="822"/>
                          <a:pt x="91" y="826"/>
                          <a:pt x="127" y="829"/>
                        </a:cubicBezTo>
                        <a:cubicBezTo>
                          <a:pt x="127" y="839"/>
                          <a:pt x="127" y="849"/>
                          <a:pt x="127" y="859"/>
                        </a:cubicBezTo>
                        <a:cubicBezTo>
                          <a:pt x="91" y="854"/>
                          <a:pt x="55" y="848"/>
                          <a:pt x="19" y="843"/>
                        </a:cubicBezTo>
                        <a:cubicBezTo>
                          <a:pt x="19" y="835"/>
                          <a:pt x="19" y="827"/>
                          <a:pt x="19" y="819"/>
                        </a:cubicBezTo>
                        <a:close/>
                        <a:moveTo>
                          <a:pt x="19" y="747"/>
                        </a:moveTo>
                        <a:cubicBezTo>
                          <a:pt x="55" y="749"/>
                          <a:pt x="91" y="751"/>
                          <a:pt x="127" y="753"/>
                        </a:cubicBezTo>
                        <a:cubicBezTo>
                          <a:pt x="127" y="763"/>
                          <a:pt x="127" y="773"/>
                          <a:pt x="127" y="783"/>
                        </a:cubicBezTo>
                        <a:cubicBezTo>
                          <a:pt x="91" y="779"/>
                          <a:pt x="55" y="775"/>
                          <a:pt x="19" y="772"/>
                        </a:cubicBezTo>
                        <a:cubicBezTo>
                          <a:pt x="19" y="763"/>
                          <a:pt x="19" y="755"/>
                          <a:pt x="19" y="747"/>
                        </a:cubicBezTo>
                        <a:close/>
                        <a:moveTo>
                          <a:pt x="19" y="675"/>
                        </a:moveTo>
                        <a:cubicBezTo>
                          <a:pt x="55" y="676"/>
                          <a:pt x="91" y="676"/>
                          <a:pt x="127" y="677"/>
                        </a:cubicBezTo>
                        <a:cubicBezTo>
                          <a:pt x="127" y="687"/>
                          <a:pt x="127" y="697"/>
                          <a:pt x="127" y="706"/>
                        </a:cubicBezTo>
                        <a:cubicBezTo>
                          <a:pt x="91" y="704"/>
                          <a:pt x="55" y="702"/>
                          <a:pt x="19" y="700"/>
                        </a:cubicBezTo>
                        <a:cubicBezTo>
                          <a:pt x="19" y="692"/>
                          <a:pt x="19" y="684"/>
                          <a:pt x="19" y="675"/>
                        </a:cubicBezTo>
                        <a:close/>
                        <a:moveTo>
                          <a:pt x="19" y="603"/>
                        </a:moveTo>
                        <a:cubicBezTo>
                          <a:pt x="55" y="602"/>
                          <a:pt x="91" y="602"/>
                          <a:pt x="127" y="601"/>
                        </a:cubicBezTo>
                        <a:cubicBezTo>
                          <a:pt x="127" y="610"/>
                          <a:pt x="127" y="620"/>
                          <a:pt x="127" y="630"/>
                        </a:cubicBezTo>
                        <a:cubicBezTo>
                          <a:pt x="91" y="630"/>
                          <a:pt x="55" y="629"/>
                          <a:pt x="19" y="629"/>
                        </a:cubicBezTo>
                        <a:cubicBezTo>
                          <a:pt x="19" y="620"/>
                          <a:pt x="19" y="612"/>
                          <a:pt x="19" y="603"/>
                        </a:cubicBezTo>
                        <a:close/>
                        <a:moveTo>
                          <a:pt x="19" y="532"/>
                        </a:moveTo>
                        <a:cubicBezTo>
                          <a:pt x="55" y="529"/>
                          <a:pt x="91" y="527"/>
                          <a:pt x="127" y="524"/>
                        </a:cubicBezTo>
                        <a:cubicBezTo>
                          <a:pt x="127" y="534"/>
                          <a:pt x="127" y="544"/>
                          <a:pt x="127" y="554"/>
                        </a:cubicBezTo>
                        <a:cubicBezTo>
                          <a:pt x="91" y="555"/>
                          <a:pt x="55" y="556"/>
                          <a:pt x="19" y="557"/>
                        </a:cubicBezTo>
                        <a:cubicBezTo>
                          <a:pt x="19" y="549"/>
                          <a:pt x="19" y="540"/>
                          <a:pt x="19" y="532"/>
                        </a:cubicBezTo>
                        <a:close/>
                        <a:moveTo>
                          <a:pt x="19" y="460"/>
                        </a:moveTo>
                        <a:cubicBezTo>
                          <a:pt x="55" y="456"/>
                          <a:pt x="91" y="452"/>
                          <a:pt x="127" y="448"/>
                        </a:cubicBezTo>
                        <a:cubicBezTo>
                          <a:pt x="127" y="458"/>
                          <a:pt x="127" y="468"/>
                          <a:pt x="127" y="478"/>
                        </a:cubicBezTo>
                        <a:cubicBezTo>
                          <a:pt x="91" y="481"/>
                          <a:pt x="55" y="483"/>
                          <a:pt x="19" y="486"/>
                        </a:cubicBezTo>
                        <a:cubicBezTo>
                          <a:pt x="19" y="477"/>
                          <a:pt x="19" y="469"/>
                          <a:pt x="19" y="460"/>
                        </a:cubicBezTo>
                        <a:close/>
                        <a:moveTo>
                          <a:pt x="19" y="388"/>
                        </a:moveTo>
                        <a:cubicBezTo>
                          <a:pt x="55" y="383"/>
                          <a:pt x="91" y="378"/>
                          <a:pt x="127" y="372"/>
                        </a:cubicBezTo>
                        <a:cubicBezTo>
                          <a:pt x="127" y="382"/>
                          <a:pt x="127" y="392"/>
                          <a:pt x="127" y="402"/>
                        </a:cubicBezTo>
                        <a:cubicBezTo>
                          <a:pt x="91" y="406"/>
                          <a:pt x="55" y="410"/>
                          <a:pt x="19" y="414"/>
                        </a:cubicBezTo>
                        <a:cubicBezTo>
                          <a:pt x="19" y="406"/>
                          <a:pt x="19" y="397"/>
                          <a:pt x="19" y="388"/>
                        </a:cubicBezTo>
                        <a:close/>
                        <a:moveTo>
                          <a:pt x="19" y="317"/>
                        </a:moveTo>
                        <a:cubicBezTo>
                          <a:pt x="55" y="310"/>
                          <a:pt x="91" y="303"/>
                          <a:pt x="127" y="296"/>
                        </a:cubicBezTo>
                        <a:cubicBezTo>
                          <a:pt x="127" y="306"/>
                          <a:pt x="127" y="316"/>
                          <a:pt x="127" y="326"/>
                        </a:cubicBezTo>
                        <a:cubicBezTo>
                          <a:pt x="91" y="331"/>
                          <a:pt x="55" y="337"/>
                          <a:pt x="19" y="343"/>
                        </a:cubicBezTo>
                        <a:cubicBezTo>
                          <a:pt x="19" y="334"/>
                          <a:pt x="19" y="325"/>
                          <a:pt x="19" y="317"/>
                        </a:cubicBezTo>
                        <a:close/>
                        <a:moveTo>
                          <a:pt x="19" y="245"/>
                        </a:moveTo>
                        <a:cubicBezTo>
                          <a:pt x="55" y="236"/>
                          <a:pt x="91" y="228"/>
                          <a:pt x="127" y="220"/>
                        </a:cubicBezTo>
                        <a:cubicBezTo>
                          <a:pt x="127" y="230"/>
                          <a:pt x="127" y="240"/>
                          <a:pt x="127" y="249"/>
                        </a:cubicBezTo>
                        <a:cubicBezTo>
                          <a:pt x="91" y="257"/>
                          <a:pt x="55" y="264"/>
                          <a:pt x="19" y="272"/>
                        </a:cubicBezTo>
                        <a:cubicBezTo>
                          <a:pt x="19" y="263"/>
                          <a:pt x="19" y="254"/>
                          <a:pt x="19" y="245"/>
                        </a:cubicBezTo>
                        <a:close/>
                        <a:moveTo>
                          <a:pt x="19" y="173"/>
                        </a:moveTo>
                        <a:cubicBezTo>
                          <a:pt x="55" y="163"/>
                          <a:pt x="91" y="154"/>
                          <a:pt x="127" y="144"/>
                        </a:cubicBezTo>
                        <a:cubicBezTo>
                          <a:pt x="127" y="154"/>
                          <a:pt x="127" y="163"/>
                          <a:pt x="127" y="173"/>
                        </a:cubicBezTo>
                        <a:cubicBezTo>
                          <a:pt x="91" y="182"/>
                          <a:pt x="55" y="191"/>
                          <a:pt x="19" y="200"/>
                        </a:cubicBezTo>
                        <a:cubicBezTo>
                          <a:pt x="19" y="191"/>
                          <a:pt x="19" y="182"/>
                          <a:pt x="19" y="173"/>
                        </a:cubicBezTo>
                        <a:close/>
                        <a:moveTo>
                          <a:pt x="19" y="101"/>
                        </a:moveTo>
                        <a:cubicBezTo>
                          <a:pt x="127" y="68"/>
                          <a:pt x="127" y="68"/>
                          <a:pt x="127" y="68"/>
                        </a:cubicBezTo>
                        <a:cubicBezTo>
                          <a:pt x="127" y="97"/>
                          <a:pt x="127" y="97"/>
                          <a:pt x="127" y="97"/>
                        </a:cubicBezTo>
                        <a:cubicBezTo>
                          <a:pt x="19" y="129"/>
                          <a:pt x="19" y="129"/>
                          <a:pt x="19" y="129"/>
                        </a:cubicBezTo>
                        <a:lnTo>
                          <a:pt x="19" y="101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6" name="ïšļiḍe">
                    <a:extLst>
                      <a:ext uri="{FF2B5EF4-FFF2-40B4-BE49-F238E27FC236}">
                        <a16:creationId xmlns:a16="http://schemas.microsoft.com/office/drawing/2014/main" id="{8323DA0E-F93E-4681-9FAD-8889D5C329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76671" y="4572319"/>
                    <a:ext cx="361152" cy="1444609"/>
                  </a:xfrm>
                  <a:custGeom>
                    <a:avLst/>
                    <a:gdLst>
                      <a:gd name="T0" fmla="*/ 49 w 285"/>
                      <a:gd name="T1" fmla="*/ 1049 h 1140"/>
                      <a:gd name="T2" fmla="*/ 97 w 285"/>
                      <a:gd name="T3" fmla="*/ 988 h 1140"/>
                      <a:gd name="T4" fmla="*/ 97 w 285"/>
                      <a:gd name="T5" fmla="*/ 964 h 1140"/>
                      <a:gd name="T6" fmla="*/ 49 w 285"/>
                      <a:gd name="T7" fmla="*/ 910 h 1140"/>
                      <a:gd name="T8" fmla="*/ 49 w 285"/>
                      <a:gd name="T9" fmla="*/ 818 h 1140"/>
                      <a:gd name="T10" fmla="*/ 49 w 285"/>
                      <a:gd name="T11" fmla="*/ 703 h 1140"/>
                      <a:gd name="T12" fmla="*/ 97 w 285"/>
                      <a:gd name="T13" fmla="*/ 649 h 1140"/>
                      <a:gd name="T14" fmla="*/ 97 w 285"/>
                      <a:gd name="T15" fmla="*/ 625 h 1140"/>
                      <a:gd name="T16" fmla="*/ 49 w 285"/>
                      <a:gd name="T17" fmla="*/ 565 h 1140"/>
                      <a:gd name="T18" fmla="*/ 49 w 285"/>
                      <a:gd name="T19" fmla="*/ 473 h 1140"/>
                      <a:gd name="T20" fmla="*/ 49 w 285"/>
                      <a:gd name="T21" fmla="*/ 415 h 1140"/>
                      <a:gd name="T22" fmla="*/ 97 w 285"/>
                      <a:gd name="T23" fmla="*/ 310 h 1140"/>
                      <a:gd name="T24" fmla="*/ 97 w 285"/>
                      <a:gd name="T25" fmla="*/ 286 h 1140"/>
                      <a:gd name="T26" fmla="*/ 49 w 285"/>
                      <a:gd name="T27" fmla="*/ 219 h 1140"/>
                      <a:gd name="T28" fmla="*/ 49 w 285"/>
                      <a:gd name="T29" fmla="*/ 127 h 1140"/>
                      <a:gd name="T30" fmla="*/ 159 w 285"/>
                      <a:gd name="T31" fmla="*/ 133 h 1140"/>
                      <a:gd name="T32" fmla="*/ 129 w 285"/>
                      <a:gd name="T33" fmla="*/ 180 h 1140"/>
                      <a:gd name="T34" fmla="*/ 129 w 285"/>
                      <a:gd name="T35" fmla="*/ 205 h 1140"/>
                      <a:gd name="T36" fmla="*/ 159 w 285"/>
                      <a:gd name="T37" fmla="*/ 268 h 1140"/>
                      <a:gd name="T38" fmla="*/ 159 w 285"/>
                      <a:gd name="T39" fmla="*/ 353 h 1140"/>
                      <a:gd name="T40" fmla="*/ 160 w 285"/>
                      <a:gd name="T41" fmla="*/ 463 h 1140"/>
                      <a:gd name="T42" fmla="*/ 129 w 285"/>
                      <a:gd name="T43" fmla="*/ 514 h 1140"/>
                      <a:gd name="T44" fmla="*/ 129 w 285"/>
                      <a:gd name="T45" fmla="*/ 539 h 1140"/>
                      <a:gd name="T46" fmla="*/ 160 w 285"/>
                      <a:gd name="T47" fmla="*/ 598 h 1140"/>
                      <a:gd name="T48" fmla="*/ 160 w 285"/>
                      <a:gd name="T49" fmla="*/ 682 h 1140"/>
                      <a:gd name="T50" fmla="*/ 160 w 285"/>
                      <a:gd name="T51" fmla="*/ 792 h 1140"/>
                      <a:gd name="T52" fmla="*/ 130 w 285"/>
                      <a:gd name="T53" fmla="*/ 849 h 1140"/>
                      <a:gd name="T54" fmla="*/ 130 w 285"/>
                      <a:gd name="T55" fmla="*/ 874 h 1140"/>
                      <a:gd name="T56" fmla="*/ 160 w 285"/>
                      <a:gd name="T57" fmla="*/ 928 h 1140"/>
                      <a:gd name="T58" fmla="*/ 161 w 285"/>
                      <a:gd name="T59" fmla="*/ 1012 h 1140"/>
                      <a:gd name="T60" fmla="*/ 186 w 285"/>
                      <a:gd name="T61" fmla="*/ 1036 h 1140"/>
                      <a:gd name="T62" fmla="*/ 208 w 285"/>
                      <a:gd name="T63" fmla="*/ 980 h 1140"/>
                      <a:gd name="T64" fmla="*/ 208 w 285"/>
                      <a:gd name="T65" fmla="*/ 927 h 1140"/>
                      <a:gd name="T66" fmla="*/ 186 w 285"/>
                      <a:gd name="T67" fmla="*/ 901 h 1140"/>
                      <a:gd name="T68" fmla="*/ 186 w 285"/>
                      <a:gd name="T69" fmla="*/ 847 h 1140"/>
                      <a:gd name="T70" fmla="*/ 186 w 285"/>
                      <a:gd name="T71" fmla="*/ 738 h 1140"/>
                      <a:gd name="T72" fmla="*/ 208 w 285"/>
                      <a:gd name="T73" fmla="*/ 657 h 1140"/>
                      <a:gd name="T74" fmla="*/ 208 w 285"/>
                      <a:gd name="T75" fmla="*/ 631 h 1140"/>
                      <a:gd name="T76" fmla="*/ 186 w 285"/>
                      <a:gd name="T77" fmla="*/ 575 h 1140"/>
                      <a:gd name="T78" fmla="*/ 186 w 285"/>
                      <a:gd name="T79" fmla="*/ 492 h 1140"/>
                      <a:gd name="T80" fmla="*/ 186 w 285"/>
                      <a:gd name="T81" fmla="*/ 384 h 1140"/>
                      <a:gd name="T82" fmla="*/ 208 w 285"/>
                      <a:gd name="T83" fmla="*/ 334 h 1140"/>
                      <a:gd name="T84" fmla="*/ 208 w 285"/>
                      <a:gd name="T85" fmla="*/ 308 h 1140"/>
                      <a:gd name="T86" fmla="*/ 208 w 285"/>
                      <a:gd name="T87" fmla="*/ 254 h 1140"/>
                      <a:gd name="T88" fmla="*/ 186 w 285"/>
                      <a:gd name="T89" fmla="*/ 166 h 1140"/>
                      <a:gd name="T90" fmla="*/ 228 w 285"/>
                      <a:gd name="T91" fmla="*/ 1033 h 1140"/>
                      <a:gd name="T92" fmla="*/ 247 w 285"/>
                      <a:gd name="T93" fmla="*/ 978 h 1140"/>
                      <a:gd name="T94" fmla="*/ 247 w 285"/>
                      <a:gd name="T95" fmla="*/ 951 h 1140"/>
                      <a:gd name="T96" fmla="*/ 228 w 285"/>
                      <a:gd name="T97" fmla="*/ 899 h 1140"/>
                      <a:gd name="T98" fmla="*/ 228 w 285"/>
                      <a:gd name="T99" fmla="*/ 820 h 1140"/>
                      <a:gd name="T100" fmla="*/ 229 w 285"/>
                      <a:gd name="T101" fmla="*/ 713 h 1140"/>
                      <a:gd name="T102" fmla="*/ 248 w 285"/>
                      <a:gd name="T103" fmla="*/ 661 h 1140"/>
                      <a:gd name="T104" fmla="*/ 248 w 285"/>
                      <a:gd name="T105" fmla="*/ 634 h 1140"/>
                      <a:gd name="T106" fmla="*/ 229 w 285"/>
                      <a:gd name="T107" fmla="*/ 579 h 1140"/>
                      <a:gd name="T108" fmla="*/ 229 w 285"/>
                      <a:gd name="T109" fmla="*/ 499 h 1140"/>
                      <a:gd name="T110" fmla="*/ 230 w 285"/>
                      <a:gd name="T111" fmla="*/ 393 h 1140"/>
                      <a:gd name="T112" fmla="*/ 249 w 285"/>
                      <a:gd name="T113" fmla="*/ 343 h 1140"/>
                      <a:gd name="T114" fmla="*/ 249 w 285"/>
                      <a:gd name="T115" fmla="*/ 316 h 1140"/>
                      <a:gd name="T116" fmla="*/ 230 w 285"/>
                      <a:gd name="T117" fmla="*/ 259 h 1140"/>
                      <a:gd name="T118" fmla="*/ 230 w 285"/>
                      <a:gd name="T119" fmla="*/ 179 h 114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285" h="1140">
                        <a:moveTo>
                          <a:pt x="285" y="98"/>
                        </a:move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1140"/>
                          <a:pt x="0" y="1140"/>
                          <a:pt x="0" y="1140"/>
                        </a:cubicBezTo>
                        <a:cubicBezTo>
                          <a:pt x="285" y="1097"/>
                          <a:pt x="285" y="1097"/>
                          <a:pt x="285" y="1097"/>
                        </a:cubicBezTo>
                        <a:lnTo>
                          <a:pt x="285" y="98"/>
                        </a:lnTo>
                        <a:close/>
                        <a:moveTo>
                          <a:pt x="49" y="1049"/>
                        </a:moveTo>
                        <a:cubicBezTo>
                          <a:pt x="97" y="1045"/>
                          <a:pt x="97" y="1045"/>
                          <a:pt x="97" y="1045"/>
                        </a:cubicBezTo>
                        <a:cubicBezTo>
                          <a:pt x="97" y="1077"/>
                          <a:pt x="97" y="1077"/>
                          <a:pt x="97" y="1077"/>
                        </a:cubicBezTo>
                        <a:cubicBezTo>
                          <a:pt x="49" y="1083"/>
                          <a:pt x="49" y="1083"/>
                          <a:pt x="49" y="1083"/>
                        </a:cubicBezTo>
                        <a:lnTo>
                          <a:pt x="49" y="1049"/>
                        </a:lnTo>
                        <a:close/>
                        <a:moveTo>
                          <a:pt x="49" y="991"/>
                        </a:moveTo>
                        <a:cubicBezTo>
                          <a:pt x="65" y="990"/>
                          <a:pt x="81" y="989"/>
                          <a:pt x="97" y="988"/>
                        </a:cubicBezTo>
                        <a:cubicBezTo>
                          <a:pt x="97" y="999"/>
                          <a:pt x="97" y="1009"/>
                          <a:pt x="97" y="1020"/>
                        </a:cubicBezTo>
                        <a:cubicBezTo>
                          <a:pt x="81" y="1022"/>
                          <a:pt x="65" y="1024"/>
                          <a:pt x="49" y="1025"/>
                        </a:cubicBezTo>
                        <a:cubicBezTo>
                          <a:pt x="49" y="1014"/>
                          <a:pt x="49" y="1003"/>
                          <a:pt x="49" y="991"/>
                        </a:cubicBezTo>
                        <a:close/>
                        <a:moveTo>
                          <a:pt x="49" y="934"/>
                        </a:moveTo>
                        <a:cubicBezTo>
                          <a:pt x="65" y="933"/>
                          <a:pt x="81" y="932"/>
                          <a:pt x="97" y="932"/>
                        </a:cubicBezTo>
                        <a:cubicBezTo>
                          <a:pt x="97" y="942"/>
                          <a:pt x="97" y="953"/>
                          <a:pt x="97" y="964"/>
                        </a:cubicBezTo>
                        <a:cubicBezTo>
                          <a:pt x="81" y="965"/>
                          <a:pt x="65" y="966"/>
                          <a:pt x="49" y="968"/>
                        </a:cubicBezTo>
                        <a:cubicBezTo>
                          <a:pt x="49" y="956"/>
                          <a:pt x="49" y="945"/>
                          <a:pt x="49" y="934"/>
                        </a:cubicBezTo>
                        <a:close/>
                        <a:moveTo>
                          <a:pt x="49" y="876"/>
                        </a:moveTo>
                        <a:cubicBezTo>
                          <a:pt x="65" y="876"/>
                          <a:pt x="81" y="875"/>
                          <a:pt x="97" y="875"/>
                        </a:cubicBezTo>
                        <a:cubicBezTo>
                          <a:pt x="97" y="886"/>
                          <a:pt x="97" y="896"/>
                          <a:pt x="97" y="907"/>
                        </a:cubicBezTo>
                        <a:cubicBezTo>
                          <a:pt x="81" y="908"/>
                          <a:pt x="65" y="909"/>
                          <a:pt x="49" y="910"/>
                        </a:cubicBezTo>
                        <a:cubicBezTo>
                          <a:pt x="49" y="899"/>
                          <a:pt x="49" y="887"/>
                          <a:pt x="49" y="876"/>
                        </a:cubicBezTo>
                        <a:close/>
                        <a:moveTo>
                          <a:pt x="49" y="818"/>
                        </a:moveTo>
                        <a:cubicBezTo>
                          <a:pt x="65" y="818"/>
                          <a:pt x="81" y="819"/>
                          <a:pt x="97" y="819"/>
                        </a:cubicBezTo>
                        <a:cubicBezTo>
                          <a:pt x="97" y="829"/>
                          <a:pt x="97" y="840"/>
                          <a:pt x="97" y="851"/>
                        </a:cubicBezTo>
                        <a:cubicBezTo>
                          <a:pt x="81" y="851"/>
                          <a:pt x="65" y="852"/>
                          <a:pt x="49" y="853"/>
                        </a:cubicBezTo>
                        <a:cubicBezTo>
                          <a:pt x="49" y="841"/>
                          <a:pt x="49" y="830"/>
                          <a:pt x="49" y="818"/>
                        </a:cubicBezTo>
                        <a:close/>
                        <a:moveTo>
                          <a:pt x="49" y="761"/>
                        </a:moveTo>
                        <a:cubicBezTo>
                          <a:pt x="65" y="761"/>
                          <a:pt x="81" y="762"/>
                          <a:pt x="97" y="762"/>
                        </a:cubicBezTo>
                        <a:cubicBezTo>
                          <a:pt x="97" y="773"/>
                          <a:pt x="97" y="783"/>
                          <a:pt x="97" y="794"/>
                        </a:cubicBezTo>
                        <a:cubicBezTo>
                          <a:pt x="81" y="794"/>
                          <a:pt x="65" y="795"/>
                          <a:pt x="49" y="795"/>
                        </a:cubicBezTo>
                        <a:cubicBezTo>
                          <a:pt x="49" y="784"/>
                          <a:pt x="49" y="772"/>
                          <a:pt x="49" y="761"/>
                        </a:cubicBezTo>
                        <a:close/>
                        <a:moveTo>
                          <a:pt x="49" y="703"/>
                        </a:moveTo>
                        <a:cubicBezTo>
                          <a:pt x="65" y="704"/>
                          <a:pt x="81" y="705"/>
                          <a:pt x="97" y="706"/>
                        </a:cubicBezTo>
                        <a:cubicBezTo>
                          <a:pt x="97" y="716"/>
                          <a:pt x="97" y="727"/>
                          <a:pt x="97" y="738"/>
                        </a:cubicBezTo>
                        <a:cubicBezTo>
                          <a:pt x="81" y="738"/>
                          <a:pt x="65" y="737"/>
                          <a:pt x="49" y="737"/>
                        </a:cubicBezTo>
                        <a:cubicBezTo>
                          <a:pt x="49" y="726"/>
                          <a:pt x="49" y="715"/>
                          <a:pt x="49" y="703"/>
                        </a:cubicBezTo>
                        <a:close/>
                        <a:moveTo>
                          <a:pt x="49" y="645"/>
                        </a:moveTo>
                        <a:cubicBezTo>
                          <a:pt x="65" y="647"/>
                          <a:pt x="81" y="648"/>
                          <a:pt x="97" y="649"/>
                        </a:cubicBezTo>
                        <a:cubicBezTo>
                          <a:pt x="97" y="660"/>
                          <a:pt x="97" y="671"/>
                          <a:pt x="97" y="681"/>
                        </a:cubicBezTo>
                        <a:cubicBezTo>
                          <a:pt x="81" y="681"/>
                          <a:pt x="65" y="680"/>
                          <a:pt x="49" y="680"/>
                        </a:cubicBezTo>
                        <a:cubicBezTo>
                          <a:pt x="49" y="668"/>
                          <a:pt x="49" y="657"/>
                          <a:pt x="49" y="645"/>
                        </a:cubicBezTo>
                        <a:close/>
                        <a:moveTo>
                          <a:pt x="49" y="588"/>
                        </a:moveTo>
                        <a:cubicBezTo>
                          <a:pt x="65" y="590"/>
                          <a:pt x="81" y="591"/>
                          <a:pt x="97" y="593"/>
                        </a:cubicBezTo>
                        <a:cubicBezTo>
                          <a:pt x="97" y="603"/>
                          <a:pt x="97" y="614"/>
                          <a:pt x="97" y="625"/>
                        </a:cubicBezTo>
                        <a:cubicBezTo>
                          <a:pt x="81" y="624"/>
                          <a:pt x="65" y="623"/>
                          <a:pt x="49" y="622"/>
                        </a:cubicBezTo>
                        <a:cubicBezTo>
                          <a:pt x="49" y="611"/>
                          <a:pt x="49" y="599"/>
                          <a:pt x="49" y="588"/>
                        </a:cubicBezTo>
                        <a:close/>
                        <a:moveTo>
                          <a:pt x="49" y="530"/>
                        </a:moveTo>
                        <a:cubicBezTo>
                          <a:pt x="65" y="532"/>
                          <a:pt x="81" y="534"/>
                          <a:pt x="97" y="536"/>
                        </a:cubicBezTo>
                        <a:cubicBezTo>
                          <a:pt x="97" y="547"/>
                          <a:pt x="97" y="558"/>
                          <a:pt x="97" y="568"/>
                        </a:cubicBezTo>
                        <a:cubicBezTo>
                          <a:pt x="81" y="567"/>
                          <a:pt x="65" y="566"/>
                          <a:pt x="49" y="565"/>
                        </a:cubicBezTo>
                        <a:cubicBezTo>
                          <a:pt x="49" y="553"/>
                          <a:pt x="49" y="542"/>
                          <a:pt x="49" y="530"/>
                        </a:cubicBezTo>
                        <a:close/>
                        <a:moveTo>
                          <a:pt x="49" y="473"/>
                        </a:moveTo>
                        <a:cubicBezTo>
                          <a:pt x="65" y="475"/>
                          <a:pt x="81" y="477"/>
                          <a:pt x="97" y="480"/>
                        </a:cubicBezTo>
                        <a:cubicBezTo>
                          <a:pt x="97" y="490"/>
                          <a:pt x="97" y="501"/>
                          <a:pt x="97" y="512"/>
                        </a:cubicBezTo>
                        <a:cubicBezTo>
                          <a:pt x="81" y="510"/>
                          <a:pt x="65" y="508"/>
                          <a:pt x="49" y="507"/>
                        </a:cubicBezTo>
                        <a:cubicBezTo>
                          <a:pt x="49" y="495"/>
                          <a:pt x="49" y="484"/>
                          <a:pt x="49" y="473"/>
                        </a:cubicBezTo>
                        <a:close/>
                        <a:moveTo>
                          <a:pt x="49" y="392"/>
                        </a:moveTo>
                        <a:cubicBezTo>
                          <a:pt x="49" y="380"/>
                          <a:pt x="49" y="369"/>
                          <a:pt x="49" y="357"/>
                        </a:cubicBezTo>
                        <a:cubicBezTo>
                          <a:pt x="65" y="361"/>
                          <a:pt x="81" y="364"/>
                          <a:pt x="97" y="367"/>
                        </a:cubicBezTo>
                        <a:cubicBezTo>
                          <a:pt x="97" y="378"/>
                          <a:pt x="97" y="388"/>
                          <a:pt x="97" y="399"/>
                        </a:cubicBezTo>
                        <a:cubicBezTo>
                          <a:pt x="81" y="396"/>
                          <a:pt x="65" y="394"/>
                          <a:pt x="49" y="392"/>
                        </a:cubicBezTo>
                        <a:close/>
                        <a:moveTo>
                          <a:pt x="49" y="415"/>
                        </a:moveTo>
                        <a:cubicBezTo>
                          <a:pt x="65" y="418"/>
                          <a:pt x="81" y="421"/>
                          <a:pt x="97" y="423"/>
                        </a:cubicBezTo>
                        <a:cubicBezTo>
                          <a:pt x="97" y="434"/>
                          <a:pt x="97" y="445"/>
                          <a:pt x="97" y="455"/>
                        </a:cubicBezTo>
                        <a:cubicBezTo>
                          <a:pt x="81" y="453"/>
                          <a:pt x="65" y="451"/>
                          <a:pt x="49" y="449"/>
                        </a:cubicBezTo>
                        <a:cubicBezTo>
                          <a:pt x="49" y="438"/>
                          <a:pt x="49" y="426"/>
                          <a:pt x="49" y="415"/>
                        </a:cubicBezTo>
                        <a:close/>
                        <a:moveTo>
                          <a:pt x="49" y="300"/>
                        </a:moveTo>
                        <a:cubicBezTo>
                          <a:pt x="65" y="303"/>
                          <a:pt x="81" y="307"/>
                          <a:pt x="97" y="310"/>
                        </a:cubicBezTo>
                        <a:cubicBezTo>
                          <a:pt x="97" y="321"/>
                          <a:pt x="97" y="332"/>
                          <a:pt x="97" y="342"/>
                        </a:cubicBezTo>
                        <a:cubicBezTo>
                          <a:pt x="81" y="340"/>
                          <a:pt x="65" y="337"/>
                          <a:pt x="49" y="334"/>
                        </a:cubicBezTo>
                        <a:cubicBezTo>
                          <a:pt x="49" y="323"/>
                          <a:pt x="49" y="311"/>
                          <a:pt x="49" y="300"/>
                        </a:cubicBezTo>
                        <a:close/>
                        <a:moveTo>
                          <a:pt x="49" y="242"/>
                        </a:moveTo>
                        <a:cubicBezTo>
                          <a:pt x="65" y="246"/>
                          <a:pt x="81" y="250"/>
                          <a:pt x="97" y="254"/>
                        </a:cubicBezTo>
                        <a:cubicBezTo>
                          <a:pt x="97" y="265"/>
                          <a:pt x="97" y="275"/>
                          <a:pt x="97" y="286"/>
                        </a:cubicBezTo>
                        <a:cubicBezTo>
                          <a:pt x="81" y="283"/>
                          <a:pt x="65" y="280"/>
                          <a:pt x="49" y="276"/>
                        </a:cubicBezTo>
                        <a:cubicBezTo>
                          <a:pt x="49" y="265"/>
                          <a:pt x="49" y="254"/>
                          <a:pt x="49" y="242"/>
                        </a:cubicBezTo>
                        <a:close/>
                        <a:moveTo>
                          <a:pt x="49" y="185"/>
                        </a:moveTo>
                        <a:cubicBezTo>
                          <a:pt x="65" y="189"/>
                          <a:pt x="81" y="193"/>
                          <a:pt x="97" y="197"/>
                        </a:cubicBezTo>
                        <a:cubicBezTo>
                          <a:pt x="97" y="208"/>
                          <a:pt x="97" y="219"/>
                          <a:pt x="97" y="229"/>
                        </a:cubicBezTo>
                        <a:cubicBezTo>
                          <a:pt x="81" y="226"/>
                          <a:pt x="65" y="222"/>
                          <a:pt x="49" y="219"/>
                        </a:cubicBezTo>
                        <a:cubicBezTo>
                          <a:pt x="49" y="207"/>
                          <a:pt x="49" y="196"/>
                          <a:pt x="49" y="185"/>
                        </a:cubicBezTo>
                        <a:close/>
                        <a:moveTo>
                          <a:pt x="49" y="127"/>
                        </a:moveTo>
                        <a:cubicBezTo>
                          <a:pt x="65" y="132"/>
                          <a:pt x="81" y="136"/>
                          <a:pt x="97" y="141"/>
                        </a:cubicBezTo>
                        <a:cubicBezTo>
                          <a:pt x="97" y="152"/>
                          <a:pt x="97" y="162"/>
                          <a:pt x="97" y="173"/>
                        </a:cubicBezTo>
                        <a:cubicBezTo>
                          <a:pt x="81" y="169"/>
                          <a:pt x="65" y="165"/>
                          <a:pt x="49" y="161"/>
                        </a:cubicBezTo>
                        <a:cubicBezTo>
                          <a:pt x="49" y="150"/>
                          <a:pt x="49" y="138"/>
                          <a:pt x="49" y="127"/>
                        </a:cubicBezTo>
                        <a:close/>
                        <a:moveTo>
                          <a:pt x="97" y="116"/>
                        </a:moveTo>
                        <a:cubicBezTo>
                          <a:pt x="49" y="104"/>
                          <a:pt x="49" y="104"/>
                          <a:pt x="49" y="104"/>
                        </a:cubicBezTo>
                        <a:cubicBezTo>
                          <a:pt x="49" y="69"/>
                          <a:pt x="49" y="69"/>
                          <a:pt x="49" y="69"/>
                        </a:cubicBezTo>
                        <a:cubicBezTo>
                          <a:pt x="97" y="85"/>
                          <a:pt x="97" y="85"/>
                          <a:pt x="97" y="85"/>
                        </a:cubicBezTo>
                        <a:lnTo>
                          <a:pt x="97" y="116"/>
                        </a:lnTo>
                        <a:close/>
                        <a:moveTo>
                          <a:pt x="159" y="133"/>
                        </a:moveTo>
                        <a:cubicBezTo>
                          <a:pt x="129" y="125"/>
                          <a:pt x="129" y="125"/>
                          <a:pt x="129" y="125"/>
                        </a:cubicBezTo>
                        <a:cubicBezTo>
                          <a:pt x="129" y="94"/>
                          <a:pt x="129" y="94"/>
                          <a:pt x="129" y="94"/>
                        </a:cubicBezTo>
                        <a:cubicBezTo>
                          <a:pt x="159" y="104"/>
                          <a:pt x="159" y="104"/>
                          <a:pt x="159" y="104"/>
                        </a:cubicBezTo>
                        <a:lnTo>
                          <a:pt x="159" y="133"/>
                        </a:lnTo>
                        <a:close/>
                        <a:moveTo>
                          <a:pt x="159" y="188"/>
                        </a:moveTo>
                        <a:cubicBezTo>
                          <a:pt x="149" y="185"/>
                          <a:pt x="139" y="183"/>
                          <a:pt x="129" y="180"/>
                        </a:cubicBezTo>
                        <a:cubicBezTo>
                          <a:pt x="129" y="170"/>
                          <a:pt x="129" y="160"/>
                          <a:pt x="129" y="150"/>
                        </a:cubicBezTo>
                        <a:cubicBezTo>
                          <a:pt x="139" y="153"/>
                          <a:pt x="149" y="156"/>
                          <a:pt x="159" y="159"/>
                        </a:cubicBezTo>
                        <a:cubicBezTo>
                          <a:pt x="159" y="168"/>
                          <a:pt x="159" y="178"/>
                          <a:pt x="159" y="188"/>
                        </a:cubicBezTo>
                        <a:close/>
                        <a:moveTo>
                          <a:pt x="159" y="243"/>
                        </a:moveTo>
                        <a:cubicBezTo>
                          <a:pt x="149" y="240"/>
                          <a:pt x="139" y="238"/>
                          <a:pt x="129" y="236"/>
                        </a:cubicBezTo>
                        <a:cubicBezTo>
                          <a:pt x="129" y="226"/>
                          <a:pt x="129" y="215"/>
                          <a:pt x="129" y="205"/>
                        </a:cubicBezTo>
                        <a:cubicBezTo>
                          <a:pt x="139" y="208"/>
                          <a:pt x="149" y="211"/>
                          <a:pt x="159" y="213"/>
                        </a:cubicBezTo>
                        <a:cubicBezTo>
                          <a:pt x="159" y="223"/>
                          <a:pt x="159" y="233"/>
                          <a:pt x="159" y="243"/>
                        </a:cubicBezTo>
                        <a:close/>
                        <a:moveTo>
                          <a:pt x="159" y="298"/>
                        </a:moveTo>
                        <a:cubicBezTo>
                          <a:pt x="149" y="296"/>
                          <a:pt x="139" y="294"/>
                          <a:pt x="129" y="292"/>
                        </a:cubicBezTo>
                        <a:cubicBezTo>
                          <a:pt x="129" y="281"/>
                          <a:pt x="129" y="271"/>
                          <a:pt x="129" y="261"/>
                        </a:cubicBezTo>
                        <a:cubicBezTo>
                          <a:pt x="139" y="263"/>
                          <a:pt x="149" y="266"/>
                          <a:pt x="159" y="268"/>
                        </a:cubicBezTo>
                        <a:cubicBezTo>
                          <a:pt x="159" y="278"/>
                          <a:pt x="159" y="288"/>
                          <a:pt x="159" y="298"/>
                        </a:cubicBezTo>
                        <a:close/>
                        <a:moveTo>
                          <a:pt x="159" y="353"/>
                        </a:moveTo>
                        <a:cubicBezTo>
                          <a:pt x="149" y="351"/>
                          <a:pt x="139" y="349"/>
                          <a:pt x="129" y="347"/>
                        </a:cubicBezTo>
                        <a:cubicBezTo>
                          <a:pt x="129" y="337"/>
                          <a:pt x="129" y="327"/>
                          <a:pt x="129" y="317"/>
                        </a:cubicBezTo>
                        <a:cubicBezTo>
                          <a:pt x="139" y="319"/>
                          <a:pt x="149" y="321"/>
                          <a:pt x="159" y="323"/>
                        </a:cubicBezTo>
                        <a:cubicBezTo>
                          <a:pt x="159" y="333"/>
                          <a:pt x="159" y="343"/>
                          <a:pt x="159" y="353"/>
                        </a:cubicBezTo>
                        <a:close/>
                        <a:moveTo>
                          <a:pt x="159" y="408"/>
                        </a:moveTo>
                        <a:cubicBezTo>
                          <a:pt x="149" y="406"/>
                          <a:pt x="139" y="405"/>
                          <a:pt x="129" y="403"/>
                        </a:cubicBezTo>
                        <a:cubicBezTo>
                          <a:pt x="129" y="393"/>
                          <a:pt x="129" y="383"/>
                          <a:pt x="129" y="372"/>
                        </a:cubicBezTo>
                        <a:cubicBezTo>
                          <a:pt x="139" y="374"/>
                          <a:pt x="149" y="376"/>
                          <a:pt x="159" y="378"/>
                        </a:cubicBezTo>
                        <a:cubicBezTo>
                          <a:pt x="159" y="388"/>
                          <a:pt x="159" y="398"/>
                          <a:pt x="159" y="408"/>
                        </a:cubicBezTo>
                        <a:close/>
                        <a:moveTo>
                          <a:pt x="160" y="463"/>
                        </a:moveTo>
                        <a:cubicBezTo>
                          <a:pt x="149" y="461"/>
                          <a:pt x="139" y="460"/>
                          <a:pt x="129" y="459"/>
                        </a:cubicBezTo>
                        <a:cubicBezTo>
                          <a:pt x="129" y="448"/>
                          <a:pt x="129" y="438"/>
                          <a:pt x="129" y="428"/>
                        </a:cubicBezTo>
                        <a:cubicBezTo>
                          <a:pt x="139" y="430"/>
                          <a:pt x="149" y="432"/>
                          <a:pt x="160" y="433"/>
                        </a:cubicBezTo>
                        <a:cubicBezTo>
                          <a:pt x="160" y="443"/>
                          <a:pt x="160" y="453"/>
                          <a:pt x="160" y="463"/>
                        </a:cubicBezTo>
                        <a:close/>
                        <a:moveTo>
                          <a:pt x="160" y="518"/>
                        </a:moveTo>
                        <a:cubicBezTo>
                          <a:pt x="149" y="516"/>
                          <a:pt x="139" y="515"/>
                          <a:pt x="129" y="514"/>
                        </a:cubicBezTo>
                        <a:cubicBezTo>
                          <a:pt x="129" y="504"/>
                          <a:pt x="129" y="494"/>
                          <a:pt x="129" y="484"/>
                        </a:cubicBezTo>
                        <a:cubicBezTo>
                          <a:pt x="139" y="485"/>
                          <a:pt x="149" y="487"/>
                          <a:pt x="160" y="488"/>
                        </a:cubicBezTo>
                        <a:cubicBezTo>
                          <a:pt x="160" y="498"/>
                          <a:pt x="160" y="508"/>
                          <a:pt x="160" y="518"/>
                        </a:cubicBezTo>
                        <a:close/>
                        <a:moveTo>
                          <a:pt x="160" y="572"/>
                        </a:moveTo>
                        <a:cubicBezTo>
                          <a:pt x="150" y="572"/>
                          <a:pt x="139" y="571"/>
                          <a:pt x="129" y="570"/>
                        </a:cubicBezTo>
                        <a:cubicBezTo>
                          <a:pt x="129" y="560"/>
                          <a:pt x="129" y="550"/>
                          <a:pt x="129" y="539"/>
                        </a:cubicBezTo>
                        <a:cubicBezTo>
                          <a:pt x="139" y="541"/>
                          <a:pt x="150" y="542"/>
                          <a:pt x="160" y="543"/>
                        </a:cubicBezTo>
                        <a:cubicBezTo>
                          <a:pt x="160" y="553"/>
                          <a:pt x="160" y="563"/>
                          <a:pt x="160" y="572"/>
                        </a:cubicBezTo>
                        <a:close/>
                        <a:moveTo>
                          <a:pt x="160" y="627"/>
                        </a:moveTo>
                        <a:cubicBezTo>
                          <a:pt x="150" y="627"/>
                          <a:pt x="140" y="626"/>
                          <a:pt x="129" y="626"/>
                        </a:cubicBezTo>
                        <a:cubicBezTo>
                          <a:pt x="129" y="616"/>
                          <a:pt x="129" y="605"/>
                          <a:pt x="129" y="595"/>
                        </a:cubicBezTo>
                        <a:cubicBezTo>
                          <a:pt x="140" y="596"/>
                          <a:pt x="150" y="597"/>
                          <a:pt x="160" y="598"/>
                        </a:cubicBezTo>
                        <a:cubicBezTo>
                          <a:pt x="160" y="608"/>
                          <a:pt x="160" y="618"/>
                          <a:pt x="160" y="627"/>
                        </a:cubicBezTo>
                        <a:close/>
                        <a:moveTo>
                          <a:pt x="160" y="682"/>
                        </a:moveTo>
                        <a:cubicBezTo>
                          <a:pt x="150" y="682"/>
                          <a:pt x="140" y="682"/>
                          <a:pt x="130" y="681"/>
                        </a:cubicBezTo>
                        <a:cubicBezTo>
                          <a:pt x="130" y="671"/>
                          <a:pt x="130" y="661"/>
                          <a:pt x="130" y="651"/>
                        </a:cubicBezTo>
                        <a:cubicBezTo>
                          <a:pt x="140" y="652"/>
                          <a:pt x="150" y="652"/>
                          <a:pt x="160" y="653"/>
                        </a:cubicBezTo>
                        <a:cubicBezTo>
                          <a:pt x="160" y="663"/>
                          <a:pt x="160" y="673"/>
                          <a:pt x="160" y="682"/>
                        </a:cubicBezTo>
                        <a:close/>
                        <a:moveTo>
                          <a:pt x="160" y="737"/>
                        </a:moveTo>
                        <a:cubicBezTo>
                          <a:pt x="150" y="737"/>
                          <a:pt x="140" y="737"/>
                          <a:pt x="130" y="737"/>
                        </a:cubicBezTo>
                        <a:cubicBezTo>
                          <a:pt x="130" y="727"/>
                          <a:pt x="130" y="717"/>
                          <a:pt x="130" y="706"/>
                        </a:cubicBezTo>
                        <a:cubicBezTo>
                          <a:pt x="140" y="707"/>
                          <a:pt x="150" y="708"/>
                          <a:pt x="160" y="708"/>
                        </a:cubicBezTo>
                        <a:cubicBezTo>
                          <a:pt x="160" y="718"/>
                          <a:pt x="160" y="728"/>
                          <a:pt x="160" y="737"/>
                        </a:cubicBezTo>
                        <a:close/>
                        <a:moveTo>
                          <a:pt x="160" y="792"/>
                        </a:moveTo>
                        <a:cubicBezTo>
                          <a:pt x="150" y="793"/>
                          <a:pt x="140" y="793"/>
                          <a:pt x="130" y="793"/>
                        </a:cubicBezTo>
                        <a:cubicBezTo>
                          <a:pt x="130" y="783"/>
                          <a:pt x="130" y="772"/>
                          <a:pt x="130" y="762"/>
                        </a:cubicBezTo>
                        <a:cubicBezTo>
                          <a:pt x="140" y="762"/>
                          <a:pt x="150" y="763"/>
                          <a:pt x="160" y="763"/>
                        </a:cubicBezTo>
                        <a:cubicBezTo>
                          <a:pt x="160" y="773"/>
                          <a:pt x="160" y="783"/>
                          <a:pt x="160" y="792"/>
                        </a:cubicBezTo>
                        <a:close/>
                        <a:moveTo>
                          <a:pt x="160" y="847"/>
                        </a:moveTo>
                        <a:cubicBezTo>
                          <a:pt x="150" y="848"/>
                          <a:pt x="140" y="848"/>
                          <a:pt x="130" y="849"/>
                        </a:cubicBezTo>
                        <a:cubicBezTo>
                          <a:pt x="130" y="838"/>
                          <a:pt x="130" y="828"/>
                          <a:pt x="130" y="818"/>
                        </a:cubicBezTo>
                        <a:cubicBezTo>
                          <a:pt x="140" y="818"/>
                          <a:pt x="150" y="818"/>
                          <a:pt x="160" y="818"/>
                        </a:cubicBezTo>
                        <a:cubicBezTo>
                          <a:pt x="160" y="828"/>
                          <a:pt x="160" y="838"/>
                          <a:pt x="160" y="847"/>
                        </a:cubicBezTo>
                        <a:close/>
                        <a:moveTo>
                          <a:pt x="160" y="902"/>
                        </a:moveTo>
                        <a:cubicBezTo>
                          <a:pt x="150" y="903"/>
                          <a:pt x="140" y="904"/>
                          <a:pt x="130" y="904"/>
                        </a:cubicBezTo>
                        <a:cubicBezTo>
                          <a:pt x="130" y="894"/>
                          <a:pt x="130" y="884"/>
                          <a:pt x="130" y="874"/>
                        </a:cubicBezTo>
                        <a:cubicBezTo>
                          <a:pt x="140" y="873"/>
                          <a:pt x="150" y="873"/>
                          <a:pt x="160" y="873"/>
                        </a:cubicBezTo>
                        <a:cubicBezTo>
                          <a:pt x="160" y="883"/>
                          <a:pt x="160" y="893"/>
                          <a:pt x="160" y="902"/>
                        </a:cubicBezTo>
                        <a:close/>
                        <a:moveTo>
                          <a:pt x="160" y="957"/>
                        </a:moveTo>
                        <a:cubicBezTo>
                          <a:pt x="150" y="958"/>
                          <a:pt x="140" y="959"/>
                          <a:pt x="130" y="960"/>
                        </a:cubicBezTo>
                        <a:cubicBezTo>
                          <a:pt x="130" y="950"/>
                          <a:pt x="130" y="939"/>
                          <a:pt x="130" y="929"/>
                        </a:cubicBezTo>
                        <a:cubicBezTo>
                          <a:pt x="140" y="929"/>
                          <a:pt x="150" y="928"/>
                          <a:pt x="160" y="928"/>
                        </a:cubicBezTo>
                        <a:cubicBezTo>
                          <a:pt x="160" y="938"/>
                          <a:pt x="160" y="947"/>
                          <a:pt x="160" y="957"/>
                        </a:cubicBezTo>
                        <a:close/>
                        <a:moveTo>
                          <a:pt x="161" y="1012"/>
                        </a:moveTo>
                        <a:cubicBezTo>
                          <a:pt x="150" y="1013"/>
                          <a:pt x="140" y="1014"/>
                          <a:pt x="130" y="1016"/>
                        </a:cubicBezTo>
                        <a:cubicBezTo>
                          <a:pt x="130" y="1005"/>
                          <a:pt x="130" y="995"/>
                          <a:pt x="130" y="985"/>
                        </a:cubicBezTo>
                        <a:cubicBezTo>
                          <a:pt x="140" y="984"/>
                          <a:pt x="150" y="984"/>
                          <a:pt x="161" y="983"/>
                        </a:cubicBezTo>
                        <a:cubicBezTo>
                          <a:pt x="161" y="993"/>
                          <a:pt x="161" y="1002"/>
                          <a:pt x="161" y="1012"/>
                        </a:cubicBezTo>
                        <a:close/>
                        <a:moveTo>
                          <a:pt x="161" y="1067"/>
                        </a:moveTo>
                        <a:cubicBezTo>
                          <a:pt x="130" y="1071"/>
                          <a:pt x="130" y="1071"/>
                          <a:pt x="130" y="1071"/>
                        </a:cubicBezTo>
                        <a:cubicBezTo>
                          <a:pt x="130" y="1041"/>
                          <a:pt x="130" y="1041"/>
                          <a:pt x="130" y="1041"/>
                        </a:cubicBezTo>
                        <a:cubicBezTo>
                          <a:pt x="161" y="1038"/>
                          <a:pt x="161" y="1038"/>
                          <a:pt x="161" y="1038"/>
                        </a:cubicBezTo>
                        <a:lnTo>
                          <a:pt x="161" y="1067"/>
                        </a:lnTo>
                        <a:close/>
                        <a:moveTo>
                          <a:pt x="186" y="1036"/>
                        </a:moveTo>
                        <a:cubicBezTo>
                          <a:pt x="208" y="1034"/>
                          <a:pt x="208" y="1034"/>
                          <a:pt x="208" y="1034"/>
                        </a:cubicBezTo>
                        <a:cubicBezTo>
                          <a:pt x="208" y="1061"/>
                          <a:pt x="208" y="1061"/>
                          <a:pt x="208" y="1061"/>
                        </a:cubicBezTo>
                        <a:cubicBezTo>
                          <a:pt x="186" y="1065"/>
                          <a:pt x="186" y="1065"/>
                          <a:pt x="186" y="1065"/>
                        </a:cubicBezTo>
                        <a:lnTo>
                          <a:pt x="186" y="1036"/>
                        </a:lnTo>
                        <a:close/>
                        <a:moveTo>
                          <a:pt x="186" y="982"/>
                        </a:moveTo>
                        <a:cubicBezTo>
                          <a:pt x="193" y="981"/>
                          <a:pt x="200" y="981"/>
                          <a:pt x="208" y="980"/>
                        </a:cubicBezTo>
                        <a:cubicBezTo>
                          <a:pt x="208" y="990"/>
                          <a:pt x="208" y="999"/>
                          <a:pt x="208" y="1008"/>
                        </a:cubicBezTo>
                        <a:cubicBezTo>
                          <a:pt x="200" y="1008"/>
                          <a:pt x="193" y="1009"/>
                          <a:pt x="186" y="1010"/>
                        </a:cubicBezTo>
                        <a:cubicBezTo>
                          <a:pt x="186" y="1001"/>
                          <a:pt x="186" y="991"/>
                          <a:pt x="186" y="982"/>
                        </a:cubicBezTo>
                        <a:close/>
                        <a:moveTo>
                          <a:pt x="186" y="956"/>
                        </a:moveTo>
                        <a:cubicBezTo>
                          <a:pt x="186" y="946"/>
                          <a:pt x="186" y="937"/>
                          <a:pt x="186" y="928"/>
                        </a:cubicBezTo>
                        <a:cubicBezTo>
                          <a:pt x="193" y="927"/>
                          <a:pt x="200" y="927"/>
                          <a:pt x="208" y="927"/>
                        </a:cubicBezTo>
                        <a:cubicBezTo>
                          <a:pt x="208" y="936"/>
                          <a:pt x="208" y="945"/>
                          <a:pt x="208" y="954"/>
                        </a:cubicBezTo>
                        <a:cubicBezTo>
                          <a:pt x="200" y="954"/>
                          <a:pt x="193" y="955"/>
                          <a:pt x="186" y="956"/>
                        </a:cubicBezTo>
                        <a:close/>
                        <a:moveTo>
                          <a:pt x="186" y="873"/>
                        </a:moveTo>
                        <a:cubicBezTo>
                          <a:pt x="193" y="873"/>
                          <a:pt x="200" y="873"/>
                          <a:pt x="208" y="873"/>
                        </a:cubicBezTo>
                        <a:cubicBezTo>
                          <a:pt x="208" y="882"/>
                          <a:pt x="208" y="891"/>
                          <a:pt x="208" y="900"/>
                        </a:cubicBezTo>
                        <a:cubicBezTo>
                          <a:pt x="200" y="900"/>
                          <a:pt x="193" y="901"/>
                          <a:pt x="186" y="901"/>
                        </a:cubicBezTo>
                        <a:cubicBezTo>
                          <a:pt x="186" y="892"/>
                          <a:pt x="186" y="883"/>
                          <a:pt x="186" y="873"/>
                        </a:cubicBezTo>
                        <a:close/>
                        <a:moveTo>
                          <a:pt x="186" y="847"/>
                        </a:moveTo>
                        <a:cubicBezTo>
                          <a:pt x="186" y="838"/>
                          <a:pt x="186" y="828"/>
                          <a:pt x="186" y="819"/>
                        </a:cubicBezTo>
                        <a:cubicBezTo>
                          <a:pt x="193" y="819"/>
                          <a:pt x="200" y="819"/>
                          <a:pt x="208" y="819"/>
                        </a:cubicBezTo>
                        <a:cubicBezTo>
                          <a:pt x="208" y="828"/>
                          <a:pt x="208" y="837"/>
                          <a:pt x="208" y="846"/>
                        </a:cubicBezTo>
                        <a:cubicBezTo>
                          <a:pt x="200" y="846"/>
                          <a:pt x="193" y="847"/>
                          <a:pt x="186" y="847"/>
                        </a:cubicBezTo>
                        <a:close/>
                        <a:moveTo>
                          <a:pt x="186" y="764"/>
                        </a:moveTo>
                        <a:cubicBezTo>
                          <a:pt x="193" y="765"/>
                          <a:pt x="200" y="765"/>
                          <a:pt x="208" y="765"/>
                        </a:cubicBezTo>
                        <a:cubicBezTo>
                          <a:pt x="208" y="774"/>
                          <a:pt x="208" y="783"/>
                          <a:pt x="208" y="792"/>
                        </a:cubicBezTo>
                        <a:cubicBezTo>
                          <a:pt x="200" y="792"/>
                          <a:pt x="193" y="792"/>
                          <a:pt x="186" y="793"/>
                        </a:cubicBezTo>
                        <a:cubicBezTo>
                          <a:pt x="186" y="783"/>
                          <a:pt x="186" y="774"/>
                          <a:pt x="186" y="764"/>
                        </a:cubicBezTo>
                        <a:close/>
                        <a:moveTo>
                          <a:pt x="186" y="738"/>
                        </a:moveTo>
                        <a:cubicBezTo>
                          <a:pt x="186" y="729"/>
                          <a:pt x="186" y="719"/>
                          <a:pt x="186" y="710"/>
                        </a:cubicBezTo>
                        <a:cubicBezTo>
                          <a:pt x="193" y="710"/>
                          <a:pt x="200" y="711"/>
                          <a:pt x="208" y="711"/>
                        </a:cubicBezTo>
                        <a:cubicBezTo>
                          <a:pt x="208" y="720"/>
                          <a:pt x="208" y="729"/>
                          <a:pt x="208" y="738"/>
                        </a:cubicBezTo>
                        <a:cubicBezTo>
                          <a:pt x="200" y="738"/>
                          <a:pt x="193" y="738"/>
                          <a:pt x="186" y="738"/>
                        </a:cubicBezTo>
                        <a:close/>
                        <a:moveTo>
                          <a:pt x="186" y="656"/>
                        </a:moveTo>
                        <a:cubicBezTo>
                          <a:pt x="193" y="656"/>
                          <a:pt x="200" y="657"/>
                          <a:pt x="208" y="657"/>
                        </a:cubicBezTo>
                        <a:cubicBezTo>
                          <a:pt x="208" y="666"/>
                          <a:pt x="208" y="675"/>
                          <a:pt x="208" y="685"/>
                        </a:cubicBezTo>
                        <a:cubicBezTo>
                          <a:pt x="200" y="684"/>
                          <a:pt x="193" y="684"/>
                          <a:pt x="186" y="684"/>
                        </a:cubicBezTo>
                        <a:cubicBezTo>
                          <a:pt x="186" y="674"/>
                          <a:pt x="186" y="665"/>
                          <a:pt x="186" y="656"/>
                        </a:cubicBezTo>
                        <a:close/>
                        <a:moveTo>
                          <a:pt x="186" y="601"/>
                        </a:moveTo>
                        <a:cubicBezTo>
                          <a:pt x="193" y="602"/>
                          <a:pt x="200" y="603"/>
                          <a:pt x="208" y="604"/>
                        </a:cubicBezTo>
                        <a:cubicBezTo>
                          <a:pt x="208" y="613"/>
                          <a:pt x="208" y="622"/>
                          <a:pt x="208" y="631"/>
                        </a:cubicBezTo>
                        <a:cubicBezTo>
                          <a:pt x="200" y="630"/>
                          <a:pt x="193" y="630"/>
                          <a:pt x="186" y="629"/>
                        </a:cubicBezTo>
                        <a:cubicBezTo>
                          <a:pt x="186" y="620"/>
                          <a:pt x="186" y="611"/>
                          <a:pt x="186" y="601"/>
                        </a:cubicBezTo>
                        <a:close/>
                        <a:moveTo>
                          <a:pt x="186" y="547"/>
                        </a:moveTo>
                        <a:cubicBezTo>
                          <a:pt x="193" y="548"/>
                          <a:pt x="200" y="549"/>
                          <a:pt x="208" y="550"/>
                        </a:cubicBezTo>
                        <a:cubicBezTo>
                          <a:pt x="208" y="559"/>
                          <a:pt x="208" y="568"/>
                          <a:pt x="208" y="577"/>
                        </a:cubicBezTo>
                        <a:cubicBezTo>
                          <a:pt x="200" y="576"/>
                          <a:pt x="193" y="576"/>
                          <a:pt x="186" y="575"/>
                        </a:cubicBezTo>
                        <a:cubicBezTo>
                          <a:pt x="186" y="566"/>
                          <a:pt x="186" y="556"/>
                          <a:pt x="186" y="547"/>
                        </a:cubicBezTo>
                        <a:close/>
                        <a:moveTo>
                          <a:pt x="186" y="492"/>
                        </a:moveTo>
                        <a:cubicBezTo>
                          <a:pt x="193" y="494"/>
                          <a:pt x="200" y="495"/>
                          <a:pt x="208" y="496"/>
                        </a:cubicBezTo>
                        <a:cubicBezTo>
                          <a:pt x="208" y="505"/>
                          <a:pt x="208" y="514"/>
                          <a:pt x="208" y="523"/>
                        </a:cubicBezTo>
                        <a:cubicBezTo>
                          <a:pt x="200" y="522"/>
                          <a:pt x="193" y="521"/>
                          <a:pt x="186" y="521"/>
                        </a:cubicBezTo>
                        <a:cubicBezTo>
                          <a:pt x="186" y="511"/>
                          <a:pt x="186" y="502"/>
                          <a:pt x="186" y="492"/>
                        </a:cubicBezTo>
                        <a:close/>
                        <a:moveTo>
                          <a:pt x="186" y="438"/>
                        </a:moveTo>
                        <a:cubicBezTo>
                          <a:pt x="193" y="439"/>
                          <a:pt x="200" y="441"/>
                          <a:pt x="208" y="442"/>
                        </a:cubicBezTo>
                        <a:cubicBezTo>
                          <a:pt x="208" y="451"/>
                          <a:pt x="208" y="460"/>
                          <a:pt x="208" y="469"/>
                        </a:cubicBezTo>
                        <a:cubicBezTo>
                          <a:pt x="200" y="468"/>
                          <a:pt x="193" y="467"/>
                          <a:pt x="186" y="466"/>
                        </a:cubicBezTo>
                        <a:cubicBezTo>
                          <a:pt x="186" y="457"/>
                          <a:pt x="186" y="448"/>
                          <a:pt x="186" y="438"/>
                        </a:cubicBezTo>
                        <a:close/>
                        <a:moveTo>
                          <a:pt x="186" y="384"/>
                        </a:moveTo>
                        <a:cubicBezTo>
                          <a:pt x="193" y="385"/>
                          <a:pt x="200" y="387"/>
                          <a:pt x="208" y="388"/>
                        </a:cubicBezTo>
                        <a:cubicBezTo>
                          <a:pt x="208" y="397"/>
                          <a:pt x="208" y="406"/>
                          <a:pt x="208" y="415"/>
                        </a:cubicBezTo>
                        <a:cubicBezTo>
                          <a:pt x="200" y="414"/>
                          <a:pt x="193" y="413"/>
                          <a:pt x="186" y="412"/>
                        </a:cubicBezTo>
                        <a:cubicBezTo>
                          <a:pt x="186" y="403"/>
                          <a:pt x="186" y="393"/>
                          <a:pt x="186" y="384"/>
                        </a:cubicBezTo>
                        <a:close/>
                        <a:moveTo>
                          <a:pt x="186" y="329"/>
                        </a:moveTo>
                        <a:cubicBezTo>
                          <a:pt x="193" y="331"/>
                          <a:pt x="200" y="333"/>
                          <a:pt x="208" y="334"/>
                        </a:cubicBezTo>
                        <a:cubicBezTo>
                          <a:pt x="208" y="343"/>
                          <a:pt x="208" y="352"/>
                          <a:pt x="208" y="361"/>
                        </a:cubicBezTo>
                        <a:cubicBezTo>
                          <a:pt x="200" y="360"/>
                          <a:pt x="193" y="359"/>
                          <a:pt x="186" y="358"/>
                        </a:cubicBezTo>
                        <a:cubicBezTo>
                          <a:pt x="186" y="348"/>
                          <a:pt x="186" y="339"/>
                          <a:pt x="186" y="329"/>
                        </a:cubicBezTo>
                        <a:close/>
                        <a:moveTo>
                          <a:pt x="186" y="275"/>
                        </a:moveTo>
                        <a:cubicBezTo>
                          <a:pt x="193" y="277"/>
                          <a:pt x="200" y="279"/>
                          <a:pt x="208" y="280"/>
                        </a:cubicBezTo>
                        <a:cubicBezTo>
                          <a:pt x="208" y="289"/>
                          <a:pt x="208" y="299"/>
                          <a:pt x="208" y="308"/>
                        </a:cubicBezTo>
                        <a:cubicBezTo>
                          <a:pt x="200" y="306"/>
                          <a:pt x="193" y="305"/>
                          <a:pt x="186" y="303"/>
                        </a:cubicBezTo>
                        <a:cubicBezTo>
                          <a:pt x="186" y="294"/>
                          <a:pt x="186" y="284"/>
                          <a:pt x="186" y="275"/>
                        </a:cubicBezTo>
                        <a:close/>
                        <a:moveTo>
                          <a:pt x="186" y="249"/>
                        </a:moveTo>
                        <a:cubicBezTo>
                          <a:pt x="186" y="239"/>
                          <a:pt x="186" y="230"/>
                          <a:pt x="186" y="221"/>
                        </a:cubicBezTo>
                        <a:cubicBezTo>
                          <a:pt x="193" y="223"/>
                          <a:pt x="200" y="225"/>
                          <a:pt x="208" y="227"/>
                        </a:cubicBezTo>
                        <a:cubicBezTo>
                          <a:pt x="208" y="236"/>
                          <a:pt x="208" y="245"/>
                          <a:pt x="208" y="254"/>
                        </a:cubicBezTo>
                        <a:cubicBezTo>
                          <a:pt x="200" y="252"/>
                          <a:pt x="193" y="250"/>
                          <a:pt x="186" y="249"/>
                        </a:cubicBezTo>
                        <a:close/>
                        <a:moveTo>
                          <a:pt x="186" y="166"/>
                        </a:moveTo>
                        <a:cubicBezTo>
                          <a:pt x="193" y="168"/>
                          <a:pt x="200" y="171"/>
                          <a:pt x="208" y="173"/>
                        </a:cubicBezTo>
                        <a:cubicBezTo>
                          <a:pt x="208" y="182"/>
                          <a:pt x="208" y="191"/>
                          <a:pt x="208" y="200"/>
                        </a:cubicBezTo>
                        <a:cubicBezTo>
                          <a:pt x="200" y="198"/>
                          <a:pt x="193" y="196"/>
                          <a:pt x="186" y="194"/>
                        </a:cubicBezTo>
                        <a:cubicBezTo>
                          <a:pt x="186" y="185"/>
                          <a:pt x="186" y="176"/>
                          <a:pt x="186" y="166"/>
                        </a:cubicBezTo>
                        <a:close/>
                        <a:moveTo>
                          <a:pt x="208" y="146"/>
                        </a:moveTo>
                        <a:cubicBezTo>
                          <a:pt x="186" y="140"/>
                          <a:pt x="186" y="140"/>
                          <a:pt x="186" y="140"/>
                        </a:cubicBezTo>
                        <a:cubicBezTo>
                          <a:pt x="186" y="112"/>
                          <a:pt x="186" y="112"/>
                          <a:pt x="186" y="112"/>
                        </a:cubicBezTo>
                        <a:cubicBezTo>
                          <a:pt x="208" y="119"/>
                          <a:pt x="208" y="119"/>
                          <a:pt x="208" y="119"/>
                        </a:cubicBezTo>
                        <a:lnTo>
                          <a:pt x="208" y="146"/>
                        </a:lnTo>
                        <a:close/>
                        <a:moveTo>
                          <a:pt x="228" y="1033"/>
                        </a:moveTo>
                        <a:cubicBezTo>
                          <a:pt x="247" y="1031"/>
                          <a:pt x="247" y="1031"/>
                          <a:pt x="247" y="1031"/>
                        </a:cubicBezTo>
                        <a:cubicBezTo>
                          <a:pt x="247" y="1057"/>
                          <a:pt x="247" y="1057"/>
                          <a:pt x="247" y="1057"/>
                        </a:cubicBezTo>
                        <a:cubicBezTo>
                          <a:pt x="228" y="1060"/>
                          <a:pt x="228" y="1060"/>
                          <a:pt x="228" y="1060"/>
                        </a:cubicBezTo>
                        <a:lnTo>
                          <a:pt x="228" y="1033"/>
                        </a:lnTo>
                        <a:close/>
                        <a:moveTo>
                          <a:pt x="228" y="980"/>
                        </a:moveTo>
                        <a:cubicBezTo>
                          <a:pt x="234" y="979"/>
                          <a:pt x="241" y="979"/>
                          <a:pt x="247" y="978"/>
                        </a:cubicBezTo>
                        <a:cubicBezTo>
                          <a:pt x="247" y="987"/>
                          <a:pt x="247" y="995"/>
                          <a:pt x="247" y="1004"/>
                        </a:cubicBezTo>
                        <a:cubicBezTo>
                          <a:pt x="241" y="1005"/>
                          <a:pt x="234" y="1005"/>
                          <a:pt x="228" y="1006"/>
                        </a:cubicBezTo>
                        <a:cubicBezTo>
                          <a:pt x="228" y="997"/>
                          <a:pt x="228" y="989"/>
                          <a:pt x="228" y="980"/>
                        </a:cubicBezTo>
                        <a:close/>
                        <a:moveTo>
                          <a:pt x="228" y="926"/>
                        </a:moveTo>
                        <a:cubicBezTo>
                          <a:pt x="234" y="926"/>
                          <a:pt x="241" y="926"/>
                          <a:pt x="247" y="926"/>
                        </a:cubicBezTo>
                        <a:cubicBezTo>
                          <a:pt x="247" y="934"/>
                          <a:pt x="247" y="943"/>
                          <a:pt x="247" y="951"/>
                        </a:cubicBezTo>
                        <a:cubicBezTo>
                          <a:pt x="241" y="952"/>
                          <a:pt x="234" y="952"/>
                          <a:pt x="228" y="953"/>
                        </a:cubicBezTo>
                        <a:cubicBezTo>
                          <a:pt x="228" y="944"/>
                          <a:pt x="228" y="935"/>
                          <a:pt x="228" y="926"/>
                        </a:cubicBezTo>
                        <a:close/>
                        <a:moveTo>
                          <a:pt x="228" y="873"/>
                        </a:moveTo>
                        <a:cubicBezTo>
                          <a:pt x="235" y="873"/>
                          <a:pt x="241" y="873"/>
                          <a:pt x="247" y="873"/>
                        </a:cubicBezTo>
                        <a:cubicBezTo>
                          <a:pt x="247" y="881"/>
                          <a:pt x="247" y="890"/>
                          <a:pt x="247" y="898"/>
                        </a:cubicBezTo>
                        <a:cubicBezTo>
                          <a:pt x="241" y="899"/>
                          <a:pt x="235" y="899"/>
                          <a:pt x="228" y="899"/>
                        </a:cubicBezTo>
                        <a:cubicBezTo>
                          <a:pt x="228" y="891"/>
                          <a:pt x="228" y="882"/>
                          <a:pt x="228" y="873"/>
                        </a:cubicBezTo>
                        <a:close/>
                        <a:moveTo>
                          <a:pt x="228" y="820"/>
                        </a:moveTo>
                        <a:cubicBezTo>
                          <a:pt x="235" y="820"/>
                          <a:pt x="241" y="820"/>
                          <a:pt x="247" y="820"/>
                        </a:cubicBezTo>
                        <a:cubicBezTo>
                          <a:pt x="247" y="828"/>
                          <a:pt x="247" y="837"/>
                          <a:pt x="247" y="845"/>
                        </a:cubicBezTo>
                        <a:cubicBezTo>
                          <a:pt x="241" y="845"/>
                          <a:pt x="235" y="846"/>
                          <a:pt x="228" y="846"/>
                        </a:cubicBezTo>
                        <a:cubicBezTo>
                          <a:pt x="228" y="837"/>
                          <a:pt x="228" y="828"/>
                          <a:pt x="228" y="820"/>
                        </a:cubicBezTo>
                        <a:close/>
                        <a:moveTo>
                          <a:pt x="228" y="766"/>
                        </a:moveTo>
                        <a:cubicBezTo>
                          <a:pt x="235" y="766"/>
                          <a:pt x="241" y="767"/>
                          <a:pt x="248" y="767"/>
                        </a:cubicBezTo>
                        <a:cubicBezTo>
                          <a:pt x="248" y="775"/>
                          <a:pt x="248" y="784"/>
                          <a:pt x="248" y="792"/>
                        </a:cubicBezTo>
                        <a:cubicBezTo>
                          <a:pt x="241" y="792"/>
                          <a:pt x="235" y="792"/>
                          <a:pt x="228" y="793"/>
                        </a:cubicBezTo>
                        <a:cubicBezTo>
                          <a:pt x="228" y="784"/>
                          <a:pt x="228" y="775"/>
                          <a:pt x="228" y="766"/>
                        </a:cubicBezTo>
                        <a:close/>
                        <a:moveTo>
                          <a:pt x="229" y="713"/>
                        </a:moveTo>
                        <a:cubicBezTo>
                          <a:pt x="235" y="713"/>
                          <a:pt x="241" y="714"/>
                          <a:pt x="248" y="714"/>
                        </a:cubicBezTo>
                        <a:cubicBezTo>
                          <a:pt x="248" y="722"/>
                          <a:pt x="248" y="731"/>
                          <a:pt x="248" y="739"/>
                        </a:cubicBezTo>
                        <a:cubicBezTo>
                          <a:pt x="241" y="739"/>
                          <a:pt x="235" y="739"/>
                          <a:pt x="229" y="739"/>
                        </a:cubicBezTo>
                        <a:cubicBezTo>
                          <a:pt x="229" y="730"/>
                          <a:pt x="229" y="722"/>
                          <a:pt x="229" y="713"/>
                        </a:cubicBezTo>
                        <a:close/>
                        <a:moveTo>
                          <a:pt x="229" y="659"/>
                        </a:moveTo>
                        <a:cubicBezTo>
                          <a:pt x="235" y="660"/>
                          <a:pt x="241" y="660"/>
                          <a:pt x="248" y="661"/>
                        </a:cubicBezTo>
                        <a:cubicBezTo>
                          <a:pt x="248" y="669"/>
                          <a:pt x="248" y="678"/>
                          <a:pt x="248" y="686"/>
                        </a:cubicBezTo>
                        <a:cubicBezTo>
                          <a:pt x="241" y="686"/>
                          <a:pt x="235" y="686"/>
                          <a:pt x="229" y="686"/>
                        </a:cubicBezTo>
                        <a:cubicBezTo>
                          <a:pt x="229" y="677"/>
                          <a:pt x="229" y="668"/>
                          <a:pt x="229" y="659"/>
                        </a:cubicBezTo>
                        <a:close/>
                        <a:moveTo>
                          <a:pt x="229" y="606"/>
                        </a:moveTo>
                        <a:cubicBezTo>
                          <a:pt x="235" y="607"/>
                          <a:pt x="242" y="607"/>
                          <a:pt x="248" y="608"/>
                        </a:cubicBezTo>
                        <a:cubicBezTo>
                          <a:pt x="248" y="617"/>
                          <a:pt x="248" y="625"/>
                          <a:pt x="248" y="634"/>
                        </a:cubicBezTo>
                        <a:cubicBezTo>
                          <a:pt x="242" y="633"/>
                          <a:pt x="235" y="633"/>
                          <a:pt x="229" y="632"/>
                        </a:cubicBezTo>
                        <a:cubicBezTo>
                          <a:pt x="229" y="624"/>
                          <a:pt x="229" y="615"/>
                          <a:pt x="229" y="606"/>
                        </a:cubicBezTo>
                        <a:close/>
                        <a:moveTo>
                          <a:pt x="229" y="553"/>
                        </a:moveTo>
                        <a:cubicBezTo>
                          <a:pt x="235" y="553"/>
                          <a:pt x="242" y="554"/>
                          <a:pt x="248" y="555"/>
                        </a:cubicBezTo>
                        <a:cubicBezTo>
                          <a:pt x="248" y="564"/>
                          <a:pt x="248" y="572"/>
                          <a:pt x="248" y="581"/>
                        </a:cubicBezTo>
                        <a:cubicBezTo>
                          <a:pt x="242" y="580"/>
                          <a:pt x="235" y="580"/>
                          <a:pt x="229" y="579"/>
                        </a:cubicBezTo>
                        <a:cubicBezTo>
                          <a:pt x="229" y="570"/>
                          <a:pt x="229" y="561"/>
                          <a:pt x="229" y="553"/>
                        </a:cubicBezTo>
                        <a:close/>
                        <a:moveTo>
                          <a:pt x="229" y="499"/>
                        </a:moveTo>
                        <a:cubicBezTo>
                          <a:pt x="236" y="500"/>
                          <a:pt x="242" y="501"/>
                          <a:pt x="248" y="502"/>
                        </a:cubicBezTo>
                        <a:cubicBezTo>
                          <a:pt x="248" y="511"/>
                          <a:pt x="248" y="519"/>
                          <a:pt x="248" y="528"/>
                        </a:cubicBezTo>
                        <a:cubicBezTo>
                          <a:pt x="242" y="527"/>
                          <a:pt x="236" y="526"/>
                          <a:pt x="229" y="526"/>
                        </a:cubicBezTo>
                        <a:cubicBezTo>
                          <a:pt x="229" y="517"/>
                          <a:pt x="229" y="508"/>
                          <a:pt x="229" y="499"/>
                        </a:cubicBezTo>
                        <a:close/>
                        <a:moveTo>
                          <a:pt x="229" y="446"/>
                        </a:moveTo>
                        <a:cubicBezTo>
                          <a:pt x="236" y="447"/>
                          <a:pt x="242" y="448"/>
                          <a:pt x="248" y="449"/>
                        </a:cubicBezTo>
                        <a:cubicBezTo>
                          <a:pt x="248" y="458"/>
                          <a:pt x="248" y="466"/>
                          <a:pt x="248" y="475"/>
                        </a:cubicBezTo>
                        <a:cubicBezTo>
                          <a:pt x="242" y="474"/>
                          <a:pt x="236" y="473"/>
                          <a:pt x="229" y="472"/>
                        </a:cubicBezTo>
                        <a:cubicBezTo>
                          <a:pt x="229" y="464"/>
                          <a:pt x="229" y="455"/>
                          <a:pt x="229" y="446"/>
                        </a:cubicBezTo>
                        <a:close/>
                        <a:moveTo>
                          <a:pt x="230" y="393"/>
                        </a:moveTo>
                        <a:cubicBezTo>
                          <a:pt x="236" y="394"/>
                          <a:pt x="242" y="395"/>
                          <a:pt x="249" y="396"/>
                        </a:cubicBezTo>
                        <a:cubicBezTo>
                          <a:pt x="249" y="405"/>
                          <a:pt x="249" y="413"/>
                          <a:pt x="249" y="422"/>
                        </a:cubicBezTo>
                        <a:cubicBezTo>
                          <a:pt x="242" y="421"/>
                          <a:pt x="236" y="420"/>
                          <a:pt x="230" y="419"/>
                        </a:cubicBezTo>
                        <a:cubicBezTo>
                          <a:pt x="230" y="410"/>
                          <a:pt x="230" y="401"/>
                          <a:pt x="230" y="393"/>
                        </a:cubicBezTo>
                        <a:close/>
                        <a:moveTo>
                          <a:pt x="230" y="339"/>
                        </a:moveTo>
                        <a:cubicBezTo>
                          <a:pt x="236" y="341"/>
                          <a:pt x="242" y="342"/>
                          <a:pt x="249" y="343"/>
                        </a:cubicBezTo>
                        <a:cubicBezTo>
                          <a:pt x="249" y="352"/>
                          <a:pt x="249" y="360"/>
                          <a:pt x="249" y="369"/>
                        </a:cubicBezTo>
                        <a:cubicBezTo>
                          <a:pt x="242" y="368"/>
                          <a:pt x="236" y="367"/>
                          <a:pt x="230" y="366"/>
                        </a:cubicBezTo>
                        <a:cubicBezTo>
                          <a:pt x="230" y="357"/>
                          <a:pt x="230" y="348"/>
                          <a:pt x="230" y="339"/>
                        </a:cubicBezTo>
                        <a:close/>
                        <a:moveTo>
                          <a:pt x="230" y="286"/>
                        </a:moveTo>
                        <a:cubicBezTo>
                          <a:pt x="236" y="287"/>
                          <a:pt x="242" y="289"/>
                          <a:pt x="249" y="291"/>
                        </a:cubicBezTo>
                        <a:cubicBezTo>
                          <a:pt x="249" y="299"/>
                          <a:pt x="249" y="307"/>
                          <a:pt x="249" y="316"/>
                        </a:cubicBezTo>
                        <a:cubicBezTo>
                          <a:pt x="242" y="315"/>
                          <a:pt x="236" y="313"/>
                          <a:pt x="230" y="312"/>
                        </a:cubicBezTo>
                        <a:cubicBezTo>
                          <a:pt x="230" y="303"/>
                          <a:pt x="230" y="295"/>
                          <a:pt x="230" y="286"/>
                        </a:cubicBezTo>
                        <a:close/>
                        <a:moveTo>
                          <a:pt x="230" y="232"/>
                        </a:moveTo>
                        <a:cubicBezTo>
                          <a:pt x="236" y="234"/>
                          <a:pt x="243" y="236"/>
                          <a:pt x="249" y="238"/>
                        </a:cubicBezTo>
                        <a:cubicBezTo>
                          <a:pt x="249" y="246"/>
                          <a:pt x="249" y="255"/>
                          <a:pt x="249" y="263"/>
                        </a:cubicBezTo>
                        <a:cubicBezTo>
                          <a:pt x="243" y="262"/>
                          <a:pt x="236" y="260"/>
                          <a:pt x="230" y="259"/>
                        </a:cubicBezTo>
                        <a:cubicBezTo>
                          <a:pt x="230" y="250"/>
                          <a:pt x="230" y="241"/>
                          <a:pt x="230" y="232"/>
                        </a:cubicBezTo>
                        <a:close/>
                        <a:moveTo>
                          <a:pt x="230" y="179"/>
                        </a:moveTo>
                        <a:cubicBezTo>
                          <a:pt x="236" y="181"/>
                          <a:pt x="243" y="183"/>
                          <a:pt x="249" y="185"/>
                        </a:cubicBezTo>
                        <a:cubicBezTo>
                          <a:pt x="249" y="193"/>
                          <a:pt x="249" y="202"/>
                          <a:pt x="249" y="210"/>
                        </a:cubicBezTo>
                        <a:cubicBezTo>
                          <a:pt x="243" y="209"/>
                          <a:pt x="236" y="207"/>
                          <a:pt x="230" y="205"/>
                        </a:cubicBezTo>
                        <a:cubicBezTo>
                          <a:pt x="230" y="197"/>
                          <a:pt x="230" y="188"/>
                          <a:pt x="230" y="179"/>
                        </a:cubicBezTo>
                        <a:close/>
                        <a:moveTo>
                          <a:pt x="249" y="157"/>
                        </a:moveTo>
                        <a:cubicBezTo>
                          <a:pt x="230" y="152"/>
                          <a:pt x="230" y="152"/>
                          <a:pt x="230" y="152"/>
                        </a:cubicBezTo>
                        <a:cubicBezTo>
                          <a:pt x="230" y="126"/>
                          <a:pt x="230" y="126"/>
                          <a:pt x="230" y="126"/>
                        </a:cubicBezTo>
                        <a:cubicBezTo>
                          <a:pt x="249" y="132"/>
                          <a:pt x="249" y="132"/>
                          <a:pt x="249" y="132"/>
                        </a:cubicBezTo>
                        <a:lnTo>
                          <a:pt x="249" y="157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7" name="isḷiḑê">
                    <a:extLst>
                      <a:ext uri="{FF2B5EF4-FFF2-40B4-BE49-F238E27FC236}">
                        <a16:creationId xmlns:a16="http://schemas.microsoft.com/office/drawing/2014/main" id="{C209F645-1AD4-408F-AB0A-2A76E9E29C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918405" y="4859855"/>
                    <a:ext cx="140304" cy="1082591"/>
                  </a:xfrm>
                  <a:custGeom>
                    <a:avLst/>
                    <a:gdLst>
                      <a:gd name="T0" fmla="*/ 0 w 111"/>
                      <a:gd name="T1" fmla="*/ 854 h 854"/>
                      <a:gd name="T2" fmla="*/ 111 w 111"/>
                      <a:gd name="T3" fmla="*/ 36 h 854"/>
                      <a:gd name="T4" fmla="*/ 97 w 111"/>
                      <a:gd name="T5" fmla="*/ 791 h 854"/>
                      <a:gd name="T6" fmla="*/ 16 w 111"/>
                      <a:gd name="T7" fmla="*/ 791 h 854"/>
                      <a:gd name="T8" fmla="*/ 97 w 111"/>
                      <a:gd name="T9" fmla="*/ 791 h 854"/>
                      <a:gd name="T10" fmla="*/ 16 w 111"/>
                      <a:gd name="T11" fmla="*/ 756 h 854"/>
                      <a:gd name="T12" fmla="*/ 97 w 111"/>
                      <a:gd name="T13" fmla="*/ 719 h 854"/>
                      <a:gd name="T14" fmla="*/ 97 w 111"/>
                      <a:gd name="T15" fmla="*/ 684 h 854"/>
                      <a:gd name="T16" fmla="*/ 16 w 111"/>
                      <a:gd name="T17" fmla="*/ 677 h 854"/>
                      <a:gd name="T18" fmla="*/ 97 w 111"/>
                      <a:gd name="T19" fmla="*/ 684 h 854"/>
                      <a:gd name="T20" fmla="*/ 16 w 111"/>
                      <a:gd name="T21" fmla="*/ 642 h 854"/>
                      <a:gd name="T22" fmla="*/ 97 w 111"/>
                      <a:gd name="T23" fmla="*/ 612 h 854"/>
                      <a:gd name="T24" fmla="*/ 97 w 111"/>
                      <a:gd name="T25" fmla="*/ 577 h 854"/>
                      <a:gd name="T26" fmla="*/ 16 w 111"/>
                      <a:gd name="T27" fmla="*/ 563 h 854"/>
                      <a:gd name="T28" fmla="*/ 97 w 111"/>
                      <a:gd name="T29" fmla="*/ 577 h 854"/>
                      <a:gd name="T30" fmla="*/ 16 w 111"/>
                      <a:gd name="T31" fmla="*/ 528 h 854"/>
                      <a:gd name="T32" fmla="*/ 97 w 111"/>
                      <a:gd name="T33" fmla="*/ 505 h 854"/>
                      <a:gd name="T34" fmla="*/ 97 w 111"/>
                      <a:gd name="T35" fmla="*/ 470 h 854"/>
                      <a:gd name="T36" fmla="*/ 16 w 111"/>
                      <a:gd name="T37" fmla="*/ 449 h 854"/>
                      <a:gd name="T38" fmla="*/ 97 w 111"/>
                      <a:gd name="T39" fmla="*/ 470 h 854"/>
                      <a:gd name="T40" fmla="*/ 16 w 111"/>
                      <a:gd name="T41" fmla="*/ 414 h 854"/>
                      <a:gd name="T42" fmla="*/ 97 w 111"/>
                      <a:gd name="T43" fmla="*/ 397 h 854"/>
                      <a:gd name="T44" fmla="*/ 97 w 111"/>
                      <a:gd name="T45" fmla="*/ 363 h 854"/>
                      <a:gd name="T46" fmla="*/ 16 w 111"/>
                      <a:gd name="T47" fmla="*/ 335 h 854"/>
                      <a:gd name="T48" fmla="*/ 97 w 111"/>
                      <a:gd name="T49" fmla="*/ 363 h 854"/>
                      <a:gd name="T50" fmla="*/ 16 w 111"/>
                      <a:gd name="T51" fmla="*/ 300 h 854"/>
                      <a:gd name="T52" fmla="*/ 97 w 111"/>
                      <a:gd name="T53" fmla="*/ 290 h 854"/>
                      <a:gd name="T54" fmla="*/ 97 w 111"/>
                      <a:gd name="T55" fmla="*/ 256 h 854"/>
                      <a:gd name="T56" fmla="*/ 16 w 111"/>
                      <a:gd name="T57" fmla="*/ 221 h 854"/>
                      <a:gd name="T58" fmla="*/ 97 w 111"/>
                      <a:gd name="T59" fmla="*/ 256 h 854"/>
                      <a:gd name="T60" fmla="*/ 16 w 111"/>
                      <a:gd name="T61" fmla="*/ 186 h 854"/>
                      <a:gd name="T62" fmla="*/ 97 w 111"/>
                      <a:gd name="T63" fmla="*/ 183 h 854"/>
                      <a:gd name="T64" fmla="*/ 97 w 111"/>
                      <a:gd name="T65" fmla="*/ 149 h 854"/>
                      <a:gd name="T66" fmla="*/ 16 w 111"/>
                      <a:gd name="T67" fmla="*/ 107 h 854"/>
                      <a:gd name="T68" fmla="*/ 97 w 111"/>
                      <a:gd name="T69" fmla="*/ 149 h 854"/>
                      <a:gd name="T70" fmla="*/ 16 w 111"/>
                      <a:gd name="T71" fmla="*/ 73 h 854"/>
                      <a:gd name="T72" fmla="*/ 97 w 111"/>
                      <a:gd name="T73" fmla="*/ 76 h 85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</a:cxnLst>
                    <a:rect l="0" t="0" r="r" b="b"/>
                    <a:pathLst>
                      <a:path w="111" h="854">
                        <a:moveTo>
                          <a:pt x="0" y="0"/>
                        </a:moveTo>
                        <a:cubicBezTo>
                          <a:pt x="0" y="854"/>
                          <a:pt x="0" y="854"/>
                          <a:pt x="0" y="854"/>
                        </a:cubicBezTo>
                        <a:cubicBezTo>
                          <a:pt x="111" y="827"/>
                          <a:pt x="111" y="827"/>
                          <a:pt x="111" y="827"/>
                        </a:cubicBezTo>
                        <a:cubicBezTo>
                          <a:pt x="111" y="36"/>
                          <a:pt x="111" y="36"/>
                          <a:pt x="111" y="36"/>
                        </a:cubicBezTo>
                        <a:lnTo>
                          <a:pt x="0" y="0"/>
                        </a:lnTo>
                        <a:close/>
                        <a:moveTo>
                          <a:pt x="97" y="791"/>
                        </a:moveTo>
                        <a:cubicBezTo>
                          <a:pt x="16" y="813"/>
                          <a:pt x="16" y="813"/>
                          <a:pt x="16" y="813"/>
                        </a:cubicBezTo>
                        <a:cubicBezTo>
                          <a:pt x="16" y="791"/>
                          <a:pt x="16" y="791"/>
                          <a:pt x="16" y="791"/>
                        </a:cubicBezTo>
                        <a:cubicBezTo>
                          <a:pt x="97" y="773"/>
                          <a:pt x="97" y="773"/>
                          <a:pt x="97" y="773"/>
                        </a:cubicBezTo>
                        <a:lnTo>
                          <a:pt x="97" y="791"/>
                        </a:lnTo>
                        <a:close/>
                        <a:moveTo>
                          <a:pt x="97" y="737"/>
                        </a:moveTo>
                        <a:cubicBezTo>
                          <a:pt x="70" y="743"/>
                          <a:pt x="43" y="750"/>
                          <a:pt x="16" y="756"/>
                        </a:cubicBezTo>
                        <a:cubicBezTo>
                          <a:pt x="16" y="748"/>
                          <a:pt x="16" y="741"/>
                          <a:pt x="16" y="734"/>
                        </a:cubicBezTo>
                        <a:cubicBezTo>
                          <a:pt x="43" y="729"/>
                          <a:pt x="70" y="724"/>
                          <a:pt x="97" y="719"/>
                        </a:cubicBezTo>
                        <a:cubicBezTo>
                          <a:pt x="97" y="725"/>
                          <a:pt x="97" y="731"/>
                          <a:pt x="97" y="737"/>
                        </a:cubicBezTo>
                        <a:close/>
                        <a:moveTo>
                          <a:pt x="97" y="684"/>
                        </a:moveTo>
                        <a:cubicBezTo>
                          <a:pt x="70" y="689"/>
                          <a:pt x="43" y="694"/>
                          <a:pt x="16" y="699"/>
                        </a:cubicBezTo>
                        <a:cubicBezTo>
                          <a:pt x="16" y="691"/>
                          <a:pt x="16" y="684"/>
                          <a:pt x="16" y="677"/>
                        </a:cubicBezTo>
                        <a:cubicBezTo>
                          <a:pt x="43" y="673"/>
                          <a:pt x="70" y="669"/>
                          <a:pt x="97" y="666"/>
                        </a:cubicBezTo>
                        <a:cubicBezTo>
                          <a:pt x="97" y="672"/>
                          <a:pt x="97" y="678"/>
                          <a:pt x="97" y="684"/>
                        </a:cubicBezTo>
                        <a:close/>
                        <a:moveTo>
                          <a:pt x="97" y="630"/>
                        </a:moveTo>
                        <a:cubicBezTo>
                          <a:pt x="70" y="634"/>
                          <a:pt x="43" y="638"/>
                          <a:pt x="16" y="642"/>
                        </a:cubicBezTo>
                        <a:cubicBezTo>
                          <a:pt x="16" y="635"/>
                          <a:pt x="16" y="627"/>
                          <a:pt x="16" y="620"/>
                        </a:cubicBezTo>
                        <a:cubicBezTo>
                          <a:pt x="43" y="617"/>
                          <a:pt x="70" y="615"/>
                          <a:pt x="97" y="612"/>
                        </a:cubicBezTo>
                        <a:cubicBezTo>
                          <a:pt x="97" y="618"/>
                          <a:pt x="97" y="624"/>
                          <a:pt x="97" y="630"/>
                        </a:cubicBezTo>
                        <a:close/>
                        <a:moveTo>
                          <a:pt x="97" y="577"/>
                        </a:moveTo>
                        <a:cubicBezTo>
                          <a:pt x="70" y="580"/>
                          <a:pt x="43" y="582"/>
                          <a:pt x="16" y="585"/>
                        </a:cubicBezTo>
                        <a:cubicBezTo>
                          <a:pt x="16" y="578"/>
                          <a:pt x="16" y="570"/>
                          <a:pt x="16" y="563"/>
                        </a:cubicBezTo>
                        <a:cubicBezTo>
                          <a:pt x="43" y="561"/>
                          <a:pt x="70" y="560"/>
                          <a:pt x="97" y="558"/>
                        </a:cubicBezTo>
                        <a:cubicBezTo>
                          <a:pt x="97" y="564"/>
                          <a:pt x="97" y="571"/>
                          <a:pt x="97" y="577"/>
                        </a:cubicBezTo>
                        <a:close/>
                        <a:moveTo>
                          <a:pt x="97" y="523"/>
                        </a:moveTo>
                        <a:cubicBezTo>
                          <a:pt x="70" y="525"/>
                          <a:pt x="43" y="526"/>
                          <a:pt x="16" y="528"/>
                        </a:cubicBezTo>
                        <a:cubicBezTo>
                          <a:pt x="16" y="521"/>
                          <a:pt x="16" y="513"/>
                          <a:pt x="16" y="506"/>
                        </a:cubicBezTo>
                        <a:cubicBezTo>
                          <a:pt x="43" y="505"/>
                          <a:pt x="70" y="505"/>
                          <a:pt x="97" y="505"/>
                        </a:cubicBezTo>
                        <a:cubicBezTo>
                          <a:pt x="97" y="511"/>
                          <a:pt x="97" y="517"/>
                          <a:pt x="97" y="523"/>
                        </a:cubicBezTo>
                        <a:close/>
                        <a:moveTo>
                          <a:pt x="97" y="470"/>
                        </a:moveTo>
                        <a:cubicBezTo>
                          <a:pt x="70" y="470"/>
                          <a:pt x="43" y="471"/>
                          <a:pt x="16" y="471"/>
                        </a:cubicBezTo>
                        <a:cubicBezTo>
                          <a:pt x="16" y="464"/>
                          <a:pt x="16" y="456"/>
                          <a:pt x="16" y="449"/>
                        </a:cubicBezTo>
                        <a:cubicBezTo>
                          <a:pt x="43" y="450"/>
                          <a:pt x="70" y="450"/>
                          <a:pt x="97" y="451"/>
                        </a:cubicBezTo>
                        <a:cubicBezTo>
                          <a:pt x="97" y="457"/>
                          <a:pt x="97" y="464"/>
                          <a:pt x="97" y="470"/>
                        </a:cubicBezTo>
                        <a:close/>
                        <a:moveTo>
                          <a:pt x="97" y="417"/>
                        </a:moveTo>
                        <a:cubicBezTo>
                          <a:pt x="70" y="416"/>
                          <a:pt x="43" y="415"/>
                          <a:pt x="16" y="414"/>
                        </a:cubicBezTo>
                        <a:cubicBezTo>
                          <a:pt x="16" y="407"/>
                          <a:pt x="16" y="399"/>
                          <a:pt x="16" y="392"/>
                        </a:cubicBezTo>
                        <a:cubicBezTo>
                          <a:pt x="43" y="394"/>
                          <a:pt x="70" y="396"/>
                          <a:pt x="97" y="397"/>
                        </a:cubicBezTo>
                        <a:cubicBezTo>
                          <a:pt x="97" y="404"/>
                          <a:pt x="97" y="410"/>
                          <a:pt x="97" y="417"/>
                        </a:cubicBezTo>
                        <a:close/>
                        <a:moveTo>
                          <a:pt x="97" y="363"/>
                        </a:moveTo>
                        <a:cubicBezTo>
                          <a:pt x="70" y="361"/>
                          <a:pt x="43" y="359"/>
                          <a:pt x="16" y="357"/>
                        </a:cubicBezTo>
                        <a:cubicBezTo>
                          <a:pt x="16" y="350"/>
                          <a:pt x="16" y="342"/>
                          <a:pt x="16" y="335"/>
                        </a:cubicBezTo>
                        <a:cubicBezTo>
                          <a:pt x="43" y="338"/>
                          <a:pt x="70" y="341"/>
                          <a:pt x="97" y="344"/>
                        </a:cubicBezTo>
                        <a:cubicBezTo>
                          <a:pt x="97" y="350"/>
                          <a:pt x="97" y="357"/>
                          <a:pt x="97" y="363"/>
                        </a:cubicBezTo>
                        <a:close/>
                        <a:moveTo>
                          <a:pt x="97" y="310"/>
                        </a:moveTo>
                        <a:cubicBezTo>
                          <a:pt x="70" y="307"/>
                          <a:pt x="43" y="303"/>
                          <a:pt x="16" y="300"/>
                        </a:cubicBezTo>
                        <a:cubicBezTo>
                          <a:pt x="16" y="293"/>
                          <a:pt x="16" y="286"/>
                          <a:pt x="16" y="278"/>
                        </a:cubicBezTo>
                        <a:cubicBezTo>
                          <a:pt x="43" y="282"/>
                          <a:pt x="70" y="286"/>
                          <a:pt x="97" y="290"/>
                        </a:cubicBezTo>
                        <a:cubicBezTo>
                          <a:pt x="97" y="297"/>
                          <a:pt x="97" y="303"/>
                          <a:pt x="97" y="310"/>
                        </a:cubicBezTo>
                        <a:close/>
                        <a:moveTo>
                          <a:pt x="97" y="256"/>
                        </a:moveTo>
                        <a:cubicBezTo>
                          <a:pt x="70" y="252"/>
                          <a:pt x="43" y="248"/>
                          <a:pt x="16" y="243"/>
                        </a:cubicBezTo>
                        <a:cubicBezTo>
                          <a:pt x="16" y="236"/>
                          <a:pt x="16" y="229"/>
                          <a:pt x="16" y="221"/>
                        </a:cubicBezTo>
                        <a:cubicBezTo>
                          <a:pt x="43" y="226"/>
                          <a:pt x="70" y="231"/>
                          <a:pt x="97" y="237"/>
                        </a:cubicBezTo>
                        <a:cubicBezTo>
                          <a:pt x="97" y="243"/>
                          <a:pt x="97" y="250"/>
                          <a:pt x="97" y="256"/>
                        </a:cubicBezTo>
                        <a:close/>
                        <a:moveTo>
                          <a:pt x="97" y="203"/>
                        </a:moveTo>
                        <a:cubicBezTo>
                          <a:pt x="70" y="197"/>
                          <a:pt x="43" y="192"/>
                          <a:pt x="16" y="186"/>
                        </a:cubicBezTo>
                        <a:cubicBezTo>
                          <a:pt x="16" y="179"/>
                          <a:pt x="16" y="172"/>
                          <a:pt x="16" y="164"/>
                        </a:cubicBezTo>
                        <a:cubicBezTo>
                          <a:pt x="43" y="171"/>
                          <a:pt x="70" y="177"/>
                          <a:pt x="97" y="183"/>
                        </a:cubicBezTo>
                        <a:cubicBezTo>
                          <a:pt x="97" y="190"/>
                          <a:pt x="97" y="196"/>
                          <a:pt x="97" y="203"/>
                        </a:cubicBezTo>
                        <a:close/>
                        <a:moveTo>
                          <a:pt x="97" y="149"/>
                        </a:moveTo>
                        <a:cubicBezTo>
                          <a:pt x="70" y="143"/>
                          <a:pt x="43" y="136"/>
                          <a:pt x="16" y="129"/>
                        </a:cubicBezTo>
                        <a:cubicBezTo>
                          <a:pt x="16" y="122"/>
                          <a:pt x="16" y="115"/>
                          <a:pt x="16" y="107"/>
                        </a:cubicBezTo>
                        <a:cubicBezTo>
                          <a:pt x="43" y="115"/>
                          <a:pt x="70" y="122"/>
                          <a:pt x="97" y="129"/>
                        </a:cubicBezTo>
                        <a:cubicBezTo>
                          <a:pt x="97" y="136"/>
                          <a:pt x="97" y="143"/>
                          <a:pt x="97" y="149"/>
                        </a:cubicBezTo>
                        <a:close/>
                        <a:moveTo>
                          <a:pt x="97" y="96"/>
                        </a:moveTo>
                        <a:cubicBezTo>
                          <a:pt x="16" y="73"/>
                          <a:pt x="16" y="73"/>
                          <a:pt x="16" y="73"/>
                        </a:cubicBezTo>
                        <a:cubicBezTo>
                          <a:pt x="16" y="50"/>
                          <a:pt x="16" y="50"/>
                          <a:pt x="16" y="50"/>
                        </a:cubicBezTo>
                        <a:cubicBezTo>
                          <a:pt x="97" y="76"/>
                          <a:pt x="97" y="76"/>
                          <a:pt x="97" y="76"/>
                        </a:cubicBezTo>
                        <a:lnTo>
                          <a:pt x="97" y="96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38" name="ï$ļíḍé">
                    <a:extLst>
                      <a:ext uri="{FF2B5EF4-FFF2-40B4-BE49-F238E27FC236}">
                        <a16:creationId xmlns:a16="http://schemas.microsoft.com/office/drawing/2014/main" id="{D4BD4C52-E1B2-4109-AC03-1141DD637F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636932" y="4861588"/>
                    <a:ext cx="270215" cy="1080859"/>
                  </a:xfrm>
                  <a:custGeom>
                    <a:avLst/>
                    <a:gdLst>
                      <a:gd name="T0" fmla="*/ 176 w 213"/>
                      <a:gd name="T1" fmla="*/ 810 h 853"/>
                      <a:gd name="T2" fmla="*/ 141 w 213"/>
                      <a:gd name="T3" fmla="*/ 763 h 853"/>
                      <a:gd name="T4" fmla="*/ 141 w 213"/>
                      <a:gd name="T5" fmla="*/ 697 h 853"/>
                      <a:gd name="T6" fmla="*/ 176 w 213"/>
                      <a:gd name="T7" fmla="*/ 655 h 853"/>
                      <a:gd name="T8" fmla="*/ 176 w 213"/>
                      <a:gd name="T9" fmla="*/ 638 h 853"/>
                      <a:gd name="T10" fmla="*/ 176 w 213"/>
                      <a:gd name="T11" fmla="*/ 552 h 853"/>
                      <a:gd name="T12" fmla="*/ 141 w 213"/>
                      <a:gd name="T13" fmla="*/ 510 h 853"/>
                      <a:gd name="T14" fmla="*/ 141 w 213"/>
                      <a:gd name="T15" fmla="*/ 444 h 853"/>
                      <a:gd name="T16" fmla="*/ 176 w 213"/>
                      <a:gd name="T17" fmla="*/ 397 h 853"/>
                      <a:gd name="T18" fmla="*/ 176 w 213"/>
                      <a:gd name="T19" fmla="*/ 379 h 853"/>
                      <a:gd name="T20" fmla="*/ 176 w 213"/>
                      <a:gd name="T21" fmla="*/ 336 h 853"/>
                      <a:gd name="T22" fmla="*/ 141 w 213"/>
                      <a:gd name="T23" fmla="*/ 256 h 853"/>
                      <a:gd name="T24" fmla="*/ 141 w 213"/>
                      <a:gd name="T25" fmla="*/ 190 h 853"/>
                      <a:gd name="T26" fmla="*/ 176 w 213"/>
                      <a:gd name="T27" fmla="*/ 138 h 853"/>
                      <a:gd name="T28" fmla="*/ 176 w 213"/>
                      <a:gd name="T29" fmla="*/ 121 h 853"/>
                      <a:gd name="T30" fmla="*/ 94 w 213"/>
                      <a:gd name="T31" fmla="*/ 78 h 853"/>
                      <a:gd name="T32" fmla="*/ 117 w 213"/>
                      <a:gd name="T33" fmla="*/ 112 h 853"/>
                      <a:gd name="T34" fmla="*/ 117 w 213"/>
                      <a:gd name="T35" fmla="*/ 177 h 853"/>
                      <a:gd name="T36" fmla="*/ 94 w 213"/>
                      <a:gd name="T37" fmla="*/ 223 h 853"/>
                      <a:gd name="T38" fmla="*/ 94 w 213"/>
                      <a:gd name="T39" fmla="*/ 242 h 853"/>
                      <a:gd name="T40" fmla="*/ 94 w 213"/>
                      <a:gd name="T41" fmla="*/ 324 h 853"/>
                      <a:gd name="T42" fmla="*/ 116 w 213"/>
                      <a:gd name="T43" fmla="*/ 362 h 853"/>
                      <a:gd name="T44" fmla="*/ 116 w 213"/>
                      <a:gd name="T45" fmla="*/ 427 h 853"/>
                      <a:gd name="T46" fmla="*/ 94 w 213"/>
                      <a:gd name="T47" fmla="*/ 469 h 853"/>
                      <a:gd name="T48" fmla="*/ 94 w 213"/>
                      <a:gd name="T49" fmla="*/ 489 h 853"/>
                      <a:gd name="T50" fmla="*/ 93 w 213"/>
                      <a:gd name="T51" fmla="*/ 571 h 853"/>
                      <a:gd name="T52" fmla="*/ 116 w 213"/>
                      <a:gd name="T53" fmla="*/ 612 h 853"/>
                      <a:gd name="T54" fmla="*/ 116 w 213"/>
                      <a:gd name="T55" fmla="*/ 676 h 853"/>
                      <a:gd name="T56" fmla="*/ 93 w 213"/>
                      <a:gd name="T57" fmla="*/ 716 h 853"/>
                      <a:gd name="T58" fmla="*/ 93 w 213"/>
                      <a:gd name="T59" fmla="*/ 735 h 853"/>
                      <a:gd name="T60" fmla="*/ 74 w 213"/>
                      <a:gd name="T61" fmla="*/ 796 h 853"/>
                      <a:gd name="T62" fmla="*/ 58 w 213"/>
                      <a:gd name="T63" fmla="*/ 754 h 853"/>
                      <a:gd name="T64" fmla="*/ 74 w 213"/>
                      <a:gd name="T65" fmla="*/ 694 h 853"/>
                      <a:gd name="T66" fmla="*/ 74 w 213"/>
                      <a:gd name="T67" fmla="*/ 653 h 853"/>
                      <a:gd name="T68" fmla="*/ 58 w 213"/>
                      <a:gd name="T69" fmla="*/ 633 h 853"/>
                      <a:gd name="T70" fmla="*/ 58 w 213"/>
                      <a:gd name="T71" fmla="*/ 552 h 853"/>
                      <a:gd name="T72" fmla="*/ 58 w 213"/>
                      <a:gd name="T73" fmla="*/ 512 h 853"/>
                      <a:gd name="T74" fmla="*/ 58 w 213"/>
                      <a:gd name="T75" fmla="*/ 452 h 853"/>
                      <a:gd name="T76" fmla="*/ 74 w 213"/>
                      <a:gd name="T77" fmla="*/ 409 h 853"/>
                      <a:gd name="T78" fmla="*/ 74 w 213"/>
                      <a:gd name="T79" fmla="*/ 390 h 853"/>
                      <a:gd name="T80" fmla="*/ 74 w 213"/>
                      <a:gd name="T81" fmla="*/ 308 h 853"/>
                      <a:gd name="T82" fmla="*/ 58 w 213"/>
                      <a:gd name="T83" fmla="*/ 271 h 853"/>
                      <a:gd name="T84" fmla="*/ 58 w 213"/>
                      <a:gd name="T85" fmla="*/ 210 h 853"/>
                      <a:gd name="T86" fmla="*/ 74 w 213"/>
                      <a:gd name="T87" fmla="*/ 186 h 853"/>
                      <a:gd name="T88" fmla="*/ 74 w 213"/>
                      <a:gd name="T89" fmla="*/ 146 h 853"/>
                      <a:gd name="T90" fmla="*/ 43 w 213"/>
                      <a:gd name="T91" fmla="*/ 793 h 853"/>
                      <a:gd name="T92" fmla="*/ 28 w 213"/>
                      <a:gd name="T93" fmla="*/ 751 h 853"/>
                      <a:gd name="T94" fmla="*/ 28 w 213"/>
                      <a:gd name="T95" fmla="*/ 692 h 853"/>
                      <a:gd name="T96" fmla="*/ 43 w 213"/>
                      <a:gd name="T97" fmla="*/ 653 h 853"/>
                      <a:gd name="T98" fmla="*/ 42 w 213"/>
                      <a:gd name="T99" fmla="*/ 633 h 853"/>
                      <a:gd name="T100" fmla="*/ 42 w 213"/>
                      <a:gd name="T101" fmla="*/ 553 h 853"/>
                      <a:gd name="T102" fmla="*/ 28 w 213"/>
                      <a:gd name="T103" fmla="*/ 514 h 853"/>
                      <a:gd name="T104" fmla="*/ 28 w 213"/>
                      <a:gd name="T105" fmla="*/ 455 h 853"/>
                      <a:gd name="T106" fmla="*/ 42 w 213"/>
                      <a:gd name="T107" fmla="*/ 414 h 853"/>
                      <a:gd name="T108" fmla="*/ 42 w 213"/>
                      <a:gd name="T109" fmla="*/ 393 h 853"/>
                      <a:gd name="T110" fmla="*/ 42 w 213"/>
                      <a:gd name="T111" fmla="*/ 314 h 853"/>
                      <a:gd name="T112" fmla="*/ 27 w 213"/>
                      <a:gd name="T113" fmla="*/ 276 h 853"/>
                      <a:gd name="T114" fmla="*/ 27 w 213"/>
                      <a:gd name="T115" fmla="*/ 218 h 853"/>
                      <a:gd name="T116" fmla="*/ 41 w 213"/>
                      <a:gd name="T117" fmla="*/ 174 h 853"/>
                      <a:gd name="T118" fmla="*/ 41 w 213"/>
                      <a:gd name="T119" fmla="*/ 154 h 85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</a:cxnLst>
                    <a:rect l="0" t="0" r="r" b="b"/>
                    <a:pathLst>
                      <a:path w="213" h="853">
                        <a:moveTo>
                          <a:pt x="0" y="820"/>
                        </a:moveTo>
                        <a:cubicBezTo>
                          <a:pt x="213" y="853"/>
                          <a:pt x="213" y="853"/>
                          <a:pt x="213" y="853"/>
                        </a:cubicBezTo>
                        <a:cubicBezTo>
                          <a:pt x="213" y="0"/>
                          <a:pt x="213" y="0"/>
                          <a:pt x="213" y="0"/>
                        </a:cubicBezTo>
                        <a:cubicBezTo>
                          <a:pt x="0" y="73"/>
                          <a:pt x="0" y="73"/>
                          <a:pt x="0" y="73"/>
                        </a:cubicBezTo>
                        <a:lnTo>
                          <a:pt x="0" y="820"/>
                        </a:lnTo>
                        <a:close/>
                        <a:moveTo>
                          <a:pt x="176" y="810"/>
                        </a:moveTo>
                        <a:cubicBezTo>
                          <a:pt x="141" y="805"/>
                          <a:pt x="141" y="805"/>
                          <a:pt x="141" y="805"/>
                        </a:cubicBezTo>
                        <a:cubicBezTo>
                          <a:pt x="141" y="781"/>
                          <a:pt x="141" y="781"/>
                          <a:pt x="141" y="781"/>
                        </a:cubicBezTo>
                        <a:cubicBezTo>
                          <a:pt x="176" y="785"/>
                          <a:pt x="176" y="785"/>
                          <a:pt x="176" y="785"/>
                        </a:cubicBezTo>
                        <a:lnTo>
                          <a:pt x="176" y="810"/>
                        </a:lnTo>
                        <a:close/>
                        <a:moveTo>
                          <a:pt x="176" y="767"/>
                        </a:moveTo>
                        <a:cubicBezTo>
                          <a:pt x="164" y="766"/>
                          <a:pt x="152" y="764"/>
                          <a:pt x="141" y="763"/>
                        </a:cubicBezTo>
                        <a:cubicBezTo>
                          <a:pt x="141" y="755"/>
                          <a:pt x="141" y="747"/>
                          <a:pt x="141" y="739"/>
                        </a:cubicBezTo>
                        <a:cubicBezTo>
                          <a:pt x="152" y="740"/>
                          <a:pt x="164" y="741"/>
                          <a:pt x="176" y="741"/>
                        </a:cubicBezTo>
                        <a:cubicBezTo>
                          <a:pt x="176" y="750"/>
                          <a:pt x="176" y="759"/>
                          <a:pt x="176" y="767"/>
                        </a:cubicBezTo>
                        <a:close/>
                        <a:moveTo>
                          <a:pt x="176" y="724"/>
                        </a:moveTo>
                        <a:cubicBezTo>
                          <a:pt x="164" y="723"/>
                          <a:pt x="152" y="722"/>
                          <a:pt x="141" y="721"/>
                        </a:cubicBezTo>
                        <a:cubicBezTo>
                          <a:pt x="141" y="713"/>
                          <a:pt x="141" y="705"/>
                          <a:pt x="141" y="697"/>
                        </a:cubicBezTo>
                        <a:cubicBezTo>
                          <a:pt x="152" y="697"/>
                          <a:pt x="164" y="698"/>
                          <a:pt x="176" y="698"/>
                        </a:cubicBezTo>
                        <a:cubicBezTo>
                          <a:pt x="176" y="707"/>
                          <a:pt x="176" y="715"/>
                          <a:pt x="176" y="724"/>
                        </a:cubicBezTo>
                        <a:close/>
                        <a:moveTo>
                          <a:pt x="176" y="681"/>
                        </a:moveTo>
                        <a:cubicBezTo>
                          <a:pt x="164" y="680"/>
                          <a:pt x="152" y="679"/>
                          <a:pt x="141" y="679"/>
                        </a:cubicBezTo>
                        <a:cubicBezTo>
                          <a:pt x="141" y="671"/>
                          <a:pt x="141" y="663"/>
                          <a:pt x="141" y="655"/>
                        </a:cubicBezTo>
                        <a:cubicBezTo>
                          <a:pt x="152" y="655"/>
                          <a:pt x="164" y="655"/>
                          <a:pt x="176" y="655"/>
                        </a:cubicBezTo>
                        <a:cubicBezTo>
                          <a:pt x="176" y="664"/>
                          <a:pt x="176" y="672"/>
                          <a:pt x="176" y="681"/>
                        </a:cubicBezTo>
                        <a:close/>
                        <a:moveTo>
                          <a:pt x="176" y="638"/>
                        </a:moveTo>
                        <a:cubicBezTo>
                          <a:pt x="164" y="637"/>
                          <a:pt x="152" y="637"/>
                          <a:pt x="141" y="636"/>
                        </a:cubicBezTo>
                        <a:cubicBezTo>
                          <a:pt x="141" y="628"/>
                          <a:pt x="141" y="620"/>
                          <a:pt x="141" y="613"/>
                        </a:cubicBezTo>
                        <a:cubicBezTo>
                          <a:pt x="152" y="612"/>
                          <a:pt x="164" y="612"/>
                          <a:pt x="176" y="612"/>
                        </a:cubicBezTo>
                        <a:cubicBezTo>
                          <a:pt x="176" y="621"/>
                          <a:pt x="176" y="629"/>
                          <a:pt x="176" y="638"/>
                        </a:cubicBezTo>
                        <a:close/>
                        <a:moveTo>
                          <a:pt x="176" y="595"/>
                        </a:moveTo>
                        <a:cubicBezTo>
                          <a:pt x="164" y="595"/>
                          <a:pt x="152" y="594"/>
                          <a:pt x="141" y="594"/>
                        </a:cubicBezTo>
                        <a:cubicBezTo>
                          <a:pt x="141" y="586"/>
                          <a:pt x="141" y="578"/>
                          <a:pt x="141" y="570"/>
                        </a:cubicBezTo>
                        <a:cubicBezTo>
                          <a:pt x="152" y="570"/>
                          <a:pt x="164" y="570"/>
                          <a:pt x="176" y="569"/>
                        </a:cubicBezTo>
                        <a:cubicBezTo>
                          <a:pt x="176" y="578"/>
                          <a:pt x="176" y="586"/>
                          <a:pt x="176" y="595"/>
                        </a:cubicBezTo>
                        <a:close/>
                        <a:moveTo>
                          <a:pt x="176" y="552"/>
                        </a:moveTo>
                        <a:cubicBezTo>
                          <a:pt x="164" y="552"/>
                          <a:pt x="152" y="552"/>
                          <a:pt x="141" y="552"/>
                        </a:cubicBezTo>
                        <a:cubicBezTo>
                          <a:pt x="141" y="544"/>
                          <a:pt x="141" y="536"/>
                          <a:pt x="141" y="528"/>
                        </a:cubicBezTo>
                        <a:cubicBezTo>
                          <a:pt x="152" y="527"/>
                          <a:pt x="164" y="527"/>
                          <a:pt x="176" y="526"/>
                        </a:cubicBezTo>
                        <a:cubicBezTo>
                          <a:pt x="176" y="535"/>
                          <a:pt x="176" y="543"/>
                          <a:pt x="176" y="552"/>
                        </a:cubicBezTo>
                        <a:close/>
                        <a:moveTo>
                          <a:pt x="176" y="509"/>
                        </a:moveTo>
                        <a:cubicBezTo>
                          <a:pt x="164" y="509"/>
                          <a:pt x="152" y="509"/>
                          <a:pt x="141" y="510"/>
                        </a:cubicBezTo>
                        <a:cubicBezTo>
                          <a:pt x="141" y="502"/>
                          <a:pt x="141" y="494"/>
                          <a:pt x="141" y="486"/>
                        </a:cubicBezTo>
                        <a:cubicBezTo>
                          <a:pt x="152" y="485"/>
                          <a:pt x="164" y="484"/>
                          <a:pt x="176" y="483"/>
                        </a:cubicBezTo>
                        <a:cubicBezTo>
                          <a:pt x="176" y="492"/>
                          <a:pt x="176" y="500"/>
                          <a:pt x="176" y="509"/>
                        </a:cubicBezTo>
                        <a:close/>
                        <a:moveTo>
                          <a:pt x="176" y="466"/>
                        </a:moveTo>
                        <a:cubicBezTo>
                          <a:pt x="164" y="466"/>
                          <a:pt x="152" y="467"/>
                          <a:pt x="141" y="467"/>
                        </a:cubicBezTo>
                        <a:cubicBezTo>
                          <a:pt x="141" y="460"/>
                          <a:pt x="141" y="452"/>
                          <a:pt x="141" y="444"/>
                        </a:cubicBezTo>
                        <a:cubicBezTo>
                          <a:pt x="152" y="442"/>
                          <a:pt x="164" y="441"/>
                          <a:pt x="176" y="440"/>
                        </a:cubicBezTo>
                        <a:cubicBezTo>
                          <a:pt x="176" y="448"/>
                          <a:pt x="176" y="457"/>
                          <a:pt x="176" y="466"/>
                        </a:cubicBezTo>
                        <a:close/>
                        <a:moveTo>
                          <a:pt x="176" y="422"/>
                        </a:moveTo>
                        <a:cubicBezTo>
                          <a:pt x="164" y="423"/>
                          <a:pt x="152" y="424"/>
                          <a:pt x="141" y="425"/>
                        </a:cubicBezTo>
                        <a:cubicBezTo>
                          <a:pt x="141" y="417"/>
                          <a:pt x="141" y="409"/>
                          <a:pt x="141" y="401"/>
                        </a:cubicBezTo>
                        <a:cubicBezTo>
                          <a:pt x="152" y="400"/>
                          <a:pt x="164" y="398"/>
                          <a:pt x="176" y="397"/>
                        </a:cubicBezTo>
                        <a:cubicBezTo>
                          <a:pt x="176" y="405"/>
                          <a:pt x="176" y="414"/>
                          <a:pt x="176" y="422"/>
                        </a:cubicBezTo>
                        <a:close/>
                        <a:moveTo>
                          <a:pt x="176" y="379"/>
                        </a:moveTo>
                        <a:cubicBezTo>
                          <a:pt x="164" y="381"/>
                          <a:pt x="152" y="382"/>
                          <a:pt x="141" y="383"/>
                        </a:cubicBezTo>
                        <a:cubicBezTo>
                          <a:pt x="141" y="375"/>
                          <a:pt x="141" y="367"/>
                          <a:pt x="141" y="359"/>
                        </a:cubicBezTo>
                        <a:cubicBezTo>
                          <a:pt x="152" y="357"/>
                          <a:pt x="164" y="356"/>
                          <a:pt x="176" y="354"/>
                        </a:cubicBezTo>
                        <a:cubicBezTo>
                          <a:pt x="176" y="362"/>
                          <a:pt x="176" y="371"/>
                          <a:pt x="176" y="379"/>
                        </a:cubicBezTo>
                        <a:close/>
                        <a:moveTo>
                          <a:pt x="141" y="299"/>
                        </a:moveTo>
                        <a:cubicBezTo>
                          <a:pt x="141" y="291"/>
                          <a:pt x="141" y="283"/>
                          <a:pt x="141" y="275"/>
                        </a:cubicBezTo>
                        <a:cubicBezTo>
                          <a:pt x="152" y="272"/>
                          <a:pt x="164" y="270"/>
                          <a:pt x="176" y="268"/>
                        </a:cubicBezTo>
                        <a:cubicBezTo>
                          <a:pt x="176" y="276"/>
                          <a:pt x="176" y="285"/>
                          <a:pt x="176" y="293"/>
                        </a:cubicBezTo>
                        <a:cubicBezTo>
                          <a:pt x="164" y="295"/>
                          <a:pt x="152" y="297"/>
                          <a:pt x="141" y="299"/>
                        </a:cubicBezTo>
                        <a:close/>
                        <a:moveTo>
                          <a:pt x="176" y="336"/>
                        </a:moveTo>
                        <a:cubicBezTo>
                          <a:pt x="164" y="338"/>
                          <a:pt x="152" y="339"/>
                          <a:pt x="141" y="341"/>
                        </a:cubicBezTo>
                        <a:cubicBezTo>
                          <a:pt x="141" y="333"/>
                          <a:pt x="141" y="325"/>
                          <a:pt x="141" y="317"/>
                        </a:cubicBezTo>
                        <a:cubicBezTo>
                          <a:pt x="152" y="315"/>
                          <a:pt x="164" y="313"/>
                          <a:pt x="176" y="311"/>
                        </a:cubicBezTo>
                        <a:cubicBezTo>
                          <a:pt x="176" y="319"/>
                          <a:pt x="176" y="328"/>
                          <a:pt x="176" y="336"/>
                        </a:cubicBezTo>
                        <a:close/>
                        <a:moveTo>
                          <a:pt x="176" y="250"/>
                        </a:moveTo>
                        <a:cubicBezTo>
                          <a:pt x="164" y="252"/>
                          <a:pt x="152" y="254"/>
                          <a:pt x="141" y="256"/>
                        </a:cubicBezTo>
                        <a:cubicBezTo>
                          <a:pt x="141" y="248"/>
                          <a:pt x="141" y="240"/>
                          <a:pt x="141" y="232"/>
                        </a:cubicBezTo>
                        <a:cubicBezTo>
                          <a:pt x="152" y="230"/>
                          <a:pt x="164" y="227"/>
                          <a:pt x="176" y="224"/>
                        </a:cubicBezTo>
                        <a:cubicBezTo>
                          <a:pt x="176" y="233"/>
                          <a:pt x="176" y="242"/>
                          <a:pt x="176" y="250"/>
                        </a:cubicBezTo>
                        <a:close/>
                        <a:moveTo>
                          <a:pt x="176" y="207"/>
                        </a:moveTo>
                        <a:cubicBezTo>
                          <a:pt x="164" y="209"/>
                          <a:pt x="152" y="212"/>
                          <a:pt x="141" y="214"/>
                        </a:cubicBezTo>
                        <a:cubicBezTo>
                          <a:pt x="141" y="206"/>
                          <a:pt x="141" y="198"/>
                          <a:pt x="141" y="190"/>
                        </a:cubicBezTo>
                        <a:cubicBezTo>
                          <a:pt x="152" y="187"/>
                          <a:pt x="164" y="184"/>
                          <a:pt x="176" y="181"/>
                        </a:cubicBezTo>
                        <a:cubicBezTo>
                          <a:pt x="176" y="190"/>
                          <a:pt x="176" y="198"/>
                          <a:pt x="176" y="207"/>
                        </a:cubicBezTo>
                        <a:close/>
                        <a:moveTo>
                          <a:pt x="176" y="164"/>
                        </a:moveTo>
                        <a:cubicBezTo>
                          <a:pt x="164" y="167"/>
                          <a:pt x="152" y="169"/>
                          <a:pt x="141" y="172"/>
                        </a:cubicBezTo>
                        <a:cubicBezTo>
                          <a:pt x="141" y="164"/>
                          <a:pt x="141" y="156"/>
                          <a:pt x="141" y="148"/>
                        </a:cubicBezTo>
                        <a:cubicBezTo>
                          <a:pt x="152" y="145"/>
                          <a:pt x="164" y="142"/>
                          <a:pt x="176" y="138"/>
                        </a:cubicBezTo>
                        <a:cubicBezTo>
                          <a:pt x="176" y="147"/>
                          <a:pt x="176" y="155"/>
                          <a:pt x="176" y="164"/>
                        </a:cubicBezTo>
                        <a:close/>
                        <a:moveTo>
                          <a:pt x="176" y="121"/>
                        </a:moveTo>
                        <a:cubicBezTo>
                          <a:pt x="164" y="124"/>
                          <a:pt x="152" y="127"/>
                          <a:pt x="141" y="130"/>
                        </a:cubicBezTo>
                        <a:cubicBezTo>
                          <a:pt x="141" y="122"/>
                          <a:pt x="141" y="114"/>
                          <a:pt x="141" y="106"/>
                        </a:cubicBezTo>
                        <a:cubicBezTo>
                          <a:pt x="152" y="102"/>
                          <a:pt x="164" y="99"/>
                          <a:pt x="176" y="95"/>
                        </a:cubicBezTo>
                        <a:cubicBezTo>
                          <a:pt x="176" y="104"/>
                          <a:pt x="176" y="112"/>
                          <a:pt x="176" y="121"/>
                        </a:cubicBezTo>
                        <a:close/>
                        <a:moveTo>
                          <a:pt x="141" y="64"/>
                        </a:moveTo>
                        <a:cubicBezTo>
                          <a:pt x="176" y="52"/>
                          <a:pt x="176" y="52"/>
                          <a:pt x="176" y="52"/>
                        </a:cubicBezTo>
                        <a:cubicBezTo>
                          <a:pt x="176" y="78"/>
                          <a:pt x="176" y="78"/>
                          <a:pt x="176" y="78"/>
                        </a:cubicBezTo>
                        <a:cubicBezTo>
                          <a:pt x="141" y="87"/>
                          <a:pt x="141" y="87"/>
                          <a:pt x="141" y="87"/>
                        </a:cubicBezTo>
                        <a:lnTo>
                          <a:pt x="141" y="64"/>
                        </a:lnTo>
                        <a:close/>
                        <a:moveTo>
                          <a:pt x="94" y="78"/>
                        </a:moveTo>
                        <a:cubicBezTo>
                          <a:pt x="117" y="71"/>
                          <a:pt x="117" y="71"/>
                          <a:pt x="117" y="71"/>
                        </a:cubicBezTo>
                        <a:cubicBezTo>
                          <a:pt x="117" y="94"/>
                          <a:pt x="117" y="94"/>
                          <a:pt x="117" y="94"/>
                        </a:cubicBezTo>
                        <a:cubicBezTo>
                          <a:pt x="94" y="100"/>
                          <a:pt x="94" y="100"/>
                          <a:pt x="94" y="100"/>
                        </a:cubicBezTo>
                        <a:lnTo>
                          <a:pt x="94" y="78"/>
                        </a:lnTo>
                        <a:close/>
                        <a:moveTo>
                          <a:pt x="94" y="119"/>
                        </a:moveTo>
                        <a:cubicBezTo>
                          <a:pt x="102" y="117"/>
                          <a:pt x="109" y="114"/>
                          <a:pt x="117" y="112"/>
                        </a:cubicBezTo>
                        <a:cubicBezTo>
                          <a:pt x="117" y="120"/>
                          <a:pt x="117" y="127"/>
                          <a:pt x="117" y="135"/>
                        </a:cubicBezTo>
                        <a:cubicBezTo>
                          <a:pt x="109" y="137"/>
                          <a:pt x="102" y="139"/>
                          <a:pt x="94" y="141"/>
                        </a:cubicBezTo>
                        <a:cubicBezTo>
                          <a:pt x="94" y="133"/>
                          <a:pt x="94" y="126"/>
                          <a:pt x="94" y="119"/>
                        </a:cubicBezTo>
                        <a:close/>
                        <a:moveTo>
                          <a:pt x="94" y="160"/>
                        </a:moveTo>
                        <a:cubicBezTo>
                          <a:pt x="102" y="158"/>
                          <a:pt x="109" y="156"/>
                          <a:pt x="117" y="154"/>
                        </a:cubicBezTo>
                        <a:cubicBezTo>
                          <a:pt x="117" y="161"/>
                          <a:pt x="117" y="169"/>
                          <a:pt x="117" y="177"/>
                        </a:cubicBezTo>
                        <a:cubicBezTo>
                          <a:pt x="109" y="178"/>
                          <a:pt x="102" y="180"/>
                          <a:pt x="94" y="182"/>
                        </a:cubicBezTo>
                        <a:cubicBezTo>
                          <a:pt x="94" y="175"/>
                          <a:pt x="94" y="167"/>
                          <a:pt x="94" y="160"/>
                        </a:cubicBezTo>
                        <a:close/>
                        <a:moveTo>
                          <a:pt x="94" y="201"/>
                        </a:moveTo>
                        <a:cubicBezTo>
                          <a:pt x="102" y="199"/>
                          <a:pt x="109" y="197"/>
                          <a:pt x="117" y="195"/>
                        </a:cubicBezTo>
                        <a:cubicBezTo>
                          <a:pt x="117" y="203"/>
                          <a:pt x="117" y="211"/>
                          <a:pt x="117" y="218"/>
                        </a:cubicBezTo>
                        <a:cubicBezTo>
                          <a:pt x="109" y="220"/>
                          <a:pt x="102" y="221"/>
                          <a:pt x="94" y="223"/>
                        </a:cubicBezTo>
                        <a:cubicBezTo>
                          <a:pt x="94" y="216"/>
                          <a:pt x="94" y="208"/>
                          <a:pt x="94" y="201"/>
                        </a:cubicBezTo>
                        <a:close/>
                        <a:moveTo>
                          <a:pt x="94" y="242"/>
                        </a:moveTo>
                        <a:cubicBezTo>
                          <a:pt x="102" y="241"/>
                          <a:pt x="109" y="239"/>
                          <a:pt x="117" y="237"/>
                        </a:cubicBezTo>
                        <a:cubicBezTo>
                          <a:pt x="117" y="245"/>
                          <a:pt x="117" y="252"/>
                          <a:pt x="117" y="260"/>
                        </a:cubicBezTo>
                        <a:cubicBezTo>
                          <a:pt x="109" y="261"/>
                          <a:pt x="102" y="263"/>
                          <a:pt x="94" y="264"/>
                        </a:cubicBezTo>
                        <a:cubicBezTo>
                          <a:pt x="94" y="257"/>
                          <a:pt x="94" y="249"/>
                          <a:pt x="94" y="242"/>
                        </a:cubicBezTo>
                        <a:close/>
                        <a:moveTo>
                          <a:pt x="94" y="283"/>
                        </a:moveTo>
                        <a:cubicBezTo>
                          <a:pt x="101" y="282"/>
                          <a:pt x="109" y="280"/>
                          <a:pt x="117" y="279"/>
                        </a:cubicBezTo>
                        <a:cubicBezTo>
                          <a:pt x="117" y="286"/>
                          <a:pt x="117" y="294"/>
                          <a:pt x="117" y="302"/>
                        </a:cubicBezTo>
                        <a:cubicBezTo>
                          <a:pt x="109" y="303"/>
                          <a:pt x="101" y="304"/>
                          <a:pt x="94" y="305"/>
                        </a:cubicBezTo>
                        <a:cubicBezTo>
                          <a:pt x="94" y="298"/>
                          <a:pt x="94" y="291"/>
                          <a:pt x="94" y="283"/>
                        </a:cubicBezTo>
                        <a:close/>
                        <a:moveTo>
                          <a:pt x="94" y="324"/>
                        </a:moveTo>
                        <a:cubicBezTo>
                          <a:pt x="101" y="323"/>
                          <a:pt x="109" y="322"/>
                          <a:pt x="117" y="320"/>
                        </a:cubicBezTo>
                        <a:cubicBezTo>
                          <a:pt x="117" y="328"/>
                          <a:pt x="117" y="336"/>
                          <a:pt x="117" y="343"/>
                        </a:cubicBezTo>
                        <a:cubicBezTo>
                          <a:pt x="109" y="344"/>
                          <a:pt x="101" y="345"/>
                          <a:pt x="94" y="346"/>
                        </a:cubicBezTo>
                        <a:cubicBezTo>
                          <a:pt x="94" y="339"/>
                          <a:pt x="94" y="332"/>
                          <a:pt x="94" y="324"/>
                        </a:cubicBezTo>
                        <a:close/>
                        <a:moveTo>
                          <a:pt x="94" y="365"/>
                        </a:moveTo>
                        <a:cubicBezTo>
                          <a:pt x="101" y="364"/>
                          <a:pt x="109" y="363"/>
                          <a:pt x="116" y="362"/>
                        </a:cubicBezTo>
                        <a:cubicBezTo>
                          <a:pt x="116" y="370"/>
                          <a:pt x="116" y="377"/>
                          <a:pt x="116" y="385"/>
                        </a:cubicBezTo>
                        <a:cubicBezTo>
                          <a:pt x="109" y="386"/>
                          <a:pt x="101" y="387"/>
                          <a:pt x="94" y="387"/>
                        </a:cubicBezTo>
                        <a:cubicBezTo>
                          <a:pt x="94" y="380"/>
                          <a:pt x="94" y="373"/>
                          <a:pt x="94" y="365"/>
                        </a:cubicBezTo>
                        <a:close/>
                        <a:moveTo>
                          <a:pt x="94" y="407"/>
                        </a:moveTo>
                        <a:cubicBezTo>
                          <a:pt x="101" y="406"/>
                          <a:pt x="109" y="405"/>
                          <a:pt x="116" y="404"/>
                        </a:cubicBezTo>
                        <a:cubicBezTo>
                          <a:pt x="116" y="411"/>
                          <a:pt x="116" y="419"/>
                          <a:pt x="116" y="427"/>
                        </a:cubicBezTo>
                        <a:cubicBezTo>
                          <a:pt x="109" y="427"/>
                          <a:pt x="101" y="428"/>
                          <a:pt x="94" y="428"/>
                        </a:cubicBezTo>
                        <a:cubicBezTo>
                          <a:pt x="94" y="421"/>
                          <a:pt x="94" y="414"/>
                          <a:pt x="94" y="407"/>
                        </a:cubicBezTo>
                        <a:close/>
                        <a:moveTo>
                          <a:pt x="94" y="448"/>
                        </a:moveTo>
                        <a:cubicBezTo>
                          <a:pt x="101" y="447"/>
                          <a:pt x="109" y="446"/>
                          <a:pt x="116" y="445"/>
                        </a:cubicBezTo>
                        <a:cubicBezTo>
                          <a:pt x="116" y="453"/>
                          <a:pt x="116" y="461"/>
                          <a:pt x="116" y="468"/>
                        </a:cubicBezTo>
                        <a:cubicBezTo>
                          <a:pt x="109" y="469"/>
                          <a:pt x="101" y="469"/>
                          <a:pt x="94" y="469"/>
                        </a:cubicBezTo>
                        <a:cubicBezTo>
                          <a:pt x="94" y="462"/>
                          <a:pt x="94" y="455"/>
                          <a:pt x="94" y="448"/>
                        </a:cubicBezTo>
                        <a:close/>
                        <a:moveTo>
                          <a:pt x="94" y="489"/>
                        </a:moveTo>
                        <a:cubicBezTo>
                          <a:pt x="101" y="488"/>
                          <a:pt x="109" y="488"/>
                          <a:pt x="116" y="487"/>
                        </a:cubicBezTo>
                        <a:cubicBezTo>
                          <a:pt x="116" y="495"/>
                          <a:pt x="116" y="502"/>
                          <a:pt x="116" y="510"/>
                        </a:cubicBezTo>
                        <a:cubicBezTo>
                          <a:pt x="109" y="510"/>
                          <a:pt x="101" y="510"/>
                          <a:pt x="94" y="511"/>
                        </a:cubicBezTo>
                        <a:cubicBezTo>
                          <a:pt x="94" y="503"/>
                          <a:pt x="94" y="496"/>
                          <a:pt x="94" y="489"/>
                        </a:cubicBezTo>
                        <a:close/>
                        <a:moveTo>
                          <a:pt x="93" y="530"/>
                        </a:moveTo>
                        <a:cubicBezTo>
                          <a:pt x="101" y="529"/>
                          <a:pt x="109" y="529"/>
                          <a:pt x="116" y="529"/>
                        </a:cubicBezTo>
                        <a:cubicBezTo>
                          <a:pt x="116" y="536"/>
                          <a:pt x="116" y="544"/>
                          <a:pt x="116" y="552"/>
                        </a:cubicBezTo>
                        <a:cubicBezTo>
                          <a:pt x="109" y="552"/>
                          <a:pt x="101" y="552"/>
                          <a:pt x="93" y="552"/>
                        </a:cubicBezTo>
                        <a:cubicBezTo>
                          <a:pt x="93" y="544"/>
                          <a:pt x="93" y="537"/>
                          <a:pt x="93" y="530"/>
                        </a:cubicBezTo>
                        <a:close/>
                        <a:moveTo>
                          <a:pt x="93" y="571"/>
                        </a:moveTo>
                        <a:cubicBezTo>
                          <a:pt x="101" y="571"/>
                          <a:pt x="109" y="570"/>
                          <a:pt x="116" y="570"/>
                        </a:cubicBezTo>
                        <a:cubicBezTo>
                          <a:pt x="116" y="578"/>
                          <a:pt x="116" y="586"/>
                          <a:pt x="116" y="593"/>
                        </a:cubicBezTo>
                        <a:cubicBezTo>
                          <a:pt x="109" y="593"/>
                          <a:pt x="101" y="593"/>
                          <a:pt x="93" y="593"/>
                        </a:cubicBezTo>
                        <a:cubicBezTo>
                          <a:pt x="93" y="585"/>
                          <a:pt x="93" y="578"/>
                          <a:pt x="93" y="571"/>
                        </a:cubicBezTo>
                        <a:close/>
                        <a:moveTo>
                          <a:pt x="93" y="612"/>
                        </a:moveTo>
                        <a:cubicBezTo>
                          <a:pt x="101" y="612"/>
                          <a:pt x="108" y="612"/>
                          <a:pt x="116" y="612"/>
                        </a:cubicBezTo>
                        <a:cubicBezTo>
                          <a:pt x="116" y="620"/>
                          <a:pt x="116" y="627"/>
                          <a:pt x="116" y="635"/>
                        </a:cubicBezTo>
                        <a:cubicBezTo>
                          <a:pt x="108" y="635"/>
                          <a:pt x="101" y="634"/>
                          <a:pt x="93" y="634"/>
                        </a:cubicBezTo>
                        <a:cubicBezTo>
                          <a:pt x="93" y="627"/>
                          <a:pt x="93" y="619"/>
                          <a:pt x="93" y="612"/>
                        </a:cubicBezTo>
                        <a:close/>
                        <a:moveTo>
                          <a:pt x="93" y="653"/>
                        </a:moveTo>
                        <a:cubicBezTo>
                          <a:pt x="101" y="653"/>
                          <a:pt x="108" y="653"/>
                          <a:pt x="116" y="654"/>
                        </a:cubicBezTo>
                        <a:cubicBezTo>
                          <a:pt x="116" y="661"/>
                          <a:pt x="116" y="669"/>
                          <a:pt x="116" y="676"/>
                        </a:cubicBezTo>
                        <a:cubicBezTo>
                          <a:pt x="108" y="676"/>
                          <a:pt x="101" y="675"/>
                          <a:pt x="93" y="675"/>
                        </a:cubicBezTo>
                        <a:cubicBezTo>
                          <a:pt x="93" y="668"/>
                          <a:pt x="93" y="660"/>
                          <a:pt x="93" y="653"/>
                        </a:cubicBezTo>
                        <a:close/>
                        <a:moveTo>
                          <a:pt x="93" y="694"/>
                        </a:moveTo>
                        <a:cubicBezTo>
                          <a:pt x="101" y="695"/>
                          <a:pt x="108" y="695"/>
                          <a:pt x="116" y="695"/>
                        </a:cubicBezTo>
                        <a:cubicBezTo>
                          <a:pt x="116" y="703"/>
                          <a:pt x="116" y="710"/>
                          <a:pt x="116" y="718"/>
                        </a:cubicBezTo>
                        <a:cubicBezTo>
                          <a:pt x="108" y="717"/>
                          <a:pt x="101" y="717"/>
                          <a:pt x="93" y="716"/>
                        </a:cubicBezTo>
                        <a:cubicBezTo>
                          <a:pt x="93" y="709"/>
                          <a:pt x="93" y="702"/>
                          <a:pt x="93" y="694"/>
                        </a:cubicBezTo>
                        <a:close/>
                        <a:moveTo>
                          <a:pt x="93" y="735"/>
                        </a:moveTo>
                        <a:cubicBezTo>
                          <a:pt x="101" y="736"/>
                          <a:pt x="108" y="736"/>
                          <a:pt x="116" y="737"/>
                        </a:cubicBezTo>
                        <a:cubicBezTo>
                          <a:pt x="116" y="744"/>
                          <a:pt x="116" y="752"/>
                          <a:pt x="116" y="760"/>
                        </a:cubicBezTo>
                        <a:cubicBezTo>
                          <a:pt x="108" y="759"/>
                          <a:pt x="101" y="758"/>
                          <a:pt x="93" y="757"/>
                        </a:cubicBezTo>
                        <a:cubicBezTo>
                          <a:pt x="93" y="750"/>
                          <a:pt x="93" y="743"/>
                          <a:pt x="93" y="735"/>
                        </a:cubicBezTo>
                        <a:close/>
                        <a:moveTo>
                          <a:pt x="93" y="776"/>
                        </a:moveTo>
                        <a:cubicBezTo>
                          <a:pt x="116" y="778"/>
                          <a:pt x="116" y="778"/>
                          <a:pt x="116" y="778"/>
                        </a:cubicBezTo>
                        <a:cubicBezTo>
                          <a:pt x="116" y="801"/>
                          <a:pt x="116" y="801"/>
                          <a:pt x="116" y="801"/>
                        </a:cubicBezTo>
                        <a:cubicBezTo>
                          <a:pt x="93" y="798"/>
                          <a:pt x="93" y="798"/>
                          <a:pt x="93" y="798"/>
                        </a:cubicBezTo>
                        <a:lnTo>
                          <a:pt x="93" y="776"/>
                        </a:lnTo>
                        <a:close/>
                        <a:moveTo>
                          <a:pt x="74" y="796"/>
                        </a:moveTo>
                        <a:cubicBezTo>
                          <a:pt x="58" y="794"/>
                          <a:pt x="58" y="794"/>
                          <a:pt x="58" y="794"/>
                        </a:cubicBezTo>
                        <a:cubicBezTo>
                          <a:pt x="58" y="774"/>
                          <a:pt x="58" y="774"/>
                          <a:pt x="58" y="774"/>
                        </a:cubicBezTo>
                        <a:cubicBezTo>
                          <a:pt x="74" y="775"/>
                          <a:pt x="74" y="775"/>
                          <a:pt x="74" y="775"/>
                        </a:cubicBezTo>
                        <a:lnTo>
                          <a:pt x="74" y="796"/>
                        </a:lnTo>
                        <a:close/>
                        <a:moveTo>
                          <a:pt x="74" y="756"/>
                        </a:moveTo>
                        <a:cubicBezTo>
                          <a:pt x="69" y="755"/>
                          <a:pt x="63" y="754"/>
                          <a:pt x="58" y="754"/>
                        </a:cubicBezTo>
                        <a:cubicBezTo>
                          <a:pt x="58" y="747"/>
                          <a:pt x="58" y="740"/>
                          <a:pt x="58" y="733"/>
                        </a:cubicBezTo>
                        <a:cubicBezTo>
                          <a:pt x="63" y="734"/>
                          <a:pt x="69" y="734"/>
                          <a:pt x="74" y="735"/>
                        </a:cubicBezTo>
                        <a:cubicBezTo>
                          <a:pt x="74" y="742"/>
                          <a:pt x="74" y="749"/>
                          <a:pt x="74" y="756"/>
                        </a:cubicBezTo>
                        <a:close/>
                        <a:moveTo>
                          <a:pt x="58" y="713"/>
                        </a:moveTo>
                        <a:cubicBezTo>
                          <a:pt x="58" y="707"/>
                          <a:pt x="58" y="700"/>
                          <a:pt x="58" y="693"/>
                        </a:cubicBezTo>
                        <a:cubicBezTo>
                          <a:pt x="63" y="693"/>
                          <a:pt x="69" y="694"/>
                          <a:pt x="74" y="694"/>
                        </a:cubicBezTo>
                        <a:cubicBezTo>
                          <a:pt x="74" y="701"/>
                          <a:pt x="74" y="708"/>
                          <a:pt x="74" y="715"/>
                        </a:cubicBezTo>
                        <a:cubicBezTo>
                          <a:pt x="69" y="714"/>
                          <a:pt x="63" y="714"/>
                          <a:pt x="58" y="713"/>
                        </a:cubicBezTo>
                        <a:close/>
                        <a:moveTo>
                          <a:pt x="74" y="674"/>
                        </a:moveTo>
                        <a:cubicBezTo>
                          <a:pt x="69" y="674"/>
                          <a:pt x="63" y="674"/>
                          <a:pt x="58" y="673"/>
                        </a:cubicBezTo>
                        <a:cubicBezTo>
                          <a:pt x="58" y="666"/>
                          <a:pt x="58" y="660"/>
                          <a:pt x="58" y="653"/>
                        </a:cubicBezTo>
                        <a:cubicBezTo>
                          <a:pt x="63" y="653"/>
                          <a:pt x="69" y="653"/>
                          <a:pt x="74" y="653"/>
                        </a:cubicBezTo>
                        <a:cubicBezTo>
                          <a:pt x="74" y="660"/>
                          <a:pt x="74" y="667"/>
                          <a:pt x="74" y="674"/>
                        </a:cubicBezTo>
                        <a:close/>
                        <a:moveTo>
                          <a:pt x="58" y="633"/>
                        </a:moveTo>
                        <a:cubicBezTo>
                          <a:pt x="58" y="626"/>
                          <a:pt x="58" y="619"/>
                          <a:pt x="58" y="613"/>
                        </a:cubicBezTo>
                        <a:cubicBezTo>
                          <a:pt x="63" y="613"/>
                          <a:pt x="69" y="613"/>
                          <a:pt x="74" y="613"/>
                        </a:cubicBezTo>
                        <a:cubicBezTo>
                          <a:pt x="74" y="620"/>
                          <a:pt x="74" y="627"/>
                          <a:pt x="74" y="634"/>
                        </a:cubicBezTo>
                        <a:cubicBezTo>
                          <a:pt x="69" y="633"/>
                          <a:pt x="63" y="633"/>
                          <a:pt x="58" y="633"/>
                        </a:cubicBezTo>
                        <a:close/>
                        <a:moveTo>
                          <a:pt x="74" y="593"/>
                        </a:moveTo>
                        <a:cubicBezTo>
                          <a:pt x="69" y="593"/>
                          <a:pt x="63" y="593"/>
                          <a:pt x="58" y="593"/>
                        </a:cubicBezTo>
                        <a:cubicBezTo>
                          <a:pt x="58" y="586"/>
                          <a:pt x="58" y="579"/>
                          <a:pt x="58" y="572"/>
                        </a:cubicBezTo>
                        <a:cubicBezTo>
                          <a:pt x="63" y="572"/>
                          <a:pt x="69" y="572"/>
                          <a:pt x="74" y="572"/>
                        </a:cubicBezTo>
                        <a:cubicBezTo>
                          <a:pt x="74" y="579"/>
                          <a:pt x="74" y="586"/>
                          <a:pt x="74" y="593"/>
                        </a:cubicBezTo>
                        <a:close/>
                        <a:moveTo>
                          <a:pt x="58" y="552"/>
                        </a:moveTo>
                        <a:cubicBezTo>
                          <a:pt x="58" y="546"/>
                          <a:pt x="58" y="539"/>
                          <a:pt x="58" y="532"/>
                        </a:cubicBezTo>
                        <a:cubicBezTo>
                          <a:pt x="63" y="532"/>
                          <a:pt x="69" y="532"/>
                          <a:pt x="74" y="531"/>
                        </a:cubicBezTo>
                        <a:cubicBezTo>
                          <a:pt x="74" y="538"/>
                          <a:pt x="74" y="545"/>
                          <a:pt x="74" y="552"/>
                        </a:cubicBezTo>
                        <a:cubicBezTo>
                          <a:pt x="69" y="552"/>
                          <a:pt x="63" y="552"/>
                          <a:pt x="58" y="552"/>
                        </a:cubicBezTo>
                        <a:close/>
                        <a:moveTo>
                          <a:pt x="74" y="512"/>
                        </a:moveTo>
                        <a:cubicBezTo>
                          <a:pt x="69" y="512"/>
                          <a:pt x="63" y="512"/>
                          <a:pt x="58" y="512"/>
                        </a:cubicBezTo>
                        <a:cubicBezTo>
                          <a:pt x="58" y="505"/>
                          <a:pt x="58" y="499"/>
                          <a:pt x="58" y="492"/>
                        </a:cubicBezTo>
                        <a:cubicBezTo>
                          <a:pt x="63" y="491"/>
                          <a:pt x="69" y="491"/>
                          <a:pt x="74" y="491"/>
                        </a:cubicBezTo>
                        <a:cubicBezTo>
                          <a:pt x="74" y="498"/>
                          <a:pt x="74" y="505"/>
                          <a:pt x="74" y="512"/>
                        </a:cubicBezTo>
                        <a:close/>
                        <a:moveTo>
                          <a:pt x="74" y="471"/>
                        </a:moveTo>
                        <a:cubicBezTo>
                          <a:pt x="69" y="471"/>
                          <a:pt x="63" y="472"/>
                          <a:pt x="58" y="472"/>
                        </a:cubicBezTo>
                        <a:cubicBezTo>
                          <a:pt x="58" y="465"/>
                          <a:pt x="58" y="458"/>
                          <a:pt x="58" y="452"/>
                        </a:cubicBezTo>
                        <a:cubicBezTo>
                          <a:pt x="63" y="451"/>
                          <a:pt x="69" y="450"/>
                          <a:pt x="74" y="450"/>
                        </a:cubicBezTo>
                        <a:cubicBezTo>
                          <a:pt x="74" y="457"/>
                          <a:pt x="74" y="464"/>
                          <a:pt x="74" y="471"/>
                        </a:cubicBezTo>
                        <a:close/>
                        <a:moveTo>
                          <a:pt x="74" y="430"/>
                        </a:moveTo>
                        <a:cubicBezTo>
                          <a:pt x="69" y="431"/>
                          <a:pt x="63" y="431"/>
                          <a:pt x="58" y="432"/>
                        </a:cubicBezTo>
                        <a:cubicBezTo>
                          <a:pt x="58" y="425"/>
                          <a:pt x="58" y="418"/>
                          <a:pt x="58" y="411"/>
                        </a:cubicBezTo>
                        <a:cubicBezTo>
                          <a:pt x="63" y="411"/>
                          <a:pt x="69" y="410"/>
                          <a:pt x="74" y="409"/>
                        </a:cubicBezTo>
                        <a:cubicBezTo>
                          <a:pt x="74" y="416"/>
                          <a:pt x="74" y="423"/>
                          <a:pt x="74" y="430"/>
                        </a:cubicBezTo>
                        <a:close/>
                        <a:moveTo>
                          <a:pt x="74" y="390"/>
                        </a:moveTo>
                        <a:cubicBezTo>
                          <a:pt x="69" y="390"/>
                          <a:pt x="63" y="391"/>
                          <a:pt x="58" y="391"/>
                        </a:cubicBezTo>
                        <a:cubicBezTo>
                          <a:pt x="58" y="385"/>
                          <a:pt x="58" y="378"/>
                          <a:pt x="58" y="371"/>
                        </a:cubicBezTo>
                        <a:cubicBezTo>
                          <a:pt x="63" y="370"/>
                          <a:pt x="69" y="369"/>
                          <a:pt x="74" y="369"/>
                        </a:cubicBezTo>
                        <a:cubicBezTo>
                          <a:pt x="74" y="376"/>
                          <a:pt x="74" y="383"/>
                          <a:pt x="74" y="390"/>
                        </a:cubicBezTo>
                        <a:close/>
                        <a:moveTo>
                          <a:pt x="74" y="349"/>
                        </a:moveTo>
                        <a:cubicBezTo>
                          <a:pt x="69" y="350"/>
                          <a:pt x="63" y="350"/>
                          <a:pt x="58" y="351"/>
                        </a:cubicBezTo>
                        <a:cubicBezTo>
                          <a:pt x="58" y="344"/>
                          <a:pt x="58" y="338"/>
                          <a:pt x="58" y="331"/>
                        </a:cubicBezTo>
                        <a:cubicBezTo>
                          <a:pt x="63" y="330"/>
                          <a:pt x="69" y="329"/>
                          <a:pt x="74" y="328"/>
                        </a:cubicBezTo>
                        <a:cubicBezTo>
                          <a:pt x="74" y="335"/>
                          <a:pt x="74" y="342"/>
                          <a:pt x="74" y="349"/>
                        </a:cubicBezTo>
                        <a:close/>
                        <a:moveTo>
                          <a:pt x="74" y="308"/>
                        </a:moveTo>
                        <a:cubicBezTo>
                          <a:pt x="69" y="309"/>
                          <a:pt x="63" y="310"/>
                          <a:pt x="58" y="311"/>
                        </a:cubicBezTo>
                        <a:cubicBezTo>
                          <a:pt x="58" y="304"/>
                          <a:pt x="58" y="297"/>
                          <a:pt x="58" y="291"/>
                        </a:cubicBezTo>
                        <a:cubicBezTo>
                          <a:pt x="63" y="289"/>
                          <a:pt x="69" y="288"/>
                          <a:pt x="74" y="287"/>
                        </a:cubicBezTo>
                        <a:cubicBezTo>
                          <a:pt x="74" y="294"/>
                          <a:pt x="74" y="301"/>
                          <a:pt x="74" y="308"/>
                        </a:cubicBezTo>
                        <a:close/>
                        <a:moveTo>
                          <a:pt x="74" y="268"/>
                        </a:moveTo>
                        <a:cubicBezTo>
                          <a:pt x="69" y="269"/>
                          <a:pt x="63" y="270"/>
                          <a:pt x="58" y="271"/>
                        </a:cubicBezTo>
                        <a:cubicBezTo>
                          <a:pt x="58" y="264"/>
                          <a:pt x="58" y="257"/>
                          <a:pt x="58" y="250"/>
                        </a:cubicBezTo>
                        <a:cubicBezTo>
                          <a:pt x="63" y="249"/>
                          <a:pt x="69" y="248"/>
                          <a:pt x="74" y="247"/>
                        </a:cubicBezTo>
                        <a:cubicBezTo>
                          <a:pt x="74" y="254"/>
                          <a:pt x="74" y="261"/>
                          <a:pt x="74" y="268"/>
                        </a:cubicBezTo>
                        <a:close/>
                        <a:moveTo>
                          <a:pt x="74" y="227"/>
                        </a:moveTo>
                        <a:cubicBezTo>
                          <a:pt x="69" y="228"/>
                          <a:pt x="63" y="229"/>
                          <a:pt x="58" y="230"/>
                        </a:cubicBezTo>
                        <a:cubicBezTo>
                          <a:pt x="58" y="224"/>
                          <a:pt x="58" y="217"/>
                          <a:pt x="58" y="210"/>
                        </a:cubicBezTo>
                        <a:cubicBezTo>
                          <a:pt x="63" y="209"/>
                          <a:pt x="69" y="207"/>
                          <a:pt x="74" y="206"/>
                        </a:cubicBezTo>
                        <a:cubicBezTo>
                          <a:pt x="74" y="213"/>
                          <a:pt x="74" y="220"/>
                          <a:pt x="74" y="227"/>
                        </a:cubicBezTo>
                        <a:close/>
                        <a:moveTo>
                          <a:pt x="58" y="190"/>
                        </a:moveTo>
                        <a:cubicBezTo>
                          <a:pt x="58" y="183"/>
                          <a:pt x="58" y="177"/>
                          <a:pt x="58" y="170"/>
                        </a:cubicBezTo>
                        <a:cubicBezTo>
                          <a:pt x="63" y="168"/>
                          <a:pt x="69" y="167"/>
                          <a:pt x="74" y="165"/>
                        </a:cubicBezTo>
                        <a:cubicBezTo>
                          <a:pt x="74" y="172"/>
                          <a:pt x="74" y="179"/>
                          <a:pt x="74" y="186"/>
                        </a:cubicBezTo>
                        <a:cubicBezTo>
                          <a:pt x="69" y="188"/>
                          <a:pt x="63" y="189"/>
                          <a:pt x="58" y="190"/>
                        </a:cubicBezTo>
                        <a:close/>
                        <a:moveTo>
                          <a:pt x="74" y="146"/>
                        </a:moveTo>
                        <a:cubicBezTo>
                          <a:pt x="69" y="147"/>
                          <a:pt x="63" y="148"/>
                          <a:pt x="58" y="150"/>
                        </a:cubicBezTo>
                        <a:cubicBezTo>
                          <a:pt x="58" y="143"/>
                          <a:pt x="58" y="136"/>
                          <a:pt x="58" y="130"/>
                        </a:cubicBezTo>
                        <a:cubicBezTo>
                          <a:pt x="63" y="128"/>
                          <a:pt x="69" y="126"/>
                          <a:pt x="74" y="125"/>
                        </a:cubicBezTo>
                        <a:cubicBezTo>
                          <a:pt x="74" y="132"/>
                          <a:pt x="74" y="139"/>
                          <a:pt x="74" y="146"/>
                        </a:cubicBezTo>
                        <a:close/>
                        <a:moveTo>
                          <a:pt x="58" y="89"/>
                        </a:moveTo>
                        <a:cubicBezTo>
                          <a:pt x="74" y="84"/>
                          <a:pt x="74" y="84"/>
                          <a:pt x="74" y="84"/>
                        </a:cubicBezTo>
                        <a:cubicBezTo>
                          <a:pt x="74" y="105"/>
                          <a:pt x="74" y="105"/>
                          <a:pt x="74" y="105"/>
                        </a:cubicBezTo>
                        <a:cubicBezTo>
                          <a:pt x="58" y="110"/>
                          <a:pt x="58" y="110"/>
                          <a:pt x="58" y="110"/>
                        </a:cubicBezTo>
                        <a:lnTo>
                          <a:pt x="58" y="89"/>
                        </a:lnTo>
                        <a:close/>
                        <a:moveTo>
                          <a:pt x="43" y="793"/>
                        </a:moveTo>
                        <a:cubicBezTo>
                          <a:pt x="29" y="791"/>
                          <a:pt x="29" y="791"/>
                          <a:pt x="29" y="791"/>
                        </a:cubicBezTo>
                        <a:cubicBezTo>
                          <a:pt x="29" y="772"/>
                          <a:pt x="29" y="772"/>
                          <a:pt x="29" y="772"/>
                        </a:cubicBezTo>
                        <a:cubicBezTo>
                          <a:pt x="43" y="773"/>
                          <a:pt x="43" y="773"/>
                          <a:pt x="43" y="773"/>
                        </a:cubicBezTo>
                        <a:lnTo>
                          <a:pt x="43" y="793"/>
                        </a:lnTo>
                        <a:close/>
                        <a:moveTo>
                          <a:pt x="43" y="753"/>
                        </a:moveTo>
                        <a:cubicBezTo>
                          <a:pt x="38" y="752"/>
                          <a:pt x="33" y="752"/>
                          <a:pt x="28" y="751"/>
                        </a:cubicBezTo>
                        <a:cubicBezTo>
                          <a:pt x="28" y="745"/>
                          <a:pt x="28" y="738"/>
                          <a:pt x="28" y="732"/>
                        </a:cubicBezTo>
                        <a:cubicBezTo>
                          <a:pt x="33" y="732"/>
                          <a:pt x="38" y="733"/>
                          <a:pt x="43" y="733"/>
                        </a:cubicBezTo>
                        <a:cubicBezTo>
                          <a:pt x="43" y="739"/>
                          <a:pt x="43" y="746"/>
                          <a:pt x="43" y="753"/>
                        </a:cubicBezTo>
                        <a:close/>
                        <a:moveTo>
                          <a:pt x="43" y="713"/>
                        </a:moveTo>
                        <a:cubicBezTo>
                          <a:pt x="38" y="712"/>
                          <a:pt x="33" y="712"/>
                          <a:pt x="28" y="711"/>
                        </a:cubicBezTo>
                        <a:cubicBezTo>
                          <a:pt x="28" y="705"/>
                          <a:pt x="28" y="699"/>
                          <a:pt x="28" y="692"/>
                        </a:cubicBezTo>
                        <a:cubicBezTo>
                          <a:pt x="33" y="693"/>
                          <a:pt x="38" y="693"/>
                          <a:pt x="43" y="693"/>
                        </a:cubicBezTo>
                        <a:cubicBezTo>
                          <a:pt x="43" y="700"/>
                          <a:pt x="43" y="706"/>
                          <a:pt x="43" y="713"/>
                        </a:cubicBezTo>
                        <a:close/>
                        <a:moveTo>
                          <a:pt x="43" y="673"/>
                        </a:moveTo>
                        <a:cubicBezTo>
                          <a:pt x="38" y="673"/>
                          <a:pt x="33" y="672"/>
                          <a:pt x="28" y="672"/>
                        </a:cubicBezTo>
                        <a:cubicBezTo>
                          <a:pt x="28" y="666"/>
                          <a:pt x="28" y="659"/>
                          <a:pt x="28" y="653"/>
                        </a:cubicBezTo>
                        <a:cubicBezTo>
                          <a:pt x="33" y="653"/>
                          <a:pt x="38" y="653"/>
                          <a:pt x="43" y="653"/>
                        </a:cubicBezTo>
                        <a:cubicBezTo>
                          <a:pt x="43" y="660"/>
                          <a:pt x="43" y="666"/>
                          <a:pt x="43" y="673"/>
                        </a:cubicBezTo>
                        <a:close/>
                        <a:moveTo>
                          <a:pt x="42" y="633"/>
                        </a:moveTo>
                        <a:cubicBezTo>
                          <a:pt x="38" y="633"/>
                          <a:pt x="33" y="633"/>
                          <a:pt x="28" y="632"/>
                        </a:cubicBezTo>
                        <a:cubicBezTo>
                          <a:pt x="28" y="626"/>
                          <a:pt x="28" y="620"/>
                          <a:pt x="28" y="613"/>
                        </a:cubicBezTo>
                        <a:cubicBezTo>
                          <a:pt x="33" y="613"/>
                          <a:pt x="38" y="613"/>
                          <a:pt x="42" y="613"/>
                        </a:cubicBezTo>
                        <a:cubicBezTo>
                          <a:pt x="42" y="620"/>
                          <a:pt x="42" y="626"/>
                          <a:pt x="42" y="633"/>
                        </a:cubicBezTo>
                        <a:close/>
                        <a:moveTo>
                          <a:pt x="42" y="593"/>
                        </a:moveTo>
                        <a:cubicBezTo>
                          <a:pt x="38" y="593"/>
                          <a:pt x="33" y="593"/>
                          <a:pt x="28" y="593"/>
                        </a:cubicBezTo>
                        <a:cubicBezTo>
                          <a:pt x="28" y="586"/>
                          <a:pt x="28" y="580"/>
                          <a:pt x="28" y="574"/>
                        </a:cubicBezTo>
                        <a:cubicBezTo>
                          <a:pt x="33" y="574"/>
                          <a:pt x="38" y="573"/>
                          <a:pt x="42" y="573"/>
                        </a:cubicBezTo>
                        <a:cubicBezTo>
                          <a:pt x="42" y="580"/>
                          <a:pt x="42" y="586"/>
                          <a:pt x="42" y="593"/>
                        </a:cubicBezTo>
                        <a:close/>
                        <a:moveTo>
                          <a:pt x="42" y="553"/>
                        </a:moveTo>
                        <a:cubicBezTo>
                          <a:pt x="37" y="553"/>
                          <a:pt x="33" y="553"/>
                          <a:pt x="28" y="553"/>
                        </a:cubicBezTo>
                        <a:cubicBezTo>
                          <a:pt x="28" y="547"/>
                          <a:pt x="28" y="540"/>
                          <a:pt x="28" y="534"/>
                        </a:cubicBezTo>
                        <a:cubicBezTo>
                          <a:pt x="33" y="534"/>
                          <a:pt x="37" y="534"/>
                          <a:pt x="42" y="533"/>
                        </a:cubicBezTo>
                        <a:cubicBezTo>
                          <a:pt x="42" y="540"/>
                          <a:pt x="42" y="546"/>
                          <a:pt x="42" y="553"/>
                        </a:cubicBezTo>
                        <a:close/>
                        <a:moveTo>
                          <a:pt x="42" y="513"/>
                        </a:moveTo>
                        <a:cubicBezTo>
                          <a:pt x="37" y="513"/>
                          <a:pt x="33" y="513"/>
                          <a:pt x="28" y="514"/>
                        </a:cubicBezTo>
                        <a:cubicBezTo>
                          <a:pt x="28" y="507"/>
                          <a:pt x="28" y="501"/>
                          <a:pt x="28" y="495"/>
                        </a:cubicBezTo>
                        <a:cubicBezTo>
                          <a:pt x="33" y="494"/>
                          <a:pt x="37" y="494"/>
                          <a:pt x="42" y="493"/>
                        </a:cubicBezTo>
                        <a:cubicBezTo>
                          <a:pt x="42" y="500"/>
                          <a:pt x="42" y="507"/>
                          <a:pt x="42" y="513"/>
                        </a:cubicBezTo>
                        <a:close/>
                        <a:moveTo>
                          <a:pt x="42" y="473"/>
                        </a:moveTo>
                        <a:cubicBezTo>
                          <a:pt x="37" y="474"/>
                          <a:pt x="32" y="474"/>
                          <a:pt x="28" y="474"/>
                        </a:cubicBezTo>
                        <a:cubicBezTo>
                          <a:pt x="28" y="468"/>
                          <a:pt x="28" y="461"/>
                          <a:pt x="28" y="455"/>
                        </a:cubicBezTo>
                        <a:cubicBezTo>
                          <a:pt x="32" y="454"/>
                          <a:pt x="37" y="454"/>
                          <a:pt x="42" y="454"/>
                        </a:cubicBezTo>
                        <a:cubicBezTo>
                          <a:pt x="42" y="460"/>
                          <a:pt x="42" y="467"/>
                          <a:pt x="42" y="473"/>
                        </a:cubicBezTo>
                        <a:close/>
                        <a:moveTo>
                          <a:pt x="42" y="433"/>
                        </a:moveTo>
                        <a:cubicBezTo>
                          <a:pt x="37" y="434"/>
                          <a:pt x="32" y="434"/>
                          <a:pt x="28" y="434"/>
                        </a:cubicBezTo>
                        <a:cubicBezTo>
                          <a:pt x="28" y="428"/>
                          <a:pt x="28" y="422"/>
                          <a:pt x="28" y="415"/>
                        </a:cubicBezTo>
                        <a:cubicBezTo>
                          <a:pt x="32" y="415"/>
                          <a:pt x="37" y="414"/>
                          <a:pt x="42" y="414"/>
                        </a:cubicBezTo>
                        <a:cubicBezTo>
                          <a:pt x="42" y="420"/>
                          <a:pt x="42" y="427"/>
                          <a:pt x="42" y="433"/>
                        </a:cubicBezTo>
                        <a:close/>
                        <a:moveTo>
                          <a:pt x="42" y="393"/>
                        </a:moveTo>
                        <a:cubicBezTo>
                          <a:pt x="37" y="394"/>
                          <a:pt x="32" y="394"/>
                          <a:pt x="28" y="395"/>
                        </a:cubicBezTo>
                        <a:cubicBezTo>
                          <a:pt x="28" y="389"/>
                          <a:pt x="28" y="382"/>
                          <a:pt x="28" y="376"/>
                        </a:cubicBezTo>
                        <a:cubicBezTo>
                          <a:pt x="32" y="375"/>
                          <a:pt x="37" y="374"/>
                          <a:pt x="42" y="374"/>
                        </a:cubicBezTo>
                        <a:cubicBezTo>
                          <a:pt x="42" y="380"/>
                          <a:pt x="42" y="387"/>
                          <a:pt x="42" y="393"/>
                        </a:cubicBezTo>
                        <a:close/>
                        <a:moveTo>
                          <a:pt x="42" y="354"/>
                        </a:moveTo>
                        <a:cubicBezTo>
                          <a:pt x="37" y="354"/>
                          <a:pt x="32" y="355"/>
                          <a:pt x="27" y="355"/>
                        </a:cubicBezTo>
                        <a:cubicBezTo>
                          <a:pt x="27" y="349"/>
                          <a:pt x="27" y="343"/>
                          <a:pt x="27" y="336"/>
                        </a:cubicBezTo>
                        <a:cubicBezTo>
                          <a:pt x="32" y="335"/>
                          <a:pt x="37" y="335"/>
                          <a:pt x="42" y="334"/>
                        </a:cubicBezTo>
                        <a:cubicBezTo>
                          <a:pt x="42" y="340"/>
                          <a:pt x="42" y="347"/>
                          <a:pt x="42" y="354"/>
                        </a:cubicBezTo>
                        <a:close/>
                        <a:moveTo>
                          <a:pt x="42" y="314"/>
                        </a:moveTo>
                        <a:cubicBezTo>
                          <a:pt x="37" y="314"/>
                          <a:pt x="32" y="315"/>
                          <a:pt x="27" y="316"/>
                        </a:cubicBezTo>
                        <a:cubicBezTo>
                          <a:pt x="27" y="309"/>
                          <a:pt x="27" y="303"/>
                          <a:pt x="27" y="297"/>
                        </a:cubicBezTo>
                        <a:cubicBezTo>
                          <a:pt x="32" y="296"/>
                          <a:pt x="37" y="295"/>
                          <a:pt x="42" y="294"/>
                        </a:cubicBezTo>
                        <a:cubicBezTo>
                          <a:pt x="42" y="300"/>
                          <a:pt x="42" y="307"/>
                          <a:pt x="42" y="314"/>
                        </a:cubicBezTo>
                        <a:close/>
                        <a:moveTo>
                          <a:pt x="41" y="274"/>
                        </a:moveTo>
                        <a:cubicBezTo>
                          <a:pt x="37" y="275"/>
                          <a:pt x="32" y="275"/>
                          <a:pt x="27" y="276"/>
                        </a:cubicBezTo>
                        <a:cubicBezTo>
                          <a:pt x="27" y="270"/>
                          <a:pt x="27" y="263"/>
                          <a:pt x="27" y="257"/>
                        </a:cubicBezTo>
                        <a:cubicBezTo>
                          <a:pt x="32" y="256"/>
                          <a:pt x="37" y="255"/>
                          <a:pt x="41" y="254"/>
                        </a:cubicBezTo>
                        <a:cubicBezTo>
                          <a:pt x="41" y="261"/>
                          <a:pt x="41" y="267"/>
                          <a:pt x="41" y="274"/>
                        </a:cubicBezTo>
                        <a:close/>
                        <a:moveTo>
                          <a:pt x="41" y="234"/>
                        </a:moveTo>
                        <a:cubicBezTo>
                          <a:pt x="37" y="235"/>
                          <a:pt x="32" y="236"/>
                          <a:pt x="27" y="237"/>
                        </a:cubicBezTo>
                        <a:cubicBezTo>
                          <a:pt x="27" y="230"/>
                          <a:pt x="27" y="224"/>
                          <a:pt x="27" y="218"/>
                        </a:cubicBezTo>
                        <a:cubicBezTo>
                          <a:pt x="32" y="216"/>
                          <a:pt x="37" y="215"/>
                          <a:pt x="41" y="214"/>
                        </a:cubicBezTo>
                        <a:cubicBezTo>
                          <a:pt x="41" y="221"/>
                          <a:pt x="41" y="227"/>
                          <a:pt x="41" y="234"/>
                        </a:cubicBezTo>
                        <a:close/>
                        <a:moveTo>
                          <a:pt x="41" y="194"/>
                        </a:moveTo>
                        <a:cubicBezTo>
                          <a:pt x="36" y="195"/>
                          <a:pt x="32" y="196"/>
                          <a:pt x="27" y="197"/>
                        </a:cubicBezTo>
                        <a:cubicBezTo>
                          <a:pt x="27" y="191"/>
                          <a:pt x="27" y="184"/>
                          <a:pt x="27" y="178"/>
                        </a:cubicBezTo>
                        <a:cubicBezTo>
                          <a:pt x="32" y="177"/>
                          <a:pt x="36" y="175"/>
                          <a:pt x="41" y="174"/>
                        </a:cubicBezTo>
                        <a:cubicBezTo>
                          <a:pt x="41" y="181"/>
                          <a:pt x="41" y="187"/>
                          <a:pt x="41" y="194"/>
                        </a:cubicBezTo>
                        <a:close/>
                        <a:moveTo>
                          <a:pt x="41" y="154"/>
                        </a:moveTo>
                        <a:cubicBezTo>
                          <a:pt x="36" y="155"/>
                          <a:pt x="32" y="156"/>
                          <a:pt x="27" y="157"/>
                        </a:cubicBezTo>
                        <a:cubicBezTo>
                          <a:pt x="27" y="151"/>
                          <a:pt x="27" y="145"/>
                          <a:pt x="27" y="138"/>
                        </a:cubicBezTo>
                        <a:cubicBezTo>
                          <a:pt x="32" y="137"/>
                          <a:pt x="36" y="136"/>
                          <a:pt x="41" y="134"/>
                        </a:cubicBezTo>
                        <a:cubicBezTo>
                          <a:pt x="41" y="141"/>
                          <a:pt x="41" y="147"/>
                          <a:pt x="41" y="154"/>
                        </a:cubicBezTo>
                        <a:close/>
                        <a:moveTo>
                          <a:pt x="27" y="99"/>
                        </a:moveTo>
                        <a:cubicBezTo>
                          <a:pt x="41" y="94"/>
                          <a:pt x="41" y="94"/>
                          <a:pt x="41" y="94"/>
                        </a:cubicBezTo>
                        <a:cubicBezTo>
                          <a:pt x="41" y="114"/>
                          <a:pt x="41" y="114"/>
                          <a:pt x="41" y="114"/>
                        </a:cubicBezTo>
                        <a:cubicBezTo>
                          <a:pt x="27" y="118"/>
                          <a:pt x="27" y="118"/>
                          <a:pt x="27" y="118"/>
                        </a:cubicBezTo>
                        <a:lnTo>
                          <a:pt x="27" y="99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 dirty="0"/>
                  </a:p>
                </p:txBody>
              </p:sp>
              <p:sp>
                <p:nvSpPr>
                  <p:cNvPr id="39" name="îsľíḋê">
                    <a:extLst>
                      <a:ext uri="{FF2B5EF4-FFF2-40B4-BE49-F238E27FC236}">
                        <a16:creationId xmlns:a16="http://schemas.microsoft.com/office/drawing/2014/main" id="{B0EC6E41-8357-4A69-94CF-49CF3608B5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36179" y="5941616"/>
                    <a:ext cx="3232563" cy="523937"/>
                  </a:xfrm>
                  <a:custGeom>
                    <a:avLst/>
                    <a:gdLst>
                      <a:gd name="T0" fmla="*/ 0 w 3903"/>
                      <a:gd name="T1" fmla="*/ 91 h 664"/>
                      <a:gd name="T2" fmla="*/ 2253 w 3903"/>
                      <a:gd name="T3" fmla="*/ 664 h 664"/>
                      <a:gd name="T4" fmla="*/ 3903 w 3903"/>
                      <a:gd name="T5" fmla="*/ 3 h 664"/>
                      <a:gd name="T6" fmla="*/ 3506 w 3903"/>
                      <a:gd name="T7" fmla="*/ 0 h 664"/>
                      <a:gd name="T8" fmla="*/ 3092 w 3903"/>
                      <a:gd name="T9" fmla="*/ 107 h 664"/>
                      <a:gd name="T10" fmla="*/ 2762 w 3903"/>
                      <a:gd name="T11" fmla="*/ 59 h 664"/>
                      <a:gd name="T12" fmla="*/ 2424 w 3903"/>
                      <a:gd name="T13" fmla="*/ 157 h 664"/>
                      <a:gd name="T14" fmla="*/ 2204 w 3903"/>
                      <a:gd name="T15" fmla="*/ 126 h 664"/>
                      <a:gd name="T16" fmla="*/ 1885 w 3903"/>
                      <a:gd name="T17" fmla="*/ 208 h 664"/>
                      <a:gd name="T18" fmla="*/ 1278 w 3903"/>
                      <a:gd name="T19" fmla="*/ 110 h 664"/>
                      <a:gd name="T20" fmla="*/ 848 w 3903"/>
                      <a:gd name="T21" fmla="*/ 173 h 664"/>
                      <a:gd name="T22" fmla="*/ 529 w 3903"/>
                      <a:gd name="T23" fmla="*/ 91 h 664"/>
                      <a:gd name="T24" fmla="*/ 0 w 3903"/>
                      <a:gd name="T25" fmla="*/ 91 h 664"/>
                      <a:gd name="connsiteX0" fmla="*/ 0 w 10000"/>
                      <a:gd name="connsiteY0" fmla="*/ 1325 h 9955"/>
                      <a:gd name="connsiteX1" fmla="*/ 5772 w 10000"/>
                      <a:gd name="connsiteY1" fmla="*/ 9955 h 9955"/>
                      <a:gd name="connsiteX2" fmla="*/ 10000 w 10000"/>
                      <a:gd name="connsiteY2" fmla="*/ 0 h 9955"/>
                      <a:gd name="connsiteX3" fmla="*/ 8877 w 10000"/>
                      <a:gd name="connsiteY3" fmla="*/ 1073 h 9955"/>
                      <a:gd name="connsiteX4" fmla="*/ 7922 w 10000"/>
                      <a:gd name="connsiteY4" fmla="*/ 1566 h 9955"/>
                      <a:gd name="connsiteX5" fmla="*/ 7077 w 10000"/>
                      <a:gd name="connsiteY5" fmla="*/ 844 h 9955"/>
                      <a:gd name="connsiteX6" fmla="*/ 6211 w 10000"/>
                      <a:gd name="connsiteY6" fmla="*/ 2319 h 9955"/>
                      <a:gd name="connsiteX7" fmla="*/ 5647 w 10000"/>
                      <a:gd name="connsiteY7" fmla="*/ 1853 h 9955"/>
                      <a:gd name="connsiteX8" fmla="*/ 4830 w 10000"/>
                      <a:gd name="connsiteY8" fmla="*/ 3088 h 9955"/>
                      <a:gd name="connsiteX9" fmla="*/ 3274 w 10000"/>
                      <a:gd name="connsiteY9" fmla="*/ 1612 h 9955"/>
                      <a:gd name="connsiteX10" fmla="*/ 2173 w 10000"/>
                      <a:gd name="connsiteY10" fmla="*/ 2560 h 9955"/>
                      <a:gd name="connsiteX11" fmla="*/ 1355 w 10000"/>
                      <a:gd name="connsiteY11" fmla="*/ 1325 h 9955"/>
                      <a:gd name="connsiteX12" fmla="*/ 0 w 10000"/>
                      <a:gd name="connsiteY12" fmla="*/ 1325 h 9955"/>
                      <a:gd name="connsiteX0" fmla="*/ 0 w 9563"/>
                      <a:gd name="connsiteY0" fmla="*/ 483 h 9152"/>
                      <a:gd name="connsiteX1" fmla="*/ 5772 w 9563"/>
                      <a:gd name="connsiteY1" fmla="*/ 9152 h 9152"/>
                      <a:gd name="connsiteX2" fmla="*/ 9563 w 9563"/>
                      <a:gd name="connsiteY2" fmla="*/ 358 h 9152"/>
                      <a:gd name="connsiteX3" fmla="*/ 8877 w 9563"/>
                      <a:gd name="connsiteY3" fmla="*/ 230 h 9152"/>
                      <a:gd name="connsiteX4" fmla="*/ 7922 w 9563"/>
                      <a:gd name="connsiteY4" fmla="*/ 725 h 9152"/>
                      <a:gd name="connsiteX5" fmla="*/ 7077 w 9563"/>
                      <a:gd name="connsiteY5" fmla="*/ 0 h 9152"/>
                      <a:gd name="connsiteX6" fmla="*/ 6211 w 9563"/>
                      <a:gd name="connsiteY6" fmla="*/ 1481 h 9152"/>
                      <a:gd name="connsiteX7" fmla="*/ 5647 w 9563"/>
                      <a:gd name="connsiteY7" fmla="*/ 1013 h 9152"/>
                      <a:gd name="connsiteX8" fmla="*/ 4830 w 9563"/>
                      <a:gd name="connsiteY8" fmla="*/ 2254 h 9152"/>
                      <a:gd name="connsiteX9" fmla="*/ 3274 w 9563"/>
                      <a:gd name="connsiteY9" fmla="*/ 771 h 9152"/>
                      <a:gd name="connsiteX10" fmla="*/ 2173 w 9563"/>
                      <a:gd name="connsiteY10" fmla="*/ 1724 h 9152"/>
                      <a:gd name="connsiteX11" fmla="*/ 1355 w 9563"/>
                      <a:gd name="connsiteY11" fmla="*/ 483 h 9152"/>
                      <a:gd name="connsiteX12" fmla="*/ 0 w 9563"/>
                      <a:gd name="connsiteY12" fmla="*/ 483 h 9152"/>
                      <a:gd name="connsiteX0" fmla="*/ 0 w 10000"/>
                      <a:gd name="connsiteY0" fmla="*/ 528 h 10000"/>
                      <a:gd name="connsiteX1" fmla="*/ 6036 w 10000"/>
                      <a:gd name="connsiteY1" fmla="*/ 10000 h 10000"/>
                      <a:gd name="connsiteX2" fmla="*/ 10000 w 10000"/>
                      <a:gd name="connsiteY2" fmla="*/ 391 h 10000"/>
                      <a:gd name="connsiteX3" fmla="*/ 9180 w 10000"/>
                      <a:gd name="connsiteY3" fmla="*/ 433 h 10000"/>
                      <a:gd name="connsiteX4" fmla="*/ 8284 w 10000"/>
                      <a:gd name="connsiteY4" fmla="*/ 792 h 10000"/>
                      <a:gd name="connsiteX5" fmla="*/ 7400 w 10000"/>
                      <a:gd name="connsiteY5" fmla="*/ 0 h 10000"/>
                      <a:gd name="connsiteX6" fmla="*/ 6495 w 10000"/>
                      <a:gd name="connsiteY6" fmla="*/ 1618 h 10000"/>
                      <a:gd name="connsiteX7" fmla="*/ 5905 w 10000"/>
                      <a:gd name="connsiteY7" fmla="*/ 1107 h 10000"/>
                      <a:gd name="connsiteX8" fmla="*/ 5051 w 10000"/>
                      <a:gd name="connsiteY8" fmla="*/ 2463 h 10000"/>
                      <a:gd name="connsiteX9" fmla="*/ 3424 w 10000"/>
                      <a:gd name="connsiteY9" fmla="*/ 842 h 10000"/>
                      <a:gd name="connsiteX10" fmla="*/ 2272 w 10000"/>
                      <a:gd name="connsiteY10" fmla="*/ 1884 h 10000"/>
                      <a:gd name="connsiteX11" fmla="*/ 1417 w 10000"/>
                      <a:gd name="connsiteY11" fmla="*/ 528 h 10000"/>
                      <a:gd name="connsiteX12" fmla="*/ 0 w 10000"/>
                      <a:gd name="connsiteY12" fmla="*/ 528 h 10000"/>
                      <a:gd name="connsiteX0" fmla="*/ 0 w 10000"/>
                      <a:gd name="connsiteY0" fmla="*/ 528 h 10000"/>
                      <a:gd name="connsiteX1" fmla="*/ 6036 w 10000"/>
                      <a:gd name="connsiteY1" fmla="*/ 10000 h 10000"/>
                      <a:gd name="connsiteX2" fmla="*/ 10000 w 10000"/>
                      <a:gd name="connsiteY2" fmla="*/ 391 h 10000"/>
                      <a:gd name="connsiteX3" fmla="*/ 8981 w 10000"/>
                      <a:gd name="connsiteY3" fmla="*/ 388 h 10000"/>
                      <a:gd name="connsiteX4" fmla="*/ 8284 w 10000"/>
                      <a:gd name="connsiteY4" fmla="*/ 792 h 10000"/>
                      <a:gd name="connsiteX5" fmla="*/ 7400 w 10000"/>
                      <a:gd name="connsiteY5" fmla="*/ 0 h 10000"/>
                      <a:gd name="connsiteX6" fmla="*/ 6495 w 10000"/>
                      <a:gd name="connsiteY6" fmla="*/ 1618 h 10000"/>
                      <a:gd name="connsiteX7" fmla="*/ 5905 w 10000"/>
                      <a:gd name="connsiteY7" fmla="*/ 1107 h 10000"/>
                      <a:gd name="connsiteX8" fmla="*/ 5051 w 10000"/>
                      <a:gd name="connsiteY8" fmla="*/ 2463 h 10000"/>
                      <a:gd name="connsiteX9" fmla="*/ 3424 w 10000"/>
                      <a:gd name="connsiteY9" fmla="*/ 842 h 10000"/>
                      <a:gd name="connsiteX10" fmla="*/ 2272 w 10000"/>
                      <a:gd name="connsiteY10" fmla="*/ 1884 h 10000"/>
                      <a:gd name="connsiteX11" fmla="*/ 1417 w 10000"/>
                      <a:gd name="connsiteY11" fmla="*/ 528 h 10000"/>
                      <a:gd name="connsiteX12" fmla="*/ 0 w 10000"/>
                      <a:gd name="connsiteY12" fmla="*/ 528 h 1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000" h="10000">
                        <a:moveTo>
                          <a:pt x="0" y="528"/>
                        </a:moveTo>
                        <a:lnTo>
                          <a:pt x="6036" y="10000"/>
                        </a:lnTo>
                        <a:lnTo>
                          <a:pt x="10000" y="391"/>
                        </a:lnTo>
                        <a:lnTo>
                          <a:pt x="8981" y="388"/>
                        </a:lnTo>
                        <a:lnTo>
                          <a:pt x="8284" y="792"/>
                        </a:lnTo>
                        <a:lnTo>
                          <a:pt x="7400" y="0"/>
                        </a:lnTo>
                        <a:lnTo>
                          <a:pt x="6495" y="1618"/>
                        </a:lnTo>
                        <a:lnTo>
                          <a:pt x="5905" y="1107"/>
                        </a:lnTo>
                        <a:lnTo>
                          <a:pt x="5051" y="2463"/>
                        </a:lnTo>
                        <a:lnTo>
                          <a:pt x="3424" y="842"/>
                        </a:lnTo>
                        <a:lnTo>
                          <a:pt x="2272" y="1884"/>
                        </a:lnTo>
                        <a:lnTo>
                          <a:pt x="1417" y="528"/>
                        </a:lnTo>
                        <a:lnTo>
                          <a:pt x="0" y="528"/>
                        </a:lnTo>
                        <a:close/>
                      </a:path>
                    </a:pathLst>
                  </a:cu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wrap="square" lIns="91440" tIns="45720" rIns="91440" bIns="45720" anchor="ctr">
                    <a:normAutofit/>
                  </a:bodyPr>
                  <a:lstStyle/>
                  <a:p>
                    <a:pPr algn="ctr"/>
                    <a:endParaRPr/>
                  </a:p>
                </p:txBody>
              </p:sp>
            </p:grpSp>
          </p:grpSp>
          <p:grpSp>
            <p:nvGrpSpPr>
              <p:cNvPr id="16" name="ïŝḻïḓè">
                <a:extLst>
                  <a:ext uri="{FF2B5EF4-FFF2-40B4-BE49-F238E27FC236}">
                    <a16:creationId xmlns:a16="http://schemas.microsoft.com/office/drawing/2014/main" id="{437400EC-7127-4EA0-B538-9CDA45305BBE}"/>
                  </a:ext>
                </a:extLst>
              </p:cNvPr>
              <p:cNvGrpSpPr/>
              <p:nvPr/>
            </p:nvGrpSpPr>
            <p:grpSpPr>
              <a:xfrm>
                <a:off x="3973546" y="2194189"/>
                <a:ext cx="670163" cy="670163"/>
                <a:chOff x="4625924" y="2082560"/>
                <a:chExt cx="670163" cy="670163"/>
              </a:xfrm>
            </p:grpSpPr>
            <p:sp>
              <p:nvSpPr>
                <p:cNvPr id="26" name="íşḷiḋé">
                  <a:extLst>
                    <a:ext uri="{FF2B5EF4-FFF2-40B4-BE49-F238E27FC236}">
                      <a16:creationId xmlns:a16="http://schemas.microsoft.com/office/drawing/2014/main" id="{E2AF2DD7-03D5-490B-A681-44B0B1516FF2}"/>
                    </a:ext>
                  </a:extLst>
                </p:cNvPr>
                <p:cNvSpPr/>
                <p:nvPr/>
              </p:nvSpPr>
              <p:spPr>
                <a:xfrm>
                  <a:off x="4625924" y="2082560"/>
                  <a:ext cx="670163" cy="670163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7" name="iṩḷíḍè">
                  <a:extLst>
                    <a:ext uri="{FF2B5EF4-FFF2-40B4-BE49-F238E27FC236}">
                      <a16:creationId xmlns:a16="http://schemas.microsoft.com/office/drawing/2014/main" id="{B4701EEF-513E-4087-8DE6-AD50E213EB4A}"/>
                    </a:ext>
                  </a:extLst>
                </p:cNvPr>
                <p:cNvSpPr/>
                <p:nvPr/>
              </p:nvSpPr>
              <p:spPr bwMode="auto">
                <a:xfrm>
                  <a:off x="4800411" y="2257329"/>
                  <a:ext cx="321188" cy="320625"/>
                </a:xfrm>
                <a:custGeom>
                  <a:avLst/>
                  <a:gdLst>
                    <a:gd name="connsiteX0" fmla="*/ 494240 w 604110"/>
                    <a:gd name="connsiteY0" fmla="*/ 200547 h 603052"/>
                    <a:gd name="connsiteX1" fmla="*/ 591063 w 604110"/>
                    <a:gd name="connsiteY1" fmla="*/ 259888 h 603052"/>
                    <a:gd name="connsiteX2" fmla="*/ 604110 w 604110"/>
                    <a:gd name="connsiteY2" fmla="*/ 283323 h 603052"/>
                    <a:gd name="connsiteX3" fmla="*/ 604110 w 604110"/>
                    <a:gd name="connsiteY3" fmla="*/ 575643 h 603052"/>
                    <a:gd name="connsiteX4" fmla="*/ 576643 w 604110"/>
                    <a:gd name="connsiteY4" fmla="*/ 603052 h 603052"/>
                    <a:gd name="connsiteX5" fmla="*/ 494240 w 604110"/>
                    <a:gd name="connsiteY5" fmla="*/ 603052 h 603052"/>
                    <a:gd name="connsiteX6" fmla="*/ 109870 w 604110"/>
                    <a:gd name="connsiteY6" fmla="*/ 146282 h 603052"/>
                    <a:gd name="connsiteX7" fmla="*/ 109870 w 604110"/>
                    <a:gd name="connsiteY7" fmla="*/ 603052 h 603052"/>
                    <a:gd name="connsiteX8" fmla="*/ 27467 w 604110"/>
                    <a:gd name="connsiteY8" fmla="*/ 603052 h 603052"/>
                    <a:gd name="connsiteX9" fmla="*/ 0 w 604110"/>
                    <a:gd name="connsiteY9" fmla="*/ 575643 h 603052"/>
                    <a:gd name="connsiteX10" fmla="*/ 0 w 604110"/>
                    <a:gd name="connsiteY10" fmla="*/ 228509 h 603052"/>
                    <a:gd name="connsiteX11" fmla="*/ 12223 w 604110"/>
                    <a:gd name="connsiteY11" fmla="*/ 205622 h 603052"/>
                    <a:gd name="connsiteX12" fmla="*/ 94625 w 604110"/>
                    <a:gd name="connsiteY12" fmla="*/ 150804 h 603052"/>
                    <a:gd name="connsiteX13" fmla="*/ 109870 w 604110"/>
                    <a:gd name="connsiteY13" fmla="*/ 146282 h 603052"/>
                    <a:gd name="connsiteX14" fmla="*/ 302055 w 604110"/>
                    <a:gd name="connsiteY14" fmla="*/ 0 h 603052"/>
                    <a:gd name="connsiteX15" fmla="*/ 329512 w 604110"/>
                    <a:gd name="connsiteY15" fmla="*/ 27411 h 603052"/>
                    <a:gd name="connsiteX16" fmla="*/ 329512 w 604110"/>
                    <a:gd name="connsiteY16" fmla="*/ 73052 h 603052"/>
                    <a:gd name="connsiteX17" fmla="*/ 411883 w 604110"/>
                    <a:gd name="connsiteY17" fmla="*/ 73052 h 603052"/>
                    <a:gd name="connsiteX18" fmla="*/ 439340 w 604110"/>
                    <a:gd name="connsiteY18" fmla="*/ 100463 h 603052"/>
                    <a:gd name="connsiteX19" fmla="*/ 439340 w 604110"/>
                    <a:gd name="connsiteY19" fmla="*/ 111976 h 603052"/>
                    <a:gd name="connsiteX20" fmla="*/ 439340 w 604110"/>
                    <a:gd name="connsiteY20" fmla="*/ 166799 h 603052"/>
                    <a:gd name="connsiteX21" fmla="*/ 439340 w 604110"/>
                    <a:gd name="connsiteY21" fmla="*/ 603052 h 603052"/>
                    <a:gd name="connsiteX22" fmla="*/ 411883 w 604110"/>
                    <a:gd name="connsiteY22" fmla="*/ 603052 h 603052"/>
                    <a:gd name="connsiteX23" fmla="*/ 329512 w 604110"/>
                    <a:gd name="connsiteY23" fmla="*/ 603052 h 603052"/>
                    <a:gd name="connsiteX24" fmla="*/ 329512 w 604110"/>
                    <a:gd name="connsiteY24" fmla="*/ 548229 h 603052"/>
                    <a:gd name="connsiteX25" fmla="*/ 329512 w 604110"/>
                    <a:gd name="connsiteY25" fmla="*/ 520818 h 603052"/>
                    <a:gd name="connsiteX26" fmla="*/ 302055 w 604110"/>
                    <a:gd name="connsiteY26" fmla="*/ 493406 h 603052"/>
                    <a:gd name="connsiteX27" fmla="*/ 274598 w 604110"/>
                    <a:gd name="connsiteY27" fmla="*/ 520818 h 603052"/>
                    <a:gd name="connsiteX28" fmla="*/ 274598 w 604110"/>
                    <a:gd name="connsiteY28" fmla="*/ 548229 h 603052"/>
                    <a:gd name="connsiteX29" fmla="*/ 274598 w 604110"/>
                    <a:gd name="connsiteY29" fmla="*/ 603052 h 603052"/>
                    <a:gd name="connsiteX30" fmla="*/ 192227 w 604110"/>
                    <a:gd name="connsiteY30" fmla="*/ 603052 h 603052"/>
                    <a:gd name="connsiteX31" fmla="*/ 164770 w 604110"/>
                    <a:gd name="connsiteY31" fmla="*/ 603052 h 603052"/>
                    <a:gd name="connsiteX32" fmla="*/ 164770 w 604110"/>
                    <a:gd name="connsiteY32" fmla="*/ 177215 h 603052"/>
                    <a:gd name="connsiteX33" fmla="*/ 164770 w 604110"/>
                    <a:gd name="connsiteY33" fmla="*/ 100463 h 603052"/>
                    <a:gd name="connsiteX34" fmla="*/ 172870 w 604110"/>
                    <a:gd name="connsiteY34" fmla="*/ 81138 h 603052"/>
                    <a:gd name="connsiteX35" fmla="*/ 192227 w 604110"/>
                    <a:gd name="connsiteY35" fmla="*/ 73052 h 603052"/>
                    <a:gd name="connsiteX36" fmla="*/ 274598 w 604110"/>
                    <a:gd name="connsiteY36" fmla="*/ 73052 h 603052"/>
                    <a:gd name="connsiteX37" fmla="*/ 274598 w 604110"/>
                    <a:gd name="connsiteY37" fmla="*/ 27411 h 603052"/>
                    <a:gd name="connsiteX38" fmla="*/ 302055 w 604110"/>
                    <a:gd name="connsiteY38" fmla="*/ 0 h 60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604110" h="603052">
                      <a:moveTo>
                        <a:pt x="494240" y="200547"/>
                      </a:moveTo>
                      <a:lnTo>
                        <a:pt x="591063" y="259888"/>
                      </a:lnTo>
                      <a:cubicBezTo>
                        <a:pt x="599166" y="264959"/>
                        <a:pt x="604110" y="273730"/>
                        <a:pt x="604110" y="283323"/>
                      </a:cubicBezTo>
                      <a:lnTo>
                        <a:pt x="604110" y="575643"/>
                      </a:lnTo>
                      <a:cubicBezTo>
                        <a:pt x="604110" y="590718"/>
                        <a:pt x="591750" y="603052"/>
                        <a:pt x="576643" y="603052"/>
                      </a:cubicBezTo>
                      <a:lnTo>
                        <a:pt x="494240" y="603052"/>
                      </a:lnTo>
                      <a:close/>
                      <a:moveTo>
                        <a:pt x="109870" y="146282"/>
                      </a:moveTo>
                      <a:lnTo>
                        <a:pt x="109870" y="603052"/>
                      </a:lnTo>
                      <a:lnTo>
                        <a:pt x="27467" y="603052"/>
                      </a:lnTo>
                      <a:cubicBezTo>
                        <a:pt x="12360" y="603052"/>
                        <a:pt x="0" y="590718"/>
                        <a:pt x="0" y="575643"/>
                      </a:cubicBezTo>
                      <a:lnTo>
                        <a:pt x="0" y="228509"/>
                      </a:lnTo>
                      <a:cubicBezTo>
                        <a:pt x="0" y="219327"/>
                        <a:pt x="4532" y="210693"/>
                        <a:pt x="12223" y="205622"/>
                      </a:cubicBezTo>
                      <a:lnTo>
                        <a:pt x="94625" y="150804"/>
                      </a:lnTo>
                      <a:cubicBezTo>
                        <a:pt x="99295" y="147789"/>
                        <a:pt x="104514" y="146282"/>
                        <a:pt x="109870" y="146282"/>
                      </a:cubicBezTo>
                      <a:close/>
                      <a:moveTo>
                        <a:pt x="302055" y="0"/>
                      </a:moveTo>
                      <a:cubicBezTo>
                        <a:pt x="317156" y="0"/>
                        <a:pt x="329512" y="12335"/>
                        <a:pt x="329512" y="27411"/>
                      </a:cubicBezTo>
                      <a:lnTo>
                        <a:pt x="329512" y="73052"/>
                      </a:lnTo>
                      <a:lnTo>
                        <a:pt x="411883" y="73052"/>
                      </a:lnTo>
                      <a:cubicBezTo>
                        <a:pt x="426984" y="73052"/>
                        <a:pt x="439340" y="85387"/>
                        <a:pt x="439340" y="100463"/>
                      </a:cubicBezTo>
                      <a:lnTo>
                        <a:pt x="439340" y="111976"/>
                      </a:lnTo>
                      <a:lnTo>
                        <a:pt x="439340" y="166799"/>
                      </a:lnTo>
                      <a:lnTo>
                        <a:pt x="439340" y="603052"/>
                      </a:lnTo>
                      <a:lnTo>
                        <a:pt x="411883" y="603052"/>
                      </a:lnTo>
                      <a:lnTo>
                        <a:pt x="329512" y="603052"/>
                      </a:lnTo>
                      <a:lnTo>
                        <a:pt x="329512" y="548229"/>
                      </a:lnTo>
                      <a:lnTo>
                        <a:pt x="329512" y="520818"/>
                      </a:lnTo>
                      <a:cubicBezTo>
                        <a:pt x="329512" y="505604"/>
                        <a:pt x="317156" y="493406"/>
                        <a:pt x="302055" y="493406"/>
                      </a:cubicBezTo>
                      <a:cubicBezTo>
                        <a:pt x="286816" y="493406"/>
                        <a:pt x="274598" y="505604"/>
                        <a:pt x="274598" y="520818"/>
                      </a:cubicBezTo>
                      <a:lnTo>
                        <a:pt x="274598" y="548229"/>
                      </a:lnTo>
                      <a:lnTo>
                        <a:pt x="274598" y="603052"/>
                      </a:lnTo>
                      <a:lnTo>
                        <a:pt x="192227" y="603052"/>
                      </a:lnTo>
                      <a:lnTo>
                        <a:pt x="164770" y="603052"/>
                      </a:lnTo>
                      <a:lnTo>
                        <a:pt x="164770" y="177215"/>
                      </a:lnTo>
                      <a:lnTo>
                        <a:pt x="164770" y="100463"/>
                      </a:lnTo>
                      <a:cubicBezTo>
                        <a:pt x="164770" y="93199"/>
                        <a:pt x="167653" y="86209"/>
                        <a:pt x="172870" y="81138"/>
                      </a:cubicBezTo>
                      <a:cubicBezTo>
                        <a:pt x="177949" y="75930"/>
                        <a:pt x="184951" y="73052"/>
                        <a:pt x="192227" y="73052"/>
                      </a:cubicBezTo>
                      <a:lnTo>
                        <a:pt x="274598" y="73052"/>
                      </a:lnTo>
                      <a:lnTo>
                        <a:pt x="274598" y="27411"/>
                      </a:lnTo>
                      <a:cubicBezTo>
                        <a:pt x="274598" y="12335"/>
                        <a:pt x="286816" y="0"/>
                        <a:pt x="3020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17" name="ïSlïḍe">
                <a:extLst>
                  <a:ext uri="{FF2B5EF4-FFF2-40B4-BE49-F238E27FC236}">
                    <a16:creationId xmlns:a16="http://schemas.microsoft.com/office/drawing/2014/main" id="{15890259-58E6-4E0B-9C4B-EAF472ADBB61}"/>
                  </a:ext>
                </a:extLst>
              </p:cNvPr>
              <p:cNvGrpSpPr/>
              <p:nvPr/>
            </p:nvGrpSpPr>
            <p:grpSpPr>
              <a:xfrm>
                <a:off x="3973546" y="4340854"/>
                <a:ext cx="670163" cy="670163"/>
                <a:chOff x="4625924" y="2082560"/>
                <a:chExt cx="670163" cy="670163"/>
              </a:xfrm>
            </p:grpSpPr>
            <p:sp>
              <p:nvSpPr>
                <p:cNvPr id="24" name="i$ḻiḋè">
                  <a:extLst>
                    <a:ext uri="{FF2B5EF4-FFF2-40B4-BE49-F238E27FC236}">
                      <a16:creationId xmlns:a16="http://schemas.microsoft.com/office/drawing/2014/main" id="{DC14A0AF-3E31-4044-9591-5EF509892EFB}"/>
                    </a:ext>
                  </a:extLst>
                </p:cNvPr>
                <p:cNvSpPr/>
                <p:nvPr/>
              </p:nvSpPr>
              <p:spPr>
                <a:xfrm>
                  <a:off x="4625924" y="2082560"/>
                  <a:ext cx="670163" cy="670163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5" name="ïṩľîḋê">
                  <a:extLst>
                    <a:ext uri="{FF2B5EF4-FFF2-40B4-BE49-F238E27FC236}">
                      <a16:creationId xmlns:a16="http://schemas.microsoft.com/office/drawing/2014/main" id="{4BFDC48A-983D-4CAD-A0AA-5666452FE5A6}"/>
                    </a:ext>
                  </a:extLst>
                </p:cNvPr>
                <p:cNvSpPr/>
                <p:nvPr/>
              </p:nvSpPr>
              <p:spPr bwMode="auto">
                <a:xfrm>
                  <a:off x="4800411" y="2257329"/>
                  <a:ext cx="321188" cy="320625"/>
                </a:xfrm>
                <a:custGeom>
                  <a:avLst/>
                  <a:gdLst>
                    <a:gd name="connsiteX0" fmla="*/ 494240 w 604110"/>
                    <a:gd name="connsiteY0" fmla="*/ 200547 h 603052"/>
                    <a:gd name="connsiteX1" fmla="*/ 591063 w 604110"/>
                    <a:gd name="connsiteY1" fmla="*/ 259888 h 603052"/>
                    <a:gd name="connsiteX2" fmla="*/ 604110 w 604110"/>
                    <a:gd name="connsiteY2" fmla="*/ 283323 h 603052"/>
                    <a:gd name="connsiteX3" fmla="*/ 604110 w 604110"/>
                    <a:gd name="connsiteY3" fmla="*/ 575643 h 603052"/>
                    <a:gd name="connsiteX4" fmla="*/ 576643 w 604110"/>
                    <a:gd name="connsiteY4" fmla="*/ 603052 h 603052"/>
                    <a:gd name="connsiteX5" fmla="*/ 494240 w 604110"/>
                    <a:gd name="connsiteY5" fmla="*/ 603052 h 603052"/>
                    <a:gd name="connsiteX6" fmla="*/ 109870 w 604110"/>
                    <a:gd name="connsiteY6" fmla="*/ 146282 h 603052"/>
                    <a:gd name="connsiteX7" fmla="*/ 109870 w 604110"/>
                    <a:gd name="connsiteY7" fmla="*/ 603052 h 603052"/>
                    <a:gd name="connsiteX8" fmla="*/ 27467 w 604110"/>
                    <a:gd name="connsiteY8" fmla="*/ 603052 h 603052"/>
                    <a:gd name="connsiteX9" fmla="*/ 0 w 604110"/>
                    <a:gd name="connsiteY9" fmla="*/ 575643 h 603052"/>
                    <a:gd name="connsiteX10" fmla="*/ 0 w 604110"/>
                    <a:gd name="connsiteY10" fmla="*/ 228509 h 603052"/>
                    <a:gd name="connsiteX11" fmla="*/ 12223 w 604110"/>
                    <a:gd name="connsiteY11" fmla="*/ 205622 h 603052"/>
                    <a:gd name="connsiteX12" fmla="*/ 94625 w 604110"/>
                    <a:gd name="connsiteY12" fmla="*/ 150804 h 603052"/>
                    <a:gd name="connsiteX13" fmla="*/ 109870 w 604110"/>
                    <a:gd name="connsiteY13" fmla="*/ 146282 h 603052"/>
                    <a:gd name="connsiteX14" fmla="*/ 302055 w 604110"/>
                    <a:gd name="connsiteY14" fmla="*/ 0 h 603052"/>
                    <a:gd name="connsiteX15" fmla="*/ 329512 w 604110"/>
                    <a:gd name="connsiteY15" fmla="*/ 27411 h 603052"/>
                    <a:gd name="connsiteX16" fmla="*/ 329512 w 604110"/>
                    <a:gd name="connsiteY16" fmla="*/ 73052 h 603052"/>
                    <a:gd name="connsiteX17" fmla="*/ 411883 w 604110"/>
                    <a:gd name="connsiteY17" fmla="*/ 73052 h 603052"/>
                    <a:gd name="connsiteX18" fmla="*/ 439340 w 604110"/>
                    <a:gd name="connsiteY18" fmla="*/ 100463 h 603052"/>
                    <a:gd name="connsiteX19" fmla="*/ 439340 w 604110"/>
                    <a:gd name="connsiteY19" fmla="*/ 111976 h 603052"/>
                    <a:gd name="connsiteX20" fmla="*/ 439340 w 604110"/>
                    <a:gd name="connsiteY20" fmla="*/ 166799 h 603052"/>
                    <a:gd name="connsiteX21" fmla="*/ 439340 w 604110"/>
                    <a:gd name="connsiteY21" fmla="*/ 603052 h 603052"/>
                    <a:gd name="connsiteX22" fmla="*/ 411883 w 604110"/>
                    <a:gd name="connsiteY22" fmla="*/ 603052 h 603052"/>
                    <a:gd name="connsiteX23" fmla="*/ 329512 w 604110"/>
                    <a:gd name="connsiteY23" fmla="*/ 603052 h 603052"/>
                    <a:gd name="connsiteX24" fmla="*/ 329512 w 604110"/>
                    <a:gd name="connsiteY24" fmla="*/ 548229 h 603052"/>
                    <a:gd name="connsiteX25" fmla="*/ 329512 w 604110"/>
                    <a:gd name="connsiteY25" fmla="*/ 520818 h 603052"/>
                    <a:gd name="connsiteX26" fmla="*/ 302055 w 604110"/>
                    <a:gd name="connsiteY26" fmla="*/ 493406 h 603052"/>
                    <a:gd name="connsiteX27" fmla="*/ 274598 w 604110"/>
                    <a:gd name="connsiteY27" fmla="*/ 520818 h 603052"/>
                    <a:gd name="connsiteX28" fmla="*/ 274598 w 604110"/>
                    <a:gd name="connsiteY28" fmla="*/ 548229 h 603052"/>
                    <a:gd name="connsiteX29" fmla="*/ 274598 w 604110"/>
                    <a:gd name="connsiteY29" fmla="*/ 603052 h 603052"/>
                    <a:gd name="connsiteX30" fmla="*/ 192227 w 604110"/>
                    <a:gd name="connsiteY30" fmla="*/ 603052 h 603052"/>
                    <a:gd name="connsiteX31" fmla="*/ 164770 w 604110"/>
                    <a:gd name="connsiteY31" fmla="*/ 603052 h 603052"/>
                    <a:gd name="connsiteX32" fmla="*/ 164770 w 604110"/>
                    <a:gd name="connsiteY32" fmla="*/ 177215 h 603052"/>
                    <a:gd name="connsiteX33" fmla="*/ 164770 w 604110"/>
                    <a:gd name="connsiteY33" fmla="*/ 100463 h 603052"/>
                    <a:gd name="connsiteX34" fmla="*/ 172870 w 604110"/>
                    <a:gd name="connsiteY34" fmla="*/ 81138 h 603052"/>
                    <a:gd name="connsiteX35" fmla="*/ 192227 w 604110"/>
                    <a:gd name="connsiteY35" fmla="*/ 73052 h 603052"/>
                    <a:gd name="connsiteX36" fmla="*/ 274598 w 604110"/>
                    <a:gd name="connsiteY36" fmla="*/ 73052 h 603052"/>
                    <a:gd name="connsiteX37" fmla="*/ 274598 w 604110"/>
                    <a:gd name="connsiteY37" fmla="*/ 27411 h 603052"/>
                    <a:gd name="connsiteX38" fmla="*/ 302055 w 604110"/>
                    <a:gd name="connsiteY38" fmla="*/ 0 h 60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604110" h="603052">
                      <a:moveTo>
                        <a:pt x="494240" y="200547"/>
                      </a:moveTo>
                      <a:lnTo>
                        <a:pt x="591063" y="259888"/>
                      </a:lnTo>
                      <a:cubicBezTo>
                        <a:pt x="599166" y="264959"/>
                        <a:pt x="604110" y="273730"/>
                        <a:pt x="604110" y="283323"/>
                      </a:cubicBezTo>
                      <a:lnTo>
                        <a:pt x="604110" y="575643"/>
                      </a:lnTo>
                      <a:cubicBezTo>
                        <a:pt x="604110" y="590718"/>
                        <a:pt x="591750" y="603052"/>
                        <a:pt x="576643" y="603052"/>
                      </a:cubicBezTo>
                      <a:lnTo>
                        <a:pt x="494240" y="603052"/>
                      </a:lnTo>
                      <a:close/>
                      <a:moveTo>
                        <a:pt x="109870" y="146282"/>
                      </a:moveTo>
                      <a:lnTo>
                        <a:pt x="109870" y="603052"/>
                      </a:lnTo>
                      <a:lnTo>
                        <a:pt x="27467" y="603052"/>
                      </a:lnTo>
                      <a:cubicBezTo>
                        <a:pt x="12360" y="603052"/>
                        <a:pt x="0" y="590718"/>
                        <a:pt x="0" y="575643"/>
                      </a:cubicBezTo>
                      <a:lnTo>
                        <a:pt x="0" y="228509"/>
                      </a:lnTo>
                      <a:cubicBezTo>
                        <a:pt x="0" y="219327"/>
                        <a:pt x="4532" y="210693"/>
                        <a:pt x="12223" y="205622"/>
                      </a:cubicBezTo>
                      <a:lnTo>
                        <a:pt x="94625" y="150804"/>
                      </a:lnTo>
                      <a:cubicBezTo>
                        <a:pt x="99295" y="147789"/>
                        <a:pt x="104514" y="146282"/>
                        <a:pt x="109870" y="146282"/>
                      </a:cubicBezTo>
                      <a:close/>
                      <a:moveTo>
                        <a:pt x="302055" y="0"/>
                      </a:moveTo>
                      <a:cubicBezTo>
                        <a:pt x="317156" y="0"/>
                        <a:pt x="329512" y="12335"/>
                        <a:pt x="329512" y="27411"/>
                      </a:cubicBezTo>
                      <a:lnTo>
                        <a:pt x="329512" y="73052"/>
                      </a:lnTo>
                      <a:lnTo>
                        <a:pt x="411883" y="73052"/>
                      </a:lnTo>
                      <a:cubicBezTo>
                        <a:pt x="426984" y="73052"/>
                        <a:pt x="439340" y="85387"/>
                        <a:pt x="439340" y="100463"/>
                      </a:cubicBezTo>
                      <a:lnTo>
                        <a:pt x="439340" y="111976"/>
                      </a:lnTo>
                      <a:lnTo>
                        <a:pt x="439340" y="166799"/>
                      </a:lnTo>
                      <a:lnTo>
                        <a:pt x="439340" y="603052"/>
                      </a:lnTo>
                      <a:lnTo>
                        <a:pt x="411883" y="603052"/>
                      </a:lnTo>
                      <a:lnTo>
                        <a:pt x="329512" y="603052"/>
                      </a:lnTo>
                      <a:lnTo>
                        <a:pt x="329512" y="548229"/>
                      </a:lnTo>
                      <a:lnTo>
                        <a:pt x="329512" y="520818"/>
                      </a:lnTo>
                      <a:cubicBezTo>
                        <a:pt x="329512" y="505604"/>
                        <a:pt x="317156" y="493406"/>
                        <a:pt x="302055" y="493406"/>
                      </a:cubicBezTo>
                      <a:cubicBezTo>
                        <a:pt x="286816" y="493406"/>
                        <a:pt x="274598" y="505604"/>
                        <a:pt x="274598" y="520818"/>
                      </a:cubicBezTo>
                      <a:lnTo>
                        <a:pt x="274598" y="548229"/>
                      </a:lnTo>
                      <a:lnTo>
                        <a:pt x="274598" y="603052"/>
                      </a:lnTo>
                      <a:lnTo>
                        <a:pt x="192227" y="603052"/>
                      </a:lnTo>
                      <a:lnTo>
                        <a:pt x="164770" y="603052"/>
                      </a:lnTo>
                      <a:lnTo>
                        <a:pt x="164770" y="177215"/>
                      </a:lnTo>
                      <a:lnTo>
                        <a:pt x="164770" y="100463"/>
                      </a:lnTo>
                      <a:cubicBezTo>
                        <a:pt x="164770" y="93199"/>
                        <a:pt x="167653" y="86209"/>
                        <a:pt x="172870" y="81138"/>
                      </a:cubicBezTo>
                      <a:cubicBezTo>
                        <a:pt x="177949" y="75930"/>
                        <a:pt x="184951" y="73052"/>
                        <a:pt x="192227" y="73052"/>
                      </a:cubicBezTo>
                      <a:lnTo>
                        <a:pt x="274598" y="73052"/>
                      </a:lnTo>
                      <a:lnTo>
                        <a:pt x="274598" y="27411"/>
                      </a:lnTo>
                      <a:cubicBezTo>
                        <a:pt x="274598" y="12335"/>
                        <a:pt x="286816" y="0"/>
                        <a:pt x="3020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18" name="iŝḷíde">
                <a:extLst>
                  <a:ext uri="{FF2B5EF4-FFF2-40B4-BE49-F238E27FC236}">
                    <a16:creationId xmlns:a16="http://schemas.microsoft.com/office/drawing/2014/main" id="{94292C38-2F2E-464B-B399-8D11AE4FBA42}"/>
                  </a:ext>
                </a:extLst>
              </p:cNvPr>
              <p:cNvGrpSpPr/>
              <p:nvPr/>
            </p:nvGrpSpPr>
            <p:grpSpPr>
              <a:xfrm>
                <a:off x="7626320" y="2194189"/>
                <a:ext cx="670163" cy="670163"/>
                <a:chOff x="4625924" y="2082560"/>
                <a:chExt cx="670163" cy="670163"/>
              </a:xfrm>
            </p:grpSpPr>
            <p:sp>
              <p:nvSpPr>
                <p:cNvPr id="22" name="î$ļïḑê">
                  <a:extLst>
                    <a:ext uri="{FF2B5EF4-FFF2-40B4-BE49-F238E27FC236}">
                      <a16:creationId xmlns:a16="http://schemas.microsoft.com/office/drawing/2014/main" id="{4C293EF6-2261-4F02-AD9D-839DC740A8A7}"/>
                    </a:ext>
                  </a:extLst>
                </p:cNvPr>
                <p:cNvSpPr/>
                <p:nvPr/>
              </p:nvSpPr>
              <p:spPr>
                <a:xfrm>
                  <a:off x="4625924" y="2082560"/>
                  <a:ext cx="670163" cy="670163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3" name="iṩļîḑé">
                  <a:extLst>
                    <a:ext uri="{FF2B5EF4-FFF2-40B4-BE49-F238E27FC236}">
                      <a16:creationId xmlns:a16="http://schemas.microsoft.com/office/drawing/2014/main" id="{476D6AF4-1B59-48E7-B6D4-54889A1345EE}"/>
                    </a:ext>
                  </a:extLst>
                </p:cNvPr>
                <p:cNvSpPr/>
                <p:nvPr/>
              </p:nvSpPr>
              <p:spPr bwMode="auto">
                <a:xfrm>
                  <a:off x="4800411" y="2257329"/>
                  <a:ext cx="321188" cy="320625"/>
                </a:xfrm>
                <a:custGeom>
                  <a:avLst/>
                  <a:gdLst>
                    <a:gd name="connsiteX0" fmla="*/ 494240 w 604110"/>
                    <a:gd name="connsiteY0" fmla="*/ 200547 h 603052"/>
                    <a:gd name="connsiteX1" fmla="*/ 591063 w 604110"/>
                    <a:gd name="connsiteY1" fmla="*/ 259888 h 603052"/>
                    <a:gd name="connsiteX2" fmla="*/ 604110 w 604110"/>
                    <a:gd name="connsiteY2" fmla="*/ 283323 h 603052"/>
                    <a:gd name="connsiteX3" fmla="*/ 604110 w 604110"/>
                    <a:gd name="connsiteY3" fmla="*/ 575643 h 603052"/>
                    <a:gd name="connsiteX4" fmla="*/ 576643 w 604110"/>
                    <a:gd name="connsiteY4" fmla="*/ 603052 h 603052"/>
                    <a:gd name="connsiteX5" fmla="*/ 494240 w 604110"/>
                    <a:gd name="connsiteY5" fmla="*/ 603052 h 603052"/>
                    <a:gd name="connsiteX6" fmla="*/ 109870 w 604110"/>
                    <a:gd name="connsiteY6" fmla="*/ 146282 h 603052"/>
                    <a:gd name="connsiteX7" fmla="*/ 109870 w 604110"/>
                    <a:gd name="connsiteY7" fmla="*/ 603052 h 603052"/>
                    <a:gd name="connsiteX8" fmla="*/ 27467 w 604110"/>
                    <a:gd name="connsiteY8" fmla="*/ 603052 h 603052"/>
                    <a:gd name="connsiteX9" fmla="*/ 0 w 604110"/>
                    <a:gd name="connsiteY9" fmla="*/ 575643 h 603052"/>
                    <a:gd name="connsiteX10" fmla="*/ 0 w 604110"/>
                    <a:gd name="connsiteY10" fmla="*/ 228509 h 603052"/>
                    <a:gd name="connsiteX11" fmla="*/ 12223 w 604110"/>
                    <a:gd name="connsiteY11" fmla="*/ 205622 h 603052"/>
                    <a:gd name="connsiteX12" fmla="*/ 94625 w 604110"/>
                    <a:gd name="connsiteY12" fmla="*/ 150804 h 603052"/>
                    <a:gd name="connsiteX13" fmla="*/ 109870 w 604110"/>
                    <a:gd name="connsiteY13" fmla="*/ 146282 h 603052"/>
                    <a:gd name="connsiteX14" fmla="*/ 302055 w 604110"/>
                    <a:gd name="connsiteY14" fmla="*/ 0 h 603052"/>
                    <a:gd name="connsiteX15" fmla="*/ 329512 w 604110"/>
                    <a:gd name="connsiteY15" fmla="*/ 27411 h 603052"/>
                    <a:gd name="connsiteX16" fmla="*/ 329512 w 604110"/>
                    <a:gd name="connsiteY16" fmla="*/ 73052 h 603052"/>
                    <a:gd name="connsiteX17" fmla="*/ 411883 w 604110"/>
                    <a:gd name="connsiteY17" fmla="*/ 73052 h 603052"/>
                    <a:gd name="connsiteX18" fmla="*/ 439340 w 604110"/>
                    <a:gd name="connsiteY18" fmla="*/ 100463 h 603052"/>
                    <a:gd name="connsiteX19" fmla="*/ 439340 w 604110"/>
                    <a:gd name="connsiteY19" fmla="*/ 111976 h 603052"/>
                    <a:gd name="connsiteX20" fmla="*/ 439340 w 604110"/>
                    <a:gd name="connsiteY20" fmla="*/ 166799 h 603052"/>
                    <a:gd name="connsiteX21" fmla="*/ 439340 w 604110"/>
                    <a:gd name="connsiteY21" fmla="*/ 603052 h 603052"/>
                    <a:gd name="connsiteX22" fmla="*/ 411883 w 604110"/>
                    <a:gd name="connsiteY22" fmla="*/ 603052 h 603052"/>
                    <a:gd name="connsiteX23" fmla="*/ 329512 w 604110"/>
                    <a:gd name="connsiteY23" fmla="*/ 603052 h 603052"/>
                    <a:gd name="connsiteX24" fmla="*/ 329512 w 604110"/>
                    <a:gd name="connsiteY24" fmla="*/ 548229 h 603052"/>
                    <a:gd name="connsiteX25" fmla="*/ 329512 w 604110"/>
                    <a:gd name="connsiteY25" fmla="*/ 520818 h 603052"/>
                    <a:gd name="connsiteX26" fmla="*/ 302055 w 604110"/>
                    <a:gd name="connsiteY26" fmla="*/ 493406 h 603052"/>
                    <a:gd name="connsiteX27" fmla="*/ 274598 w 604110"/>
                    <a:gd name="connsiteY27" fmla="*/ 520818 h 603052"/>
                    <a:gd name="connsiteX28" fmla="*/ 274598 w 604110"/>
                    <a:gd name="connsiteY28" fmla="*/ 548229 h 603052"/>
                    <a:gd name="connsiteX29" fmla="*/ 274598 w 604110"/>
                    <a:gd name="connsiteY29" fmla="*/ 603052 h 603052"/>
                    <a:gd name="connsiteX30" fmla="*/ 192227 w 604110"/>
                    <a:gd name="connsiteY30" fmla="*/ 603052 h 603052"/>
                    <a:gd name="connsiteX31" fmla="*/ 164770 w 604110"/>
                    <a:gd name="connsiteY31" fmla="*/ 603052 h 603052"/>
                    <a:gd name="connsiteX32" fmla="*/ 164770 w 604110"/>
                    <a:gd name="connsiteY32" fmla="*/ 177215 h 603052"/>
                    <a:gd name="connsiteX33" fmla="*/ 164770 w 604110"/>
                    <a:gd name="connsiteY33" fmla="*/ 100463 h 603052"/>
                    <a:gd name="connsiteX34" fmla="*/ 172870 w 604110"/>
                    <a:gd name="connsiteY34" fmla="*/ 81138 h 603052"/>
                    <a:gd name="connsiteX35" fmla="*/ 192227 w 604110"/>
                    <a:gd name="connsiteY35" fmla="*/ 73052 h 603052"/>
                    <a:gd name="connsiteX36" fmla="*/ 274598 w 604110"/>
                    <a:gd name="connsiteY36" fmla="*/ 73052 h 603052"/>
                    <a:gd name="connsiteX37" fmla="*/ 274598 w 604110"/>
                    <a:gd name="connsiteY37" fmla="*/ 27411 h 603052"/>
                    <a:gd name="connsiteX38" fmla="*/ 302055 w 604110"/>
                    <a:gd name="connsiteY38" fmla="*/ 0 h 60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604110" h="603052">
                      <a:moveTo>
                        <a:pt x="494240" y="200547"/>
                      </a:moveTo>
                      <a:lnTo>
                        <a:pt x="591063" y="259888"/>
                      </a:lnTo>
                      <a:cubicBezTo>
                        <a:pt x="599166" y="264959"/>
                        <a:pt x="604110" y="273730"/>
                        <a:pt x="604110" y="283323"/>
                      </a:cubicBezTo>
                      <a:lnTo>
                        <a:pt x="604110" y="575643"/>
                      </a:lnTo>
                      <a:cubicBezTo>
                        <a:pt x="604110" y="590718"/>
                        <a:pt x="591750" y="603052"/>
                        <a:pt x="576643" y="603052"/>
                      </a:cubicBezTo>
                      <a:lnTo>
                        <a:pt x="494240" y="603052"/>
                      </a:lnTo>
                      <a:close/>
                      <a:moveTo>
                        <a:pt x="109870" y="146282"/>
                      </a:moveTo>
                      <a:lnTo>
                        <a:pt x="109870" y="603052"/>
                      </a:lnTo>
                      <a:lnTo>
                        <a:pt x="27467" y="603052"/>
                      </a:lnTo>
                      <a:cubicBezTo>
                        <a:pt x="12360" y="603052"/>
                        <a:pt x="0" y="590718"/>
                        <a:pt x="0" y="575643"/>
                      </a:cubicBezTo>
                      <a:lnTo>
                        <a:pt x="0" y="228509"/>
                      </a:lnTo>
                      <a:cubicBezTo>
                        <a:pt x="0" y="219327"/>
                        <a:pt x="4532" y="210693"/>
                        <a:pt x="12223" y="205622"/>
                      </a:cubicBezTo>
                      <a:lnTo>
                        <a:pt x="94625" y="150804"/>
                      </a:lnTo>
                      <a:cubicBezTo>
                        <a:pt x="99295" y="147789"/>
                        <a:pt x="104514" y="146282"/>
                        <a:pt x="109870" y="146282"/>
                      </a:cubicBezTo>
                      <a:close/>
                      <a:moveTo>
                        <a:pt x="302055" y="0"/>
                      </a:moveTo>
                      <a:cubicBezTo>
                        <a:pt x="317156" y="0"/>
                        <a:pt x="329512" y="12335"/>
                        <a:pt x="329512" y="27411"/>
                      </a:cubicBezTo>
                      <a:lnTo>
                        <a:pt x="329512" y="73052"/>
                      </a:lnTo>
                      <a:lnTo>
                        <a:pt x="411883" y="73052"/>
                      </a:lnTo>
                      <a:cubicBezTo>
                        <a:pt x="426984" y="73052"/>
                        <a:pt x="439340" y="85387"/>
                        <a:pt x="439340" y="100463"/>
                      </a:cubicBezTo>
                      <a:lnTo>
                        <a:pt x="439340" y="111976"/>
                      </a:lnTo>
                      <a:lnTo>
                        <a:pt x="439340" y="166799"/>
                      </a:lnTo>
                      <a:lnTo>
                        <a:pt x="439340" y="603052"/>
                      </a:lnTo>
                      <a:lnTo>
                        <a:pt x="411883" y="603052"/>
                      </a:lnTo>
                      <a:lnTo>
                        <a:pt x="329512" y="603052"/>
                      </a:lnTo>
                      <a:lnTo>
                        <a:pt x="329512" y="548229"/>
                      </a:lnTo>
                      <a:lnTo>
                        <a:pt x="329512" y="520818"/>
                      </a:lnTo>
                      <a:cubicBezTo>
                        <a:pt x="329512" y="505604"/>
                        <a:pt x="317156" y="493406"/>
                        <a:pt x="302055" y="493406"/>
                      </a:cubicBezTo>
                      <a:cubicBezTo>
                        <a:pt x="286816" y="493406"/>
                        <a:pt x="274598" y="505604"/>
                        <a:pt x="274598" y="520818"/>
                      </a:cubicBezTo>
                      <a:lnTo>
                        <a:pt x="274598" y="548229"/>
                      </a:lnTo>
                      <a:lnTo>
                        <a:pt x="274598" y="603052"/>
                      </a:lnTo>
                      <a:lnTo>
                        <a:pt x="192227" y="603052"/>
                      </a:lnTo>
                      <a:lnTo>
                        <a:pt x="164770" y="603052"/>
                      </a:lnTo>
                      <a:lnTo>
                        <a:pt x="164770" y="177215"/>
                      </a:lnTo>
                      <a:lnTo>
                        <a:pt x="164770" y="100463"/>
                      </a:lnTo>
                      <a:cubicBezTo>
                        <a:pt x="164770" y="93199"/>
                        <a:pt x="167653" y="86209"/>
                        <a:pt x="172870" y="81138"/>
                      </a:cubicBezTo>
                      <a:cubicBezTo>
                        <a:pt x="177949" y="75930"/>
                        <a:pt x="184951" y="73052"/>
                        <a:pt x="192227" y="73052"/>
                      </a:cubicBezTo>
                      <a:lnTo>
                        <a:pt x="274598" y="73052"/>
                      </a:lnTo>
                      <a:lnTo>
                        <a:pt x="274598" y="27411"/>
                      </a:lnTo>
                      <a:cubicBezTo>
                        <a:pt x="274598" y="12335"/>
                        <a:pt x="286816" y="0"/>
                        <a:pt x="30205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  <p:grpSp>
            <p:nvGrpSpPr>
              <p:cNvPr id="19" name="îšḷîḓe">
                <a:extLst>
                  <a:ext uri="{FF2B5EF4-FFF2-40B4-BE49-F238E27FC236}">
                    <a16:creationId xmlns:a16="http://schemas.microsoft.com/office/drawing/2014/main" id="{26A0B482-61C0-44C2-A210-8C5A9A0BF54A}"/>
                  </a:ext>
                </a:extLst>
              </p:cNvPr>
              <p:cNvGrpSpPr/>
              <p:nvPr/>
            </p:nvGrpSpPr>
            <p:grpSpPr>
              <a:xfrm>
                <a:off x="7626320" y="4340854"/>
                <a:ext cx="670163" cy="670163"/>
                <a:chOff x="4625924" y="2082560"/>
                <a:chExt cx="670163" cy="670163"/>
              </a:xfrm>
            </p:grpSpPr>
            <p:sp>
              <p:nvSpPr>
                <p:cNvPr id="20" name="íšḻide">
                  <a:extLst>
                    <a:ext uri="{FF2B5EF4-FFF2-40B4-BE49-F238E27FC236}">
                      <a16:creationId xmlns:a16="http://schemas.microsoft.com/office/drawing/2014/main" id="{8C4C5AFE-A9BE-4970-91A4-C49020020A59}"/>
                    </a:ext>
                  </a:extLst>
                </p:cNvPr>
                <p:cNvSpPr/>
                <p:nvPr/>
              </p:nvSpPr>
              <p:spPr>
                <a:xfrm>
                  <a:off x="4625924" y="2082560"/>
                  <a:ext cx="670163" cy="670163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1" name="iṩḻíde">
                  <a:extLst>
                    <a:ext uri="{FF2B5EF4-FFF2-40B4-BE49-F238E27FC236}">
                      <a16:creationId xmlns:a16="http://schemas.microsoft.com/office/drawing/2014/main" id="{D2F00DB7-2ACD-4D53-B285-7C0D0319AB96}"/>
                    </a:ext>
                  </a:extLst>
                </p:cNvPr>
                <p:cNvSpPr/>
                <p:nvPr/>
              </p:nvSpPr>
              <p:spPr bwMode="auto">
                <a:xfrm>
                  <a:off x="4800411" y="2257329"/>
                  <a:ext cx="321188" cy="320625"/>
                </a:xfrm>
                <a:custGeom>
                  <a:avLst/>
                  <a:gdLst>
                    <a:gd name="connsiteX0" fmla="*/ 494240 w 604110"/>
                    <a:gd name="connsiteY0" fmla="*/ 200547 h 603052"/>
                    <a:gd name="connsiteX1" fmla="*/ 591063 w 604110"/>
                    <a:gd name="connsiteY1" fmla="*/ 259888 h 603052"/>
                    <a:gd name="connsiteX2" fmla="*/ 604110 w 604110"/>
                    <a:gd name="connsiteY2" fmla="*/ 283323 h 603052"/>
                    <a:gd name="connsiteX3" fmla="*/ 604110 w 604110"/>
                    <a:gd name="connsiteY3" fmla="*/ 575643 h 603052"/>
                    <a:gd name="connsiteX4" fmla="*/ 576643 w 604110"/>
                    <a:gd name="connsiteY4" fmla="*/ 603052 h 603052"/>
                    <a:gd name="connsiteX5" fmla="*/ 494240 w 604110"/>
                    <a:gd name="connsiteY5" fmla="*/ 603052 h 603052"/>
                    <a:gd name="connsiteX6" fmla="*/ 109870 w 604110"/>
                    <a:gd name="connsiteY6" fmla="*/ 146282 h 603052"/>
                    <a:gd name="connsiteX7" fmla="*/ 109870 w 604110"/>
                    <a:gd name="connsiteY7" fmla="*/ 603052 h 603052"/>
                    <a:gd name="connsiteX8" fmla="*/ 27467 w 604110"/>
                    <a:gd name="connsiteY8" fmla="*/ 603052 h 603052"/>
                    <a:gd name="connsiteX9" fmla="*/ 0 w 604110"/>
                    <a:gd name="connsiteY9" fmla="*/ 575643 h 603052"/>
                    <a:gd name="connsiteX10" fmla="*/ 0 w 604110"/>
                    <a:gd name="connsiteY10" fmla="*/ 228509 h 603052"/>
                    <a:gd name="connsiteX11" fmla="*/ 12223 w 604110"/>
                    <a:gd name="connsiteY11" fmla="*/ 205622 h 603052"/>
                    <a:gd name="connsiteX12" fmla="*/ 94625 w 604110"/>
                    <a:gd name="connsiteY12" fmla="*/ 150804 h 603052"/>
                    <a:gd name="connsiteX13" fmla="*/ 109870 w 604110"/>
                    <a:gd name="connsiteY13" fmla="*/ 146282 h 603052"/>
                    <a:gd name="connsiteX14" fmla="*/ 302055 w 604110"/>
                    <a:gd name="connsiteY14" fmla="*/ 0 h 603052"/>
                    <a:gd name="connsiteX15" fmla="*/ 329512 w 604110"/>
                    <a:gd name="connsiteY15" fmla="*/ 27411 h 603052"/>
                    <a:gd name="connsiteX16" fmla="*/ 329512 w 604110"/>
                    <a:gd name="connsiteY16" fmla="*/ 73052 h 603052"/>
                    <a:gd name="connsiteX17" fmla="*/ 411883 w 604110"/>
                    <a:gd name="connsiteY17" fmla="*/ 73052 h 603052"/>
                    <a:gd name="connsiteX18" fmla="*/ 439340 w 604110"/>
                    <a:gd name="connsiteY18" fmla="*/ 100463 h 603052"/>
                    <a:gd name="connsiteX19" fmla="*/ 439340 w 604110"/>
                    <a:gd name="connsiteY19" fmla="*/ 111976 h 603052"/>
                    <a:gd name="connsiteX20" fmla="*/ 439340 w 604110"/>
                    <a:gd name="connsiteY20" fmla="*/ 166799 h 603052"/>
                    <a:gd name="connsiteX21" fmla="*/ 439340 w 604110"/>
                    <a:gd name="connsiteY21" fmla="*/ 603052 h 603052"/>
                    <a:gd name="connsiteX22" fmla="*/ 411883 w 604110"/>
                    <a:gd name="connsiteY22" fmla="*/ 603052 h 603052"/>
                    <a:gd name="connsiteX23" fmla="*/ 329512 w 604110"/>
                    <a:gd name="connsiteY23" fmla="*/ 603052 h 603052"/>
                    <a:gd name="connsiteX24" fmla="*/ 329512 w 604110"/>
                    <a:gd name="connsiteY24" fmla="*/ 548229 h 603052"/>
                    <a:gd name="connsiteX25" fmla="*/ 329512 w 604110"/>
                    <a:gd name="connsiteY25" fmla="*/ 520818 h 603052"/>
                    <a:gd name="connsiteX26" fmla="*/ 302055 w 604110"/>
                    <a:gd name="connsiteY26" fmla="*/ 493406 h 603052"/>
                    <a:gd name="connsiteX27" fmla="*/ 274598 w 604110"/>
                    <a:gd name="connsiteY27" fmla="*/ 520818 h 603052"/>
                    <a:gd name="connsiteX28" fmla="*/ 274598 w 604110"/>
                    <a:gd name="connsiteY28" fmla="*/ 548229 h 603052"/>
                    <a:gd name="connsiteX29" fmla="*/ 274598 w 604110"/>
                    <a:gd name="connsiteY29" fmla="*/ 603052 h 603052"/>
                    <a:gd name="connsiteX30" fmla="*/ 192227 w 604110"/>
                    <a:gd name="connsiteY30" fmla="*/ 603052 h 603052"/>
                    <a:gd name="connsiteX31" fmla="*/ 164770 w 604110"/>
                    <a:gd name="connsiteY31" fmla="*/ 603052 h 603052"/>
                    <a:gd name="connsiteX32" fmla="*/ 164770 w 604110"/>
                    <a:gd name="connsiteY32" fmla="*/ 177215 h 603052"/>
                    <a:gd name="connsiteX33" fmla="*/ 164770 w 604110"/>
                    <a:gd name="connsiteY33" fmla="*/ 100463 h 603052"/>
                    <a:gd name="connsiteX34" fmla="*/ 172870 w 604110"/>
                    <a:gd name="connsiteY34" fmla="*/ 81138 h 603052"/>
                    <a:gd name="connsiteX35" fmla="*/ 192227 w 604110"/>
                    <a:gd name="connsiteY35" fmla="*/ 73052 h 603052"/>
                    <a:gd name="connsiteX36" fmla="*/ 274598 w 604110"/>
                    <a:gd name="connsiteY36" fmla="*/ 73052 h 603052"/>
                    <a:gd name="connsiteX37" fmla="*/ 274598 w 604110"/>
                    <a:gd name="connsiteY37" fmla="*/ 27411 h 603052"/>
                    <a:gd name="connsiteX38" fmla="*/ 302055 w 604110"/>
                    <a:gd name="connsiteY38" fmla="*/ 0 h 6030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</a:cxnLst>
                  <a:rect l="l" t="t" r="r" b="b"/>
                  <a:pathLst>
                    <a:path w="604110" h="603052">
                      <a:moveTo>
                        <a:pt x="494240" y="200547"/>
                      </a:moveTo>
                      <a:lnTo>
                        <a:pt x="591063" y="259888"/>
                      </a:lnTo>
                      <a:cubicBezTo>
                        <a:pt x="599166" y="264959"/>
                        <a:pt x="604110" y="273730"/>
                        <a:pt x="604110" y="283323"/>
                      </a:cubicBezTo>
                      <a:lnTo>
                        <a:pt x="604110" y="575643"/>
                      </a:lnTo>
                      <a:cubicBezTo>
                        <a:pt x="604110" y="590718"/>
                        <a:pt x="591750" y="603052"/>
                        <a:pt x="576643" y="603052"/>
                      </a:cubicBezTo>
                      <a:lnTo>
                        <a:pt x="494240" y="603052"/>
                      </a:lnTo>
                      <a:close/>
                      <a:moveTo>
                        <a:pt x="109870" y="146282"/>
                      </a:moveTo>
                      <a:lnTo>
                        <a:pt x="109870" y="603052"/>
                      </a:lnTo>
                      <a:lnTo>
                        <a:pt x="27467" y="603052"/>
                      </a:lnTo>
                      <a:cubicBezTo>
                        <a:pt x="12360" y="603052"/>
                        <a:pt x="0" y="590718"/>
                        <a:pt x="0" y="575643"/>
                      </a:cubicBezTo>
                      <a:lnTo>
                        <a:pt x="0" y="228509"/>
                      </a:lnTo>
                      <a:cubicBezTo>
                        <a:pt x="0" y="219327"/>
                        <a:pt x="4532" y="210693"/>
                        <a:pt x="12223" y="205622"/>
                      </a:cubicBezTo>
                      <a:lnTo>
                        <a:pt x="94625" y="150804"/>
                      </a:lnTo>
                      <a:cubicBezTo>
                        <a:pt x="99295" y="147789"/>
                        <a:pt x="104514" y="146282"/>
                        <a:pt x="109870" y="146282"/>
                      </a:cubicBezTo>
                      <a:close/>
                      <a:moveTo>
                        <a:pt x="302055" y="0"/>
                      </a:moveTo>
                      <a:cubicBezTo>
                        <a:pt x="317156" y="0"/>
                        <a:pt x="329512" y="12335"/>
                        <a:pt x="329512" y="27411"/>
                      </a:cubicBezTo>
                      <a:lnTo>
                        <a:pt x="329512" y="73052"/>
                      </a:lnTo>
                      <a:lnTo>
                        <a:pt x="411883" y="73052"/>
                      </a:lnTo>
                      <a:cubicBezTo>
                        <a:pt x="426984" y="73052"/>
                        <a:pt x="439340" y="85387"/>
                        <a:pt x="439340" y="100463"/>
                      </a:cubicBezTo>
                      <a:lnTo>
                        <a:pt x="439340" y="111976"/>
                      </a:lnTo>
                      <a:lnTo>
                        <a:pt x="439340" y="166799"/>
                      </a:lnTo>
                      <a:lnTo>
                        <a:pt x="439340" y="603052"/>
                      </a:lnTo>
                      <a:lnTo>
                        <a:pt x="411883" y="603052"/>
                      </a:lnTo>
                      <a:lnTo>
                        <a:pt x="329512" y="603052"/>
                      </a:lnTo>
                      <a:lnTo>
                        <a:pt x="329512" y="548229"/>
                      </a:lnTo>
                      <a:lnTo>
                        <a:pt x="329512" y="520818"/>
                      </a:lnTo>
                      <a:cubicBezTo>
                        <a:pt x="329512" y="505604"/>
                        <a:pt x="317156" y="493406"/>
                        <a:pt x="302055" y="493406"/>
                      </a:cubicBezTo>
                      <a:cubicBezTo>
                        <a:pt x="286816" y="493406"/>
                        <a:pt x="274598" y="505604"/>
                        <a:pt x="274598" y="520818"/>
                      </a:cubicBezTo>
                      <a:lnTo>
                        <a:pt x="274598" y="548229"/>
                      </a:lnTo>
                      <a:lnTo>
                        <a:pt x="274598" y="603052"/>
                      </a:lnTo>
                      <a:lnTo>
                        <a:pt x="192227" y="603052"/>
                      </a:lnTo>
                      <a:lnTo>
                        <a:pt x="164770" y="603052"/>
                      </a:lnTo>
                      <a:lnTo>
                        <a:pt x="164770" y="177215"/>
                      </a:lnTo>
                      <a:lnTo>
                        <a:pt x="164770" y="100463"/>
                      </a:lnTo>
                      <a:cubicBezTo>
                        <a:pt x="164770" y="93199"/>
                        <a:pt x="167653" y="86209"/>
                        <a:pt x="172870" y="81138"/>
                      </a:cubicBezTo>
                      <a:cubicBezTo>
                        <a:pt x="177949" y="75930"/>
                        <a:pt x="184951" y="73052"/>
                        <a:pt x="192227" y="73052"/>
                      </a:cubicBezTo>
                      <a:lnTo>
                        <a:pt x="274598" y="73052"/>
                      </a:lnTo>
                      <a:lnTo>
                        <a:pt x="274598" y="27411"/>
                      </a:lnTo>
                      <a:cubicBezTo>
                        <a:pt x="274598" y="12335"/>
                        <a:pt x="286816" y="0"/>
                        <a:pt x="30205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wrap="square" lIns="91440" tIns="45720" rIns="91440" bIns="45720" anchor="ctr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endParaRPr/>
                </a:p>
              </p:txBody>
            </p:sp>
          </p:grpSp>
        </p:grpSp>
        <p:sp>
          <p:nvSpPr>
            <p:cNvPr id="7" name="îŝḻiḍê">
              <a:extLst>
                <a:ext uri="{FF2B5EF4-FFF2-40B4-BE49-F238E27FC236}">
                  <a16:creationId xmlns:a16="http://schemas.microsoft.com/office/drawing/2014/main" id="{639384CC-D54F-4AD4-A806-793AB025A471}"/>
                </a:ext>
              </a:extLst>
            </p:cNvPr>
            <p:cNvSpPr txBox="1"/>
            <p:nvPr/>
          </p:nvSpPr>
          <p:spPr>
            <a:xfrm>
              <a:off x="1408771" y="1816545"/>
              <a:ext cx="2412370" cy="454199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en-US" altLang="zh-CN" b="1"/>
                <a:t>… t</a:t>
              </a:r>
              <a:r>
                <a:rPr lang="en-US" altLang="zh-CN" sz="100" b="1"/>
                <a:t> </a:t>
              </a:r>
              <a:r>
                <a:rPr lang="en-US" altLang="zh-CN" b="1"/>
                <a:t>ext</a:t>
              </a:r>
              <a:endParaRPr lang="zh-CN" altLang="en-US" b="1" dirty="0"/>
            </a:p>
          </p:txBody>
        </p:sp>
        <p:sp>
          <p:nvSpPr>
            <p:cNvPr id="8" name="íṧļïḑe">
              <a:extLst>
                <a:ext uri="{FF2B5EF4-FFF2-40B4-BE49-F238E27FC236}">
                  <a16:creationId xmlns:a16="http://schemas.microsoft.com/office/drawing/2014/main" id="{49BA37B6-6A0F-4191-80C8-FC29448365F9}"/>
                </a:ext>
              </a:extLst>
            </p:cNvPr>
            <p:cNvSpPr/>
            <p:nvPr/>
          </p:nvSpPr>
          <p:spPr bwMode="auto">
            <a:xfrm>
              <a:off x="1408771" y="2270744"/>
              <a:ext cx="2412370" cy="68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/>
                <a:t>Supporting t</a:t>
              </a:r>
              <a:r>
                <a:rPr lang="en-US" altLang="zh-CN" sz="100"/>
                <a:t> </a:t>
              </a:r>
              <a:r>
                <a:rPr lang="en-US" altLang="zh-CN" sz="1100"/>
                <a:t>ext here.</a:t>
              </a:r>
            </a:p>
            <a:p>
              <a:pPr algn="r">
                <a:lnSpc>
                  <a:spcPct val="130000"/>
                </a:lnSpc>
              </a:pPr>
              <a:r>
                <a:rPr lang="en-US" altLang="zh-CN" sz="1100"/>
                <a:t>…… </a:t>
              </a:r>
              <a:endParaRPr lang="en-US" altLang="zh-CN" sz="1100" dirty="0"/>
            </a:p>
          </p:txBody>
        </p:sp>
        <p:sp>
          <p:nvSpPr>
            <p:cNvPr id="9" name="isḻïḍê">
              <a:extLst>
                <a:ext uri="{FF2B5EF4-FFF2-40B4-BE49-F238E27FC236}">
                  <a16:creationId xmlns:a16="http://schemas.microsoft.com/office/drawing/2014/main" id="{22D7E3DC-2F44-409F-9966-CA5D69C0A173}"/>
                </a:ext>
              </a:extLst>
            </p:cNvPr>
            <p:cNvSpPr txBox="1"/>
            <p:nvPr/>
          </p:nvSpPr>
          <p:spPr>
            <a:xfrm>
              <a:off x="1408771" y="4118544"/>
              <a:ext cx="2412370" cy="454199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lvl="0" algn="r" defTabSz="914378">
                <a:spcBef>
                  <a:spcPct val="0"/>
                </a:spcBef>
                <a:defRPr/>
              </a:pPr>
              <a:r>
                <a:rPr lang="en-US" altLang="zh-CN" b="1"/>
                <a:t>… </a:t>
              </a:r>
              <a:r>
                <a:rPr lang="en-US" altLang="zh-CN" sz="100" b="1"/>
                <a:t> </a:t>
              </a:r>
              <a:r>
                <a:rPr lang="en-US" altLang="zh-CN" b="1"/>
                <a:t>text</a:t>
              </a:r>
              <a:endParaRPr lang="zh-CN" altLang="en-US" b="1" dirty="0"/>
            </a:p>
          </p:txBody>
        </p:sp>
        <p:sp>
          <p:nvSpPr>
            <p:cNvPr id="10" name="îṥļíḑè">
              <a:extLst>
                <a:ext uri="{FF2B5EF4-FFF2-40B4-BE49-F238E27FC236}">
                  <a16:creationId xmlns:a16="http://schemas.microsoft.com/office/drawing/2014/main" id="{28F397B1-EF18-49CE-B568-17DAB3156BAD}"/>
                </a:ext>
              </a:extLst>
            </p:cNvPr>
            <p:cNvSpPr/>
            <p:nvPr/>
          </p:nvSpPr>
          <p:spPr bwMode="auto">
            <a:xfrm>
              <a:off x="1408771" y="4572743"/>
              <a:ext cx="2412370" cy="68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r">
                <a:lnSpc>
                  <a:spcPct val="130000"/>
                </a:lnSpc>
              </a:pPr>
              <a:r>
                <a:rPr lang="en-US" altLang="zh-CN" sz="1100"/>
                <a:t>Supporting t</a:t>
              </a:r>
              <a:r>
                <a:rPr lang="en-US" altLang="zh-CN" sz="100"/>
                <a:t> </a:t>
              </a:r>
              <a:r>
                <a:rPr lang="en-US" altLang="zh-CN" sz="1100"/>
                <a:t>ext here.</a:t>
              </a:r>
            </a:p>
            <a:p>
              <a:pPr algn="r">
                <a:lnSpc>
                  <a:spcPct val="130000"/>
                </a:lnSpc>
              </a:pPr>
              <a:r>
                <a:rPr lang="en-US" altLang="zh-CN" sz="1100"/>
                <a:t>…… </a:t>
              </a:r>
              <a:endParaRPr lang="en-US" altLang="zh-CN" sz="1100" dirty="0"/>
            </a:p>
          </p:txBody>
        </p:sp>
        <p:sp>
          <p:nvSpPr>
            <p:cNvPr id="11" name="îṧľíḍê">
              <a:extLst>
                <a:ext uri="{FF2B5EF4-FFF2-40B4-BE49-F238E27FC236}">
                  <a16:creationId xmlns:a16="http://schemas.microsoft.com/office/drawing/2014/main" id="{E5002962-42EF-4B10-AE3A-E522F15811C0}"/>
                </a:ext>
              </a:extLst>
            </p:cNvPr>
            <p:cNvSpPr txBox="1"/>
            <p:nvPr/>
          </p:nvSpPr>
          <p:spPr>
            <a:xfrm>
              <a:off x="8507717" y="1816545"/>
              <a:ext cx="2412370" cy="454199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en-US" altLang="zh-CN" b="1"/>
                <a:t>… </a:t>
              </a:r>
              <a:r>
                <a:rPr lang="en-US" altLang="zh-CN" sz="100" b="1"/>
                <a:t> </a:t>
              </a:r>
              <a:r>
                <a:rPr lang="en-US" altLang="zh-CN" b="1"/>
                <a:t>text</a:t>
              </a:r>
              <a:endParaRPr lang="zh-CN" altLang="en-US" b="1" dirty="0"/>
            </a:p>
          </p:txBody>
        </p:sp>
        <p:sp>
          <p:nvSpPr>
            <p:cNvPr id="12" name="ïś1íḋê">
              <a:extLst>
                <a:ext uri="{FF2B5EF4-FFF2-40B4-BE49-F238E27FC236}">
                  <a16:creationId xmlns:a16="http://schemas.microsoft.com/office/drawing/2014/main" id="{35D19B46-42F0-4E03-83E8-18CD589965CE}"/>
                </a:ext>
              </a:extLst>
            </p:cNvPr>
            <p:cNvSpPr/>
            <p:nvPr/>
          </p:nvSpPr>
          <p:spPr bwMode="auto">
            <a:xfrm>
              <a:off x="8507717" y="2270744"/>
              <a:ext cx="2412370" cy="68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/>
                <a:t>Supporting t</a:t>
              </a:r>
              <a:r>
                <a:rPr lang="en-US" altLang="zh-CN" sz="100"/>
                <a:t> </a:t>
              </a:r>
              <a:r>
                <a:rPr lang="en-US" altLang="zh-CN" sz="1100"/>
                <a:t>ext here.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/>
                <a:t>…… </a:t>
              </a:r>
              <a:endParaRPr lang="en-US" altLang="zh-CN" sz="1100" dirty="0"/>
            </a:p>
          </p:txBody>
        </p:sp>
        <p:sp>
          <p:nvSpPr>
            <p:cNvPr id="13" name="iş1îḋê">
              <a:extLst>
                <a:ext uri="{FF2B5EF4-FFF2-40B4-BE49-F238E27FC236}">
                  <a16:creationId xmlns:a16="http://schemas.microsoft.com/office/drawing/2014/main" id="{BC042984-F46C-435C-ACEB-09062DF13C6A}"/>
                </a:ext>
              </a:extLst>
            </p:cNvPr>
            <p:cNvSpPr txBox="1"/>
            <p:nvPr/>
          </p:nvSpPr>
          <p:spPr>
            <a:xfrm>
              <a:off x="8507717" y="4118544"/>
              <a:ext cx="2412370" cy="454199"/>
            </a:xfrm>
            <a:prstGeom prst="rect">
              <a:avLst/>
            </a:prstGeom>
            <a:noFill/>
          </p:spPr>
          <p:txBody>
            <a:bodyPr wrap="none" rtlCol="0" anchor="b">
              <a:normAutofit/>
            </a:bodyPr>
            <a:lstStyle/>
            <a:p>
              <a:pPr lvl="0" defTabSz="914378">
                <a:spcBef>
                  <a:spcPct val="0"/>
                </a:spcBef>
                <a:defRPr/>
              </a:pPr>
              <a:r>
                <a:rPr lang="en-US" altLang="zh-CN" b="1"/>
                <a:t>… </a:t>
              </a:r>
              <a:r>
                <a:rPr lang="en-US" altLang="zh-CN" sz="100" b="1"/>
                <a:t> </a:t>
              </a:r>
              <a:r>
                <a:rPr lang="en-US" altLang="zh-CN" b="1"/>
                <a:t>text</a:t>
              </a:r>
              <a:endParaRPr lang="zh-CN" altLang="en-US" b="1" dirty="0"/>
            </a:p>
          </p:txBody>
        </p:sp>
        <p:sp>
          <p:nvSpPr>
            <p:cNvPr id="14" name="ïṩlïdê">
              <a:extLst>
                <a:ext uri="{FF2B5EF4-FFF2-40B4-BE49-F238E27FC236}">
                  <a16:creationId xmlns:a16="http://schemas.microsoft.com/office/drawing/2014/main" id="{52C0FAD8-238E-4375-B22B-A53B33C86F62}"/>
                </a:ext>
              </a:extLst>
            </p:cNvPr>
            <p:cNvSpPr/>
            <p:nvPr/>
          </p:nvSpPr>
          <p:spPr bwMode="auto">
            <a:xfrm>
              <a:off x="8507717" y="4572743"/>
              <a:ext cx="2412370" cy="689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en-US" altLang="zh-CN" sz="1100"/>
                <a:t>Supporting text here</a:t>
              </a:r>
              <a:r>
                <a:rPr lang="en-US" altLang="zh-CN" sz="100"/>
                <a:t> </a:t>
              </a:r>
              <a:r>
                <a:rPr lang="en-US" altLang="zh-CN" sz="1100"/>
                <a:t>.</a:t>
              </a:r>
            </a:p>
            <a:p>
              <a:pPr>
                <a:lnSpc>
                  <a:spcPct val="130000"/>
                </a:lnSpc>
              </a:pPr>
              <a:r>
                <a:rPr lang="en-US" altLang="zh-CN" sz="1100"/>
                <a:t>…… </a:t>
              </a:r>
              <a:endParaRPr lang="en-US" altLang="zh-CN" sz="1100" dirty="0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64979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9F6DC3-9AAC-4D33-99E6-39BEA78B9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AFB5A7-B9A5-4129-9C4B-9A565F1B1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</a:t>
            </a:r>
            <a:r>
              <a:rPr lang="zh-CN" altLang="en-US" sz="100"/>
              <a:t> </a:t>
            </a:r>
            <a:r>
              <a:rPr lang="zh-CN" altLang="en-US"/>
              <a:t>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3A8B68-D041-46FB-80A8-B00C47F3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13</a:t>
            </a:fld>
            <a:endParaRPr lang="zh-CN" altLang="en-US"/>
          </a:p>
        </p:txBody>
      </p:sp>
      <p:grpSp>
        <p:nvGrpSpPr>
          <p:cNvPr id="5" name="27771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00D76AA-616B-4120-A0B9-3560497FE11A}"/>
              </a:ext>
            </a:extLst>
          </p:cNvPr>
          <p:cNvGrpSpPr>
            <a:grpSpLocks noChangeAspect="1"/>
          </p:cNvGrpSpPr>
          <p:nvPr/>
        </p:nvGrpSpPr>
        <p:grpSpPr>
          <a:xfrm>
            <a:off x="1067905" y="1553127"/>
            <a:ext cx="10056191" cy="4247046"/>
            <a:chOff x="1067905" y="1553127"/>
            <a:chExt cx="10056191" cy="4247046"/>
          </a:xfrm>
        </p:grpSpPr>
        <p:sp>
          <p:nvSpPr>
            <p:cNvPr id="6" name="îṧ1ïḑe">
              <a:extLst>
                <a:ext uri="{FF2B5EF4-FFF2-40B4-BE49-F238E27FC236}">
                  <a16:creationId xmlns:a16="http://schemas.microsoft.com/office/drawing/2014/main" id="{158DD456-0452-49F8-85DB-C006849D7CEF}"/>
                </a:ext>
              </a:extLst>
            </p:cNvPr>
            <p:cNvSpPr/>
            <p:nvPr/>
          </p:nvSpPr>
          <p:spPr>
            <a:xfrm>
              <a:off x="4736051" y="1937666"/>
              <a:ext cx="2743198" cy="2529178"/>
            </a:xfrm>
            <a:prstGeom prst="arc">
              <a:avLst>
                <a:gd name="adj1" fmla="val 10859258"/>
                <a:gd name="adj2" fmla="val 21521478"/>
              </a:avLst>
            </a:prstGeom>
            <a:ln w="285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ïṣḷîḑè">
              <a:extLst>
                <a:ext uri="{FF2B5EF4-FFF2-40B4-BE49-F238E27FC236}">
                  <a16:creationId xmlns:a16="http://schemas.microsoft.com/office/drawing/2014/main" id="{8AD648A1-BF7F-4287-974B-5766296BBD9C}"/>
                </a:ext>
              </a:extLst>
            </p:cNvPr>
            <p:cNvSpPr/>
            <p:nvPr/>
          </p:nvSpPr>
          <p:spPr>
            <a:xfrm>
              <a:off x="1967450" y="1937666"/>
              <a:ext cx="8280400" cy="2529178"/>
            </a:xfrm>
            <a:prstGeom prst="arc">
              <a:avLst>
                <a:gd name="adj1" fmla="val 10859258"/>
                <a:gd name="adj2" fmla="val 21521478"/>
              </a:avLst>
            </a:prstGeom>
            <a:ln w="285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iṡliḋè">
              <a:extLst>
                <a:ext uri="{FF2B5EF4-FFF2-40B4-BE49-F238E27FC236}">
                  <a16:creationId xmlns:a16="http://schemas.microsoft.com/office/drawing/2014/main" id="{3AACB9F3-1A10-4A9C-8B5A-B6DCB81EB0A4}"/>
                </a:ext>
              </a:extLst>
            </p:cNvPr>
            <p:cNvSpPr/>
            <p:nvPr/>
          </p:nvSpPr>
          <p:spPr>
            <a:xfrm>
              <a:off x="4594488" y="1553127"/>
              <a:ext cx="3013622" cy="762745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9050" cap="rnd">
              <a:solidFill>
                <a:schemeClr val="bg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b="1" i="1">
                  <a:solidFill>
                    <a:schemeClr val="bg1"/>
                  </a:solidFill>
                </a:rPr>
                <a:t>…Te</a:t>
              </a:r>
              <a:r>
                <a:rPr lang="en-US" altLang="zh-CN" sz="100" b="1" i="1">
                  <a:solidFill>
                    <a:schemeClr val="bg1"/>
                  </a:solidFill>
                </a:rPr>
                <a:t> </a:t>
              </a:r>
              <a:r>
                <a:rPr lang="en-US" altLang="zh-CN" b="1" i="1">
                  <a:solidFill>
                    <a:schemeClr val="bg1"/>
                  </a:solidFill>
                </a:rPr>
                <a:t>xt</a:t>
              </a:r>
              <a:endParaRPr lang="en-US" altLang="zh-CN" b="1" i="1" dirty="0">
                <a:solidFill>
                  <a:schemeClr val="bg1"/>
                </a:solidFill>
              </a:endParaRPr>
            </a:p>
          </p:txBody>
        </p:sp>
        <p:sp>
          <p:nvSpPr>
            <p:cNvPr id="9" name="íŝľiḑè">
              <a:extLst>
                <a:ext uri="{FF2B5EF4-FFF2-40B4-BE49-F238E27FC236}">
                  <a16:creationId xmlns:a16="http://schemas.microsoft.com/office/drawing/2014/main" id="{037C1AB6-5E3E-437C-B0B6-3F8FBC4B1E0F}"/>
                </a:ext>
              </a:extLst>
            </p:cNvPr>
            <p:cNvSpPr/>
            <p:nvPr/>
          </p:nvSpPr>
          <p:spPr>
            <a:xfrm>
              <a:off x="1565501" y="3202255"/>
              <a:ext cx="888846" cy="888846"/>
            </a:xfrm>
            <a:prstGeom prst="ellipse">
              <a:avLst/>
            </a:prstGeom>
            <a:solidFill>
              <a:schemeClr val="bg1"/>
            </a:solidFill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1600" b="1">
                  <a:solidFill>
                    <a:schemeClr val="tx1"/>
                  </a:solidFill>
                </a:rPr>
                <a:t>Te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</a:rPr>
                <a:t>xt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0" name="ïṡľiďé">
              <a:extLst>
                <a:ext uri="{FF2B5EF4-FFF2-40B4-BE49-F238E27FC236}">
                  <a16:creationId xmlns:a16="http://schemas.microsoft.com/office/drawing/2014/main" id="{DCF8C088-B00B-48EC-9D0E-89429678A526}"/>
                </a:ext>
              </a:extLst>
            </p:cNvPr>
            <p:cNvSpPr/>
            <p:nvPr/>
          </p:nvSpPr>
          <p:spPr>
            <a:xfrm>
              <a:off x="1067905" y="4246664"/>
              <a:ext cx="1896494" cy="667872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Suppo</a:t>
              </a:r>
              <a:r>
                <a:rPr lang="en-US" altLang="zh-CN" sz="100"/>
                <a:t> </a:t>
              </a:r>
              <a:r>
                <a:rPr lang="en-US" altLang="zh-CN" sz="1100"/>
                <a:t>rting </a:t>
              </a:r>
              <a:r>
                <a:rPr lang="en-US" altLang="zh-CN" sz="1100" dirty="0"/>
                <a:t>text </a:t>
              </a:r>
              <a:r>
                <a:rPr lang="en-US" altLang="zh-CN" sz="1100"/>
                <a:t>here.</a:t>
              </a:r>
            </a:p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… …</a:t>
              </a:r>
              <a:endParaRPr lang="en-US" altLang="zh-CN" sz="1100" dirty="0"/>
            </a:p>
          </p:txBody>
        </p:sp>
        <p:sp>
          <p:nvSpPr>
            <p:cNvPr id="11" name="ï$ḻiḍè">
              <a:extLst>
                <a:ext uri="{FF2B5EF4-FFF2-40B4-BE49-F238E27FC236}">
                  <a16:creationId xmlns:a16="http://schemas.microsoft.com/office/drawing/2014/main" id="{D870CDB9-138B-452E-A901-E79F3D0C8410}"/>
                </a:ext>
              </a:extLst>
            </p:cNvPr>
            <p:cNvSpPr/>
            <p:nvPr/>
          </p:nvSpPr>
          <p:spPr>
            <a:xfrm>
              <a:off x="1067905" y="5132301"/>
              <a:ext cx="1896494" cy="667872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Suppo</a:t>
              </a:r>
              <a:r>
                <a:rPr lang="en-US" altLang="zh-CN" sz="100"/>
                <a:t> </a:t>
              </a:r>
              <a:r>
                <a:rPr lang="en-US" altLang="zh-CN" sz="1100"/>
                <a:t>rting </a:t>
              </a:r>
              <a:r>
                <a:rPr lang="en-US" altLang="zh-CN" sz="1100" dirty="0"/>
                <a:t>text </a:t>
              </a:r>
              <a:r>
                <a:rPr lang="en-US" altLang="zh-CN" sz="1100"/>
                <a:t>here.</a:t>
              </a:r>
            </a:p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… …</a:t>
              </a:r>
              <a:endParaRPr lang="en-US" altLang="zh-CN" sz="1100" dirty="0"/>
            </a:p>
          </p:txBody>
        </p:sp>
        <p:sp>
          <p:nvSpPr>
            <p:cNvPr id="12" name="išľîḓé">
              <a:extLst>
                <a:ext uri="{FF2B5EF4-FFF2-40B4-BE49-F238E27FC236}">
                  <a16:creationId xmlns:a16="http://schemas.microsoft.com/office/drawing/2014/main" id="{8AA0140E-4E36-4201-B515-9558618BD854}"/>
                </a:ext>
              </a:extLst>
            </p:cNvPr>
            <p:cNvSpPr/>
            <p:nvPr/>
          </p:nvSpPr>
          <p:spPr>
            <a:xfrm>
              <a:off x="3787804" y="4246664"/>
              <a:ext cx="1896494" cy="667872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Suppo</a:t>
              </a:r>
              <a:r>
                <a:rPr lang="en-US" altLang="zh-CN" sz="100"/>
                <a:t> </a:t>
              </a:r>
              <a:r>
                <a:rPr lang="en-US" altLang="zh-CN" sz="1100"/>
                <a:t>rting </a:t>
              </a:r>
              <a:r>
                <a:rPr lang="en-US" altLang="zh-CN" sz="1100" dirty="0"/>
                <a:t>text </a:t>
              </a:r>
              <a:r>
                <a:rPr lang="en-US" altLang="zh-CN" sz="1100"/>
                <a:t>here.</a:t>
              </a:r>
            </a:p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… …</a:t>
              </a:r>
              <a:endParaRPr lang="en-US" altLang="zh-CN" sz="1100" dirty="0"/>
            </a:p>
          </p:txBody>
        </p:sp>
        <p:sp>
          <p:nvSpPr>
            <p:cNvPr id="13" name="ïslíḋé">
              <a:extLst>
                <a:ext uri="{FF2B5EF4-FFF2-40B4-BE49-F238E27FC236}">
                  <a16:creationId xmlns:a16="http://schemas.microsoft.com/office/drawing/2014/main" id="{B5530BA4-E514-4EF0-A102-E8E3BCA9E72A}"/>
                </a:ext>
              </a:extLst>
            </p:cNvPr>
            <p:cNvSpPr/>
            <p:nvPr/>
          </p:nvSpPr>
          <p:spPr>
            <a:xfrm>
              <a:off x="3787804" y="5132301"/>
              <a:ext cx="1896494" cy="667872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Suppo</a:t>
              </a:r>
              <a:r>
                <a:rPr lang="en-US" altLang="zh-CN" sz="100"/>
                <a:t> </a:t>
              </a:r>
              <a:r>
                <a:rPr lang="en-US" altLang="zh-CN" sz="1100"/>
                <a:t>rting </a:t>
              </a:r>
              <a:r>
                <a:rPr lang="en-US" altLang="zh-CN" sz="1100" dirty="0"/>
                <a:t>text </a:t>
              </a:r>
              <a:r>
                <a:rPr lang="en-US" altLang="zh-CN" sz="1100"/>
                <a:t>here.</a:t>
              </a:r>
            </a:p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… …</a:t>
              </a:r>
              <a:endParaRPr lang="en-US" altLang="zh-CN" sz="1100" dirty="0"/>
            </a:p>
          </p:txBody>
        </p:sp>
        <p:sp>
          <p:nvSpPr>
            <p:cNvPr id="14" name="îṡļîďé">
              <a:extLst>
                <a:ext uri="{FF2B5EF4-FFF2-40B4-BE49-F238E27FC236}">
                  <a16:creationId xmlns:a16="http://schemas.microsoft.com/office/drawing/2014/main" id="{E1D336B7-D31D-4B80-A14C-5F918C59C87D}"/>
                </a:ext>
              </a:extLst>
            </p:cNvPr>
            <p:cNvSpPr/>
            <p:nvPr/>
          </p:nvSpPr>
          <p:spPr>
            <a:xfrm>
              <a:off x="6507703" y="4246664"/>
              <a:ext cx="1896494" cy="667872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Suppo</a:t>
              </a:r>
              <a:r>
                <a:rPr lang="en-US" altLang="zh-CN" sz="100"/>
                <a:t> </a:t>
              </a:r>
              <a:r>
                <a:rPr lang="en-US" altLang="zh-CN" sz="1100"/>
                <a:t>rting </a:t>
              </a:r>
              <a:r>
                <a:rPr lang="en-US" altLang="zh-CN" sz="1100" dirty="0"/>
                <a:t>text </a:t>
              </a:r>
              <a:r>
                <a:rPr lang="en-US" altLang="zh-CN" sz="1100"/>
                <a:t>here.</a:t>
              </a:r>
            </a:p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… …</a:t>
              </a:r>
              <a:endParaRPr lang="en-US" altLang="zh-CN" sz="1100" dirty="0"/>
            </a:p>
          </p:txBody>
        </p:sp>
        <p:sp>
          <p:nvSpPr>
            <p:cNvPr id="15" name="iṣ1ïde">
              <a:extLst>
                <a:ext uri="{FF2B5EF4-FFF2-40B4-BE49-F238E27FC236}">
                  <a16:creationId xmlns:a16="http://schemas.microsoft.com/office/drawing/2014/main" id="{930CD23E-49CD-453E-AE49-BA8D666E3DA7}"/>
                </a:ext>
              </a:extLst>
            </p:cNvPr>
            <p:cNvSpPr/>
            <p:nvPr/>
          </p:nvSpPr>
          <p:spPr>
            <a:xfrm>
              <a:off x="6507703" y="5132301"/>
              <a:ext cx="1896494" cy="667872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Su</a:t>
              </a:r>
              <a:r>
                <a:rPr lang="en-US" altLang="zh-CN" sz="100"/>
                <a:t> </a:t>
              </a:r>
              <a:r>
                <a:rPr lang="en-US" altLang="zh-CN" sz="1100"/>
                <a:t>pporting </a:t>
              </a:r>
              <a:r>
                <a:rPr lang="en-US" altLang="zh-CN" sz="1100" dirty="0"/>
                <a:t>text </a:t>
              </a:r>
              <a:r>
                <a:rPr lang="en-US" altLang="zh-CN" sz="1100"/>
                <a:t>here.</a:t>
              </a:r>
            </a:p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… …</a:t>
              </a:r>
              <a:endParaRPr lang="en-US" altLang="zh-CN" sz="1100" dirty="0"/>
            </a:p>
          </p:txBody>
        </p:sp>
        <p:sp>
          <p:nvSpPr>
            <p:cNvPr id="16" name="îṣḷïḓè">
              <a:extLst>
                <a:ext uri="{FF2B5EF4-FFF2-40B4-BE49-F238E27FC236}">
                  <a16:creationId xmlns:a16="http://schemas.microsoft.com/office/drawing/2014/main" id="{F74B37CA-A601-4113-ADF6-FB78F4A8B2CB}"/>
                </a:ext>
              </a:extLst>
            </p:cNvPr>
            <p:cNvSpPr/>
            <p:nvPr/>
          </p:nvSpPr>
          <p:spPr>
            <a:xfrm>
              <a:off x="9227602" y="4246664"/>
              <a:ext cx="1896494" cy="667872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Su</a:t>
              </a:r>
              <a:r>
                <a:rPr lang="en-US" altLang="zh-CN" sz="100"/>
                <a:t> </a:t>
              </a:r>
              <a:r>
                <a:rPr lang="en-US" altLang="zh-CN" sz="1100"/>
                <a:t>pporting </a:t>
              </a:r>
              <a:r>
                <a:rPr lang="en-US" altLang="zh-CN" sz="1100" dirty="0"/>
                <a:t>text </a:t>
              </a:r>
              <a:r>
                <a:rPr lang="en-US" altLang="zh-CN" sz="1100"/>
                <a:t>here.</a:t>
              </a:r>
            </a:p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… …</a:t>
              </a:r>
              <a:endParaRPr lang="en-US" altLang="zh-CN" sz="1100" dirty="0"/>
            </a:p>
          </p:txBody>
        </p:sp>
        <p:sp>
          <p:nvSpPr>
            <p:cNvPr id="17" name="íSḻïdè">
              <a:extLst>
                <a:ext uri="{FF2B5EF4-FFF2-40B4-BE49-F238E27FC236}">
                  <a16:creationId xmlns:a16="http://schemas.microsoft.com/office/drawing/2014/main" id="{857DDA07-45C5-4FA5-981B-BA531232FC5E}"/>
                </a:ext>
              </a:extLst>
            </p:cNvPr>
            <p:cNvSpPr/>
            <p:nvPr/>
          </p:nvSpPr>
          <p:spPr>
            <a:xfrm>
              <a:off x="9227602" y="5132301"/>
              <a:ext cx="1896494" cy="667872"/>
            </a:xfrm>
            <a:prstGeom prst="rect">
              <a:avLst/>
            </a:prstGeom>
          </p:spPr>
          <p:txBody>
            <a:bodyPr wrap="square" lIns="91440" tIns="45720" rIns="91440" bIns="45720" anchor="t" anchorCtr="0">
              <a:normAutofit/>
            </a:bodyPr>
            <a:lstStyle/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Su</a:t>
              </a:r>
              <a:r>
                <a:rPr lang="en-US" altLang="zh-CN" sz="100"/>
                <a:t> </a:t>
              </a:r>
              <a:r>
                <a:rPr lang="en-US" altLang="zh-CN" sz="1100"/>
                <a:t>pporting </a:t>
              </a:r>
              <a:r>
                <a:rPr lang="en-US" altLang="zh-CN" sz="1100" dirty="0"/>
                <a:t>text </a:t>
              </a:r>
              <a:r>
                <a:rPr lang="en-US" altLang="zh-CN" sz="1100"/>
                <a:t>here.</a:t>
              </a:r>
            </a:p>
            <a:p>
              <a:pPr algn="ctr">
                <a:tabLst>
                  <a:tab pos="804863" algn="l"/>
                </a:tabLst>
              </a:pPr>
              <a:r>
                <a:rPr lang="en-US" altLang="zh-CN" sz="1100"/>
                <a:t>… …</a:t>
              </a:r>
              <a:endParaRPr lang="en-US" altLang="zh-CN" sz="1100" dirty="0"/>
            </a:p>
          </p:txBody>
        </p:sp>
        <p:sp>
          <p:nvSpPr>
            <p:cNvPr id="18" name="ïšḻïdé">
              <a:extLst>
                <a:ext uri="{FF2B5EF4-FFF2-40B4-BE49-F238E27FC236}">
                  <a16:creationId xmlns:a16="http://schemas.microsoft.com/office/drawing/2014/main" id="{23E9FB4B-6A8E-441D-A909-97011A81E957}"/>
                </a:ext>
              </a:extLst>
            </p:cNvPr>
            <p:cNvSpPr/>
            <p:nvPr/>
          </p:nvSpPr>
          <p:spPr>
            <a:xfrm>
              <a:off x="4291628" y="3202255"/>
              <a:ext cx="888846" cy="888846"/>
            </a:xfrm>
            <a:prstGeom prst="ellipse">
              <a:avLst/>
            </a:prstGeom>
            <a:solidFill>
              <a:schemeClr val="bg1"/>
            </a:solidFill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1600" b="1">
                  <a:solidFill>
                    <a:schemeClr val="tx1"/>
                  </a:solidFill>
                </a:rPr>
                <a:t>T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</a:rPr>
                <a:t>ext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19" name="iṣ1ïḑé">
              <a:extLst>
                <a:ext uri="{FF2B5EF4-FFF2-40B4-BE49-F238E27FC236}">
                  <a16:creationId xmlns:a16="http://schemas.microsoft.com/office/drawing/2014/main" id="{B3B516DC-8077-4A0D-AE38-FAC751BB98A8}"/>
                </a:ext>
              </a:extLst>
            </p:cNvPr>
            <p:cNvSpPr/>
            <p:nvPr/>
          </p:nvSpPr>
          <p:spPr>
            <a:xfrm>
              <a:off x="7017755" y="3202255"/>
              <a:ext cx="888846" cy="888846"/>
            </a:xfrm>
            <a:prstGeom prst="ellipse">
              <a:avLst/>
            </a:prstGeom>
            <a:solidFill>
              <a:schemeClr val="bg1"/>
            </a:solidFill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1600" b="1">
                  <a:solidFill>
                    <a:schemeClr val="tx1"/>
                  </a:solidFill>
                </a:rPr>
                <a:t>T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</a:rPr>
                <a:t>ext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sp>
          <p:nvSpPr>
            <p:cNvPr id="20" name="iśľidê">
              <a:extLst>
                <a:ext uri="{FF2B5EF4-FFF2-40B4-BE49-F238E27FC236}">
                  <a16:creationId xmlns:a16="http://schemas.microsoft.com/office/drawing/2014/main" id="{1D081C4F-B1DA-49BB-9020-E288DA61F144}"/>
                </a:ext>
              </a:extLst>
            </p:cNvPr>
            <p:cNvSpPr/>
            <p:nvPr/>
          </p:nvSpPr>
          <p:spPr>
            <a:xfrm>
              <a:off x="9743882" y="3202255"/>
              <a:ext cx="888846" cy="888846"/>
            </a:xfrm>
            <a:prstGeom prst="ellipse">
              <a:avLst/>
            </a:prstGeom>
            <a:solidFill>
              <a:schemeClr val="bg1"/>
            </a:solidFill>
            <a:ln w="19050" cap="rnd">
              <a:solidFill>
                <a:schemeClr val="accent1"/>
              </a:solidFill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354"/>
              <a:r>
                <a:rPr lang="en-US" altLang="zh-CN" sz="1600" b="1">
                  <a:solidFill>
                    <a:schemeClr val="tx1"/>
                  </a:solidFill>
                </a:rPr>
                <a:t>T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600" b="1">
                  <a:solidFill>
                    <a:schemeClr val="tx1"/>
                  </a:solidFill>
                </a:rPr>
                <a:t>ext</a:t>
              </a:r>
              <a:endParaRPr lang="zh-CN" altLang="en-US" sz="1600" b="1">
                <a:solidFill>
                  <a:schemeClr val="tx1"/>
                </a:solidFill>
              </a:endParaRPr>
            </a:p>
          </p:txBody>
        </p:sp>
        <p:grpSp>
          <p:nvGrpSpPr>
            <p:cNvPr id="21" name="íSļíḍê">
              <a:extLst>
                <a:ext uri="{FF2B5EF4-FFF2-40B4-BE49-F238E27FC236}">
                  <a16:creationId xmlns:a16="http://schemas.microsoft.com/office/drawing/2014/main" id="{9A2EA434-21F6-49F5-B5FF-75B5AA9453AF}"/>
                </a:ext>
              </a:extLst>
            </p:cNvPr>
            <p:cNvGrpSpPr/>
            <p:nvPr/>
          </p:nvGrpSpPr>
          <p:grpSpPr>
            <a:xfrm>
              <a:off x="1798399" y="2990730"/>
              <a:ext cx="423050" cy="423050"/>
              <a:chOff x="2304661" y="391886"/>
              <a:chExt cx="485192" cy="485192"/>
            </a:xfrm>
          </p:grpSpPr>
          <p:sp>
            <p:nvSpPr>
              <p:cNvPr id="31" name="í$ḷíḓe">
                <a:extLst>
                  <a:ext uri="{FF2B5EF4-FFF2-40B4-BE49-F238E27FC236}">
                    <a16:creationId xmlns:a16="http://schemas.microsoft.com/office/drawing/2014/main" id="{A209E687-65BD-49FF-AFA0-39D6EF5391CA}"/>
                  </a:ext>
                </a:extLst>
              </p:cNvPr>
              <p:cNvSpPr/>
              <p:nvPr/>
            </p:nvSpPr>
            <p:spPr>
              <a:xfrm>
                <a:off x="2304661" y="391886"/>
                <a:ext cx="485192" cy="4851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2" name="ïSľïďè">
                <a:extLst>
                  <a:ext uri="{FF2B5EF4-FFF2-40B4-BE49-F238E27FC236}">
                    <a16:creationId xmlns:a16="http://schemas.microsoft.com/office/drawing/2014/main" id="{6AE7A5DF-13C8-4E31-89FB-FCAE481188B0}"/>
                  </a:ext>
                </a:extLst>
              </p:cNvPr>
              <p:cNvSpPr/>
              <p:nvPr/>
            </p:nvSpPr>
            <p:spPr bwMode="auto">
              <a:xfrm>
                <a:off x="2403472" y="504016"/>
                <a:ext cx="287570" cy="260932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22" name="iŝlídê">
              <a:extLst>
                <a:ext uri="{FF2B5EF4-FFF2-40B4-BE49-F238E27FC236}">
                  <a16:creationId xmlns:a16="http://schemas.microsoft.com/office/drawing/2014/main" id="{7D87B2F2-7E32-453F-AA31-8FEC5CC101D9}"/>
                </a:ext>
              </a:extLst>
            </p:cNvPr>
            <p:cNvGrpSpPr/>
            <p:nvPr/>
          </p:nvGrpSpPr>
          <p:grpSpPr>
            <a:xfrm>
              <a:off x="4522549" y="2990730"/>
              <a:ext cx="423050" cy="423050"/>
              <a:chOff x="2304661" y="391886"/>
              <a:chExt cx="485192" cy="485192"/>
            </a:xfrm>
          </p:grpSpPr>
          <p:sp>
            <p:nvSpPr>
              <p:cNvPr id="29" name="îšliḑê">
                <a:extLst>
                  <a:ext uri="{FF2B5EF4-FFF2-40B4-BE49-F238E27FC236}">
                    <a16:creationId xmlns:a16="http://schemas.microsoft.com/office/drawing/2014/main" id="{EE4FFF5F-F4A0-4AB1-92FC-08C51E8E9804}"/>
                  </a:ext>
                </a:extLst>
              </p:cNvPr>
              <p:cNvSpPr/>
              <p:nvPr/>
            </p:nvSpPr>
            <p:spPr>
              <a:xfrm>
                <a:off x="2304661" y="391886"/>
                <a:ext cx="485192" cy="4851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ïsļîďè">
                <a:extLst>
                  <a:ext uri="{FF2B5EF4-FFF2-40B4-BE49-F238E27FC236}">
                    <a16:creationId xmlns:a16="http://schemas.microsoft.com/office/drawing/2014/main" id="{5AB65AFA-FDA6-4840-BE12-5AA094D204D3}"/>
                  </a:ext>
                </a:extLst>
              </p:cNvPr>
              <p:cNvSpPr/>
              <p:nvPr/>
            </p:nvSpPr>
            <p:spPr bwMode="auto">
              <a:xfrm>
                <a:off x="2403472" y="504016"/>
                <a:ext cx="287570" cy="260932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23" name="iŝliďê">
              <a:extLst>
                <a:ext uri="{FF2B5EF4-FFF2-40B4-BE49-F238E27FC236}">
                  <a16:creationId xmlns:a16="http://schemas.microsoft.com/office/drawing/2014/main" id="{0BC298AB-89CB-41CB-852D-95D9B4DE581C}"/>
                </a:ext>
              </a:extLst>
            </p:cNvPr>
            <p:cNvGrpSpPr/>
            <p:nvPr/>
          </p:nvGrpSpPr>
          <p:grpSpPr>
            <a:xfrm>
              <a:off x="7267724" y="2990730"/>
              <a:ext cx="423050" cy="423050"/>
              <a:chOff x="2304661" y="391886"/>
              <a:chExt cx="485192" cy="485192"/>
            </a:xfrm>
          </p:grpSpPr>
          <p:sp>
            <p:nvSpPr>
              <p:cNvPr id="27" name="işḻiḓè">
                <a:extLst>
                  <a:ext uri="{FF2B5EF4-FFF2-40B4-BE49-F238E27FC236}">
                    <a16:creationId xmlns:a16="http://schemas.microsoft.com/office/drawing/2014/main" id="{A3A9CC81-EBA2-44D2-9A39-EC2EF3135D69}"/>
                  </a:ext>
                </a:extLst>
              </p:cNvPr>
              <p:cNvSpPr/>
              <p:nvPr/>
            </p:nvSpPr>
            <p:spPr>
              <a:xfrm>
                <a:off x="2304661" y="391886"/>
                <a:ext cx="485192" cy="4851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ïs1iḍê">
                <a:extLst>
                  <a:ext uri="{FF2B5EF4-FFF2-40B4-BE49-F238E27FC236}">
                    <a16:creationId xmlns:a16="http://schemas.microsoft.com/office/drawing/2014/main" id="{3B74D466-969F-4288-BEEE-36E9F7174CE5}"/>
                  </a:ext>
                </a:extLst>
              </p:cNvPr>
              <p:cNvSpPr/>
              <p:nvPr/>
            </p:nvSpPr>
            <p:spPr bwMode="auto">
              <a:xfrm>
                <a:off x="2403472" y="504016"/>
                <a:ext cx="287570" cy="260932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24" name="iṩľiḑe">
              <a:extLst>
                <a:ext uri="{FF2B5EF4-FFF2-40B4-BE49-F238E27FC236}">
                  <a16:creationId xmlns:a16="http://schemas.microsoft.com/office/drawing/2014/main" id="{A86F55BE-5218-4E85-B56B-9FB302C84C43}"/>
                </a:ext>
              </a:extLst>
            </p:cNvPr>
            <p:cNvGrpSpPr/>
            <p:nvPr/>
          </p:nvGrpSpPr>
          <p:grpSpPr>
            <a:xfrm>
              <a:off x="10012899" y="2990730"/>
              <a:ext cx="423050" cy="423050"/>
              <a:chOff x="2304661" y="391886"/>
              <a:chExt cx="485192" cy="485192"/>
            </a:xfrm>
          </p:grpSpPr>
          <p:sp>
            <p:nvSpPr>
              <p:cNvPr id="25" name="îṣ1ïde">
                <a:extLst>
                  <a:ext uri="{FF2B5EF4-FFF2-40B4-BE49-F238E27FC236}">
                    <a16:creationId xmlns:a16="http://schemas.microsoft.com/office/drawing/2014/main" id="{48F620A6-053B-4740-9541-3D9C48485516}"/>
                  </a:ext>
                </a:extLst>
              </p:cNvPr>
              <p:cNvSpPr/>
              <p:nvPr/>
            </p:nvSpPr>
            <p:spPr>
              <a:xfrm>
                <a:off x="2304661" y="391886"/>
                <a:ext cx="485192" cy="485192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iSḷïdê">
                <a:extLst>
                  <a:ext uri="{FF2B5EF4-FFF2-40B4-BE49-F238E27FC236}">
                    <a16:creationId xmlns:a16="http://schemas.microsoft.com/office/drawing/2014/main" id="{9FCAE197-1904-4F8E-8CCF-FEDD704075C9}"/>
                  </a:ext>
                </a:extLst>
              </p:cNvPr>
              <p:cNvSpPr/>
              <p:nvPr/>
            </p:nvSpPr>
            <p:spPr bwMode="auto">
              <a:xfrm>
                <a:off x="2403472" y="504016"/>
                <a:ext cx="287570" cy="260932"/>
              </a:xfrm>
              <a:custGeom>
                <a:avLst/>
                <a:gdLst>
                  <a:gd name="connsiteX0" fmla="*/ 116112 w 607919"/>
                  <a:gd name="connsiteY0" fmla="*/ 473652 h 551610"/>
                  <a:gd name="connsiteX1" fmla="*/ 118901 w 607919"/>
                  <a:gd name="connsiteY1" fmla="*/ 480423 h 551610"/>
                  <a:gd name="connsiteX2" fmla="*/ 118901 w 607919"/>
                  <a:gd name="connsiteY2" fmla="*/ 551610 h 551610"/>
                  <a:gd name="connsiteX3" fmla="*/ 55604 w 607919"/>
                  <a:gd name="connsiteY3" fmla="*/ 551610 h 551610"/>
                  <a:gd name="connsiteX4" fmla="*/ 55604 w 607919"/>
                  <a:gd name="connsiteY4" fmla="*/ 540851 h 551610"/>
                  <a:gd name="connsiteX5" fmla="*/ 65255 w 607919"/>
                  <a:gd name="connsiteY5" fmla="*/ 520583 h 551610"/>
                  <a:gd name="connsiteX6" fmla="*/ 83555 w 607919"/>
                  <a:gd name="connsiteY6" fmla="*/ 502317 h 551610"/>
                  <a:gd name="connsiteX7" fmla="*/ 109375 w 607919"/>
                  <a:gd name="connsiteY7" fmla="*/ 476545 h 551610"/>
                  <a:gd name="connsiteX8" fmla="*/ 116112 w 607919"/>
                  <a:gd name="connsiteY8" fmla="*/ 473652 h 551610"/>
                  <a:gd name="connsiteX9" fmla="*/ 199155 w 607919"/>
                  <a:gd name="connsiteY9" fmla="*/ 390799 h 551610"/>
                  <a:gd name="connsiteX10" fmla="*/ 201956 w 607919"/>
                  <a:gd name="connsiteY10" fmla="*/ 397632 h 551610"/>
                  <a:gd name="connsiteX11" fmla="*/ 201956 w 607919"/>
                  <a:gd name="connsiteY11" fmla="*/ 551610 h 551610"/>
                  <a:gd name="connsiteX12" fmla="*/ 145363 w 607919"/>
                  <a:gd name="connsiteY12" fmla="*/ 551610 h 551610"/>
                  <a:gd name="connsiteX13" fmla="*/ 145363 w 607919"/>
                  <a:gd name="connsiteY13" fmla="*/ 454170 h 551610"/>
                  <a:gd name="connsiteX14" fmla="*/ 154879 w 607919"/>
                  <a:gd name="connsiteY14" fmla="*/ 431030 h 551610"/>
                  <a:gd name="connsiteX15" fmla="*/ 192315 w 607919"/>
                  <a:gd name="connsiteY15" fmla="*/ 393630 h 551610"/>
                  <a:gd name="connsiteX16" fmla="*/ 199155 w 607919"/>
                  <a:gd name="connsiteY16" fmla="*/ 390799 h 551610"/>
                  <a:gd name="connsiteX17" fmla="*/ 231082 w 607919"/>
                  <a:gd name="connsiteY17" fmla="*/ 388245 h 551610"/>
                  <a:gd name="connsiteX18" fmla="*/ 237930 w 607919"/>
                  <a:gd name="connsiteY18" fmla="*/ 391091 h 551610"/>
                  <a:gd name="connsiteX19" fmla="*/ 266763 w 607919"/>
                  <a:gd name="connsiteY19" fmla="*/ 419867 h 551610"/>
                  <a:gd name="connsiteX20" fmla="*/ 275915 w 607919"/>
                  <a:gd name="connsiteY20" fmla="*/ 428875 h 551610"/>
                  <a:gd name="connsiteX21" fmla="*/ 284941 w 607919"/>
                  <a:gd name="connsiteY21" fmla="*/ 451520 h 551610"/>
                  <a:gd name="connsiteX22" fmla="*/ 284941 w 607919"/>
                  <a:gd name="connsiteY22" fmla="*/ 551610 h 551610"/>
                  <a:gd name="connsiteX23" fmla="*/ 228277 w 607919"/>
                  <a:gd name="connsiteY23" fmla="*/ 551610 h 551610"/>
                  <a:gd name="connsiteX24" fmla="*/ 228277 w 607919"/>
                  <a:gd name="connsiteY24" fmla="*/ 394969 h 551610"/>
                  <a:gd name="connsiteX25" fmla="*/ 231082 w 607919"/>
                  <a:gd name="connsiteY25" fmla="*/ 388245 h 551610"/>
                  <a:gd name="connsiteX26" fmla="*/ 365148 w 607919"/>
                  <a:gd name="connsiteY26" fmla="*/ 381336 h 551610"/>
                  <a:gd name="connsiteX27" fmla="*/ 367997 w 607919"/>
                  <a:gd name="connsiteY27" fmla="*/ 388122 h 551610"/>
                  <a:gd name="connsiteX28" fmla="*/ 367997 w 607919"/>
                  <a:gd name="connsiteY28" fmla="*/ 551610 h 551610"/>
                  <a:gd name="connsiteX29" fmla="*/ 311262 w 607919"/>
                  <a:gd name="connsiteY29" fmla="*/ 551610 h 551610"/>
                  <a:gd name="connsiteX30" fmla="*/ 311262 w 607919"/>
                  <a:gd name="connsiteY30" fmla="*/ 444661 h 551610"/>
                  <a:gd name="connsiteX31" fmla="*/ 316898 w 607919"/>
                  <a:gd name="connsiteY31" fmla="*/ 425523 h 551610"/>
                  <a:gd name="connsiteX32" fmla="*/ 322534 w 607919"/>
                  <a:gd name="connsiteY32" fmla="*/ 419894 h 551610"/>
                  <a:gd name="connsiteX33" fmla="*/ 358353 w 607919"/>
                  <a:gd name="connsiteY33" fmla="*/ 384120 h 551610"/>
                  <a:gd name="connsiteX34" fmla="*/ 365148 w 607919"/>
                  <a:gd name="connsiteY34" fmla="*/ 381336 h 551610"/>
                  <a:gd name="connsiteX35" fmla="*/ 448177 w 607919"/>
                  <a:gd name="connsiteY35" fmla="*/ 298352 h 551610"/>
                  <a:gd name="connsiteX36" fmla="*/ 450982 w 607919"/>
                  <a:gd name="connsiteY36" fmla="*/ 305139 h 551610"/>
                  <a:gd name="connsiteX37" fmla="*/ 450982 w 607919"/>
                  <a:gd name="connsiteY37" fmla="*/ 551610 h 551610"/>
                  <a:gd name="connsiteX38" fmla="*/ 394318 w 607919"/>
                  <a:gd name="connsiteY38" fmla="*/ 551610 h 551610"/>
                  <a:gd name="connsiteX39" fmla="*/ 394318 w 607919"/>
                  <a:gd name="connsiteY39" fmla="*/ 361815 h 551610"/>
                  <a:gd name="connsiteX40" fmla="*/ 403846 w 607919"/>
                  <a:gd name="connsiteY40" fmla="*/ 338669 h 551610"/>
                  <a:gd name="connsiteX41" fmla="*/ 441329 w 607919"/>
                  <a:gd name="connsiteY41" fmla="*/ 301136 h 551610"/>
                  <a:gd name="connsiteX42" fmla="*/ 448177 w 607919"/>
                  <a:gd name="connsiteY42" fmla="*/ 298352 h 551610"/>
                  <a:gd name="connsiteX43" fmla="*/ 527085 w 607919"/>
                  <a:gd name="connsiteY43" fmla="*/ 219452 h 551610"/>
                  <a:gd name="connsiteX44" fmla="*/ 529874 w 607919"/>
                  <a:gd name="connsiteY44" fmla="*/ 226177 h 551610"/>
                  <a:gd name="connsiteX45" fmla="*/ 529874 w 607919"/>
                  <a:gd name="connsiteY45" fmla="*/ 551610 h 551610"/>
                  <a:gd name="connsiteX46" fmla="*/ 477232 w 607919"/>
                  <a:gd name="connsiteY46" fmla="*/ 551610 h 551610"/>
                  <a:gd name="connsiteX47" fmla="*/ 477232 w 607919"/>
                  <a:gd name="connsiteY47" fmla="*/ 278727 h 551610"/>
                  <a:gd name="connsiteX48" fmla="*/ 486883 w 607919"/>
                  <a:gd name="connsiteY48" fmla="*/ 255580 h 551610"/>
                  <a:gd name="connsiteX49" fmla="*/ 520348 w 607919"/>
                  <a:gd name="connsiteY49" fmla="*/ 222298 h 551610"/>
                  <a:gd name="connsiteX50" fmla="*/ 527085 w 607919"/>
                  <a:gd name="connsiteY50" fmla="*/ 219452 h 551610"/>
                  <a:gd name="connsiteX51" fmla="*/ 387769 w 607919"/>
                  <a:gd name="connsiteY51" fmla="*/ 0 h 551610"/>
                  <a:gd name="connsiteX52" fmla="*/ 580729 w 607919"/>
                  <a:gd name="connsiteY52" fmla="*/ 0 h 551610"/>
                  <a:gd name="connsiteX53" fmla="*/ 607919 w 607919"/>
                  <a:gd name="connsiteY53" fmla="*/ 26022 h 551610"/>
                  <a:gd name="connsiteX54" fmla="*/ 607919 w 607919"/>
                  <a:gd name="connsiteY54" fmla="*/ 219812 h 551610"/>
                  <a:gd name="connsiteX55" fmla="*/ 598271 w 607919"/>
                  <a:gd name="connsiteY55" fmla="*/ 223815 h 551610"/>
                  <a:gd name="connsiteX56" fmla="*/ 530610 w 607919"/>
                  <a:gd name="connsiteY56" fmla="*/ 156258 h 551610"/>
                  <a:gd name="connsiteX57" fmla="*/ 304320 w 607919"/>
                  <a:gd name="connsiteY57" fmla="*/ 382325 h 551610"/>
                  <a:gd name="connsiteX58" fmla="*/ 285024 w 607919"/>
                  <a:gd name="connsiteY58" fmla="*/ 382325 h 551610"/>
                  <a:gd name="connsiteX59" fmla="*/ 216360 w 607919"/>
                  <a:gd name="connsiteY59" fmla="*/ 313767 h 551610"/>
                  <a:gd name="connsiteX60" fmla="*/ 94068 w 607919"/>
                  <a:gd name="connsiteY60" fmla="*/ 435996 h 551610"/>
                  <a:gd name="connsiteX61" fmla="*/ 17260 w 607919"/>
                  <a:gd name="connsiteY61" fmla="*/ 435996 h 551610"/>
                  <a:gd name="connsiteX62" fmla="*/ 15882 w 607919"/>
                  <a:gd name="connsiteY62" fmla="*/ 434745 h 551610"/>
                  <a:gd name="connsiteX63" fmla="*/ 15882 w 607919"/>
                  <a:gd name="connsiteY63" fmla="*/ 358055 h 551610"/>
                  <a:gd name="connsiteX64" fmla="*/ 206837 w 607919"/>
                  <a:gd name="connsiteY64" fmla="*/ 167267 h 551610"/>
                  <a:gd name="connsiteX65" fmla="*/ 226008 w 607919"/>
                  <a:gd name="connsiteY65" fmla="*/ 167267 h 551610"/>
                  <a:gd name="connsiteX66" fmla="*/ 294672 w 607919"/>
                  <a:gd name="connsiteY66" fmla="*/ 235701 h 551610"/>
                  <a:gd name="connsiteX67" fmla="*/ 424481 w 607919"/>
                  <a:gd name="connsiteY67" fmla="*/ 105965 h 551610"/>
                  <a:gd name="connsiteX68" fmla="*/ 452423 w 607919"/>
                  <a:gd name="connsiteY68" fmla="*/ 78192 h 551610"/>
                  <a:gd name="connsiteX69" fmla="*/ 383885 w 607919"/>
                  <a:gd name="connsiteY69" fmla="*/ 9633 h 551610"/>
                  <a:gd name="connsiteX70" fmla="*/ 387769 w 607919"/>
                  <a:gd name="connsiteY70" fmla="*/ 0 h 5516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</a:cxnLst>
                <a:rect l="l" t="t" r="r" b="b"/>
                <a:pathLst>
                  <a:path w="607919" h="551610">
                    <a:moveTo>
                      <a:pt x="116112" y="473652"/>
                    </a:moveTo>
                    <a:cubicBezTo>
                      <a:pt x="117836" y="474356"/>
                      <a:pt x="118901" y="476670"/>
                      <a:pt x="118901" y="480423"/>
                    </a:cubicBezTo>
                    <a:lnTo>
                      <a:pt x="118901" y="551610"/>
                    </a:lnTo>
                    <a:lnTo>
                      <a:pt x="55604" y="551610"/>
                    </a:lnTo>
                    <a:lnTo>
                      <a:pt x="55604" y="540851"/>
                    </a:lnTo>
                    <a:cubicBezTo>
                      <a:pt x="55604" y="534971"/>
                      <a:pt x="59991" y="525838"/>
                      <a:pt x="65255" y="520583"/>
                    </a:cubicBezTo>
                    <a:lnTo>
                      <a:pt x="83555" y="502317"/>
                    </a:lnTo>
                    <a:lnTo>
                      <a:pt x="109375" y="476545"/>
                    </a:lnTo>
                    <a:cubicBezTo>
                      <a:pt x="112007" y="473855"/>
                      <a:pt x="114389" y="472948"/>
                      <a:pt x="116112" y="473652"/>
                    </a:cubicBezTo>
                    <a:close/>
                    <a:moveTo>
                      <a:pt x="199155" y="390799"/>
                    </a:moveTo>
                    <a:cubicBezTo>
                      <a:pt x="200892" y="391534"/>
                      <a:pt x="201956" y="393880"/>
                      <a:pt x="201956" y="397632"/>
                    </a:cubicBezTo>
                    <a:lnTo>
                      <a:pt x="201956" y="551610"/>
                    </a:lnTo>
                    <a:lnTo>
                      <a:pt x="145363" y="551610"/>
                    </a:lnTo>
                    <a:lnTo>
                      <a:pt x="145363" y="454170"/>
                    </a:lnTo>
                    <a:cubicBezTo>
                      <a:pt x="145363" y="446665"/>
                      <a:pt x="149620" y="436283"/>
                      <a:pt x="154879" y="431030"/>
                    </a:cubicBezTo>
                    <a:lnTo>
                      <a:pt x="192315" y="393630"/>
                    </a:lnTo>
                    <a:cubicBezTo>
                      <a:pt x="195007" y="390941"/>
                      <a:pt x="197417" y="390065"/>
                      <a:pt x="199155" y="390799"/>
                    </a:cubicBezTo>
                    <a:close/>
                    <a:moveTo>
                      <a:pt x="231082" y="388245"/>
                    </a:moveTo>
                    <a:cubicBezTo>
                      <a:pt x="232822" y="387525"/>
                      <a:pt x="235235" y="388401"/>
                      <a:pt x="237930" y="391091"/>
                    </a:cubicBezTo>
                    <a:lnTo>
                      <a:pt x="266763" y="419867"/>
                    </a:lnTo>
                    <a:lnTo>
                      <a:pt x="275915" y="428875"/>
                    </a:lnTo>
                    <a:cubicBezTo>
                      <a:pt x="280929" y="433879"/>
                      <a:pt x="284941" y="444013"/>
                      <a:pt x="284941" y="451520"/>
                    </a:cubicBezTo>
                    <a:lnTo>
                      <a:pt x="284941" y="551610"/>
                    </a:lnTo>
                    <a:lnTo>
                      <a:pt x="228277" y="551610"/>
                    </a:lnTo>
                    <a:lnTo>
                      <a:pt x="228277" y="394969"/>
                    </a:lnTo>
                    <a:cubicBezTo>
                      <a:pt x="228277" y="391278"/>
                      <a:pt x="229343" y="388964"/>
                      <a:pt x="231082" y="388245"/>
                    </a:cubicBezTo>
                    <a:close/>
                    <a:moveTo>
                      <a:pt x="365148" y="381336"/>
                    </a:moveTo>
                    <a:cubicBezTo>
                      <a:pt x="366901" y="382055"/>
                      <a:pt x="367997" y="384370"/>
                      <a:pt x="367997" y="388122"/>
                    </a:cubicBezTo>
                    <a:lnTo>
                      <a:pt x="367997" y="551610"/>
                    </a:lnTo>
                    <a:lnTo>
                      <a:pt x="311262" y="551610"/>
                    </a:lnTo>
                    <a:lnTo>
                      <a:pt x="311262" y="444661"/>
                    </a:lnTo>
                    <a:cubicBezTo>
                      <a:pt x="311262" y="437156"/>
                      <a:pt x="313767" y="428650"/>
                      <a:pt x="316898" y="425523"/>
                    </a:cubicBezTo>
                    <a:cubicBezTo>
                      <a:pt x="320029" y="422396"/>
                      <a:pt x="322534" y="419894"/>
                      <a:pt x="322534" y="419894"/>
                    </a:cubicBezTo>
                    <a:lnTo>
                      <a:pt x="358353" y="384120"/>
                    </a:lnTo>
                    <a:cubicBezTo>
                      <a:pt x="360983" y="381493"/>
                      <a:pt x="363394" y="380617"/>
                      <a:pt x="365148" y="381336"/>
                    </a:cubicBezTo>
                    <a:close/>
                    <a:moveTo>
                      <a:pt x="448177" y="298352"/>
                    </a:moveTo>
                    <a:cubicBezTo>
                      <a:pt x="449916" y="299071"/>
                      <a:pt x="450982" y="301386"/>
                      <a:pt x="450982" y="305139"/>
                    </a:cubicBezTo>
                    <a:lnTo>
                      <a:pt x="450982" y="551610"/>
                    </a:lnTo>
                    <a:lnTo>
                      <a:pt x="394318" y="551610"/>
                    </a:lnTo>
                    <a:lnTo>
                      <a:pt x="394318" y="361815"/>
                    </a:lnTo>
                    <a:cubicBezTo>
                      <a:pt x="394318" y="354308"/>
                      <a:pt x="398580" y="343924"/>
                      <a:pt x="403846" y="338669"/>
                    </a:cubicBezTo>
                    <a:lnTo>
                      <a:pt x="441329" y="301136"/>
                    </a:lnTo>
                    <a:cubicBezTo>
                      <a:pt x="444024" y="298508"/>
                      <a:pt x="446438" y="297633"/>
                      <a:pt x="448177" y="298352"/>
                    </a:cubicBezTo>
                    <a:close/>
                    <a:moveTo>
                      <a:pt x="527085" y="219452"/>
                    </a:moveTo>
                    <a:cubicBezTo>
                      <a:pt x="528809" y="220171"/>
                      <a:pt x="529874" y="222486"/>
                      <a:pt x="529874" y="226177"/>
                    </a:cubicBezTo>
                    <a:lnTo>
                      <a:pt x="529874" y="551610"/>
                    </a:lnTo>
                    <a:lnTo>
                      <a:pt x="477232" y="551610"/>
                    </a:lnTo>
                    <a:lnTo>
                      <a:pt x="477232" y="278727"/>
                    </a:lnTo>
                    <a:cubicBezTo>
                      <a:pt x="477232" y="271345"/>
                      <a:pt x="481494" y="260960"/>
                      <a:pt x="486883" y="255580"/>
                    </a:cubicBezTo>
                    <a:lnTo>
                      <a:pt x="520348" y="222298"/>
                    </a:lnTo>
                    <a:cubicBezTo>
                      <a:pt x="522980" y="219608"/>
                      <a:pt x="525362" y="218732"/>
                      <a:pt x="527085" y="219452"/>
                    </a:cubicBezTo>
                    <a:close/>
                    <a:moveTo>
                      <a:pt x="387769" y="0"/>
                    </a:moveTo>
                    <a:lnTo>
                      <a:pt x="580729" y="0"/>
                    </a:lnTo>
                    <a:cubicBezTo>
                      <a:pt x="594512" y="0"/>
                      <a:pt x="607919" y="12135"/>
                      <a:pt x="607919" y="26022"/>
                    </a:cubicBezTo>
                    <a:lnTo>
                      <a:pt x="607919" y="219812"/>
                    </a:lnTo>
                    <a:cubicBezTo>
                      <a:pt x="607919" y="227318"/>
                      <a:pt x="603534" y="229070"/>
                      <a:pt x="598271" y="223815"/>
                    </a:cubicBezTo>
                    <a:lnTo>
                      <a:pt x="530610" y="156258"/>
                    </a:lnTo>
                    <a:lnTo>
                      <a:pt x="304320" y="382325"/>
                    </a:lnTo>
                    <a:cubicBezTo>
                      <a:pt x="298932" y="387580"/>
                      <a:pt x="290412" y="387580"/>
                      <a:pt x="285024" y="382325"/>
                    </a:cubicBezTo>
                    <a:lnTo>
                      <a:pt x="216360" y="313767"/>
                    </a:lnTo>
                    <a:lnTo>
                      <a:pt x="94068" y="435996"/>
                    </a:lnTo>
                    <a:cubicBezTo>
                      <a:pt x="72767" y="457264"/>
                      <a:pt x="38435" y="457264"/>
                      <a:pt x="17260" y="435996"/>
                    </a:cubicBezTo>
                    <a:lnTo>
                      <a:pt x="15882" y="434745"/>
                    </a:lnTo>
                    <a:cubicBezTo>
                      <a:pt x="-5294" y="413477"/>
                      <a:pt x="-5294" y="379198"/>
                      <a:pt x="15882" y="358055"/>
                    </a:cubicBezTo>
                    <a:lnTo>
                      <a:pt x="206837" y="167267"/>
                    </a:lnTo>
                    <a:cubicBezTo>
                      <a:pt x="212100" y="161888"/>
                      <a:pt x="220745" y="161888"/>
                      <a:pt x="226008" y="167267"/>
                    </a:cubicBezTo>
                    <a:lnTo>
                      <a:pt x="294672" y="235701"/>
                    </a:lnTo>
                    <a:lnTo>
                      <a:pt x="424481" y="105965"/>
                    </a:lnTo>
                    <a:lnTo>
                      <a:pt x="452423" y="78192"/>
                    </a:lnTo>
                    <a:lnTo>
                      <a:pt x="383885" y="9633"/>
                    </a:lnTo>
                    <a:cubicBezTo>
                      <a:pt x="378497" y="4379"/>
                      <a:pt x="380376" y="0"/>
                      <a:pt x="38776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 fontScale="6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</p:grpSp>
    </p:spTree>
    <p:custDataLst>
      <p:tags r:id="rId2"/>
    </p:custDataLst>
    <p:extLst>
      <p:ext uri="{BB962C8B-B14F-4D97-AF65-F5344CB8AC3E}">
        <p14:creationId xmlns:p14="http://schemas.microsoft.com/office/powerpoint/2010/main" val="922935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C549A-A475-48C1-83C0-BC705A244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20742C-C465-47F9-9AF6-4EB0112CD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en-US" altLang="zh-CN" sz="100"/>
              <a:t> 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847200-1A5A-4C12-9FC3-BDE7C1EB1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14</a:t>
            </a:fld>
            <a:endParaRPr lang="zh-CN" altLang="en-US"/>
          </a:p>
        </p:txBody>
      </p:sp>
      <p:grpSp>
        <p:nvGrpSpPr>
          <p:cNvPr id="5" name="27767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771FC643-5A02-40E7-BA72-8B6F47950F7D}"/>
              </a:ext>
            </a:extLst>
          </p:cNvPr>
          <p:cNvGrpSpPr>
            <a:grpSpLocks noChangeAspect="1"/>
          </p:cNvGrpSpPr>
          <p:nvPr/>
        </p:nvGrpSpPr>
        <p:grpSpPr>
          <a:xfrm>
            <a:off x="669925" y="1287042"/>
            <a:ext cx="10850563" cy="4682893"/>
            <a:chOff x="669925" y="1287042"/>
            <a:chExt cx="10850563" cy="4682893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A31C416C-B44F-4529-B871-F2272FD9A6F1}"/>
                </a:ext>
              </a:extLst>
            </p:cNvPr>
            <p:cNvCxnSpPr>
              <a:stCxn id="10" idx="2"/>
              <a:endCxn id="57" idx="6"/>
            </p:cNvCxnSpPr>
            <p:nvPr/>
          </p:nvCxnSpPr>
          <p:spPr>
            <a:xfrm flipH="1">
              <a:off x="3284519" y="5100982"/>
              <a:ext cx="1280719" cy="0"/>
            </a:xfrm>
            <a:prstGeom prst="line">
              <a:avLst/>
            </a:prstGeom>
            <a:ln w="5715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9576E5AD-DD30-4B91-9367-AF54F3A1A81A}"/>
                </a:ext>
              </a:extLst>
            </p:cNvPr>
            <p:cNvCxnSpPr>
              <a:stCxn id="11" idx="6"/>
              <a:endCxn id="53" idx="2"/>
            </p:cNvCxnSpPr>
            <p:nvPr/>
          </p:nvCxnSpPr>
          <p:spPr>
            <a:xfrm>
              <a:off x="7627299" y="5100982"/>
              <a:ext cx="1280182" cy="0"/>
            </a:xfrm>
            <a:prstGeom prst="line">
              <a:avLst/>
            </a:prstGeom>
            <a:ln w="5715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FE99A46C-05E8-4C6F-B391-E222D7998DD6}"/>
                </a:ext>
              </a:extLst>
            </p:cNvPr>
            <p:cNvCxnSpPr>
              <a:stCxn id="9" idx="0"/>
              <a:endCxn id="55" idx="4"/>
            </p:cNvCxnSpPr>
            <p:nvPr/>
          </p:nvCxnSpPr>
          <p:spPr>
            <a:xfrm flipV="1">
              <a:off x="6096269" y="2097766"/>
              <a:ext cx="0" cy="1026849"/>
            </a:xfrm>
            <a:prstGeom prst="line">
              <a:avLst/>
            </a:prstGeom>
            <a:ln w="57150" cap="rnd">
              <a:solidFill>
                <a:schemeClr val="bg1">
                  <a:lumMod val="9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iŝlîḓè">
              <a:extLst>
                <a:ext uri="{FF2B5EF4-FFF2-40B4-BE49-F238E27FC236}">
                  <a16:creationId xmlns:a16="http://schemas.microsoft.com/office/drawing/2014/main" id="{4ED5A535-F8EA-4AFB-BEAE-9EC1FA658C6D}"/>
                </a:ext>
              </a:extLst>
            </p:cNvPr>
            <p:cNvSpPr/>
            <p:nvPr/>
          </p:nvSpPr>
          <p:spPr>
            <a:xfrm>
              <a:off x="5247249" y="3124615"/>
              <a:ext cx="1698040" cy="1698039"/>
            </a:xfrm>
            <a:prstGeom prst="ellipse">
              <a:avLst/>
            </a:prstGeom>
            <a:solidFill>
              <a:schemeClr val="accent1">
                <a:alpha val="9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</a:rPr>
                <a:t>…T</a:t>
              </a:r>
              <a:r>
                <a:rPr lang="en-US" altLang="zh-CN" sz="100">
                  <a:solidFill>
                    <a:schemeClr val="bg1"/>
                  </a:solidFill>
                </a:rPr>
                <a:t> </a:t>
              </a:r>
              <a:r>
                <a:rPr lang="en-US" altLang="zh-CN" sz="2000">
                  <a:solidFill>
                    <a:schemeClr val="bg1"/>
                  </a:solidFill>
                </a:rPr>
                <a:t>ext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0" name="ïsḻiḋê">
              <a:extLst>
                <a:ext uri="{FF2B5EF4-FFF2-40B4-BE49-F238E27FC236}">
                  <a16:creationId xmlns:a16="http://schemas.microsoft.com/office/drawing/2014/main" id="{47F0DE00-FB4D-4683-81D2-EBC27A5A2CF9}"/>
                </a:ext>
              </a:extLst>
            </p:cNvPr>
            <p:cNvSpPr/>
            <p:nvPr/>
          </p:nvSpPr>
          <p:spPr>
            <a:xfrm>
              <a:off x="4565238" y="4251962"/>
              <a:ext cx="1698040" cy="1698039"/>
            </a:xfrm>
            <a:prstGeom prst="ellipse">
              <a:avLst/>
            </a:prstGeom>
            <a:solidFill>
              <a:schemeClr val="accent2">
                <a:alpha val="9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</a:rPr>
                <a:t>…Te</a:t>
              </a:r>
              <a:r>
                <a:rPr lang="en-US" altLang="zh-CN" sz="100">
                  <a:solidFill>
                    <a:schemeClr val="bg1"/>
                  </a:solidFill>
                </a:rPr>
                <a:t> </a:t>
              </a:r>
              <a:r>
                <a:rPr lang="en-US" altLang="zh-CN" sz="2000">
                  <a:solidFill>
                    <a:schemeClr val="bg1"/>
                  </a:solidFill>
                </a:rPr>
                <a:t>xt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  <p:sp>
          <p:nvSpPr>
            <p:cNvPr id="11" name="îşļïḍê">
              <a:extLst>
                <a:ext uri="{FF2B5EF4-FFF2-40B4-BE49-F238E27FC236}">
                  <a16:creationId xmlns:a16="http://schemas.microsoft.com/office/drawing/2014/main" id="{D07DE00E-4B3B-4BD4-A35E-634D7543D285}"/>
                </a:ext>
              </a:extLst>
            </p:cNvPr>
            <p:cNvSpPr/>
            <p:nvPr/>
          </p:nvSpPr>
          <p:spPr>
            <a:xfrm>
              <a:off x="5929259" y="4251962"/>
              <a:ext cx="1698040" cy="1698039"/>
            </a:xfrm>
            <a:prstGeom prst="ellipse">
              <a:avLst/>
            </a:prstGeom>
            <a:solidFill>
              <a:schemeClr val="bg1">
                <a:lumMod val="65000"/>
                <a:alpha val="9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2000">
                  <a:solidFill>
                    <a:schemeClr val="bg1"/>
                  </a:solidFill>
                </a:rPr>
                <a:t>…Te</a:t>
              </a:r>
              <a:r>
                <a:rPr lang="en-US" altLang="zh-CN" sz="100">
                  <a:solidFill>
                    <a:schemeClr val="bg1"/>
                  </a:solidFill>
                </a:rPr>
                <a:t> </a:t>
              </a:r>
              <a:r>
                <a:rPr lang="en-US" altLang="zh-CN" sz="2000">
                  <a:solidFill>
                    <a:schemeClr val="bg1"/>
                  </a:solidFill>
                </a:rPr>
                <a:t>xt</a:t>
              </a:r>
              <a:endParaRPr lang="zh-CN" altLang="en-US" sz="2000" dirty="0">
                <a:solidFill>
                  <a:schemeClr val="bg1"/>
                </a:solidFill>
              </a:endParaRPr>
            </a:p>
          </p:txBody>
        </p:sp>
        <p:grpSp>
          <p:nvGrpSpPr>
            <p:cNvPr id="12" name="íṥḷiḍè">
              <a:extLst>
                <a:ext uri="{FF2B5EF4-FFF2-40B4-BE49-F238E27FC236}">
                  <a16:creationId xmlns:a16="http://schemas.microsoft.com/office/drawing/2014/main" id="{5D1528A9-1C00-4E6F-BA47-5DAF55A48C40}"/>
                </a:ext>
              </a:extLst>
            </p:cNvPr>
            <p:cNvGrpSpPr/>
            <p:nvPr/>
          </p:nvGrpSpPr>
          <p:grpSpPr>
            <a:xfrm>
              <a:off x="2603501" y="4760473"/>
              <a:ext cx="681018" cy="681017"/>
              <a:chOff x="2603501" y="4715648"/>
              <a:chExt cx="681018" cy="681017"/>
            </a:xfrm>
          </p:grpSpPr>
          <p:sp>
            <p:nvSpPr>
              <p:cNvPr id="57" name="ísľïḋê">
                <a:extLst>
                  <a:ext uri="{FF2B5EF4-FFF2-40B4-BE49-F238E27FC236}">
                    <a16:creationId xmlns:a16="http://schemas.microsoft.com/office/drawing/2014/main" id="{91CA61FC-39A3-46FF-8C9E-7857AF84268C}"/>
                  </a:ext>
                </a:extLst>
              </p:cNvPr>
              <p:cNvSpPr/>
              <p:nvPr/>
            </p:nvSpPr>
            <p:spPr>
              <a:xfrm>
                <a:off x="2603501" y="4715648"/>
                <a:ext cx="681018" cy="681017"/>
              </a:xfrm>
              <a:prstGeom prst="ellipse">
                <a:avLst/>
              </a:prstGeom>
              <a:solidFill>
                <a:schemeClr val="accent2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8" name="ïṥḷîḑé">
                <a:extLst>
                  <a:ext uri="{FF2B5EF4-FFF2-40B4-BE49-F238E27FC236}">
                    <a16:creationId xmlns:a16="http://schemas.microsoft.com/office/drawing/2014/main" id="{FF2F5734-047E-4573-A840-7032F546EA22}"/>
                  </a:ext>
                </a:extLst>
              </p:cNvPr>
              <p:cNvSpPr/>
              <p:nvPr/>
            </p:nvSpPr>
            <p:spPr>
              <a:xfrm>
                <a:off x="2764715" y="4903234"/>
                <a:ext cx="358589" cy="305844"/>
              </a:xfrm>
              <a:custGeom>
                <a:avLst/>
                <a:gdLst>
                  <a:gd name="T0" fmla="*/ 3776 w 7671"/>
                  <a:gd name="T1" fmla="*/ 16 h 6553"/>
                  <a:gd name="T2" fmla="*/ 77 w 7671"/>
                  <a:gd name="T3" fmla="*/ 5307 h 6553"/>
                  <a:gd name="T4" fmla="*/ 7671 w 7671"/>
                  <a:gd name="T5" fmla="*/ 3664 h 6553"/>
                  <a:gd name="T6" fmla="*/ 152 w 7671"/>
                  <a:gd name="T7" fmla="*/ 5001 h 6553"/>
                  <a:gd name="T8" fmla="*/ 392 w 7671"/>
                  <a:gd name="T9" fmla="*/ 5045 h 6553"/>
                  <a:gd name="T10" fmla="*/ 152 w 7671"/>
                  <a:gd name="T11" fmla="*/ 3880 h 6553"/>
                  <a:gd name="T12" fmla="*/ 756 w 7671"/>
                  <a:gd name="T13" fmla="*/ 5178 h 6553"/>
                  <a:gd name="T14" fmla="*/ 540 w 7671"/>
                  <a:gd name="T15" fmla="*/ 4565 h 6553"/>
                  <a:gd name="T16" fmla="*/ 733 w 7671"/>
                  <a:gd name="T17" fmla="*/ 4411 h 6553"/>
                  <a:gd name="T18" fmla="*/ 759 w 7671"/>
                  <a:gd name="T19" fmla="*/ 3830 h 6553"/>
                  <a:gd name="T20" fmla="*/ 942 w 7671"/>
                  <a:gd name="T21" fmla="*/ 5244 h 6553"/>
                  <a:gd name="T22" fmla="*/ 1234 w 7671"/>
                  <a:gd name="T23" fmla="*/ 5273 h 6553"/>
                  <a:gd name="T24" fmla="*/ 915 w 7671"/>
                  <a:gd name="T25" fmla="*/ 4392 h 6553"/>
                  <a:gd name="T26" fmla="*/ 1234 w 7671"/>
                  <a:gd name="T27" fmla="*/ 4412 h 6553"/>
                  <a:gd name="T28" fmla="*/ 1432 w 7671"/>
                  <a:gd name="T29" fmla="*/ 4739 h 6553"/>
                  <a:gd name="T30" fmla="*/ 1786 w 7671"/>
                  <a:gd name="T31" fmla="*/ 4499 h 6553"/>
                  <a:gd name="T32" fmla="*/ 1803 w 7671"/>
                  <a:gd name="T33" fmla="*/ 3787 h 6553"/>
                  <a:gd name="T34" fmla="*/ 3549 w 7671"/>
                  <a:gd name="T35" fmla="*/ 679 h 6553"/>
                  <a:gd name="T36" fmla="*/ 2951 w 7671"/>
                  <a:gd name="T37" fmla="*/ 1768 h 6553"/>
                  <a:gd name="T38" fmla="*/ 2564 w 7671"/>
                  <a:gd name="T39" fmla="*/ 1191 h 6553"/>
                  <a:gd name="T40" fmla="*/ 2089 w 7671"/>
                  <a:gd name="T41" fmla="*/ 1383 h 6553"/>
                  <a:gd name="T42" fmla="*/ 2564 w 7671"/>
                  <a:gd name="T43" fmla="*/ 3042 h 6553"/>
                  <a:gd name="T44" fmla="*/ 2089 w 7671"/>
                  <a:gd name="T45" fmla="*/ 2419 h 6553"/>
                  <a:gd name="T46" fmla="*/ 2552 w 7671"/>
                  <a:gd name="T47" fmla="*/ 4551 h 6553"/>
                  <a:gd name="T48" fmla="*/ 2527 w 7671"/>
                  <a:gd name="T49" fmla="*/ 5671 h 6553"/>
                  <a:gd name="T50" fmla="*/ 2132 w 7671"/>
                  <a:gd name="T51" fmla="*/ 4798 h 6553"/>
                  <a:gd name="T52" fmla="*/ 3552 w 7671"/>
                  <a:gd name="T53" fmla="*/ 5935 h 6553"/>
                  <a:gd name="T54" fmla="*/ 2994 w 7671"/>
                  <a:gd name="T55" fmla="*/ 4923 h 6553"/>
                  <a:gd name="T56" fmla="*/ 3529 w 7671"/>
                  <a:gd name="T57" fmla="*/ 4644 h 6553"/>
                  <a:gd name="T58" fmla="*/ 3555 w 7671"/>
                  <a:gd name="T59" fmla="*/ 3714 h 6553"/>
                  <a:gd name="T60" fmla="*/ 2951 w 7671"/>
                  <a:gd name="T61" fmla="*/ 2965 h 6553"/>
                  <a:gd name="T62" fmla="*/ 3535 w 7671"/>
                  <a:gd name="T63" fmla="*/ 2913 h 6553"/>
                  <a:gd name="T64" fmla="*/ 4104 w 7671"/>
                  <a:gd name="T65" fmla="*/ 5039 h 6553"/>
                  <a:gd name="T66" fmla="*/ 4719 w 7671"/>
                  <a:gd name="T67" fmla="*/ 4562 h 6553"/>
                  <a:gd name="T68" fmla="*/ 4115 w 7671"/>
                  <a:gd name="T69" fmla="*/ 3714 h 6553"/>
                  <a:gd name="T70" fmla="*/ 4706 w 7671"/>
                  <a:gd name="T71" fmla="*/ 2994 h 6553"/>
                  <a:gd name="T72" fmla="*/ 4152 w 7671"/>
                  <a:gd name="T73" fmla="*/ 1973 h 6553"/>
                  <a:gd name="T74" fmla="*/ 4682 w 7671"/>
                  <a:gd name="T75" fmla="*/ 1806 h 6553"/>
                  <a:gd name="T76" fmla="*/ 4698 w 7671"/>
                  <a:gd name="T77" fmla="*/ 936 h 6553"/>
                  <a:gd name="T78" fmla="*/ 5144 w 7671"/>
                  <a:gd name="T79" fmla="*/ 5671 h 6553"/>
                  <a:gd name="T80" fmla="*/ 5581 w 7671"/>
                  <a:gd name="T81" fmla="*/ 4835 h 6553"/>
                  <a:gd name="T82" fmla="*/ 5118 w 7671"/>
                  <a:gd name="T83" fmla="*/ 4551 h 6553"/>
                  <a:gd name="T84" fmla="*/ 5581 w 7671"/>
                  <a:gd name="T85" fmla="*/ 4490 h 6553"/>
                  <a:gd name="T86" fmla="*/ 5107 w 7671"/>
                  <a:gd name="T87" fmla="*/ 2302 h 6553"/>
                  <a:gd name="T88" fmla="*/ 5581 w 7671"/>
                  <a:gd name="T89" fmla="*/ 2074 h 6553"/>
                  <a:gd name="T90" fmla="*/ 5124 w 7671"/>
                  <a:gd name="T91" fmla="*/ 1160 h 6553"/>
                  <a:gd name="T92" fmla="*/ 5903 w 7671"/>
                  <a:gd name="T93" fmla="*/ 5467 h 6553"/>
                  <a:gd name="T94" fmla="*/ 6226 w 7671"/>
                  <a:gd name="T95" fmla="*/ 4711 h 6553"/>
                  <a:gd name="T96" fmla="*/ 5893 w 7671"/>
                  <a:gd name="T97" fmla="*/ 4498 h 6553"/>
                  <a:gd name="T98" fmla="*/ 6239 w 7671"/>
                  <a:gd name="T99" fmla="*/ 3827 h 6553"/>
                  <a:gd name="T100" fmla="*/ 6451 w 7671"/>
                  <a:gd name="T101" fmla="*/ 5303 h 6553"/>
                  <a:gd name="T102" fmla="*/ 6756 w 7671"/>
                  <a:gd name="T103" fmla="*/ 5207 h 6553"/>
                  <a:gd name="T104" fmla="*/ 6436 w 7671"/>
                  <a:gd name="T105" fmla="*/ 4412 h 6553"/>
                  <a:gd name="T106" fmla="*/ 6756 w 7671"/>
                  <a:gd name="T107" fmla="*/ 4392 h 6553"/>
                  <a:gd name="T108" fmla="*/ 6900 w 7671"/>
                  <a:gd name="T109" fmla="*/ 4632 h 6553"/>
                  <a:gd name="T110" fmla="*/ 7174 w 7671"/>
                  <a:gd name="T111" fmla="*/ 4357 h 6553"/>
                  <a:gd name="T112" fmla="*/ 6911 w 7671"/>
                  <a:gd name="T113" fmla="*/ 3831 h 6553"/>
                  <a:gd name="T114" fmla="*/ 7490 w 7671"/>
                  <a:gd name="T115" fmla="*/ 5037 h 6553"/>
                  <a:gd name="T116" fmla="*/ 7475 w 7671"/>
                  <a:gd name="T117" fmla="*/ 4515 h 6553"/>
                  <a:gd name="T118" fmla="*/ 7316 w 7671"/>
                  <a:gd name="T119" fmla="*/ 4380 h 6553"/>
                  <a:gd name="T120" fmla="*/ 7518 w 7671"/>
                  <a:gd name="T121" fmla="*/ 3880 h 6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1" h="6553">
                    <a:moveTo>
                      <a:pt x="7569" y="3552"/>
                    </a:moveTo>
                    <a:lnTo>
                      <a:pt x="5837" y="3371"/>
                    </a:lnTo>
                    <a:lnTo>
                      <a:pt x="5837" y="1136"/>
                    </a:lnTo>
                    <a:cubicBezTo>
                      <a:pt x="5837" y="1094"/>
                      <a:pt x="5814" y="1056"/>
                      <a:pt x="5778" y="1036"/>
                    </a:cubicBezTo>
                    <a:lnTo>
                      <a:pt x="3893" y="15"/>
                    </a:lnTo>
                    <a:cubicBezTo>
                      <a:pt x="3876" y="5"/>
                      <a:pt x="3856" y="0"/>
                      <a:pt x="3835" y="0"/>
                    </a:cubicBezTo>
                    <a:cubicBezTo>
                      <a:pt x="3814" y="0"/>
                      <a:pt x="3794" y="6"/>
                      <a:pt x="3776" y="16"/>
                    </a:cubicBezTo>
                    <a:lnTo>
                      <a:pt x="1893" y="1036"/>
                    </a:lnTo>
                    <a:cubicBezTo>
                      <a:pt x="1856" y="1056"/>
                      <a:pt x="1834" y="1094"/>
                      <a:pt x="1834" y="1136"/>
                    </a:cubicBezTo>
                    <a:lnTo>
                      <a:pt x="1834" y="3371"/>
                    </a:lnTo>
                    <a:lnTo>
                      <a:pt x="101" y="3552"/>
                    </a:lnTo>
                    <a:cubicBezTo>
                      <a:pt x="44" y="3558"/>
                      <a:pt x="0" y="3606"/>
                      <a:pt x="0" y="3664"/>
                    </a:cubicBezTo>
                    <a:lnTo>
                      <a:pt x="0" y="5199"/>
                    </a:lnTo>
                    <a:cubicBezTo>
                      <a:pt x="0" y="5248"/>
                      <a:pt x="31" y="5291"/>
                      <a:pt x="77" y="5307"/>
                    </a:cubicBezTo>
                    <a:lnTo>
                      <a:pt x="3798" y="6547"/>
                    </a:lnTo>
                    <a:cubicBezTo>
                      <a:pt x="3810" y="6551"/>
                      <a:pt x="3822" y="6553"/>
                      <a:pt x="3835" y="6553"/>
                    </a:cubicBezTo>
                    <a:cubicBezTo>
                      <a:pt x="3848" y="6553"/>
                      <a:pt x="3860" y="6551"/>
                      <a:pt x="3871" y="6547"/>
                    </a:cubicBezTo>
                    <a:lnTo>
                      <a:pt x="3871" y="6547"/>
                    </a:lnTo>
                    <a:lnTo>
                      <a:pt x="7594" y="5307"/>
                    </a:lnTo>
                    <a:cubicBezTo>
                      <a:pt x="7640" y="5291"/>
                      <a:pt x="7671" y="5248"/>
                      <a:pt x="7671" y="5199"/>
                    </a:cubicBezTo>
                    <a:lnTo>
                      <a:pt x="7671" y="3664"/>
                    </a:lnTo>
                    <a:cubicBezTo>
                      <a:pt x="7670" y="3606"/>
                      <a:pt x="7627" y="3558"/>
                      <a:pt x="7569" y="3552"/>
                    </a:cubicBezTo>
                    <a:close/>
                    <a:moveTo>
                      <a:pt x="392" y="5045"/>
                    </a:moveTo>
                    <a:cubicBezTo>
                      <a:pt x="392" y="5057"/>
                      <a:pt x="387" y="5068"/>
                      <a:pt x="377" y="5075"/>
                    </a:cubicBezTo>
                    <a:cubicBezTo>
                      <a:pt x="371" y="5080"/>
                      <a:pt x="362" y="5083"/>
                      <a:pt x="354" y="5083"/>
                    </a:cubicBezTo>
                    <a:cubicBezTo>
                      <a:pt x="351" y="5083"/>
                      <a:pt x="348" y="5083"/>
                      <a:pt x="344" y="5082"/>
                    </a:cubicBezTo>
                    <a:lnTo>
                      <a:pt x="180" y="5037"/>
                    </a:lnTo>
                    <a:cubicBezTo>
                      <a:pt x="164" y="5033"/>
                      <a:pt x="152" y="5018"/>
                      <a:pt x="152" y="5001"/>
                    </a:cubicBezTo>
                    <a:lnTo>
                      <a:pt x="152" y="4553"/>
                    </a:lnTo>
                    <a:cubicBezTo>
                      <a:pt x="152" y="4542"/>
                      <a:pt x="157" y="4531"/>
                      <a:pt x="165" y="4524"/>
                    </a:cubicBezTo>
                    <a:cubicBezTo>
                      <a:pt x="174" y="4517"/>
                      <a:pt x="185" y="4514"/>
                      <a:pt x="196" y="4515"/>
                    </a:cubicBezTo>
                    <a:lnTo>
                      <a:pt x="360" y="4539"/>
                    </a:lnTo>
                    <a:cubicBezTo>
                      <a:pt x="378" y="4542"/>
                      <a:pt x="392" y="4558"/>
                      <a:pt x="392" y="4576"/>
                    </a:cubicBezTo>
                    <a:lnTo>
                      <a:pt x="392" y="5045"/>
                    </a:lnTo>
                    <a:lnTo>
                      <a:pt x="392" y="5045"/>
                    </a:lnTo>
                    <a:close/>
                    <a:moveTo>
                      <a:pt x="392" y="4342"/>
                    </a:moveTo>
                    <a:cubicBezTo>
                      <a:pt x="392" y="4353"/>
                      <a:pt x="388" y="4363"/>
                      <a:pt x="380" y="4370"/>
                    </a:cubicBezTo>
                    <a:cubicBezTo>
                      <a:pt x="373" y="4376"/>
                      <a:pt x="364" y="4380"/>
                      <a:pt x="354" y="4380"/>
                    </a:cubicBezTo>
                    <a:cubicBezTo>
                      <a:pt x="353" y="4380"/>
                      <a:pt x="352" y="4380"/>
                      <a:pt x="351" y="4380"/>
                    </a:cubicBezTo>
                    <a:lnTo>
                      <a:pt x="187" y="4366"/>
                    </a:lnTo>
                    <a:cubicBezTo>
                      <a:pt x="167" y="4364"/>
                      <a:pt x="152" y="4348"/>
                      <a:pt x="152" y="4329"/>
                    </a:cubicBezTo>
                    <a:lnTo>
                      <a:pt x="152" y="3880"/>
                    </a:lnTo>
                    <a:cubicBezTo>
                      <a:pt x="152" y="3860"/>
                      <a:pt x="168" y="3843"/>
                      <a:pt x="188" y="3843"/>
                    </a:cubicBezTo>
                    <a:lnTo>
                      <a:pt x="353" y="3836"/>
                    </a:lnTo>
                    <a:cubicBezTo>
                      <a:pt x="363" y="3835"/>
                      <a:pt x="373" y="3839"/>
                      <a:pt x="380" y="3846"/>
                    </a:cubicBezTo>
                    <a:cubicBezTo>
                      <a:pt x="388" y="3853"/>
                      <a:pt x="392" y="3863"/>
                      <a:pt x="392" y="3873"/>
                    </a:cubicBezTo>
                    <a:lnTo>
                      <a:pt x="392" y="4342"/>
                    </a:lnTo>
                    <a:close/>
                    <a:moveTo>
                      <a:pt x="771" y="5148"/>
                    </a:moveTo>
                    <a:cubicBezTo>
                      <a:pt x="771" y="5160"/>
                      <a:pt x="765" y="5171"/>
                      <a:pt x="756" y="5178"/>
                    </a:cubicBezTo>
                    <a:cubicBezTo>
                      <a:pt x="749" y="5183"/>
                      <a:pt x="741" y="5186"/>
                      <a:pt x="733" y="5186"/>
                    </a:cubicBezTo>
                    <a:cubicBezTo>
                      <a:pt x="729" y="5186"/>
                      <a:pt x="726" y="5185"/>
                      <a:pt x="723" y="5184"/>
                    </a:cubicBezTo>
                    <a:lnTo>
                      <a:pt x="525" y="5131"/>
                    </a:lnTo>
                    <a:cubicBezTo>
                      <a:pt x="508" y="5126"/>
                      <a:pt x="497" y="5111"/>
                      <a:pt x="497" y="5094"/>
                    </a:cubicBezTo>
                    <a:lnTo>
                      <a:pt x="497" y="4603"/>
                    </a:lnTo>
                    <a:cubicBezTo>
                      <a:pt x="497" y="4592"/>
                      <a:pt x="501" y="4581"/>
                      <a:pt x="510" y="4574"/>
                    </a:cubicBezTo>
                    <a:cubicBezTo>
                      <a:pt x="518" y="4567"/>
                      <a:pt x="529" y="4564"/>
                      <a:pt x="540" y="4565"/>
                    </a:cubicBezTo>
                    <a:lnTo>
                      <a:pt x="738" y="4595"/>
                    </a:lnTo>
                    <a:cubicBezTo>
                      <a:pt x="757" y="4597"/>
                      <a:pt x="770" y="4613"/>
                      <a:pt x="770" y="4632"/>
                    </a:cubicBezTo>
                    <a:lnTo>
                      <a:pt x="770" y="5148"/>
                    </a:lnTo>
                    <a:lnTo>
                      <a:pt x="771" y="5148"/>
                    </a:lnTo>
                    <a:close/>
                    <a:moveTo>
                      <a:pt x="771" y="4374"/>
                    </a:moveTo>
                    <a:cubicBezTo>
                      <a:pt x="771" y="4384"/>
                      <a:pt x="766" y="4394"/>
                      <a:pt x="759" y="4401"/>
                    </a:cubicBezTo>
                    <a:cubicBezTo>
                      <a:pt x="752" y="4408"/>
                      <a:pt x="742" y="4411"/>
                      <a:pt x="733" y="4411"/>
                    </a:cubicBezTo>
                    <a:cubicBezTo>
                      <a:pt x="732" y="4411"/>
                      <a:pt x="731" y="4411"/>
                      <a:pt x="730" y="4411"/>
                    </a:cubicBezTo>
                    <a:lnTo>
                      <a:pt x="532" y="4395"/>
                    </a:lnTo>
                    <a:cubicBezTo>
                      <a:pt x="512" y="4393"/>
                      <a:pt x="497" y="4377"/>
                      <a:pt x="497" y="4357"/>
                    </a:cubicBezTo>
                    <a:lnTo>
                      <a:pt x="497" y="3866"/>
                    </a:lnTo>
                    <a:cubicBezTo>
                      <a:pt x="497" y="3845"/>
                      <a:pt x="513" y="3829"/>
                      <a:pt x="533" y="3828"/>
                    </a:cubicBezTo>
                    <a:lnTo>
                      <a:pt x="731" y="3820"/>
                    </a:lnTo>
                    <a:cubicBezTo>
                      <a:pt x="742" y="3819"/>
                      <a:pt x="752" y="3823"/>
                      <a:pt x="759" y="3830"/>
                    </a:cubicBezTo>
                    <a:cubicBezTo>
                      <a:pt x="767" y="3837"/>
                      <a:pt x="771" y="3847"/>
                      <a:pt x="771" y="3857"/>
                    </a:cubicBezTo>
                    <a:lnTo>
                      <a:pt x="771" y="4374"/>
                    </a:lnTo>
                    <a:close/>
                    <a:moveTo>
                      <a:pt x="1234" y="5273"/>
                    </a:moveTo>
                    <a:cubicBezTo>
                      <a:pt x="1234" y="5285"/>
                      <a:pt x="1229" y="5296"/>
                      <a:pt x="1219" y="5303"/>
                    </a:cubicBezTo>
                    <a:cubicBezTo>
                      <a:pt x="1213" y="5309"/>
                      <a:pt x="1205" y="5311"/>
                      <a:pt x="1196" y="5311"/>
                    </a:cubicBezTo>
                    <a:cubicBezTo>
                      <a:pt x="1193" y="5311"/>
                      <a:pt x="1190" y="5311"/>
                      <a:pt x="1186" y="5310"/>
                    </a:cubicBezTo>
                    <a:lnTo>
                      <a:pt x="942" y="5244"/>
                    </a:lnTo>
                    <a:cubicBezTo>
                      <a:pt x="926" y="5239"/>
                      <a:pt x="915" y="5224"/>
                      <a:pt x="915" y="5207"/>
                    </a:cubicBezTo>
                    <a:lnTo>
                      <a:pt x="915" y="4664"/>
                    </a:lnTo>
                    <a:cubicBezTo>
                      <a:pt x="915" y="4653"/>
                      <a:pt x="919" y="4642"/>
                      <a:pt x="928" y="4635"/>
                    </a:cubicBezTo>
                    <a:cubicBezTo>
                      <a:pt x="936" y="4628"/>
                      <a:pt x="947" y="4625"/>
                      <a:pt x="958" y="4627"/>
                    </a:cubicBezTo>
                    <a:lnTo>
                      <a:pt x="1202" y="4662"/>
                    </a:lnTo>
                    <a:cubicBezTo>
                      <a:pt x="1220" y="4665"/>
                      <a:pt x="1234" y="4681"/>
                      <a:pt x="1234" y="4699"/>
                    </a:cubicBezTo>
                    <a:lnTo>
                      <a:pt x="1234" y="5273"/>
                    </a:lnTo>
                    <a:lnTo>
                      <a:pt x="1234" y="5273"/>
                    </a:lnTo>
                    <a:close/>
                    <a:moveTo>
                      <a:pt x="1234" y="4412"/>
                    </a:moveTo>
                    <a:cubicBezTo>
                      <a:pt x="1234" y="4423"/>
                      <a:pt x="1230" y="4433"/>
                      <a:pt x="1222" y="4440"/>
                    </a:cubicBezTo>
                    <a:cubicBezTo>
                      <a:pt x="1215" y="4447"/>
                      <a:pt x="1206" y="4450"/>
                      <a:pt x="1197" y="4450"/>
                    </a:cubicBezTo>
                    <a:cubicBezTo>
                      <a:pt x="1196" y="4450"/>
                      <a:pt x="1194" y="4450"/>
                      <a:pt x="1193" y="4450"/>
                    </a:cubicBezTo>
                    <a:lnTo>
                      <a:pt x="949" y="4430"/>
                    </a:lnTo>
                    <a:cubicBezTo>
                      <a:pt x="930" y="4428"/>
                      <a:pt x="915" y="4412"/>
                      <a:pt x="915" y="4392"/>
                    </a:cubicBezTo>
                    <a:lnTo>
                      <a:pt x="915" y="3848"/>
                    </a:lnTo>
                    <a:cubicBezTo>
                      <a:pt x="915" y="3828"/>
                      <a:pt x="931" y="3812"/>
                      <a:pt x="951" y="3811"/>
                    </a:cubicBezTo>
                    <a:lnTo>
                      <a:pt x="1195" y="3801"/>
                    </a:lnTo>
                    <a:cubicBezTo>
                      <a:pt x="1205" y="3800"/>
                      <a:pt x="1215" y="3804"/>
                      <a:pt x="1223" y="3811"/>
                    </a:cubicBezTo>
                    <a:cubicBezTo>
                      <a:pt x="1230" y="3818"/>
                      <a:pt x="1234" y="3828"/>
                      <a:pt x="1234" y="3838"/>
                    </a:cubicBezTo>
                    <a:lnTo>
                      <a:pt x="1234" y="4412"/>
                    </a:lnTo>
                    <a:lnTo>
                      <a:pt x="1234" y="4412"/>
                    </a:lnTo>
                    <a:close/>
                    <a:moveTo>
                      <a:pt x="1815" y="5431"/>
                    </a:moveTo>
                    <a:cubicBezTo>
                      <a:pt x="1815" y="5443"/>
                      <a:pt x="1810" y="5454"/>
                      <a:pt x="1800" y="5461"/>
                    </a:cubicBezTo>
                    <a:cubicBezTo>
                      <a:pt x="1794" y="5466"/>
                      <a:pt x="1786" y="5468"/>
                      <a:pt x="1777" y="5468"/>
                    </a:cubicBezTo>
                    <a:cubicBezTo>
                      <a:pt x="1774" y="5468"/>
                      <a:pt x="1771" y="5468"/>
                      <a:pt x="1768" y="5467"/>
                    </a:cubicBezTo>
                    <a:lnTo>
                      <a:pt x="1460" y="5384"/>
                    </a:lnTo>
                    <a:cubicBezTo>
                      <a:pt x="1443" y="5379"/>
                      <a:pt x="1432" y="5364"/>
                      <a:pt x="1432" y="5347"/>
                    </a:cubicBezTo>
                    <a:lnTo>
                      <a:pt x="1432" y="4739"/>
                    </a:lnTo>
                    <a:cubicBezTo>
                      <a:pt x="1432" y="4728"/>
                      <a:pt x="1437" y="4718"/>
                      <a:pt x="1445" y="4711"/>
                    </a:cubicBezTo>
                    <a:cubicBezTo>
                      <a:pt x="1453" y="4704"/>
                      <a:pt x="1464" y="4700"/>
                      <a:pt x="1475" y="4702"/>
                    </a:cubicBezTo>
                    <a:lnTo>
                      <a:pt x="1783" y="4747"/>
                    </a:lnTo>
                    <a:cubicBezTo>
                      <a:pt x="1801" y="4749"/>
                      <a:pt x="1815" y="4765"/>
                      <a:pt x="1815" y="4784"/>
                    </a:cubicBezTo>
                    <a:lnTo>
                      <a:pt x="1815" y="5431"/>
                    </a:lnTo>
                    <a:close/>
                    <a:moveTo>
                      <a:pt x="1811" y="4489"/>
                    </a:moveTo>
                    <a:cubicBezTo>
                      <a:pt x="1804" y="4495"/>
                      <a:pt x="1795" y="4499"/>
                      <a:pt x="1786" y="4499"/>
                    </a:cubicBezTo>
                    <a:cubicBezTo>
                      <a:pt x="1785" y="4499"/>
                      <a:pt x="1783" y="4499"/>
                      <a:pt x="1782" y="4499"/>
                    </a:cubicBezTo>
                    <a:lnTo>
                      <a:pt x="1467" y="4473"/>
                    </a:lnTo>
                    <a:cubicBezTo>
                      <a:pt x="1447" y="4471"/>
                      <a:pt x="1432" y="4455"/>
                      <a:pt x="1432" y="4435"/>
                    </a:cubicBezTo>
                    <a:lnTo>
                      <a:pt x="1432" y="3827"/>
                    </a:lnTo>
                    <a:cubicBezTo>
                      <a:pt x="1432" y="3807"/>
                      <a:pt x="1448" y="3790"/>
                      <a:pt x="1468" y="3789"/>
                    </a:cubicBezTo>
                    <a:lnTo>
                      <a:pt x="1776" y="3776"/>
                    </a:lnTo>
                    <a:cubicBezTo>
                      <a:pt x="1786" y="3776"/>
                      <a:pt x="1796" y="3780"/>
                      <a:pt x="1803" y="3787"/>
                    </a:cubicBezTo>
                    <a:cubicBezTo>
                      <a:pt x="1811" y="3794"/>
                      <a:pt x="1815" y="3804"/>
                      <a:pt x="1815" y="3814"/>
                    </a:cubicBezTo>
                    <a:lnTo>
                      <a:pt x="1823" y="4461"/>
                    </a:lnTo>
                    <a:cubicBezTo>
                      <a:pt x="1823" y="4471"/>
                      <a:pt x="1819" y="4482"/>
                      <a:pt x="1811" y="4489"/>
                    </a:cubicBezTo>
                    <a:close/>
                    <a:moveTo>
                      <a:pt x="2951" y="970"/>
                    </a:moveTo>
                    <a:cubicBezTo>
                      <a:pt x="2951" y="956"/>
                      <a:pt x="2959" y="942"/>
                      <a:pt x="2973" y="936"/>
                    </a:cubicBezTo>
                    <a:lnTo>
                      <a:pt x="3513" y="677"/>
                    </a:lnTo>
                    <a:cubicBezTo>
                      <a:pt x="3525" y="672"/>
                      <a:pt x="3538" y="672"/>
                      <a:pt x="3549" y="679"/>
                    </a:cubicBezTo>
                    <a:cubicBezTo>
                      <a:pt x="3560" y="686"/>
                      <a:pt x="3567" y="698"/>
                      <a:pt x="3567" y="711"/>
                    </a:cubicBezTo>
                    <a:lnTo>
                      <a:pt x="3567" y="1577"/>
                    </a:lnTo>
                    <a:cubicBezTo>
                      <a:pt x="3567" y="1593"/>
                      <a:pt x="3557" y="1607"/>
                      <a:pt x="3542" y="1612"/>
                    </a:cubicBezTo>
                    <a:lnTo>
                      <a:pt x="3002" y="1804"/>
                    </a:lnTo>
                    <a:cubicBezTo>
                      <a:pt x="2997" y="1805"/>
                      <a:pt x="2993" y="1806"/>
                      <a:pt x="2989" y="1806"/>
                    </a:cubicBezTo>
                    <a:cubicBezTo>
                      <a:pt x="2981" y="1806"/>
                      <a:pt x="2974" y="1804"/>
                      <a:pt x="2967" y="1799"/>
                    </a:cubicBezTo>
                    <a:cubicBezTo>
                      <a:pt x="2957" y="1792"/>
                      <a:pt x="2951" y="1781"/>
                      <a:pt x="2951" y="1768"/>
                    </a:cubicBezTo>
                    <a:lnTo>
                      <a:pt x="2951" y="970"/>
                    </a:lnTo>
                    <a:lnTo>
                      <a:pt x="2951" y="970"/>
                    </a:lnTo>
                    <a:close/>
                    <a:moveTo>
                      <a:pt x="2089" y="1383"/>
                    </a:moveTo>
                    <a:cubicBezTo>
                      <a:pt x="2089" y="1369"/>
                      <a:pt x="2097" y="1355"/>
                      <a:pt x="2111" y="1349"/>
                    </a:cubicBezTo>
                    <a:lnTo>
                      <a:pt x="2510" y="1158"/>
                    </a:lnTo>
                    <a:cubicBezTo>
                      <a:pt x="2522" y="1152"/>
                      <a:pt x="2536" y="1153"/>
                      <a:pt x="2547" y="1160"/>
                    </a:cubicBezTo>
                    <a:cubicBezTo>
                      <a:pt x="2558" y="1167"/>
                      <a:pt x="2564" y="1179"/>
                      <a:pt x="2564" y="1191"/>
                    </a:cubicBezTo>
                    <a:lnTo>
                      <a:pt x="2564" y="1932"/>
                    </a:lnTo>
                    <a:cubicBezTo>
                      <a:pt x="2564" y="1948"/>
                      <a:pt x="2554" y="1962"/>
                      <a:pt x="2539" y="1967"/>
                    </a:cubicBezTo>
                    <a:lnTo>
                      <a:pt x="2139" y="2109"/>
                    </a:lnTo>
                    <a:cubicBezTo>
                      <a:pt x="2135" y="2110"/>
                      <a:pt x="2131" y="2111"/>
                      <a:pt x="2127" y="2111"/>
                    </a:cubicBezTo>
                    <a:cubicBezTo>
                      <a:pt x="2119" y="2111"/>
                      <a:pt x="2111" y="2109"/>
                      <a:pt x="2105" y="2104"/>
                    </a:cubicBezTo>
                    <a:cubicBezTo>
                      <a:pt x="2095" y="2097"/>
                      <a:pt x="2089" y="2086"/>
                      <a:pt x="2089" y="2074"/>
                    </a:cubicBezTo>
                    <a:lnTo>
                      <a:pt x="2089" y="1383"/>
                    </a:lnTo>
                    <a:lnTo>
                      <a:pt x="2089" y="1383"/>
                    </a:lnTo>
                    <a:close/>
                    <a:moveTo>
                      <a:pt x="2089" y="2419"/>
                    </a:moveTo>
                    <a:cubicBezTo>
                      <a:pt x="2089" y="2402"/>
                      <a:pt x="2100" y="2387"/>
                      <a:pt x="2116" y="2383"/>
                    </a:cubicBezTo>
                    <a:lnTo>
                      <a:pt x="2516" y="2266"/>
                    </a:lnTo>
                    <a:cubicBezTo>
                      <a:pt x="2527" y="2262"/>
                      <a:pt x="2540" y="2265"/>
                      <a:pt x="2549" y="2272"/>
                    </a:cubicBezTo>
                    <a:cubicBezTo>
                      <a:pt x="2559" y="2279"/>
                      <a:pt x="2564" y="2290"/>
                      <a:pt x="2564" y="2302"/>
                    </a:cubicBezTo>
                    <a:lnTo>
                      <a:pt x="2564" y="3042"/>
                    </a:lnTo>
                    <a:cubicBezTo>
                      <a:pt x="2564" y="3061"/>
                      <a:pt x="2551" y="3077"/>
                      <a:pt x="2533" y="3079"/>
                    </a:cubicBezTo>
                    <a:lnTo>
                      <a:pt x="2133" y="3146"/>
                    </a:lnTo>
                    <a:cubicBezTo>
                      <a:pt x="2131" y="3146"/>
                      <a:pt x="2129" y="3147"/>
                      <a:pt x="2127" y="3147"/>
                    </a:cubicBezTo>
                    <a:cubicBezTo>
                      <a:pt x="2118" y="3147"/>
                      <a:pt x="2109" y="3143"/>
                      <a:pt x="2103" y="3138"/>
                    </a:cubicBezTo>
                    <a:cubicBezTo>
                      <a:pt x="2094" y="3130"/>
                      <a:pt x="2089" y="3120"/>
                      <a:pt x="2089" y="3109"/>
                    </a:cubicBezTo>
                    <a:lnTo>
                      <a:pt x="2089" y="2419"/>
                    </a:lnTo>
                    <a:lnTo>
                      <a:pt x="2089" y="2419"/>
                    </a:lnTo>
                    <a:close/>
                    <a:moveTo>
                      <a:pt x="2089" y="3799"/>
                    </a:moveTo>
                    <a:cubicBezTo>
                      <a:pt x="2089" y="3779"/>
                      <a:pt x="2105" y="3763"/>
                      <a:pt x="2125" y="3762"/>
                    </a:cubicBezTo>
                    <a:lnTo>
                      <a:pt x="2525" y="3745"/>
                    </a:lnTo>
                    <a:cubicBezTo>
                      <a:pt x="2535" y="3745"/>
                      <a:pt x="2545" y="3749"/>
                      <a:pt x="2553" y="3756"/>
                    </a:cubicBezTo>
                    <a:cubicBezTo>
                      <a:pt x="2560" y="3763"/>
                      <a:pt x="2564" y="3773"/>
                      <a:pt x="2564" y="3783"/>
                    </a:cubicBezTo>
                    <a:lnTo>
                      <a:pt x="2564" y="4523"/>
                    </a:lnTo>
                    <a:cubicBezTo>
                      <a:pt x="2564" y="4534"/>
                      <a:pt x="2560" y="4544"/>
                      <a:pt x="2552" y="4551"/>
                    </a:cubicBezTo>
                    <a:cubicBezTo>
                      <a:pt x="2545" y="4557"/>
                      <a:pt x="2536" y="4561"/>
                      <a:pt x="2527" y="4561"/>
                    </a:cubicBezTo>
                    <a:cubicBezTo>
                      <a:pt x="2526" y="4561"/>
                      <a:pt x="2525" y="4561"/>
                      <a:pt x="2524" y="4561"/>
                    </a:cubicBezTo>
                    <a:lnTo>
                      <a:pt x="2124" y="4527"/>
                    </a:lnTo>
                    <a:cubicBezTo>
                      <a:pt x="2104" y="4526"/>
                      <a:pt x="2089" y="4510"/>
                      <a:pt x="2089" y="4490"/>
                    </a:cubicBezTo>
                    <a:lnTo>
                      <a:pt x="2089" y="3799"/>
                    </a:lnTo>
                    <a:lnTo>
                      <a:pt x="2089" y="3799"/>
                    </a:lnTo>
                    <a:close/>
                    <a:moveTo>
                      <a:pt x="2527" y="5671"/>
                    </a:moveTo>
                    <a:lnTo>
                      <a:pt x="2527" y="5671"/>
                    </a:lnTo>
                    <a:cubicBezTo>
                      <a:pt x="2523" y="5671"/>
                      <a:pt x="2520" y="5671"/>
                      <a:pt x="2517" y="5670"/>
                    </a:cubicBezTo>
                    <a:lnTo>
                      <a:pt x="2117" y="5562"/>
                    </a:lnTo>
                    <a:cubicBezTo>
                      <a:pt x="2100" y="5557"/>
                      <a:pt x="2089" y="5542"/>
                      <a:pt x="2089" y="5525"/>
                    </a:cubicBezTo>
                    <a:lnTo>
                      <a:pt x="2089" y="4835"/>
                    </a:lnTo>
                    <a:cubicBezTo>
                      <a:pt x="2089" y="4824"/>
                      <a:pt x="2094" y="4814"/>
                      <a:pt x="2102" y="4807"/>
                    </a:cubicBezTo>
                    <a:cubicBezTo>
                      <a:pt x="2110" y="4799"/>
                      <a:pt x="2121" y="4796"/>
                      <a:pt x="2132" y="4798"/>
                    </a:cubicBezTo>
                    <a:lnTo>
                      <a:pt x="2532" y="4856"/>
                    </a:lnTo>
                    <a:cubicBezTo>
                      <a:pt x="2550" y="4859"/>
                      <a:pt x="2564" y="4874"/>
                      <a:pt x="2564" y="4893"/>
                    </a:cubicBezTo>
                    <a:lnTo>
                      <a:pt x="2564" y="5629"/>
                    </a:lnTo>
                    <a:cubicBezTo>
                      <a:pt x="2564" y="5631"/>
                      <a:pt x="2565" y="5632"/>
                      <a:pt x="2565" y="5634"/>
                    </a:cubicBezTo>
                    <a:cubicBezTo>
                      <a:pt x="2565" y="5655"/>
                      <a:pt x="2548" y="5671"/>
                      <a:pt x="2527" y="5671"/>
                    </a:cubicBezTo>
                    <a:close/>
                    <a:moveTo>
                      <a:pt x="3567" y="5905"/>
                    </a:moveTo>
                    <a:cubicBezTo>
                      <a:pt x="3567" y="5917"/>
                      <a:pt x="3561" y="5928"/>
                      <a:pt x="3552" y="5935"/>
                    </a:cubicBezTo>
                    <a:cubicBezTo>
                      <a:pt x="3545" y="5940"/>
                      <a:pt x="3537" y="5943"/>
                      <a:pt x="3529" y="5943"/>
                    </a:cubicBezTo>
                    <a:cubicBezTo>
                      <a:pt x="3526" y="5943"/>
                      <a:pt x="3523" y="5943"/>
                      <a:pt x="3519" y="5942"/>
                    </a:cubicBezTo>
                    <a:lnTo>
                      <a:pt x="2979" y="5795"/>
                    </a:lnTo>
                    <a:cubicBezTo>
                      <a:pt x="2962" y="5791"/>
                      <a:pt x="2951" y="5776"/>
                      <a:pt x="2951" y="5759"/>
                    </a:cubicBezTo>
                    <a:lnTo>
                      <a:pt x="2951" y="4961"/>
                    </a:lnTo>
                    <a:cubicBezTo>
                      <a:pt x="2951" y="4950"/>
                      <a:pt x="2956" y="4939"/>
                      <a:pt x="2964" y="4932"/>
                    </a:cubicBezTo>
                    <a:cubicBezTo>
                      <a:pt x="2972" y="4925"/>
                      <a:pt x="2983" y="4922"/>
                      <a:pt x="2994" y="4923"/>
                    </a:cubicBezTo>
                    <a:lnTo>
                      <a:pt x="3534" y="5002"/>
                    </a:lnTo>
                    <a:cubicBezTo>
                      <a:pt x="3553" y="5005"/>
                      <a:pt x="3567" y="5021"/>
                      <a:pt x="3567" y="5039"/>
                    </a:cubicBezTo>
                    <a:lnTo>
                      <a:pt x="3567" y="5905"/>
                    </a:lnTo>
                    <a:lnTo>
                      <a:pt x="3567" y="5905"/>
                    </a:lnTo>
                    <a:close/>
                    <a:moveTo>
                      <a:pt x="3567" y="4607"/>
                    </a:moveTo>
                    <a:cubicBezTo>
                      <a:pt x="3567" y="4617"/>
                      <a:pt x="3562" y="4627"/>
                      <a:pt x="3555" y="4634"/>
                    </a:cubicBezTo>
                    <a:cubicBezTo>
                      <a:pt x="3548" y="4641"/>
                      <a:pt x="3538" y="4644"/>
                      <a:pt x="3529" y="4644"/>
                    </a:cubicBezTo>
                    <a:cubicBezTo>
                      <a:pt x="3528" y="4644"/>
                      <a:pt x="3527" y="4644"/>
                      <a:pt x="3526" y="4644"/>
                    </a:cubicBezTo>
                    <a:lnTo>
                      <a:pt x="2986" y="4599"/>
                    </a:lnTo>
                    <a:cubicBezTo>
                      <a:pt x="2966" y="4598"/>
                      <a:pt x="2951" y="4581"/>
                      <a:pt x="2951" y="4562"/>
                    </a:cubicBezTo>
                    <a:lnTo>
                      <a:pt x="2951" y="3764"/>
                    </a:lnTo>
                    <a:cubicBezTo>
                      <a:pt x="2951" y="3743"/>
                      <a:pt x="2967" y="3727"/>
                      <a:pt x="2987" y="3726"/>
                    </a:cubicBezTo>
                    <a:lnTo>
                      <a:pt x="3528" y="3703"/>
                    </a:lnTo>
                    <a:cubicBezTo>
                      <a:pt x="3538" y="3703"/>
                      <a:pt x="3548" y="3707"/>
                      <a:pt x="3555" y="3714"/>
                    </a:cubicBezTo>
                    <a:cubicBezTo>
                      <a:pt x="3563" y="3721"/>
                      <a:pt x="3567" y="3731"/>
                      <a:pt x="3567" y="3741"/>
                    </a:cubicBezTo>
                    <a:lnTo>
                      <a:pt x="3567" y="4607"/>
                    </a:lnTo>
                    <a:close/>
                    <a:moveTo>
                      <a:pt x="3535" y="2913"/>
                    </a:moveTo>
                    <a:lnTo>
                      <a:pt x="2995" y="3003"/>
                    </a:lnTo>
                    <a:cubicBezTo>
                      <a:pt x="2993" y="3003"/>
                      <a:pt x="2991" y="3003"/>
                      <a:pt x="2989" y="3003"/>
                    </a:cubicBezTo>
                    <a:cubicBezTo>
                      <a:pt x="2980" y="3003"/>
                      <a:pt x="2971" y="3000"/>
                      <a:pt x="2965" y="2994"/>
                    </a:cubicBezTo>
                    <a:cubicBezTo>
                      <a:pt x="2956" y="2987"/>
                      <a:pt x="2951" y="2977"/>
                      <a:pt x="2951" y="2965"/>
                    </a:cubicBezTo>
                    <a:lnTo>
                      <a:pt x="2951" y="2167"/>
                    </a:lnTo>
                    <a:cubicBezTo>
                      <a:pt x="2951" y="2151"/>
                      <a:pt x="2962" y="2136"/>
                      <a:pt x="2978" y="2131"/>
                    </a:cubicBezTo>
                    <a:lnTo>
                      <a:pt x="3519" y="1973"/>
                    </a:lnTo>
                    <a:cubicBezTo>
                      <a:pt x="3530" y="1970"/>
                      <a:pt x="3542" y="1972"/>
                      <a:pt x="3552" y="1979"/>
                    </a:cubicBezTo>
                    <a:cubicBezTo>
                      <a:pt x="3561" y="1987"/>
                      <a:pt x="3567" y="1998"/>
                      <a:pt x="3567" y="2010"/>
                    </a:cubicBezTo>
                    <a:lnTo>
                      <a:pt x="3567" y="2875"/>
                    </a:lnTo>
                    <a:cubicBezTo>
                      <a:pt x="3567" y="2894"/>
                      <a:pt x="3554" y="2909"/>
                      <a:pt x="3535" y="2913"/>
                    </a:cubicBezTo>
                    <a:close/>
                    <a:moveTo>
                      <a:pt x="4719" y="5759"/>
                    </a:moveTo>
                    <a:cubicBezTo>
                      <a:pt x="4719" y="5776"/>
                      <a:pt x="4708" y="5791"/>
                      <a:pt x="4692" y="5795"/>
                    </a:cubicBezTo>
                    <a:lnTo>
                      <a:pt x="4151" y="5942"/>
                    </a:lnTo>
                    <a:cubicBezTo>
                      <a:pt x="4148" y="5943"/>
                      <a:pt x="4145" y="5943"/>
                      <a:pt x="4141" y="5943"/>
                    </a:cubicBezTo>
                    <a:cubicBezTo>
                      <a:pt x="4133" y="5943"/>
                      <a:pt x="4125" y="5940"/>
                      <a:pt x="4118" y="5935"/>
                    </a:cubicBezTo>
                    <a:cubicBezTo>
                      <a:pt x="4109" y="5928"/>
                      <a:pt x="4104" y="5917"/>
                      <a:pt x="4104" y="5905"/>
                    </a:cubicBezTo>
                    <a:lnTo>
                      <a:pt x="4104" y="5039"/>
                    </a:lnTo>
                    <a:cubicBezTo>
                      <a:pt x="4104" y="5021"/>
                      <a:pt x="4117" y="5005"/>
                      <a:pt x="4136" y="5002"/>
                    </a:cubicBezTo>
                    <a:lnTo>
                      <a:pt x="4676" y="4923"/>
                    </a:lnTo>
                    <a:cubicBezTo>
                      <a:pt x="4687" y="4922"/>
                      <a:pt x="4698" y="4925"/>
                      <a:pt x="4707" y="4932"/>
                    </a:cubicBezTo>
                    <a:cubicBezTo>
                      <a:pt x="4715" y="4939"/>
                      <a:pt x="4719" y="4950"/>
                      <a:pt x="4719" y="4961"/>
                    </a:cubicBezTo>
                    <a:lnTo>
                      <a:pt x="4719" y="5759"/>
                    </a:lnTo>
                    <a:lnTo>
                      <a:pt x="4719" y="5759"/>
                    </a:lnTo>
                    <a:close/>
                    <a:moveTo>
                      <a:pt x="4719" y="4562"/>
                    </a:moveTo>
                    <a:cubicBezTo>
                      <a:pt x="4719" y="4581"/>
                      <a:pt x="4704" y="4598"/>
                      <a:pt x="4685" y="4599"/>
                    </a:cubicBezTo>
                    <a:lnTo>
                      <a:pt x="4144" y="4640"/>
                    </a:lnTo>
                    <a:lnTo>
                      <a:pt x="4141" y="4640"/>
                    </a:lnTo>
                    <a:cubicBezTo>
                      <a:pt x="4132" y="4640"/>
                      <a:pt x="4123" y="4637"/>
                      <a:pt x="4116" y="4630"/>
                    </a:cubicBezTo>
                    <a:cubicBezTo>
                      <a:pt x="4108" y="4623"/>
                      <a:pt x="4104" y="4613"/>
                      <a:pt x="4104" y="4603"/>
                    </a:cubicBezTo>
                    <a:lnTo>
                      <a:pt x="4104" y="3741"/>
                    </a:lnTo>
                    <a:cubicBezTo>
                      <a:pt x="4104" y="3731"/>
                      <a:pt x="4108" y="3721"/>
                      <a:pt x="4115" y="3714"/>
                    </a:cubicBezTo>
                    <a:cubicBezTo>
                      <a:pt x="4123" y="3707"/>
                      <a:pt x="4132" y="3703"/>
                      <a:pt x="4143" y="3703"/>
                    </a:cubicBezTo>
                    <a:lnTo>
                      <a:pt x="4684" y="3726"/>
                    </a:lnTo>
                    <a:cubicBezTo>
                      <a:pt x="4704" y="3727"/>
                      <a:pt x="4720" y="3743"/>
                      <a:pt x="4720" y="3764"/>
                    </a:cubicBezTo>
                    <a:lnTo>
                      <a:pt x="4720" y="4562"/>
                    </a:lnTo>
                    <a:lnTo>
                      <a:pt x="4719" y="4562"/>
                    </a:lnTo>
                    <a:close/>
                    <a:moveTo>
                      <a:pt x="4719" y="2965"/>
                    </a:moveTo>
                    <a:cubicBezTo>
                      <a:pt x="4719" y="2976"/>
                      <a:pt x="4715" y="2987"/>
                      <a:pt x="4706" y="2994"/>
                    </a:cubicBezTo>
                    <a:cubicBezTo>
                      <a:pt x="4699" y="3000"/>
                      <a:pt x="4691" y="3003"/>
                      <a:pt x="4682" y="3003"/>
                    </a:cubicBezTo>
                    <a:cubicBezTo>
                      <a:pt x="4680" y="3003"/>
                      <a:pt x="4678" y="3003"/>
                      <a:pt x="4676" y="3003"/>
                    </a:cubicBezTo>
                    <a:lnTo>
                      <a:pt x="4135" y="2913"/>
                    </a:lnTo>
                    <a:cubicBezTo>
                      <a:pt x="4117" y="2910"/>
                      <a:pt x="4104" y="2894"/>
                      <a:pt x="4104" y="2875"/>
                    </a:cubicBezTo>
                    <a:lnTo>
                      <a:pt x="4104" y="2010"/>
                    </a:lnTo>
                    <a:cubicBezTo>
                      <a:pt x="4104" y="1998"/>
                      <a:pt x="4109" y="1987"/>
                      <a:pt x="4119" y="1979"/>
                    </a:cubicBezTo>
                    <a:cubicBezTo>
                      <a:pt x="4128" y="1972"/>
                      <a:pt x="4141" y="1970"/>
                      <a:pt x="4152" y="1973"/>
                    </a:cubicBezTo>
                    <a:lnTo>
                      <a:pt x="4692" y="2131"/>
                    </a:lnTo>
                    <a:cubicBezTo>
                      <a:pt x="4709" y="2136"/>
                      <a:pt x="4720" y="2150"/>
                      <a:pt x="4720" y="2167"/>
                    </a:cubicBezTo>
                    <a:lnTo>
                      <a:pt x="4720" y="2965"/>
                    </a:lnTo>
                    <a:lnTo>
                      <a:pt x="4719" y="2965"/>
                    </a:lnTo>
                    <a:close/>
                    <a:moveTo>
                      <a:pt x="4719" y="1768"/>
                    </a:moveTo>
                    <a:cubicBezTo>
                      <a:pt x="4719" y="1780"/>
                      <a:pt x="4714" y="1792"/>
                      <a:pt x="4703" y="1799"/>
                    </a:cubicBezTo>
                    <a:cubicBezTo>
                      <a:pt x="4697" y="1804"/>
                      <a:pt x="4689" y="1806"/>
                      <a:pt x="4682" y="1806"/>
                    </a:cubicBezTo>
                    <a:cubicBezTo>
                      <a:pt x="4678" y="1806"/>
                      <a:pt x="4673" y="1805"/>
                      <a:pt x="4669" y="1804"/>
                    </a:cubicBezTo>
                    <a:lnTo>
                      <a:pt x="4129" y="1612"/>
                    </a:lnTo>
                    <a:cubicBezTo>
                      <a:pt x="4114" y="1607"/>
                      <a:pt x="4104" y="1593"/>
                      <a:pt x="4104" y="1577"/>
                    </a:cubicBezTo>
                    <a:lnTo>
                      <a:pt x="4104" y="711"/>
                    </a:lnTo>
                    <a:cubicBezTo>
                      <a:pt x="4104" y="698"/>
                      <a:pt x="4110" y="686"/>
                      <a:pt x="4121" y="679"/>
                    </a:cubicBezTo>
                    <a:cubicBezTo>
                      <a:pt x="4132" y="672"/>
                      <a:pt x="4146" y="672"/>
                      <a:pt x="4158" y="677"/>
                    </a:cubicBezTo>
                    <a:lnTo>
                      <a:pt x="4698" y="936"/>
                    </a:lnTo>
                    <a:cubicBezTo>
                      <a:pt x="4711" y="942"/>
                      <a:pt x="4719" y="956"/>
                      <a:pt x="4719" y="970"/>
                    </a:cubicBezTo>
                    <a:lnTo>
                      <a:pt x="4719" y="1768"/>
                    </a:lnTo>
                    <a:lnTo>
                      <a:pt x="4719" y="1768"/>
                    </a:lnTo>
                    <a:close/>
                    <a:moveTo>
                      <a:pt x="5581" y="5525"/>
                    </a:moveTo>
                    <a:cubicBezTo>
                      <a:pt x="5581" y="5542"/>
                      <a:pt x="5570" y="5557"/>
                      <a:pt x="5554" y="5562"/>
                    </a:cubicBezTo>
                    <a:lnTo>
                      <a:pt x="5154" y="5670"/>
                    </a:lnTo>
                    <a:cubicBezTo>
                      <a:pt x="5151" y="5671"/>
                      <a:pt x="5147" y="5671"/>
                      <a:pt x="5144" y="5671"/>
                    </a:cubicBezTo>
                    <a:cubicBezTo>
                      <a:pt x="5136" y="5671"/>
                      <a:pt x="5128" y="5669"/>
                      <a:pt x="5121" y="5664"/>
                    </a:cubicBezTo>
                    <a:cubicBezTo>
                      <a:pt x="5112" y="5656"/>
                      <a:pt x="5106" y="5646"/>
                      <a:pt x="5106" y="5634"/>
                    </a:cubicBezTo>
                    <a:lnTo>
                      <a:pt x="5106" y="4893"/>
                    </a:lnTo>
                    <a:cubicBezTo>
                      <a:pt x="5106" y="4875"/>
                      <a:pt x="5120" y="4859"/>
                      <a:pt x="5138" y="4856"/>
                    </a:cubicBezTo>
                    <a:lnTo>
                      <a:pt x="5538" y="4798"/>
                    </a:lnTo>
                    <a:cubicBezTo>
                      <a:pt x="5549" y="4796"/>
                      <a:pt x="5560" y="4799"/>
                      <a:pt x="5568" y="4807"/>
                    </a:cubicBezTo>
                    <a:cubicBezTo>
                      <a:pt x="5577" y="4814"/>
                      <a:pt x="5581" y="4824"/>
                      <a:pt x="5581" y="4835"/>
                    </a:cubicBezTo>
                    <a:lnTo>
                      <a:pt x="5581" y="5525"/>
                    </a:lnTo>
                    <a:lnTo>
                      <a:pt x="5581" y="5525"/>
                    </a:lnTo>
                    <a:close/>
                    <a:moveTo>
                      <a:pt x="5581" y="4490"/>
                    </a:moveTo>
                    <a:cubicBezTo>
                      <a:pt x="5581" y="4510"/>
                      <a:pt x="5566" y="4526"/>
                      <a:pt x="5547" y="4527"/>
                    </a:cubicBezTo>
                    <a:lnTo>
                      <a:pt x="5147" y="4561"/>
                    </a:lnTo>
                    <a:cubicBezTo>
                      <a:pt x="5146" y="4561"/>
                      <a:pt x="5145" y="4561"/>
                      <a:pt x="5144" y="4561"/>
                    </a:cubicBezTo>
                    <a:cubicBezTo>
                      <a:pt x="5134" y="4561"/>
                      <a:pt x="5125" y="4557"/>
                      <a:pt x="5118" y="4551"/>
                    </a:cubicBezTo>
                    <a:cubicBezTo>
                      <a:pt x="5111" y="4544"/>
                      <a:pt x="5106" y="4534"/>
                      <a:pt x="5106" y="4523"/>
                    </a:cubicBezTo>
                    <a:lnTo>
                      <a:pt x="5106" y="3783"/>
                    </a:lnTo>
                    <a:cubicBezTo>
                      <a:pt x="5106" y="3773"/>
                      <a:pt x="5110" y="3763"/>
                      <a:pt x="5118" y="3756"/>
                    </a:cubicBezTo>
                    <a:cubicBezTo>
                      <a:pt x="5125" y="3749"/>
                      <a:pt x="5135" y="3745"/>
                      <a:pt x="5146" y="3745"/>
                    </a:cubicBezTo>
                    <a:lnTo>
                      <a:pt x="5545" y="3762"/>
                    </a:lnTo>
                    <a:cubicBezTo>
                      <a:pt x="5565" y="3763"/>
                      <a:pt x="5581" y="3779"/>
                      <a:pt x="5581" y="3799"/>
                    </a:cubicBezTo>
                    <a:lnTo>
                      <a:pt x="5581" y="4490"/>
                    </a:lnTo>
                    <a:close/>
                    <a:moveTo>
                      <a:pt x="5581" y="3109"/>
                    </a:moveTo>
                    <a:cubicBezTo>
                      <a:pt x="5581" y="3120"/>
                      <a:pt x="5577" y="3131"/>
                      <a:pt x="5568" y="3138"/>
                    </a:cubicBezTo>
                    <a:cubicBezTo>
                      <a:pt x="5561" y="3144"/>
                      <a:pt x="5553" y="3147"/>
                      <a:pt x="5544" y="3147"/>
                    </a:cubicBezTo>
                    <a:cubicBezTo>
                      <a:pt x="5542" y="3147"/>
                      <a:pt x="5540" y="3147"/>
                      <a:pt x="5538" y="3146"/>
                    </a:cubicBezTo>
                    <a:lnTo>
                      <a:pt x="5138" y="3080"/>
                    </a:lnTo>
                    <a:cubicBezTo>
                      <a:pt x="5120" y="3077"/>
                      <a:pt x="5107" y="3061"/>
                      <a:pt x="5107" y="3043"/>
                    </a:cubicBezTo>
                    <a:lnTo>
                      <a:pt x="5107" y="2302"/>
                    </a:lnTo>
                    <a:cubicBezTo>
                      <a:pt x="5107" y="2290"/>
                      <a:pt x="5112" y="2279"/>
                      <a:pt x="5122" y="2272"/>
                    </a:cubicBezTo>
                    <a:cubicBezTo>
                      <a:pt x="5131" y="2265"/>
                      <a:pt x="5143" y="2262"/>
                      <a:pt x="5155" y="2266"/>
                    </a:cubicBezTo>
                    <a:lnTo>
                      <a:pt x="5555" y="2383"/>
                    </a:lnTo>
                    <a:cubicBezTo>
                      <a:pt x="5571" y="2387"/>
                      <a:pt x="5582" y="2402"/>
                      <a:pt x="5582" y="2419"/>
                    </a:cubicBezTo>
                    <a:lnTo>
                      <a:pt x="5582" y="3109"/>
                    </a:lnTo>
                    <a:lnTo>
                      <a:pt x="5581" y="3109"/>
                    </a:lnTo>
                    <a:close/>
                    <a:moveTo>
                      <a:pt x="5581" y="2074"/>
                    </a:moveTo>
                    <a:cubicBezTo>
                      <a:pt x="5581" y="2086"/>
                      <a:pt x="5576" y="2097"/>
                      <a:pt x="5565" y="2104"/>
                    </a:cubicBezTo>
                    <a:cubicBezTo>
                      <a:pt x="5559" y="2109"/>
                      <a:pt x="5551" y="2111"/>
                      <a:pt x="5544" y="2111"/>
                    </a:cubicBezTo>
                    <a:cubicBezTo>
                      <a:pt x="5540" y="2111"/>
                      <a:pt x="5535" y="2110"/>
                      <a:pt x="5531" y="2109"/>
                    </a:cubicBezTo>
                    <a:lnTo>
                      <a:pt x="5131" y="1967"/>
                    </a:lnTo>
                    <a:cubicBezTo>
                      <a:pt x="5116" y="1962"/>
                      <a:pt x="5106" y="1948"/>
                      <a:pt x="5106" y="1932"/>
                    </a:cubicBezTo>
                    <a:lnTo>
                      <a:pt x="5106" y="1191"/>
                    </a:lnTo>
                    <a:cubicBezTo>
                      <a:pt x="5106" y="1179"/>
                      <a:pt x="5113" y="1166"/>
                      <a:pt x="5124" y="1160"/>
                    </a:cubicBezTo>
                    <a:cubicBezTo>
                      <a:pt x="5135" y="1153"/>
                      <a:pt x="5148" y="1152"/>
                      <a:pt x="5160" y="1158"/>
                    </a:cubicBezTo>
                    <a:lnTo>
                      <a:pt x="5560" y="1349"/>
                    </a:lnTo>
                    <a:cubicBezTo>
                      <a:pt x="5573" y="1355"/>
                      <a:pt x="5581" y="1369"/>
                      <a:pt x="5581" y="1383"/>
                    </a:cubicBezTo>
                    <a:lnTo>
                      <a:pt x="5581" y="2074"/>
                    </a:lnTo>
                    <a:close/>
                    <a:moveTo>
                      <a:pt x="6238" y="5347"/>
                    </a:moveTo>
                    <a:cubicBezTo>
                      <a:pt x="6238" y="5364"/>
                      <a:pt x="6227" y="5379"/>
                      <a:pt x="6211" y="5384"/>
                    </a:cubicBezTo>
                    <a:lnTo>
                      <a:pt x="5903" y="5467"/>
                    </a:lnTo>
                    <a:cubicBezTo>
                      <a:pt x="5900" y="5468"/>
                      <a:pt x="5896" y="5468"/>
                      <a:pt x="5893" y="5468"/>
                    </a:cubicBezTo>
                    <a:cubicBezTo>
                      <a:pt x="5885" y="5468"/>
                      <a:pt x="5877" y="5466"/>
                      <a:pt x="5870" y="5461"/>
                    </a:cubicBezTo>
                    <a:cubicBezTo>
                      <a:pt x="5861" y="5454"/>
                      <a:pt x="5855" y="5443"/>
                      <a:pt x="5855" y="5431"/>
                    </a:cubicBezTo>
                    <a:lnTo>
                      <a:pt x="5855" y="4784"/>
                    </a:lnTo>
                    <a:cubicBezTo>
                      <a:pt x="5855" y="4765"/>
                      <a:pt x="5869" y="4749"/>
                      <a:pt x="5888" y="4747"/>
                    </a:cubicBezTo>
                    <a:lnTo>
                      <a:pt x="6195" y="4702"/>
                    </a:lnTo>
                    <a:cubicBezTo>
                      <a:pt x="6206" y="4700"/>
                      <a:pt x="6217" y="4704"/>
                      <a:pt x="6226" y="4711"/>
                    </a:cubicBezTo>
                    <a:cubicBezTo>
                      <a:pt x="6234" y="4718"/>
                      <a:pt x="6239" y="4728"/>
                      <a:pt x="6239" y="4739"/>
                    </a:cubicBezTo>
                    <a:lnTo>
                      <a:pt x="6239" y="5347"/>
                    </a:lnTo>
                    <a:lnTo>
                      <a:pt x="6238" y="5347"/>
                    </a:lnTo>
                    <a:close/>
                    <a:moveTo>
                      <a:pt x="6238" y="4435"/>
                    </a:moveTo>
                    <a:cubicBezTo>
                      <a:pt x="6238" y="4455"/>
                      <a:pt x="6223" y="4471"/>
                      <a:pt x="6204" y="4473"/>
                    </a:cubicBezTo>
                    <a:lnTo>
                      <a:pt x="5896" y="4498"/>
                    </a:lnTo>
                    <a:cubicBezTo>
                      <a:pt x="5895" y="4498"/>
                      <a:pt x="5894" y="4498"/>
                      <a:pt x="5893" y="4498"/>
                    </a:cubicBezTo>
                    <a:cubicBezTo>
                      <a:pt x="5884" y="4498"/>
                      <a:pt x="5875" y="4495"/>
                      <a:pt x="5868" y="4488"/>
                    </a:cubicBezTo>
                    <a:cubicBezTo>
                      <a:pt x="5860" y="4481"/>
                      <a:pt x="5856" y="4471"/>
                      <a:pt x="5856" y="4461"/>
                    </a:cubicBezTo>
                    <a:lnTo>
                      <a:pt x="5856" y="3814"/>
                    </a:lnTo>
                    <a:cubicBezTo>
                      <a:pt x="5856" y="3804"/>
                      <a:pt x="5860" y="3794"/>
                      <a:pt x="5867" y="3787"/>
                    </a:cubicBezTo>
                    <a:cubicBezTo>
                      <a:pt x="5875" y="3780"/>
                      <a:pt x="5884" y="3776"/>
                      <a:pt x="5895" y="3776"/>
                    </a:cubicBezTo>
                    <a:lnTo>
                      <a:pt x="6203" y="3789"/>
                    </a:lnTo>
                    <a:cubicBezTo>
                      <a:pt x="6223" y="3790"/>
                      <a:pt x="6239" y="3806"/>
                      <a:pt x="6239" y="3827"/>
                    </a:cubicBezTo>
                    <a:lnTo>
                      <a:pt x="6239" y="4435"/>
                    </a:lnTo>
                    <a:lnTo>
                      <a:pt x="6238" y="4435"/>
                    </a:lnTo>
                    <a:close/>
                    <a:moveTo>
                      <a:pt x="6756" y="5207"/>
                    </a:moveTo>
                    <a:cubicBezTo>
                      <a:pt x="6756" y="5224"/>
                      <a:pt x="6745" y="5239"/>
                      <a:pt x="6728" y="5244"/>
                    </a:cubicBezTo>
                    <a:lnTo>
                      <a:pt x="6484" y="5310"/>
                    </a:lnTo>
                    <a:cubicBezTo>
                      <a:pt x="6481" y="5311"/>
                      <a:pt x="6477" y="5311"/>
                      <a:pt x="6474" y="5311"/>
                    </a:cubicBezTo>
                    <a:cubicBezTo>
                      <a:pt x="6466" y="5311"/>
                      <a:pt x="6458" y="5309"/>
                      <a:pt x="6451" y="5303"/>
                    </a:cubicBezTo>
                    <a:cubicBezTo>
                      <a:pt x="6442" y="5296"/>
                      <a:pt x="6436" y="5285"/>
                      <a:pt x="6436" y="5273"/>
                    </a:cubicBezTo>
                    <a:lnTo>
                      <a:pt x="6436" y="4699"/>
                    </a:lnTo>
                    <a:cubicBezTo>
                      <a:pt x="6436" y="4681"/>
                      <a:pt x="6450" y="4665"/>
                      <a:pt x="6468" y="4662"/>
                    </a:cubicBezTo>
                    <a:lnTo>
                      <a:pt x="6713" y="4627"/>
                    </a:lnTo>
                    <a:cubicBezTo>
                      <a:pt x="6723" y="4625"/>
                      <a:pt x="6734" y="4628"/>
                      <a:pt x="6743" y="4635"/>
                    </a:cubicBezTo>
                    <a:cubicBezTo>
                      <a:pt x="6751" y="4642"/>
                      <a:pt x="6756" y="4653"/>
                      <a:pt x="6756" y="4664"/>
                    </a:cubicBezTo>
                    <a:lnTo>
                      <a:pt x="6756" y="5207"/>
                    </a:lnTo>
                    <a:lnTo>
                      <a:pt x="6756" y="5207"/>
                    </a:lnTo>
                    <a:close/>
                    <a:moveTo>
                      <a:pt x="6756" y="4392"/>
                    </a:moveTo>
                    <a:cubicBezTo>
                      <a:pt x="6756" y="4412"/>
                      <a:pt x="6741" y="4428"/>
                      <a:pt x="6721" y="4430"/>
                    </a:cubicBezTo>
                    <a:lnTo>
                      <a:pt x="6477" y="4450"/>
                    </a:lnTo>
                    <a:cubicBezTo>
                      <a:pt x="6476" y="4450"/>
                      <a:pt x="6475" y="4450"/>
                      <a:pt x="6474" y="4450"/>
                    </a:cubicBezTo>
                    <a:cubicBezTo>
                      <a:pt x="6465" y="4450"/>
                      <a:pt x="6456" y="4447"/>
                      <a:pt x="6449" y="4440"/>
                    </a:cubicBezTo>
                    <a:cubicBezTo>
                      <a:pt x="6441" y="4433"/>
                      <a:pt x="6436" y="4423"/>
                      <a:pt x="6436" y="4412"/>
                    </a:cubicBezTo>
                    <a:lnTo>
                      <a:pt x="6436" y="3838"/>
                    </a:lnTo>
                    <a:cubicBezTo>
                      <a:pt x="6436" y="3828"/>
                      <a:pt x="6441" y="3818"/>
                      <a:pt x="6448" y="3811"/>
                    </a:cubicBezTo>
                    <a:cubicBezTo>
                      <a:pt x="6455" y="3804"/>
                      <a:pt x="6465" y="3800"/>
                      <a:pt x="6476" y="3801"/>
                    </a:cubicBezTo>
                    <a:lnTo>
                      <a:pt x="6720" y="3811"/>
                    </a:lnTo>
                    <a:cubicBezTo>
                      <a:pt x="6740" y="3812"/>
                      <a:pt x="6756" y="3828"/>
                      <a:pt x="6756" y="3848"/>
                    </a:cubicBezTo>
                    <a:lnTo>
                      <a:pt x="6756" y="4392"/>
                    </a:lnTo>
                    <a:lnTo>
                      <a:pt x="6756" y="4392"/>
                    </a:lnTo>
                    <a:close/>
                    <a:moveTo>
                      <a:pt x="7174" y="5094"/>
                    </a:moveTo>
                    <a:cubicBezTo>
                      <a:pt x="7174" y="5111"/>
                      <a:pt x="7162" y="5126"/>
                      <a:pt x="7146" y="5131"/>
                    </a:cubicBezTo>
                    <a:lnTo>
                      <a:pt x="6947" y="5184"/>
                    </a:lnTo>
                    <a:cubicBezTo>
                      <a:pt x="6944" y="5185"/>
                      <a:pt x="6941" y="5185"/>
                      <a:pt x="6937" y="5185"/>
                    </a:cubicBezTo>
                    <a:cubicBezTo>
                      <a:pt x="6929" y="5185"/>
                      <a:pt x="6921" y="5183"/>
                      <a:pt x="6914" y="5178"/>
                    </a:cubicBezTo>
                    <a:cubicBezTo>
                      <a:pt x="6905" y="5171"/>
                      <a:pt x="6900" y="5160"/>
                      <a:pt x="6900" y="5148"/>
                    </a:cubicBezTo>
                    <a:lnTo>
                      <a:pt x="6900" y="4632"/>
                    </a:lnTo>
                    <a:cubicBezTo>
                      <a:pt x="6900" y="4613"/>
                      <a:pt x="6913" y="4597"/>
                      <a:pt x="6932" y="4594"/>
                    </a:cubicBezTo>
                    <a:lnTo>
                      <a:pt x="7130" y="4565"/>
                    </a:lnTo>
                    <a:cubicBezTo>
                      <a:pt x="7141" y="4564"/>
                      <a:pt x="7152" y="4567"/>
                      <a:pt x="7161" y="4574"/>
                    </a:cubicBezTo>
                    <a:cubicBezTo>
                      <a:pt x="7169" y="4581"/>
                      <a:pt x="7173" y="4592"/>
                      <a:pt x="7173" y="4603"/>
                    </a:cubicBezTo>
                    <a:lnTo>
                      <a:pt x="7173" y="5094"/>
                    </a:lnTo>
                    <a:lnTo>
                      <a:pt x="7174" y="5094"/>
                    </a:lnTo>
                    <a:close/>
                    <a:moveTo>
                      <a:pt x="7174" y="4357"/>
                    </a:moveTo>
                    <a:cubicBezTo>
                      <a:pt x="7174" y="4377"/>
                      <a:pt x="7159" y="4393"/>
                      <a:pt x="7139" y="4395"/>
                    </a:cubicBezTo>
                    <a:lnTo>
                      <a:pt x="6941" y="4411"/>
                    </a:lnTo>
                    <a:cubicBezTo>
                      <a:pt x="6940" y="4411"/>
                      <a:pt x="6938" y="4412"/>
                      <a:pt x="6937" y="4412"/>
                    </a:cubicBezTo>
                    <a:cubicBezTo>
                      <a:pt x="6928" y="4412"/>
                      <a:pt x="6919" y="4408"/>
                      <a:pt x="6912" y="4402"/>
                    </a:cubicBezTo>
                    <a:cubicBezTo>
                      <a:pt x="6904" y="4394"/>
                      <a:pt x="6900" y="4384"/>
                      <a:pt x="6900" y="4374"/>
                    </a:cubicBezTo>
                    <a:lnTo>
                      <a:pt x="6900" y="3858"/>
                    </a:lnTo>
                    <a:cubicBezTo>
                      <a:pt x="6900" y="3847"/>
                      <a:pt x="6904" y="3838"/>
                      <a:pt x="6911" y="3831"/>
                    </a:cubicBezTo>
                    <a:cubicBezTo>
                      <a:pt x="6919" y="3824"/>
                      <a:pt x="6928" y="3820"/>
                      <a:pt x="6939" y="3820"/>
                    </a:cubicBezTo>
                    <a:lnTo>
                      <a:pt x="7138" y="3828"/>
                    </a:lnTo>
                    <a:cubicBezTo>
                      <a:pt x="7158" y="3829"/>
                      <a:pt x="7174" y="3846"/>
                      <a:pt x="7174" y="3866"/>
                    </a:cubicBezTo>
                    <a:lnTo>
                      <a:pt x="7174" y="4357"/>
                    </a:lnTo>
                    <a:lnTo>
                      <a:pt x="7174" y="4357"/>
                    </a:lnTo>
                    <a:close/>
                    <a:moveTo>
                      <a:pt x="7518" y="5001"/>
                    </a:moveTo>
                    <a:cubicBezTo>
                      <a:pt x="7518" y="5018"/>
                      <a:pt x="7507" y="5033"/>
                      <a:pt x="7490" y="5037"/>
                    </a:cubicBezTo>
                    <a:lnTo>
                      <a:pt x="7326" y="5082"/>
                    </a:lnTo>
                    <a:cubicBezTo>
                      <a:pt x="7323" y="5082"/>
                      <a:pt x="7319" y="5083"/>
                      <a:pt x="7316" y="5083"/>
                    </a:cubicBezTo>
                    <a:cubicBezTo>
                      <a:pt x="7308" y="5083"/>
                      <a:pt x="7300" y="5080"/>
                      <a:pt x="7293" y="5075"/>
                    </a:cubicBezTo>
                    <a:cubicBezTo>
                      <a:pt x="7284" y="5068"/>
                      <a:pt x="7278" y="5057"/>
                      <a:pt x="7278" y="5045"/>
                    </a:cubicBezTo>
                    <a:lnTo>
                      <a:pt x="7278" y="4576"/>
                    </a:lnTo>
                    <a:cubicBezTo>
                      <a:pt x="7278" y="4558"/>
                      <a:pt x="7292" y="4542"/>
                      <a:pt x="7311" y="4539"/>
                    </a:cubicBezTo>
                    <a:lnTo>
                      <a:pt x="7475" y="4515"/>
                    </a:lnTo>
                    <a:cubicBezTo>
                      <a:pt x="7486" y="4514"/>
                      <a:pt x="7497" y="4517"/>
                      <a:pt x="7505" y="4524"/>
                    </a:cubicBezTo>
                    <a:cubicBezTo>
                      <a:pt x="7514" y="4531"/>
                      <a:pt x="7518" y="4541"/>
                      <a:pt x="7518" y="4553"/>
                    </a:cubicBezTo>
                    <a:lnTo>
                      <a:pt x="7518" y="5001"/>
                    </a:lnTo>
                    <a:close/>
                    <a:moveTo>
                      <a:pt x="7518" y="4328"/>
                    </a:moveTo>
                    <a:cubicBezTo>
                      <a:pt x="7518" y="4348"/>
                      <a:pt x="7503" y="4364"/>
                      <a:pt x="7484" y="4366"/>
                    </a:cubicBezTo>
                    <a:lnTo>
                      <a:pt x="7319" y="4380"/>
                    </a:lnTo>
                    <a:cubicBezTo>
                      <a:pt x="7318" y="4380"/>
                      <a:pt x="7317" y="4380"/>
                      <a:pt x="7316" y="4380"/>
                    </a:cubicBezTo>
                    <a:cubicBezTo>
                      <a:pt x="7307" y="4380"/>
                      <a:pt x="7298" y="4376"/>
                      <a:pt x="7291" y="4370"/>
                    </a:cubicBezTo>
                    <a:cubicBezTo>
                      <a:pt x="7283" y="4362"/>
                      <a:pt x="7279" y="4353"/>
                      <a:pt x="7279" y="4342"/>
                    </a:cubicBezTo>
                    <a:lnTo>
                      <a:pt x="7279" y="3873"/>
                    </a:lnTo>
                    <a:cubicBezTo>
                      <a:pt x="7279" y="3863"/>
                      <a:pt x="7283" y="3853"/>
                      <a:pt x="7290" y="3846"/>
                    </a:cubicBezTo>
                    <a:cubicBezTo>
                      <a:pt x="7298" y="3839"/>
                      <a:pt x="7307" y="3835"/>
                      <a:pt x="7318" y="3835"/>
                    </a:cubicBezTo>
                    <a:lnTo>
                      <a:pt x="7482" y="3842"/>
                    </a:lnTo>
                    <a:cubicBezTo>
                      <a:pt x="7502" y="3843"/>
                      <a:pt x="7518" y="3860"/>
                      <a:pt x="7518" y="3880"/>
                    </a:cubicBezTo>
                    <a:lnTo>
                      <a:pt x="7518" y="4328"/>
                    </a:lnTo>
                    <a:lnTo>
                      <a:pt x="7518" y="432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3" name="íṣḷidé">
              <a:extLst>
                <a:ext uri="{FF2B5EF4-FFF2-40B4-BE49-F238E27FC236}">
                  <a16:creationId xmlns:a16="http://schemas.microsoft.com/office/drawing/2014/main" id="{8B3C444C-AB4D-46B6-A7E4-4D5B3239AF18}"/>
                </a:ext>
              </a:extLst>
            </p:cNvPr>
            <p:cNvGrpSpPr/>
            <p:nvPr/>
          </p:nvGrpSpPr>
          <p:grpSpPr>
            <a:xfrm>
              <a:off x="5755760" y="1416749"/>
              <a:ext cx="681018" cy="681017"/>
              <a:chOff x="5755760" y="1371924"/>
              <a:chExt cx="681018" cy="681017"/>
            </a:xfrm>
          </p:grpSpPr>
          <p:sp>
            <p:nvSpPr>
              <p:cNvPr id="55" name="ïSḻïďê">
                <a:extLst>
                  <a:ext uri="{FF2B5EF4-FFF2-40B4-BE49-F238E27FC236}">
                    <a16:creationId xmlns:a16="http://schemas.microsoft.com/office/drawing/2014/main" id="{9E63CF86-3DE4-452F-BDFA-732B144BAC74}"/>
                  </a:ext>
                </a:extLst>
              </p:cNvPr>
              <p:cNvSpPr/>
              <p:nvPr/>
            </p:nvSpPr>
            <p:spPr>
              <a:xfrm>
                <a:off x="5755760" y="1371924"/>
                <a:ext cx="681018" cy="681017"/>
              </a:xfrm>
              <a:prstGeom prst="ellipse">
                <a:avLst/>
              </a:prstGeom>
              <a:solidFill>
                <a:schemeClr val="accent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ïṣļïďe">
                <a:extLst>
                  <a:ext uri="{FF2B5EF4-FFF2-40B4-BE49-F238E27FC236}">
                    <a16:creationId xmlns:a16="http://schemas.microsoft.com/office/drawing/2014/main" id="{C46A993C-F5C3-40E6-B626-597B037D6FB5}"/>
                  </a:ext>
                </a:extLst>
              </p:cNvPr>
              <p:cNvSpPr/>
              <p:nvPr/>
            </p:nvSpPr>
            <p:spPr>
              <a:xfrm>
                <a:off x="5916974" y="1559511"/>
                <a:ext cx="358589" cy="305844"/>
              </a:xfrm>
              <a:custGeom>
                <a:avLst/>
                <a:gdLst>
                  <a:gd name="T0" fmla="*/ 3776 w 7671"/>
                  <a:gd name="T1" fmla="*/ 16 h 6553"/>
                  <a:gd name="T2" fmla="*/ 77 w 7671"/>
                  <a:gd name="T3" fmla="*/ 5307 h 6553"/>
                  <a:gd name="T4" fmla="*/ 7671 w 7671"/>
                  <a:gd name="T5" fmla="*/ 3664 h 6553"/>
                  <a:gd name="T6" fmla="*/ 152 w 7671"/>
                  <a:gd name="T7" fmla="*/ 5001 h 6553"/>
                  <a:gd name="T8" fmla="*/ 392 w 7671"/>
                  <a:gd name="T9" fmla="*/ 5045 h 6553"/>
                  <a:gd name="T10" fmla="*/ 152 w 7671"/>
                  <a:gd name="T11" fmla="*/ 3880 h 6553"/>
                  <a:gd name="T12" fmla="*/ 756 w 7671"/>
                  <a:gd name="T13" fmla="*/ 5178 h 6553"/>
                  <a:gd name="T14" fmla="*/ 540 w 7671"/>
                  <a:gd name="T15" fmla="*/ 4565 h 6553"/>
                  <a:gd name="T16" fmla="*/ 733 w 7671"/>
                  <a:gd name="T17" fmla="*/ 4411 h 6553"/>
                  <a:gd name="T18" fmla="*/ 759 w 7671"/>
                  <a:gd name="T19" fmla="*/ 3830 h 6553"/>
                  <a:gd name="T20" fmla="*/ 942 w 7671"/>
                  <a:gd name="T21" fmla="*/ 5244 h 6553"/>
                  <a:gd name="T22" fmla="*/ 1234 w 7671"/>
                  <a:gd name="T23" fmla="*/ 5273 h 6553"/>
                  <a:gd name="T24" fmla="*/ 915 w 7671"/>
                  <a:gd name="T25" fmla="*/ 4392 h 6553"/>
                  <a:gd name="T26" fmla="*/ 1234 w 7671"/>
                  <a:gd name="T27" fmla="*/ 4412 h 6553"/>
                  <a:gd name="T28" fmla="*/ 1432 w 7671"/>
                  <a:gd name="T29" fmla="*/ 4739 h 6553"/>
                  <a:gd name="T30" fmla="*/ 1786 w 7671"/>
                  <a:gd name="T31" fmla="*/ 4499 h 6553"/>
                  <a:gd name="T32" fmla="*/ 1803 w 7671"/>
                  <a:gd name="T33" fmla="*/ 3787 h 6553"/>
                  <a:gd name="T34" fmla="*/ 3549 w 7671"/>
                  <a:gd name="T35" fmla="*/ 679 h 6553"/>
                  <a:gd name="T36" fmla="*/ 2951 w 7671"/>
                  <a:gd name="T37" fmla="*/ 1768 h 6553"/>
                  <a:gd name="T38" fmla="*/ 2564 w 7671"/>
                  <a:gd name="T39" fmla="*/ 1191 h 6553"/>
                  <a:gd name="T40" fmla="*/ 2089 w 7671"/>
                  <a:gd name="T41" fmla="*/ 1383 h 6553"/>
                  <a:gd name="T42" fmla="*/ 2564 w 7671"/>
                  <a:gd name="T43" fmla="*/ 3042 h 6553"/>
                  <a:gd name="T44" fmla="*/ 2089 w 7671"/>
                  <a:gd name="T45" fmla="*/ 2419 h 6553"/>
                  <a:gd name="T46" fmla="*/ 2552 w 7671"/>
                  <a:gd name="T47" fmla="*/ 4551 h 6553"/>
                  <a:gd name="T48" fmla="*/ 2527 w 7671"/>
                  <a:gd name="T49" fmla="*/ 5671 h 6553"/>
                  <a:gd name="T50" fmla="*/ 2132 w 7671"/>
                  <a:gd name="T51" fmla="*/ 4798 h 6553"/>
                  <a:gd name="T52" fmla="*/ 3552 w 7671"/>
                  <a:gd name="T53" fmla="*/ 5935 h 6553"/>
                  <a:gd name="T54" fmla="*/ 2994 w 7671"/>
                  <a:gd name="T55" fmla="*/ 4923 h 6553"/>
                  <a:gd name="T56" fmla="*/ 3529 w 7671"/>
                  <a:gd name="T57" fmla="*/ 4644 h 6553"/>
                  <a:gd name="T58" fmla="*/ 3555 w 7671"/>
                  <a:gd name="T59" fmla="*/ 3714 h 6553"/>
                  <a:gd name="T60" fmla="*/ 2951 w 7671"/>
                  <a:gd name="T61" fmla="*/ 2965 h 6553"/>
                  <a:gd name="T62" fmla="*/ 3535 w 7671"/>
                  <a:gd name="T63" fmla="*/ 2913 h 6553"/>
                  <a:gd name="T64" fmla="*/ 4104 w 7671"/>
                  <a:gd name="T65" fmla="*/ 5039 h 6553"/>
                  <a:gd name="T66" fmla="*/ 4719 w 7671"/>
                  <a:gd name="T67" fmla="*/ 4562 h 6553"/>
                  <a:gd name="T68" fmla="*/ 4115 w 7671"/>
                  <a:gd name="T69" fmla="*/ 3714 h 6553"/>
                  <a:gd name="T70" fmla="*/ 4706 w 7671"/>
                  <a:gd name="T71" fmla="*/ 2994 h 6553"/>
                  <a:gd name="T72" fmla="*/ 4152 w 7671"/>
                  <a:gd name="T73" fmla="*/ 1973 h 6553"/>
                  <a:gd name="T74" fmla="*/ 4682 w 7671"/>
                  <a:gd name="T75" fmla="*/ 1806 h 6553"/>
                  <a:gd name="T76" fmla="*/ 4698 w 7671"/>
                  <a:gd name="T77" fmla="*/ 936 h 6553"/>
                  <a:gd name="T78" fmla="*/ 5144 w 7671"/>
                  <a:gd name="T79" fmla="*/ 5671 h 6553"/>
                  <a:gd name="T80" fmla="*/ 5581 w 7671"/>
                  <a:gd name="T81" fmla="*/ 4835 h 6553"/>
                  <a:gd name="T82" fmla="*/ 5118 w 7671"/>
                  <a:gd name="T83" fmla="*/ 4551 h 6553"/>
                  <a:gd name="T84" fmla="*/ 5581 w 7671"/>
                  <a:gd name="T85" fmla="*/ 4490 h 6553"/>
                  <a:gd name="T86" fmla="*/ 5107 w 7671"/>
                  <a:gd name="T87" fmla="*/ 2302 h 6553"/>
                  <a:gd name="T88" fmla="*/ 5581 w 7671"/>
                  <a:gd name="T89" fmla="*/ 2074 h 6553"/>
                  <a:gd name="T90" fmla="*/ 5124 w 7671"/>
                  <a:gd name="T91" fmla="*/ 1160 h 6553"/>
                  <a:gd name="T92" fmla="*/ 5903 w 7671"/>
                  <a:gd name="T93" fmla="*/ 5467 h 6553"/>
                  <a:gd name="T94" fmla="*/ 6226 w 7671"/>
                  <a:gd name="T95" fmla="*/ 4711 h 6553"/>
                  <a:gd name="T96" fmla="*/ 5893 w 7671"/>
                  <a:gd name="T97" fmla="*/ 4498 h 6553"/>
                  <a:gd name="T98" fmla="*/ 6239 w 7671"/>
                  <a:gd name="T99" fmla="*/ 3827 h 6553"/>
                  <a:gd name="T100" fmla="*/ 6451 w 7671"/>
                  <a:gd name="T101" fmla="*/ 5303 h 6553"/>
                  <a:gd name="T102" fmla="*/ 6756 w 7671"/>
                  <a:gd name="T103" fmla="*/ 5207 h 6553"/>
                  <a:gd name="T104" fmla="*/ 6436 w 7671"/>
                  <a:gd name="T105" fmla="*/ 4412 h 6553"/>
                  <a:gd name="T106" fmla="*/ 6756 w 7671"/>
                  <a:gd name="T107" fmla="*/ 4392 h 6553"/>
                  <a:gd name="T108" fmla="*/ 6900 w 7671"/>
                  <a:gd name="T109" fmla="*/ 4632 h 6553"/>
                  <a:gd name="T110" fmla="*/ 7174 w 7671"/>
                  <a:gd name="T111" fmla="*/ 4357 h 6553"/>
                  <a:gd name="T112" fmla="*/ 6911 w 7671"/>
                  <a:gd name="T113" fmla="*/ 3831 h 6553"/>
                  <a:gd name="T114" fmla="*/ 7490 w 7671"/>
                  <a:gd name="T115" fmla="*/ 5037 h 6553"/>
                  <a:gd name="T116" fmla="*/ 7475 w 7671"/>
                  <a:gd name="T117" fmla="*/ 4515 h 6553"/>
                  <a:gd name="T118" fmla="*/ 7316 w 7671"/>
                  <a:gd name="T119" fmla="*/ 4380 h 6553"/>
                  <a:gd name="T120" fmla="*/ 7518 w 7671"/>
                  <a:gd name="T121" fmla="*/ 3880 h 6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1" h="6553">
                    <a:moveTo>
                      <a:pt x="7569" y="3552"/>
                    </a:moveTo>
                    <a:lnTo>
                      <a:pt x="5837" y="3371"/>
                    </a:lnTo>
                    <a:lnTo>
                      <a:pt x="5837" y="1136"/>
                    </a:lnTo>
                    <a:cubicBezTo>
                      <a:pt x="5837" y="1094"/>
                      <a:pt x="5814" y="1056"/>
                      <a:pt x="5778" y="1036"/>
                    </a:cubicBezTo>
                    <a:lnTo>
                      <a:pt x="3893" y="15"/>
                    </a:lnTo>
                    <a:cubicBezTo>
                      <a:pt x="3876" y="5"/>
                      <a:pt x="3856" y="0"/>
                      <a:pt x="3835" y="0"/>
                    </a:cubicBezTo>
                    <a:cubicBezTo>
                      <a:pt x="3814" y="0"/>
                      <a:pt x="3794" y="6"/>
                      <a:pt x="3776" y="16"/>
                    </a:cubicBezTo>
                    <a:lnTo>
                      <a:pt x="1893" y="1036"/>
                    </a:lnTo>
                    <a:cubicBezTo>
                      <a:pt x="1856" y="1056"/>
                      <a:pt x="1834" y="1094"/>
                      <a:pt x="1834" y="1136"/>
                    </a:cubicBezTo>
                    <a:lnTo>
                      <a:pt x="1834" y="3371"/>
                    </a:lnTo>
                    <a:lnTo>
                      <a:pt x="101" y="3552"/>
                    </a:lnTo>
                    <a:cubicBezTo>
                      <a:pt x="44" y="3558"/>
                      <a:pt x="0" y="3606"/>
                      <a:pt x="0" y="3664"/>
                    </a:cubicBezTo>
                    <a:lnTo>
                      <a:pt x="0" y="5199"/>
                    </a:lnTo>
                    <a:cubicBezTo>
                      <a:pt x="0" y="5248"/>
                      <a:pt x="31" y="5291"/>
                      <a:pt x="77" y="5307"/>
                    </a:cubicBezTo>
                    <a:lnTo>
                      <a:pt x="3798" y="6547"/>
                    </a:lnTo>
                    <a:cubicBezTo>
                      <a:pt x="3810" y="6551"/>
                      <a:pt x="3822" y="6553"/>
                      <a:pt x="3835" y="6553"/>
                    </a:cubicBezTo>
                    <a:cubicBezTo>
                      <a:pt x="3848" y="6553"/>
                      <a:pt x="3860" y="6551"/>
                      <a:pt x="3871" y="6547"/>
                    </a:cubicBezTo>
                    <a:lnTo>
                      <a:pt x="3871" y="6547"/>
                    </a:lnTo>
                    <a:lnTo>
                      <a:pt x="7594" y="5307"/>
                    </a:lnTo>
                    <a:cubicBezTo>
                      <a:pt x="7640" y="5291"/>
                      <a:pt x="7671" y="5248"/>
                      <a:pt x="7671" y="5199"/>
                    </a:cubicBezTo>
                    <a:lnTo>
                      <a:pt x="7671" y="3664"/>
                    </a:lnTo>
                    <a:cubicBezTo>
                      <a:pt x="7670" y="3606"/>
                      <a:pt x="7627" y="3558"/>
                      <a:pt x="7569" y="3552"/>
                    </a:cubicBezTo>
                    <a:close/>
                    <a:moveTo>
                      <a:pt x="392" y="5045"/>
                    </a:moveTo>
                    <a:cubicBezTo>
                      <a:pt x="392" y="5057"/>
                      <a:pt x="387" y="5068"/>
                      <a:pt x="377" y="5075"/>
                    </a:cubicBezTo>
                    <a:cubicBezTo>
                      <a:pt x="371" y="5080"/>
                      <a:pt x="362" y="5083"/>
                      <a:pt x="354" y="5083"/>
                    </a:cubicBezTo>
                    <a:cubicBezTo>
                      <a:pt x="351" y="5083"/>
                      <a:pt x="348" y="5083"/>
                      <a:pt x="344" y="5082"/>
                    </a:cubicBezTo>
                    <a:lnTo>
                      <a:pt x="180" y="5037"/>
                    </a:lnTo>
                    <a:cubicBezTo>
                      <a:pt x="164" y="5033"/>
                      <a:pt x="152" y="5018"/>
                      <a:pt x="152" y="5001"/>
                    </a:cubicBezTo>
                    <a:lnTo>
                      <a:pt x="152" y="4553"/>
                    </a:lnTo>
                    <a:cubicBezTo>
                      <a:pt x="152" y="4542"/>
                      <a:pt x="157" y="4531"/>
                      <a:pt x="165" y="4524"/>
                    </a:cubicBezTo>
                    <a:cubicBezTo>
                      <a:pt x="174" y="4517"/>
                      <a:pt x="185" y="4514"/>
                      <a:pt x="196" y="4515"/>
                    </a:cubicBezTo>
                    <a:lnTo>
                      <a:pt x="360" y="4539"/>
                    </a:lnTo>
                    <a:cubicBezTo>
                      <a:pt x="378" y="4542"/>
                      <a:pt x="392" y="4558"/>
                      <a:pt x="392" y="4576"/>
                    </a:cubicBezTo>
                    <a:lnTo>
                      <a:pt x="392" y="5045"/>
                    </a:lnTo>
                    <a:lnTo>
                      <a:pt x="392" y="5045"/>
                    </a:lnTo>
                    <a:close/>
                    <a:moveTo>
                      <a:pt x="392" y="4342"/>
                    </a:moveTo>
                    <a:cubicBezTo>
                      <a:pt x="392" y="4353"/>
                      <a:pt x="388" y="4363"/>
                      <a:pt x="380" y="4370"/>
                    </a:cubicBezTo>
                    <a:cubicBezTo>
                      <a:pt x="373" y="4376"/>
                      <a:pt x="364" y="4380"/>
                      <a:pt x="354" y="4380"/>
                    </a:cubicBezTo>
                    <a:cubicBezTo>
                      <a:pt x="353" y="4380"/>
                      <a:pt x="352" y="4380"/>
                      <a:pt x="351" y="4380"/>
                    </a:cubicBezTo>
                    <a:lnTo>
                      <a:pt x="187" y="4366"/>
                    </a:lnTo>
                    <a:cubicBezTo>
                      <a:pt x="167" y="4364"/>
                      <a:pt x="152" y="4348"/>
                      <a:pt x="152" y="4329"/>
                    </a:cubicBezTo>
                    <a:lnTo>
                      <a:pt x="152" y="3880"/>
                    </a:lnTo>
                    <a:cubicBezTo>
                      <a:pt x="152" y="3860"/>
                      <a:pt x="168" y="3843"/>
                      <a:pt x="188" y="3843"/>
                    </a:cubicBezTo>
                    <a:lnTo>
                      <a:pt x="353" y="3836"/>
                    </a:lnTo>
                    <a:cubicBezTo>
                      <a:pt x="363" y="3835"/>
                      <a:pt x="373" y="3839"/>
                      <a:pt x="380" y="3846"/>
                    </a:cubicBezTo>
                    <a:cubicBezTo>
                      <a:pt x="388" y="3853"/>
                      <a:pt x="392" y="3863"/>
                      <a:pt x="392" y="3873"/>
                    </a:cubicBezTo>
                    <a:lnTo>
                      <a:pt x="392" y="4342"/>
                    </a:lnTo>
                    <a:close/>
                    <a:moveTo>
                      <a:pt x="771" y="5148"/>
                    </a:moveTo>
                    <a:cubicBezTo>
                      <a:pt x="771" y="5160"/>
                      <a:pt x="765" y="5171"/>
                      <a:pt x="756" y="5178"/>
                    </a:cubicBezTo>
                    <a:cubicBezTo>
                      <a:pt x="749" y="5183"/>
                      <a:pt x="741" y="5186"/>
                      <a:pt x="733" y="5186"/>
                    </a:cubicBezTo>
                    <a:cubicBezTo>
                      <a:pt x="729" y="5186"/>
                      <a:pt x="726" y="5185"/>
                      <a:pt x="723" y="5184"/>
                    </a:cubicBezTo>
                    <a:lnTo>
                      <a:pt x="525" y="5131"/>
                    </a:lnTo>
                    <a:cubicBezTo>
                      <a:pt x="508" y="5126"/>
                      <a:pt x="497" y="5111"/>
                      <a:pt x="497" y="5094"/>
                    </a:cubicBezTo>
                    <a:lnTo>
                      <a:pt x="497" y="4603"/>
                    </a:lnTo>
                    <a:cubicBezTo>
                      <a:pt x="497" y="4592"/>
                      <a:pt x="501" y="4581"/>
                      <a:pt x="510" y="4574"/>
                    </a:cubicBezTo>
                    <a:cubicBezTo>
                      <a:pt x="518" y="4567"/>
                      <a:pt x="529" y="4564"/>
                      <a:pt x="540" y="4565"/>
                    </a:cubicBezTo>
                    <a:lnTo>
                      <a:pt x="738" y="4595"/>
                    </a:lnTo>
                    <a:cubicBezTo>
                      <a:pt x="757" y="4597"/>
                      <a:pt x="770" y="4613"/>
                      <a:pt x="770" y="4632"/>
                    </a:cubicBezTo>
                    <a:lnTo>
                      <a:pt x="770" y="5148"/>
                    </a:lnTo>
                    <a:lnTo>
                      <a:pt x="771" y="5148"/>
                    </a:lnTo>
                    <a:close/>
                    <a:moveTo>
                      <a:pt x="771" y="4374"/>
                    </a:moveTo>
                    <a:cubicBezTo>
                      <a:pt x="771" y="4384"/>
                      <a:pt x="766" y="4394"/>
                      <a:pt x="759" y="4401"/>
                    </a:cubicBezTo>
                    <a:cubicBezTo>
                      <a:pt x="752" y="4408"/>
                      <a:pt x="742" y="4411"/>
                      <a:pt x="733" y="4411"/>
                    </a:cubicBezTo>
                    <a:cubicBezTo>
                      <a:pt x="732" y="4411"/>
                      <a:pt x="731" y="4411"/>
                      <a:pt x="730" y="4411"/>
                    </a:cubicBezTo>
                    <a:lnTo>
                      <a:pt x="532" y="4395"/>
                    </a:lnTo>
                    <a:cubicBezTo>
                      <a:pt x="512" y="4393"/>
                      <a:pt x="497" y="4377"/>
                      <a:pt x="497" y="4357"/>
                    </a:cubicBezTo>
                    <a:lnTo>
                      <a:pt x="497" y="3866"/>
                    </a:lnTo>
                    <a:cubicBezTo>
                      <a:pt x="497" y="3845"/>
                      <a:pt x="513" y="3829"/>
                      <a:pt x="533" y="3828"/>
                    </a:cubicBezTo>
                    <a:lnTo>
                      <a:pt x="731" y="3820"/>
                    </a:lnTo>
                    <a:cubicBezTo>
                      <a:pt x="742" y="3819"/>
                      <a:pt x="752" y="3823"/>
                      <a:pt x="759" y="3830"/>
                    </a:cubicBezTo>
                    <a:cubicBezTo>
                      <a:pt x="767" y="3837"/>
                      <a:pt x="771" y="3847"/>
                      <a:pt x="771" y="3857"/>
                    </a:cubicBezTo>
                    <a:lnTo>
                      <a:pt x="771" y="4374"/>
                    </a:lnTo>
                    <a:close/>
                    <a:moveTo>
                      <a:pt x="1234" y="5273"/>
                    </a:moveTo>
                    <a:cubicBezTo>
                      <a:pt x="1234" y="5285"/>
                      <a:pt x="1229" y="5296"/>
                      <a:pt x="1219" y="5303"/>
                    </a:cubicBezTo>
                    <a:cubicBezTo>
                      <a:pt x="1213" y="5309"/>
                      <a:pt x="1205" y="5311"/>
                      <a:pt x="1196" y="5311"/>
                    </a:cubicBezTo>
                    <a:cubicBezTo>
                      <a:pt x="1193" y="5311"/>
                      <a:pt x="1190" y="5311"/>
                      <a:pt x="1186" y="5310"/>
                    </a:cubicBezTo>
                    <a:lnTo>
                      <a:pt x="942" y="5244"/>
                    </a:lnTo>
                    <a:cubicBezTo>
                      <a:pt x="926" y="5239"/>
                      <a:pt x="915" y="5224"/>
                      <a:pt x="915" y="5207"/>
                    </a:cubicBezTo>
                    <a:lnTo>
                      <a:pt x="915" y="4664"/>
                    </a:lnTo>
                    <a:cubicBezTo>
                      <a:pt x="915" y="4653"/>
                      <a:pt x="919" y="4642"/>
                      <a:pt x="928" y="4635"/>
                    </a:cubicBezTo>
                    <a:cubicBezTo>
                      <a:pt x="936" y="4628"/>
                      <a:pt x="947" y="4625"/>
                      <a:pt x="958" y="4627"/>
                    </a:cubicBezTo>
                    <a:lnTo>
                      <a:pt x="1202" y="4662"/>
                    </a:lnTo>
                    <a:cubicBezTo>
                      <a:pt x="1220" y="4665"/>
                      <a:pt x="1234" y="4681"/>
                      <a:pt x="1234" y="4699"/>
                    </a:cubicBezTo>
                    <a:lnTo>
                      <a:pt x="1234" y="5273"/>
                    </a:lnTo>
                    <a:lnTo>
                      <a:pt x="1234" y="5273"/>
                    </a:lnTo>
                    <a:close/>
                    <a:moveTo>
                      <a:pt x="1234" y="4412"/>
                    </a:moveTo>
                    <a:cubicBezTo>
                      <a:pt x="1234" y="4423"/>
                      <a:pt x="1230" y="4433"/>
                      <a:pt x="1222" y="4440"/>
                    </a:cubicBezTo>
                    <a:cubicBezTo>
                      <a:pt x="1215" y="4447"/>
                      <a:pt x="1206" y="4450"/>
                      <a:pt x="1197" y="4450"/>
                    </a:cubicBezTo>
                    <a:cubicBezTo>
                      <a:pt x="1196" y="4450"/>
                      <a:pt x="1194" y="4450"/>
                      <a:pt x="1193" y="4450"/>
                    </a:cubicBezTo>
                    <a:lnTo>
                      <a:pt x="949" y="4430"/>
                    </a:lnTo>
                    <a:cubicBezTo>
                      <a:pt x="930" y="4428"/>
                      <a:pt x="915" y="4412"/>
                      <a:pt x="915" y="4392"/>
                    </a:cubicBezTo>
                    <a:lnTo>
                      <a:pt x="915" y="3848"/>
                    </a:lnTo>
                    <a:cubicBezTo>
                      <a:pt x="915" y="3828"/>
                      <a:pt x="931" y="3812"/>
                      <a:pt x="951" y="3811"/>
                    </a:cubicBezTo>
                    <a:lnTo>
                      <a:pt x="1195" y="3801"/>
                    </a:lnTo>
                    <a:cubicBezTo>
                      <a:pt x="1205" y="3800"/>
                      <a:pt x="1215" y="3804"/>
                      <a:pt x="1223" y="3811"/>
                    </a:cubicBezTo>
                    <a:cubicBezTo>
                      <a:pt x="1230" y="3818"/>
                      <a:pt x="1234" y="3828"/>
                      <a:pt x="1234" y="3838"/>
                    </a:cubicBezTo>
                    <a:lnTo>
                      <a:pt x="1234" y="4412"/>
                    </a:lnTo>
                    <a:lnTo>
                      <a:pt x="1234" y="4412"/>
                    </a:lnTo>
                    <a:close/>
                    <a:moveTo>
                      <a:pt x="1815" y="5431"/>
                    </a:moveTo>
                    <a:cubicBezTo>
                      <a:pt x="1815" y="5443"/>
                      <a:pt x="1810" y="5454"/>
                      <a:pt x="1800" y="5461"/>
                    </a:cubicBezTo>
                    <a:cubicBezTo>
                      <a:pt x="1794" y="5466"/>
                      <a:pt x="1786" y="5468"/>
                      <a:pt x="1777" y="5468"/>
                    </a:cubicBezTo>
                    <a:cubicBezTo>
                      <a:pt x="1774" y="5468"/>
                      <a:pt x="1771" y="5468"/>
                      <a:pt x="1768" y="5467"/>
                    </a:cubicBezTo>
                    <a:lnTo>
                      <a:pt x="1460" y="5384"/>
                    </a:lnTo>
                    <a:cubicBezTo>
                      <a:pt x="1443" y="5379"/>
                      <a:pt x="1432" y="5364"/>
                      <a:pt x="1432" y="5347"/>
                    </a:cubicBezTo>
                    <a:lnTo>
                      <a:pt x="1432" y="4739"/>
                    </a:lnTo>
                    <a:cubicBezTo>
                      <a:pt x="1432" y="4728"/>
                      <a:pt x="1437" y="4718"/>
                      <a:pt x="1445" y="4711"/>
                    </a:cubicBezTo>
                    <a:cubicBezTo>
                      <a:pt x="1453" y="4704"/>
                      <a:pt x="1464" y="4700"/>
                      <a:pt x="1475" y="4702"/>
                    </a:cubicBezTo>
                    <a:lnTo>
                      <a:pt x="1783" y="4747"/>
                    </a:lnTo>
                    <a:cubicBezTo>
                      <a:pt x="1801" y="4749"/>
                      <a:pt x="1815" y="4765"/>
                      <a:pt x="1815" y="4784"/>
                    </a:cubicBezTo>
                    <a:lnTo>
                      <a:pt x="1815" y="5431"/>
                    </a:lnTo>
                    <a:close/>
                    <a:moveTo>
                      <a:pt x="1811" y="4489"/>
                    </a:moveTo>
                    <a:cubicBezTo>
                      <a:pt x="1804" y="4495"/>
                      <a:pt x="1795" y="4499"/>
                      <a:pt x="1786" y="4499"/>
                    </a:cubicBezTo>
                    <a:cubicBezTo>
                      <a:pt x="1785" y="4499"/>
                      <a:pt x="1783" y="4499"/>
                      <a:pt x="1782" y="4499"/>
                    </a:cubicBezTo>
                    <a:lnTo>
                      <a:pt x="1467" y="4473"/>
                    </a:lnTo>
                    <a:cubicBezTo>
                      <a:pt x="1447" y="4471"/>
                      <a:pt x="1432" y="4455"/>
                      <a:pt x="1432" y="4435"/>
                    </a:cubicBezTo>
                    <a:lnTo>
                      <a:pt x="1432" y="3827"/>
                    </a:lnTo>
                    <a:cubicBezTo>
                      <a:pt x="1432" y="3807"/>
                      <a:pt x="1448" y="3790"/>
                      <a:pt x="1468" y="3789"/>
                    </a:cubicBezTo>
                    <a:lnTo>
                      <a:pt x="1776" y="3776"/>
                    </a:lnTo>
                    <a:cubicBezTo>
                      <a:pt x="1786" y="3776"/>
                      <a:pt x="1796" y="3780"/>
                      <a:pt x="1803" y="3787"/>
                    </a:cubicBezTo>
                    <a:cubicBezTo>
                      <a:pt x="1811" y="3794"/>
                      <a:pt x="1815" y="3804"/>
                      <a:pt x="1815" y="3814"/>
                    </a:cubicBezTo>
                    <a:lnTo>
                      <a:pt x="1823" y="4461"/>
                    </a:lnTo>
                    <a:cubicBezTo>
                      <a:pt x="1823" y="4471"/>
                      <a:pt x="1819" y="4482"/>
                      <a:pt x="1811" y="4489"/>
                    </a:cubicBezTo>
                    <a:close/>
                    <a:moveTo>
                      <a:pt x="2951" y="970"/>
                    </a:moveTo>
                    <a:cubicBezTo>
                      <a:pt x="2951" y="956"/>
                      <a:pt x="2959" y="942"/>
                      <a:pt x="2973" y="936"/>
                    </a:cubicBezTo>
                    <a:lnTo>
                      <a:pt x="3513" y="677"/>
                    </a:lnTo>
                    <a:cubicBezTo>
                      <a:pt x="3525" y="672"/>
                      <a:pt x="3538" y="672"/>
                      <a:pt x="3549" y="679"/>
                    </a:cubicBezTo>
                    <a:cubicBezTo>
                      <a:pt x="3560" y="686"/>
                      <a:pt x="3567" y="698"/>
                      <a:pt x="3567" y="711"/>
                    </a:cubicBezTo>
                    <a:lnTo>
                      <a:pt x="3567" y="1577"/>
                    </a:lnTo>
                    <a:cubicBezTo>
                      <a:pt x="3567" y="1593"/>
                      <a:pt x="3557" y="1607"/>
                      <a:pt x="3542" y="1612"/>
                    </a:cubicBezTo>
                    <a:lnTo>
                      <a:pt x="3002" y="1804"/>
                    </a:lnTo>
                    <a:cubicBezTo>
                      <a:pt x="2997" y="1805"/>
                      <a:pt x="2993" y="1806"/>
                      <a:pt x="2989" y="1806"/>
                    </a:cubicBezTo>
                    <a:cubicBezTo>
                      <a:pt x="2981" y="1806"/>
                      <a:pt x="2974" y="1804"/>
                      <a:pt x="2967" y="1799"/>
                    </a:cubicBezTo>
                    <a:cubicBezTo>
                      <a:pt x="2957" y="1792"/>
                      <a:pt x="2951" y="1781"/>
                      <a:pt x="2951" y="1768"/>
                    </a:cubicBezTo>
                    <a:lnTo>
                      <a:pt x="2951" y="970"/>
                    </a:lnTo>
                    <a:lnTo>
                      <a:pt x="2951" y="970"/>
                    </a:lnTo>
                    <a:close/>
                    <a:moveTo>
                      <a:pt x="2089" y="1383"/>
                    </a:moveTo>
                    <a:cubicBezTo>
                      <a:pt x="2089" y="1369"/>
                      <a:pt x="2097" y="1355"/>
                      <a:pt x="2111" y="1349"/>
                    </a:cubicBezTo>
                    <a:lnTo>
                      <a:pt x="2510" y="1158"/>
                    </a:lnTo>
                    <a:cubicBezTo>
                      <a:pt x="2522" y="1152"/>
                      <a:pt x="2536" y="1153"/>
                      <a:pt x="2547" y="1160"/>
                    </a:cubicBezTo>
                    <a:cubicBezTo>
                      <a:pt x="2558" y="1167"/>
                      <a:pt x="2564" y="1179"/>
                      <a:pt x="2564" y="1191"/>
                    </a:cubicBezTo>
                    <a:lnTo>
                      <a:pt x="2564" y="1932"/>
                    </a:lnTo>
                    <a:cubicBezTo>
                      <a:pt x="2564" y="1948"/>
                      <a:pt x="2554" y="1962"/>
                      <a:pt x="2539" y="1967"/>
                    </a:cubicBezTo>
                    <a:lnTo>
                      <a:pt x="2139" y="2109"/>
                    </a:lnTo>
                    <a:cubicBezTo>
                      <a:pt x="2135" y="2110"/>
                      <a:pt x="2131" y="2111"/>
                      <a:pt x="2127" y="2111"/>
                    </a:cubicBezTo>
                    <a:cubicBezTo>
                      <a:pt x="2119" y="2111"/>
                      <a:pt x="2111" y="2109"/>
                      <a:pt x="2105" y="2104"/>
                    </a:cubicBezTo>
                    <a:cubicBezTo>
                      <a:pt x="2095" y="2097"/>
                      <a:pt x="2089" y="2086"/>
                      <a:pt x="2089" y="2074"/>
                    </a:cubicBezTo>
                    <a:lnTo>
                      <a:pt x="2089" y="1383"/>
                    </a:lnTo>
                    <a:lnTo>
                      <a:pt x="2089" y="1383"/>
                    </a:lnTo>
                    <a:close/>
                    <a:moveTo>
                      <a:pt x="2089" y="2419"/>
                    </a:moveTo>
                    <a:cubicBezTo>
                      <a:pt x="2089" y="2402"/>
                      <a:pt x="2100" y="2387"/>
                      <a:pt x="2116" y="2383"/>
                    </a:cubicBezTo>
                    <a:lnTo>
                      <a:pt x="2516" y="2266"/>
                    </a:lnTo>
                    <a:cubicBezTo>
                      <a:pt x="2527" y="2262"/>
                      <a:pt x="2540" y="2265"/>
                      <a:pt x="2549" y="2272"/>
                    </a:cubicBezTo>
                    <a:cubicBezTo>
                      <a:pt x="2559" y="2279"/>
                      <a:pt x="2564" y="2290"/>
                      <a:pt x="2564" y="2302"/>
                    </a:cubicBezTo>
                    <a:lnTo>
                      <a:pt x="2564" y="3042"/>
                    </a:lnTo>
                    <a:cubicBezTo>
                      <a:pt x="2564" y="3061"/>
                      <a:pt x="2551" y="3077"/>
                      <a:pt x="2533" y="3079"/>
                    </a:cubicBezTo>
                    <a:lnTo>
                      <a:pt x="2133" y="3146"/>
                    </a:lnTo>
                    <a:cubicBezTo>
                      <a:pt x="2131" y="3146"/>
                      <a:pt x="2129" y="3147"/>
                      <a:pt x="2127" y="3147"/>
                    </a:cubicBezTo>
                    <a:cubicBezTo>
                      <a:pt x="2118" y="3147"/>
                      <a:pt x="2109" y="3143"/>
                      <a:pt x="2103" y="3138"/>
                    </a:cubicBezTo>
                    <a:cubicBezTo>
                      <a:pt x="2094" y="3130"/>
                      <a:pt x="2089" y="3120"/>
                      <a:pt x="2089" y="3109"/>
                    </a:cubicBezTo>
                    <a:lnTo>
                      <a:pt x="2089" y="2419"/>
                    </a:lnTo>
                    <a:lnTo>
                      <a:pt x="2089" y="2419"/>
                    </a:lnTo>
                    <a:close/>
                    <a:moveTo>
                      <a:pt x="2089" y="3799"/>
                    </a:moveTo>
                    <a:cubicBezTo>
                      <a:pt x="2089" y="3779"/>
                      <a:pt x="2105" y="3763"/>
                      <a:pt x="2125" y="3762"/>
                    </a:cubicBezTo>
                    <a:lnTo>
                      <a:pt x="2525" y="3745"/>
                    </a:lnTo>
                    <a:cubicBezTo>
                      <a:pt x="2535" y="3745"/>
                      <a:pt x="2545" y="3749"/>
                      <a:pt x="2553" y="3756"/>
                    </a:cubicBezTo>
                    <a:cubicBezTo>
                      <a:pt x="2560" y="3763"/>
                      <a:pt x="2564" y="3773"/>
                      <a:pt x="2564" y="3783"/>
                    </a:cubicBezTo>
                    <a:lnTo>
                      <a:pt x="2564" y="4523"/>
                    </a:lnTo>
                    <a:cubicBezTo>
                      <a:pt x="2564" y="4534"/>
                      <a:pt x="2560" y="4544"/>
                      <a:pt x="2552" y="4551"/>
                    </a:cubicBezTo>
                    <a:cubicBezTo>
                      <a:pt x="2545" y="4557"/>
                      <a:pt x="2536" y="4561"/>
                      <a:pt x="2527" y="4561"/>
                    </a:cubicBezTo>
                    <a:cubicBezTo>
                      <a:pt x="2526" y="4561"/>
                      <a:pt x="2525" y="4561"/>
                      <a:pt x="2524" y="4561"/>
                    </a:cubicBezTo>
                    <a:lnTo>
                      <a:pt x="2124" y="4527"/>
                    </a:lnTo>
                    <a:cubicBezTo>
                      <a:pt x="2104" y="4526"/>
                      <a:pt x="2089" y="4510"/>
                      <a:pt x="2089" y="4490"/>
                    </a:cubicBezTo>
                    <a:lnTo>
                      <a:pt x="2089" y="3799"/>
                    </a:lnTo>
                    <a:lnTo>
                      <a:pt x="2089" y="3799"/>
                    </a:lnTo>
                    <a:close/>
                    <a:moveTo>
                      <a:pt x="2527" y="5671"/>
                    </a:moveTo>
                    <a:lnTo>
                      <a:pt x="2527" y="5671"/>
                    </a:lnTo>
                    <a:cubicBezTo>
                      <a:pt x="2523" y="5671"/>
                      <a:pt x="2520" y="5671"/>
                      <a:pt x="2517" y="5670"/>
                    </a:cubicBezTo>
                    <a:lnTo>
                      <a:pt x="2117" y="5562"/>
                    </a:lnTo>
                    <a:cubicBezTo>
                      <a:pt x="2100" y="5557"/>
                      <a:pt x="2089" y="5542"/>
                      <a:pt x="2089" y="5525"/>
                    </a:cubicBezTo>
                    <a:lnTo>
                      <a:pt x="2089" y="4835"/>
                    </a:lnTo>
                    <a:cubicBezTo>
                      <a:pt x="2089" y="4824"/>
                      <a:pt x="2094" y="4814"/>
                      <a:pt x="2102" y="4807"/>
                    </a:cubicBezTo>
                    <a:cubicBezTo>
                      <a:pt x="2110" y="4799"/>
                      <a:pt x="2121" y="4796"/>
                      <a:pt x="2132" y="4798"/>
                    </a:cubicBezTo>
                    <a:lnTo>
                      <a:pt x="2532" y="4856"/>
                    </a:lnTo>
                    <a:cubicBezTo>
                      <a:pt x="2550" y="4859"/>
                      <a:pt x="2564" y="4874"/>
                      <a:pt x="2564" y="4893"/>
                    </a:cubicBezTo>
                    <a:lnTo>
                      <a:pt x="2564" y="5629"/>
                    </a:lnTo>
                    <a:cubicBezTo>
                      <a:pt x="2564" y="5631"/>
                      <a:pt x="2565" y="5632"/>
                      <a:pt x="2565" y="5634"/>
                    </a:cubicBezTo>
                    <a:cubicBezTo>
                      <a:pt x="2565" y="5655"/>
                      <a:pt x="2548" y="5671"/>
                      <a:pt x="2527" y="5671"/>
                    </a:cubicBezTo>
                    <a:close/>
                    <a:moveTo>
                      <a:pt x="3567" y="5905"/>
                    </a:moveTo>
                    <a:cubicBezTo>
                      <a:pt x="3567" y="5917"/>
                      <a:pt x="3561" y="5928"/>
                      <a:pt x="3552" y="5935"/>
                    </a:cubicBezTo>
                    <a:cubicBezTo>
                      <a:pt x="3545" y="5940"/>
                      <a:pt x="3537" y="5943"/>
                      <a:pt x="3529" y="5943"/>
                    </a:cubicBezTo>
                    <a:cubicBezTo>
                      <a:pt x="3526" y="5943"/>
                      <a:pt x="3523" y="5943"/>
                      <a:pt x="3519" y="5942"/>
                    </a:cubicBezTo>
                    <a:lnTo>
                      <a:pt x="2979" y="5795"/>
                    </a:lnTo>
                    <a:cubicBezTo>
                      <a:pt x="2962" y="5791"/>
                      <a:pt x="2951" y="5776"/>
                      <a:pt x="2951" y="5759"/>
                    </a:cubicBezTo>
                    <a:lnTo>
                      <a:pt x="2951" y="4961"/>
                    </a:lnTo>
                    <a:cubicBezTo>
                      <a:pt x="2951" y="4950"/>
                      <a:pt x="2956" y="4939"/>
                      <a:pt x="2964" y="4932"/>
                    </a:cubicBezTo>
                    <a:cubicBezTo>
                      <a:pt x="2972" y="4925"/>
                      <a:pt x="2983" y="4922"/>
                      <a:pt x="2994" y="4923"/>
                    </a:cubicBezTo>
                    <a:lnTo>
                      <a:pt x="3534" y="5002"/>
                    </a:lnTo>
                    <a:cubicBezTo>
                      <a:pt x="3553" y="5005"/>
                      <a:pt x="3567" y="5021"/>
                      <a:pt x="3567" y="5039"/>
                    </a:cubicBezTo>
                    <a:lnTo>
                      <a:pt x="3567" y="5905"/>
                    </a:lnTo>
                    <a:lnTo>
                      <a:pt x="3567" y="5905"/>
                    </a:lnTo>
                    <a:close/>
                    <a:moveTo>
                      <a:pt x="3567" y="4607"/>
                    </a:moveTo>
                    <a:cubicBezTo>
                      <a:pt x="3567" y="4617"/>
                      <a:pt x="3562" y="4627"/>
                      <a:pt x="3555" y="4634"/>
                    </a:cubicBezTo>
                    <a:cubicBezTo>
                      <a:pt x="3548" y="4641"/>
                      <a:pt x="3538" y="4644"/>
                      <a:pt x="3529" y="4644"/>
                    </a:cubicBezTo>
                    <a:cubicBezTo>
                      <a:pt x="3528" y="4644"/>
                      <a:pt x="3527" y="4644"/>
                      <a:pt x="3526" y="4644"/>
                    </a:cubicBezTo>
                    <a:lnTo>
                      <a:pt x="2986" y="4599"/>
                    </a:lnTo>
                    <a:cubicBezTo>
                      <a:pt x="2966" y="4598"/>
                      <a:pt x="2951" y="4581"/>
                      <a:pt x="2951" y="4562"/>
                    </a:cubicBezTo>
                    <a:lnTo>
                      <a:pt x="2951" y="3764"/>
                    </a:lnTo>
                    <a:cubicBezTo>
                      <a:pt x="2951" y="3743"/>
                      <a:pt x="2967" y="3727"/>
                      <a:pt x="2987" y="3726"/>
                    </a:cubicBezTo>
                    <a:lnTo>
                      <a:pt x="3528" y="3703"/>
                    </a:lnTo>
                    <a:cubicBezTo>
                      <a:pt x="3538" y="3703"/>
                      <a:pt x="3548" y="3707"/>
                      <a:pt x="3555" y="3714"/>
                    </a:cubicBezTo>
                    <a:cubicBezTo>
                      <a:pt x="3563" y="3721"/>
                      <a:pt x="3567" y="3731"/>
                      <a:pt x="3567" y="3741"/>
                    </a:cubicBezTo>
                    <a:lnTo>
                      <a:pt x="3567" y="4607"/>
                    </a:lnTo>
                    <a:close/>
                    <a:moveTo>
                      <a:pt x="3535" y="2913"/>
                    </a:moveTo>
                    <a:lnTo>
                      <a:pt x="2995" y="3003"/>
                    </a:lnTo>
                    <a:cubicBezTo>
                      <a:pt x="2993" y="3003"/>
                      <a:pt x="2991" y="3003"/>
                      <a:pt x="2989" y="3003"/>
                    </a:cubicBezTo>
                    <a:cubicBezTo>
                      <a:pt x="2980" y="3003"/>
                      <a:pt x="2971" y="3000"/>
                      <a:pt x="2965" y="2994"/>
                    </a:cubicBezTo>
                    <a:cubicBezTo>
                      <a:pt x="2956" y="2987"/>
                      <a:pt x="2951" y="2977"/>
                      <a:pt x="2951" y="2965"/>
                    </a:cubicBezTo>
                    <a:lnTo>
                      <a:pt x="2951" y="2167"/>
                    </a:lnTo>
                    <a:cubicBezTo>
                      <a:pt x="2951" y="2151"/>
                      <a:pt x="2962" y="2136"/>
                      <a:pt x="2978" y="2131"/>
                    </a:cubicBezTo>
                    <a:lnTo>
                      <a:pt x="3519" y="1973"/>
                    </a:lnTo>
                    <a:cubicBezTo>
                      <a:pt x="3530" y="1970"/>
                      <a:pt x="3542" y="1972"/>
                      <a:pt x="3552" y="1979"/>
                    </a:cubicBezTo>
                    <a:cubicBezTo>
                      <a:pt x="3561" y="1987"/>
                      <a:pt x="3567" y="1998"/>
                      <a:pt x="3567" y="2010"/>
                    </a:cubicBezTo>
                    <a:lnTo>
                      <a:pt x="3567" y="2875"/>
                    </a:lnTo>
                    <a:cubicBezTo>
                      <a:pt x="3567" y="2894"/>
                      <a:pt x="3554" y="2909"/>
                      <a:pt x="3535" y="2913"/>
                    </a:cubicBezTo>
                    <a:close/>
                    <a:moveTo>
                      <a:pt x="4719" y="5759"/>
                    </a:moveTo>
                    <a:cubicBezTo>
                      <a:pt x="4719" y="5776"/>
                      <a:pt x="4708" y="5791"/>
                      <a:pt x="4692" y="5795"/>
                    </a:cubicBezTo>
                    <a:lnTo>
                      <a:pt x="4151" y="5942"/>
                    </a:lnTo>
                    <a:cubicBezTo>
                      <a:pt x="4148" y="5943"/>
                      <a:pt x="4145" y="5943"/>
                      <a:pt x="4141" y="5943"/>
                    </a:cubicBezTo>
                    <a:cubicBezTo>
                      <a:pt x="4133" y="5943"/>
                      <a:pt x="4125" y="5940"/>
                      <a:pt x="4118" y="5935"/>
                    </a:cubicBezTo>
                    <a:cubicBezTo>
                      <a:pt x="4109" y="5928"/>
                      <a:pt x="4104" y="5917"/>
                      <a:pt x="4104" y="5905"/>
                    </a:cubicBezTo>
                    <a:lnTo>
                      <a:pt x="4104" y="5039"/>
                    </a:lnTo>
                    <a:cubicBezTo>
                      <a:pt x="4104" y="5021"/>
                      <a:pt x="4117" y="5005"/>
                      <a:pt x="4136" y="5002"/>
                    </a:cubicBezTo>
                    <a:lnTo>
                      <a:pt x="4676" y="4923"/>
                    </a:lnTo>
                    <a:cubicBezTo>
                      <a:pt x="4687" y="4922"/>
                      <a:pt x="4698" y="4925"/>
                      <a:pt x="4707" y="4932"/>
                    </a:cubicBezTo>
                    <a:cubicBezTo>
                      <a:pt x="4715" y="4939"/>
                      <a:pt x="4719" y="4950"/>
                      <a:pt x="4719" y="4961"/>
                    </a:cubicBezTo>
                    <a:lnTo>
                      <a:pt x="4719" y="5759"/>
                    </a:lnTo>
                    <a:lnTo>
                      <a:pt x="4719" y="5759"/>
                    </a:lnTo>
                    <a:close/>
                    <a:moveTo>
                      <a:pt x="4719" y="4562"/>
                    </a:moveTo>
                    <a:cubicBezTo>
                      <a:pt x="4719" y="4581"/>
                      <a:pt x="4704" y="4598"/>
                      <a:pt x="4685" y="4599"/>
                    </a:cubicBezTo>
                    <a:lnTo>
                      <a:pt x="4144" y="4640"/>
                    </a:lnTo>
                    <a:lnTo>
                      <a:pt x="4141" y="4640"/>
                    </a:lnTo>
                    <a:cubicBezTo>
                      <a:pt x="4132" y="4640"/>
                      <a:pt x="4123" y="4637"/>
                      <a:pt x="4116" y="4630"/>
                    </a:cubicBezTo>
                    <a:cubicBezTo>
                      <a:pt x="4108" y="4623"/>
                      <a:pt x="4104" y="4613"/>
                      <a:pt x="4104" y="4603"/>
                    </a:cubicBezTo>
                    <a:lnTo>
                      <a:pt x="4104" y="3741"/>
                    </a:lnTo>
                    <a:cubicBezTo>
                      <a:pt x="4104" y="3731"/>
                      <a:pt x="4108" y="3721"/>
                      <a:pt x="4115" y="3714"/>
                    </a:cubicBezTo>
                    <a:cubicBezTo>
                      <a:pt x="4123" y="3707"/>
                      <a:pt x="4132" y="3703"/>
                      <a:pt x="4143" y="3703"/>
                    </a:cubicBezTo>
                    <a:lnTo>
                      <a:pt x="4684" y="3726"/>
                    </a:lnTo>
                    <a:cubicBezTo>
                      <a:pt x="4704" y="3727"/>
                      <a:pt x="4720" y="3743"/>
                      <a:pt x="4720" y="3764"/>
                    </a:cubicBezTo>
                    <a:lnTo>
                      <a:pt x="4720" y="4562"/>
                    </a:lnTo>
                    <a:lnTo>
                      <a:pt x="4719" y="4562"/>
                    </a:lnTo>
                    <a:close/>
                    <a:moveTo>
                      <a:pt x="4719" y="2965"/>
                    </a:moveTo>
                    <a:cubicBezTo>
                      <a:pt x="4719" y="2976"/>
                      <a:pt x="4715" y="2987"/>
                      <a:pt x="4706" y="2994"/>
                    </a:cubicBezTo>
                    <a:cubicBezTo>
                      <a:pt x="4699" y="3000"/>
                      <a:pt x="4691" y="3003"/>
                      <a:pt x="4682" y="3003"/>
                    </a:cubicBezTo>
                    <a:cubicBezTo>
                      <a:pt x="4680" y="3003"/>
                      <a:pt x="4678" y="3003"/>
                      <a:pt x="4676" y="3003"/>
                    </a:cubicBezTo>
                    <a:lnTo>
                      <a:pt x="4135" y="2913"/>
                    </a:lnTo>
                    <a:cubicBezTo>
                      <a:pt x="4117" y="2910"/>
                      <a:pt x="4104" y="2894"/>
                      <a:pt x="4104" y="2875"/>
                    </a:cubicBezTo>
                    <a:lnTo>
                      <a:pt x="4104" y="2010"/>
                    </a:lnTo>
                    <a:cubicBezTo>
                      <a:pt x="4104" y="1998"/>
                      <a:pt x="4109" y="1987"/>
                      <a:pt x="4119" y="1979"/>
                    </a:cubicBezTo>
                    <a:cubicBezTo>
                      <a:pt x="4128" y="1972"/>
                      <a:pt x="4141" y="1970"/>
                      <a:pt x="4152" y="1973"/>
                    </a:cubicBezTo>
                    <a:lnTo>
                      <a:pt x="4692" y="2131"/>
                    </a:lnTo>
                    <a:cubicBezTo>
                      <a:pt x="4709" y="2136"/>
                      <a:pt x="4720" y="2150"/>
                      <a:pt x="4720" y="2167"/>
                    </a:cubicBezTo>
                    <a:lnTo>
                      <a:pt x="4720" y="2965"/>
                    </a:lnTo>
                    <a:lnTo>
                      <a:pt x="4719" y="2965"/>
                    </a:lnTo>
                    <a:close/>
                    <a:moveTo>
                      <a:pt x="4719" y="1768"/>
                    </a:moveTo>
                    <a:cubicBezTo>
                      <a:pt x="4719" y="1780"/>
                      <a:pt x="4714" y="1792"/>
                      <a:pt x="4703" y="1799"/>
                    </a:cubicBezTo>
                    <a:cubicBezTo>
                      <a:pt x="4697" y="1804"/>
                      <a:pt x="4689" y="1806"/>
                      <a:pt x="4682" y="1806"/>
                    </a:cubicBezTo>
                    <a:cubicBezTo>
                      <a:pt x="4678" y="1806"/>
                      <a:pt x="4673" y="1805"/>
                      <a:pt x="4669" y="1804"/>
                    </a:cubicBezTo>
                    <a:lnTo>
                      <a:pt x="4129" y="1612"/>
                    </a:lnTo>
                    <a:cubicBezTo>
                      <a:pt x="4114" y="1607"/>
                      <a:pt x="4104" y="1593"/>
                      <a:pt x="4104" y="1577"/>
                    </a:cubicBezTo>
                    <a:lnTo>
                      <a:pt x="4104" y="711"/>
                    </a:lnTo>
                    <a:cubicBezTo>
                      <a:pt x="4104" y="698"/>
                      <a:pt x="4110" y="686"/>
                      <a:pt x="4121" y="679"/>
                    </a:cubicBezTo>
                    <a:cubicBezTo>
                      <a:pt x="4132" y="672"/>
                      <a:pt x="4146" y="672"/>
                      <a:pt x="4158" y="677"/>
                    </a:cubicBezTo>
                    <a:lnTo>
                      <a:pt x="4698" y="936"/>
                    </a:lnTo>
                    <a:cubicBezTo>
                      <a:pt x="4711" y="942"/>
                      <a:pt x="4719" y="956"/>
                      <a:pt x="4719" y="970"/>
                    </a:cubicBezTo>
                    <a:lnTo>
                      <a:pt x="4719" y="1768"/>
                    </a:lnTo>
                    <a:lnTo>
                      <a:pt x="4719" y="1768"/>
                    </a:lnTo>
                    <a:close/>
                    <a:moveTo>
                      <a:pt x="5581" y="5525"/>
                    </a:moveTo>
                    <a:cubicBezTo>
                      <a:pt x="5581" y="5542"/>
                      <a:pt x="5570" y="5557"/>
                      <a:pt x="5554" y="5562"/>
                    </a:cubicBezTo>
                    <a:lnTo>
                      <a:pt x="5154" y="5670"/>
                    </a:lnTo>
                    <a:cubicBezTo>
                      <a:pt x="5151" y="5671"/>
                      <a:pt x="5147" y="5671"/>
                      <a:pt x="5144" y="5671"/>
                    </a:cubicBezTo>
                    <a:cubicBezTo>
                      <a:pt x="5136" y="5671"/>
                      <a:pt x="5128" y="5669"/>
                      <a:pt x="5121" y="5664"/>
                    </a:cubicBezTo>
                    <a:cubicBezTo>
                      <a:pt x="5112" y="5656"/>
                      <a:pt x="5106" y="5646"/>
                      <a:pt x="5106" y="5634"/>
                    </a:cubicBezTo>
                    <a:lnTo>
                      <a:pt x="5106" y="4893"/>
                    </a:lnTo>
                    <a:cubicBezTo>
                      <a:pt x="5106" y="4875"/>
                      <a:pt x="5120" y="4859"/>
                      <a:pt x="5138" y="4856"/>
                    </a:cubicBezTo>
                    <a:lnTo>
                      <a:pt x="5538" y="4798"/>
                    </a:lnTo>
                    <a:cubicBezTo>
                      <a:pt x="5549" y="4796"/>
                      <a:pt x="5560" y="4799"/>
                      <a:pt x="5568" y="4807"/>
                    </a:cubicBezTo>
                    <a:cubicBezTo>
                      <a:pt x="5577" y="4814"/>
                      <a:pt x="5581" y="4824"/>
                      <a:pt x="5581" y="4835"/>
                    </a:cubicBezTo>
                    <a:lnTo>
                      <a:pt x="5581" y="5525"/>
                    </a:lnTo>
                    <a:lnTo>
                      <a:pt x="5581" y="5525"/>
                    </a:lnTo>
                    <a:close/>
                    <a:moveTo>
                      <a:pt x="5581" y="4490"/>
                    </a:moveTo>
                    <a:cubicBezTo>
                      <a:pt x="5581" y="4510"/>
                      <a:pt x="5566" y="4526"/>
                      <a:pt x="5547" y="4527"/>
                    </a:cubicBezTo>
                    <a:lnTo>
                      <a:pt x="5147" y="4561"/>
                    </a:lnTo>
                    <a:cubicBezTo>
                      <a:pt x="5146" y="4561"/>
                      <a:pt x="5145" y="4561"/>
                      <a:pt x="5144" y="4561"/>
                    </a:cubicBezTo>
                    <a:cubicBezTo>
                      <a:pt x="5134" y="4561"/>
                      <a:pt x="5125" y="4557"/>
                      <a:pt x="5118" y="4551"/>
                    </a:cubicBezTo>
                    <a:cubicBezTo>
                      <a:pt x="5111" y="4544"/>
                      <a:pt x="5106" y="4534"/>
                      <a:pt x="5106" y="4523"/>
                    </a:cubicBezTo>
                    <a:lnTo>
                      <a:pt x="5106" y="3783"/>
                    </a:lnTo>
                    <a:cubicBezTo>
                      <a:pt x="5106" y="3773"/>
                      <a:pt x="5110" y="3763"/>
                      <a:pt x="5118" y="3756"/>
                    </a:cubicBezTo>
                    <a:cubicBezTo>
                      <a:pt x="5125" y="3749"/>
                      <a:pt x="5135" y="3745"/>
                      <a:pt x="5146" y="3745"/>
                    </a:cubicBezTo>
                    <a:lnTo>
                      <a:pt x="5545" y="3762"/>
                    </a:lnTo>
                    <a:cubicBezTo>
                      <a:pt x="5565" y="3763"/>
                      <a:pt x="5581" y="3779"/>
                      <a:pt x="5581" y="3799"/>
                    </a:cubicBezTo>
                    <a:lnTo>
                      <a:pt x="5581" y="4490"/>
                    </a:lnTo>
                    <a:close/>
                    <a:moveTo>
                      <a:pt x="5581" y="3109"/>
                    </a:moveTo>
                    <a:cubicBezTo>
                      <a:pt x="5581" y="3120"/>
                      <a:pt x="5577" y="3131"/>
                      <a:pt x="5568" y="3138"/>
                    </a:cubicBezTo>
                    <a:cubicBezTo>
                      <a:pt x="5561" y="3144"/>
                      <a:pt x="5553" y="3147"/>
                      <a:pt x="5544" y="3147"/>
                    </a:cubicBezTo>
                    <a:cubicBezTo>
                      <a:pt x="5542" y="3147"/>
                      <a:pt x="5540" y="3147"/>
                      <a:pt x="5538" y="3146"/>
                    </a:cubicBezTo>
                    <a:lnTo>
                      <a:pt x="5138" y="3080"/>
                    </a:lnTo>
                    <a:cubicBezTo>
                      <a:pt x="5120" y="3077"/>
                      <a:pt x="5107" y="3061"/>
                      <a:pt x="5107" y="3043"/>
                    </a:cubicBezTo>
                    <a:lnTo>
                      <a:pt x="5107" y="2302"/>
                    </a:lnTo>
                    <a:cubicBezTo>
                      <a:pt x="5107" y="2290"/>
                      <a:pt x="5112" y="2279"/>
                      <a:pt x="5122" y="2272"/>
                    </a:cubicBezTo>
                    <a:cubicBezTo>
                      <a:pt x="5131" y="2265"/>
                      <a:pt x="5143" y="2262"/>
                      <a:pt x="5155" y="2266"/>
                    </a:cubicBezTo>
                    <a:lnTo>
                      <a:pt x="5555" y="2383"/>
                    </a:lnTo>
                    <a:cubicBezTo>
                      <a:pt x="5571" y="2387"/>
                      <a:pt x="5582" y="2402"/>
                      <a:pt x="5582" y="2419"/>
                    </a:cubicBezTo>
                    <a:lnTo>
                      <a:pt x="5582" y="3109"/>
                    </a:lnTo>
                    <a:lnTo>
                      <a:pt x="5581" y="3109"/>
                    </a:lnTo>
                    <a:close/>
                    <a:moveTo>
                      <a:pt x="5581" y="2074"/>
                    </a:moveTo>
                    <a:cubicBezTo>
                      <a:pt x="5581" y="2086"/>
                      <a:pt x="5576" y="2097"/>
                      <a:pt x="5565" y="2104"/>
                    </a:cubicBezTo>
                    <a:cubicBezTo>
                      <a:pt x="5559" y="2109"/>
                      <a:pt x="5551" y="2111"/>
                      <a:pt x="5544" y="2111"/>
                    </a:cubicBezTo>
                    <a:cubicBezTo>
                      <a:pt x="5540" y="2111"/>
                      <a:pt x="5535" y="2110"/>
                      <a:pt x="5531" y="2109"/>
                    </a:cubicBezTo>
                    <a:lnTo>
                      <a:pt x="5131" y="1967"/>
                    </a:lnTo>
                    <a:cubicBezTo>
                      <a:pt x="5116" y="1962"/>
                      <a:pt x="5106" y="1948"/>
                      <a:pt x="5106" y="1932"/>
                    </a:cubicBezTo>
                    <a:lnTo>
                      <a:pt x="5106" y="1191"/>
                    </a:lnTo>
                    <a:cubicBezTo>
                      <a:pt x="5106" y="1179"/>
                      <a:pt x="5113" y="1166"/>
                      <a:pt x="5124" y="1160"/>
                    </a:cubicBezTo>
                    <a:cubicBezTo>
                      <a:pt x="5135" y="1153"/>
                      <a:pt x="5148" y="1152"/>
                      <a:pt x="5160" y="1158"/>
                    </a:cubicBezTo>
                    <a:lnTo>
                      <a:pt x="5560" y="1349"/>
                    </a:lnTo>
                    <a:cubicBezTo>
                      <a:pt x="5573" y="1355"/>
                      <a:pt x="5581" y="1369"/>
                      <a:pt x="5581" y="1383"/>
                    </a:cubicBezTo>
                    <a:lnTo>
                      <a:pt x="5581" y="2074"/>
                    </a:lnTo>
                    <a:close/>
                    <a:moveTo>
                      <a:pt x="6238" y="5347"/>
                    </a:moveTo>
                    <a:cubicBezTo>
                      <a:pt x="6238" y="5364"/>
                      <a:pt x="6227" y="5379"/>
                      <a:pt x="6211" y="5384"/>
                    </a:cubicBezTo>
                    <a:lnTo>
                      <a:pt x="5903" y="5467"/>
                    </a:lnTo>
                    <a:cubicBezTo>
                      <a:pt x="5900" y="5468"/>
                      <a:pt x="5896" y="5468"/>
                      <a:pt x="5893" y="5468"/>
                    </a:cubicBezTo>
                    <a:cubicBezTo>
                      <a:pt x="5885" y="5468"/>
                      <a:pt x="5877" y="5466"/>
                      <a:pt x="5870" y="5461"/>
                    </a:cubicBezTo>
                    <a:cubicBezTo>
                      <a:pt x="5861" y="5454"/>
                      <a:pt x="5855" y="5443"/>
                      <a:pt x="5855" y="5431"/>
                    </a:cubicBezTo>
                    <a:lnTo>
                      <a:pt x="5855" y="4784"/>
                    </a:lnTo>
                    <a:cubicBezTo>
                      <a:pt x="5855" y="4765"/>
                      <a:pt x="5869" y="4749"/>
                      <a:pt x="5888" y="4747"/>
                    </a:cubicBezTo>
                    <a:lnTo>
                      <a:pt x="6195" y="4702"/>
                    </a:lnTo>
                    <a:cubicBezTo>
                      <a:pt x="6206" y="4700"/>
                      <a:pt x="6217" y="4704"/>
                      <a:pt x="6226" y="4711"/>
                    </a:cubicBezTo>
                    <a:cubicBezTo>
                      <a:pt x="6234" y="4718"/>
                      <a:pt x="6239" y="4728"/>
                      <a:pt x="6239" y="4739"/>
                    </a:cubicBezTo>
                    <a:lnTo>
                      <a:pt x="6239" y="5347"/>
                    </a:lnTo>
                    <a:lnTo>
                      <a:pt x="6238" y="5347"/>
                    </a:lnTo>
                    <a:close/>
                    <a:moveTo>
                      <a:pt x="6238" y="4435"/>
                    </a:moveTo>
                    <a:cubicBezTo>
                      <a:pt x="6238" y="4455"/>
                      <a:pt x="6223" y="4471"/>
                      <a:pt x="6204" y="4473"/>
                    </a:cubicBezTo>
                    <a:lnTo>
                      <a:pt x="5896" y="4498"/>
                    </a:lnTo>
                    <a:cubicBezTo>
                      <a:pt x="5895" y="4498"/>
                      <a:pt x="5894" y="4498"/>
                      <a:pt x="5893" y="4498"/>
                    </a:cubicBezTo>
                    <a:cubicBezTo>
                      <a:pt x="5884" y="4498"/>
                      <a:pt x="5875" y="4495"/>
                      <a:pt x="5868" y="4488"/>
                    </a:cubicBezTo>
                    <a:cubicBezTo>
                      <a:pt x="5860" y="4481"/>
                      <a:pt x="5856" y="4471"/>
                      <a:pt x="5856" y="4461"/>
                    </a:cubicBezTo>
                    <a:lnTo>
                      <a:pt x="5856" y="3814"/>
                    </a:lnTo>
                    <a:cubicBezTo>
                      <a:pt x="5856" y="3804"/>
                      <a:pt x="5860" y="3794"/>
                      <a:pt x="5867" y="3787"/>
                    </a:cubicBezTo>
                    <a:cubicBezTo>
                      <a:pt x="5875" y="3780"/>
                      <a:pt x="5884" y="3776"/>
                      <a:pt x="5895" y="3776"/>
                    </a:cubicBezTo>
                    <a:lnTo>
                      <a:pt x="6203" y="3789"/>
                    </a:lnTo>
                    <a:cubicBezTo>
                      <a:pt x="6223" y="3790"/>
                      <a:pt x="6239" y="3806"/>
                      <a:pt x="6239" y="3827"/>
                    </a:cubicBezTo>
                    <a:lnTo>
                      <a:pt x="6239" y="4435"/>
                    </a:lnTo>
                    <a:lnTo>
                      <a:pt x="6238" y="4435"/>
                    </a:lnTo>
                    <a:close/>
                    <a:moveTo>
                      <a:pt x="6756" y="5207"/>
                    </a:moveTo>
                    <a:cubicBezTo>
                      <a:pt x="6756" y="5224"/>
                      <a:pt x="6745" y="5239"/>
                      <a:pt x="6728" y="5244"/>
                    </a:cubicBezTo>
                    <a:lnTo>
                      <a:pt x="6484" y="5310"/>
                    </a:lnTo>
                    <a:cubicBezTo>
                      <a:pt x="6481" y="5311"/>
                      <a:pt x="6477" y="5311"/>
                      <a:pt x="6474" y="5311"/>
                    </a:cubicBezTo>
                    <a:cubicBezTo>
                      <a:pt x="6466" y="5311"/>
                      <a:pt x="6458" y="5309"/>
                      <a:pt x="6451" y="5303"/>
                    </a:cubicBezTo>
                    <a:cubicBezTo>
                      <a:pt x="6442" y="5296"/>
                      <a:pt x="6436" y="5285"/>
                      <a:pt x="6436" y="5273"/>
                    </a:cubicBezTo>
                    <a:lnTo>
                      <a:pt x="6436" y="4699"/>
                    </a:lnTo>
                    <a:cubicBezTo>
                      <a:pt x="6436" y="4681"/>
                      <a:pt x="6450" y="4665"/>
                      <a:pt x="6468" y="4662"/>
                    </a:cubicBezTo>
                    <a:lnTo>
                      <a:pt x="6713" y="4627"/>
                    </a:lnTo>
                    <a:cubicBezTo>
                      <a:pt x="6723" y="4625"/>
                      <a:pt x="6734" y="4628"/>
                      <a:pt x="6743" y="4635"/>
                    </a:cubicBezTo>
                    <a:cubicBezTo>
                      <a:pt x="6751" y="4642"/>
                      <a:pt x="6756" y="4653"/>
                      <a:pt x="6756" y="4664"/>
                    </a:cubicBezTo>
                    <a:lnTo>
                      <a:pt x="6756" y="5207"/>
                    </a:lnTo>
                    <a:lnTo>
                      <a:pt x="6756" y="5207"/>
                    </a:lnTo>
                    <a:close/>
                    <a:moveTo>
                      <a:pt x="6756" y="4392"/>
                    </a:moveTo>
                    <a:cubicBezTo>
                      <a:pt x="6756" y="4412"/>
                      <a:pt x="6741" y="4428"/>
                      <a:pt x="6721" y="4430"/>
                    </a:cubicBezTo>
                    <a:lnTo>
                      <a:pt x="6477" y="4450"/>
                    </a:lnTo>
                    <a:cubicBezTo>
                      <a:pt x="6476" y="4450"/>
                      <a:pt x="6475" y="4450"/>
                      <a:pt x="6474" y="4450"/>
                    </a:cubicBezTo>
                    <a:cubicBezTo>
                      <a:pt x="6465" y="4450"/>
                      <a:pt x="6456" y="4447"/>
                      <a:pt x="6449" y="4440"/>
                    </a:cubicBezTo>
                    <a:cubicBezTo>
                      <a:pt x="6441" y="4433"/>
                      <a:pt x="6436" y="4423"/>
                      <a:pt x="6436" y="4412"/>
                    </a:cubicBezTo>
                    <a:lnTo>
                      <a:pt x="6436" y="3838"/>
                    </a:lnTo>
                    <a:cubicBezTo>
                      <a:pt x="6436" y="3828"/>
                      <a:pt x="6441" y="3818"/>
                      <a:pt x="6448" y="3811"/>
                    </a:cubicBezTo>
                    <a:cubicBezTo>
                      <a:pt x="6455" y="3804"/>
                      <a:pt x="6465" y="3800"/>
                      <a:pt x="6476" y="3801"/>
                    </a:cubicBezTo>
                    <a:lnTo>
                      <a:pt x="6720" y="3811"/>
                    </a:lnTo>
                    <a:cubicBezTo>
                      <a:pt x="6740" y="3812"/>
                      <a:pt x="6756" y="3828"/>
                      <a:pt x="6756" y="3848"/>
                    </a:cubicBezTo>
                    <a:lnTo>
                      <a:pt x="6756" y="4392"/>
                    </a:lnTo>
                    <a:lnTo>
                      <a:pt x="6756" y="4392"/>
                    </a:lnTo>
                    <a:close/>
                    <a:moveTo>
                      <a:pt x="7174" y="5094"/>
                    </a:moveTo>
                    <a:cubicBezTo>
                      <a:pt x="7174" y="5111"/>
                      <a:pt x="7162" y="5126"/>
                      <a:pt x="7146" y="5131"/>
                    </a:cubicBezTo>
                    <a:lnTo>
                      <a:pt x="6947" y="5184"/>
                    </a:lnTo>
                    <a:cubicBezTo>
                      <a:pt x="6944" y="5185"/>
                      <a:pt x="6941" y="5185"/>
                      <a:pt x="6937" y="5185"/>
                    </a:cubicBezTo>
                    <a:cubicBezTo>
                      <a:pt x="6929" y="5185"/>
                      <a:pt x="6921" y="5183"/>
                      <a:pt x="6914" y="5178"/>
                    </a:cubicBezTo>
                    <a:cubicBezTo>
                      <a:pt x="6905" y="5171"/>
                      <a:pt x="6900" y="5160"/>
                      <a:pt x="6900" y="5148"/>
                    </a:cubicBezTo>
                    <a:lnTo>
                      <a:pt x="6900" y="4632"/>
                    </a:lnTo>
                    <a:cubicBezTo>
                      <a:pt x="6900" y="4613"/>
                      <a:pt x="6913" y="4597"/>
                      <a:pt x="6932" y="4594"/>
                    </a:cubicBezTo>
                    <a:lnTo>
                      <a:pt x="7130" y="4565"/>
                    </a:lnTo>
                    <a:cubicBezTo>
                      <a:pt x="7141" y="4564"/>
                      <a:pt x="7152" y="4567"/>
                      <a:pt x="7161" y="4574"/>
                    </a:cubicBezTo>
                    <a:cubicBezTo>
                      <a:pt x="7169" y="4581"/>
                      <a:pt x="7173" y="4592"/>
                      <a:pt x="7173" y="4603"/>
                    </a:cubicBezTo>
                    <a:lnTo>
                      <a:pt x="7173" y="5094"/>
                    </a:lnTo>
                    <a:lnTo>
                      <a:pt x="7174" y="5094"/>
                    </a:lnTo>
                    <a:close/>
                    <a:moveTo>
                      <a:pt x="7174" y="4357"/>
                    </a:moveTo>
                    <a:cubicBezTo>
                      <a:pt x="7174" y="4377"/>
                      <a:pt x="7159" y="4393"/>
                      <a:pt x="7139" y="4395"/>
                    </a:cubicBezTo>
                    <a:lnTo>
                      <a:pt x="6941" y="4411"/>
                    </a:lnTo>
                    <a:cubicBezTo>
                      <a:pt x="6940" y="4411"/>
                      <a:pt x="6938" y="4412"/>
                      <a:pt x="6937" y="4412"/>
                    </a:cubicBezTo>
                    <a:cubicBezTo>
                      <a:pt x="6928" y="4412"/>
                      <a:pt x="6919" y="4408"/>
                      <a:pt x="6912" y="4402"/>
                    </a:cubicBezTo>
                    <a:cubicBezTo>
                      <a:pt x="6904" y="4394"/>
                      <a:pt x="6900" y="4384"/>
                      <a:pt x="6900" y="4374"/>
                    </a:cubicBezTo>
                    <a:lnTo>
                      <a:pt x="6900" y="3858"/>
                    </a:lnTo>
                    <a:cubicBezTo>
                      <a:pt x="6900" y="3847"/>
                      <a:pt x="6904" y="3838"/>
                      <a:pt x="6911" y="3831"/>
                    </a:cubicBezTo>
                    <a:cubicBezTo>
                      <a:pt x="6919" y="3824"/>
                      <a:pt x="6928" y="3820"/>
                      <a:pt x="6939" y="3820"/>
                    </a:cubicBezTo>
                    <a:lnTo>
                      <a:pt x="7138" y="3828"/>
                    </a:lnTo>
                    <a:cubicBezTo>
                      <a:pt x="7158" y="3829"/>
                      <a:pt x="7174" y="3846"/>
                      <a:pt x="7174" y="3866"/>
                    </a:cubicBezTo>
                    <a:lnTo>
                      <a:pt x="7174" y="4357"/>
                    </a:lnTo>
                    <a:lnTo>
                      <a:pt x="7174" y="4357"/>
                    </a:lnTo>
                    <a:close/>
                    <a:moveTo>
                      <a:pt x="7518" y="5001"/>
                    </a:moveTo>
                    <a:cubicBezTo>
                      <a:pt x="7518" y="5018"/>
                      <a:pt x="7507" y="5033"/>
                      <a:pt x="7490" y="5037"/>
                    </a:cubicBezTo>
                    <a:lnTo>
                      <a:pt x="7326" y="5082"/>
                    </a:lnTo>
                    <a:cubicBezTo>
                      <a:pt x="7323" y="5082"/>
                      <a:pt x="7319" y="5083"/>
                      <a:pt x="7316" y="5083"/>
                    </a:cubicBezTo>
                    <a:cubicBezTo>
                      <a:pt x="7308" y="5083"/>
                      <a:pt x="7300" y="5080"/>
                      <a:pt x="7293" y="5075"/>
                    </a:cubicBezTo>
                    <a:cubicBezTo>
                      <a:pt x="7284" y="5068"/>
                      <a:pt x="7278" y="5057"/>
                      <a:pt x="7278" y="5045"/>
                    </a:cubicBezTo>
                    <a:lnTo>
                      <a:pt x="7278" y="4576"/>
                    </a:lnTo>
                    <a:cubicBezTo>
                      <a:pt x="7278" y="4558"/>
                      <a:pt x="7292" y="4542"/>
                      <a:pt x="7311" y="4539"/>
                    </a:cubicBezTo>
                    <a:lnTo>
                      <a:pt x="7475" y="4515"/>
                    </a:lnTo>
                    <a:cubicBezTo>
                      <a:pt x="7486" y="4514"/>
                      <a:pt x="7497" y="4517"/>
                      <a:pt x="7505" y="4524"/>
                    </a:cubicBezTo>
                    <a:cubicBezTo>
                      <a:pt x="7514" y="4531"/>
                      <a:pt x="7518" y="4541"/>
                      <a:pt x="7518" y="4553"/>
                    </a:cubicBezTo>
                    <a:lnTo>
                      <a:pt x="7518" y="5001"/>
                    </a:lnTo>
                    <a:close/>
                    <a:moveTo>
                      <a:pt x="7518" y="4328"/>
                    </a:moveTo>
                    <a:cubicBezTo>
                      <a:pt x="7518" y="4348"/>
                      <a:pt x="7503" y="4364"/>
                      <a:pt x="7484" y="4366"/>
                    </a:cubicBezTo>
                    <a:lnTo>
                      <a:pt x="7319" y="4380"/>
                    </a:lnTo>
                    <a:cubicBezTo>
                      <a:pt x="7318" y="4380"/>
                      <a:pt x="7317" y="4380"/>
                      <a:pt x="7316" y="4380"/>
                    </a:cubicBezTo>
                    <a:cubicBezTo>
                      <a:pt x="7307" y="4380"/>
                      <a:pt x="7298" y="4376"/>
                      <a:pt x="7291" y="4370"/>
                    </a:cubicBezTo>
                    <a:cubicBezTo>
                      <a:pt x="7283" y="4362"/>
                      <a:pt x="7279" y="4353"/>
                      <a:pt x="7279" y="4342"/>
                    </a:cubicBezTo>
                    <a:lnTo>
                      <a:pt x="7279" y="3873"/>
                    </a:lnTo>
                    <a:cubicBezTo>
                      <a:pt x="7279" y="3863"/>
                      <a:pt x="7283" y="3853"/>
                      <a:pt x="7290" y="3846"/>
                    </a:cubicBezTo>
                    <a:cubicBezTo>
                      <a:pt x="7298" y="3839"/>
                      <a:pt x="7307" y="3835"/>
                      <a:pt x="7318" y="3835"/>
                    </a:cubicBezTo>
                    <a:lnTo>
                      <a:pt x="7482" y="3842"/>
                    </a:lnTo>
                    <a:cubicBezTo>
                      <a:pt x="7502" y="3843"/>
                      <a:pt x="7518" y="3860"/>
                      <a:pt x="7518" y="3880"/>
                    </a:cubicBezTo>
                    <a:lnTo>
                      <a:pt x="7518" y="4328"/>
                    </a:lnTo>
                    <a:lnTo>
                      <a:pt x="7518" y="432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14" name="ïṧ1iḑe">
              <a:extLst>
                <a:ext uri="{FF2B5EF4-FFF2-40B4-BE49-F238E27FC236}">
                  <a16:creationId xmlns:a16="http://schemas.microsoft.com/office/drawing/2014/main" id="{B80AE70E-AA55-4DDA-829E-69141766D7FD}"/>
                </a:ext>
              </a:extLst>
            </p:cNvPr>
            <p:cNvGrpSpPr/>
            <p:nvPr/>
          </p:nvGrpSpPr>
          <p:grpSpPr>
            <a:xfrm>
              <a:off x="8907481" y="4760473"/>
              <a:ext cx="681018" cy="681017"/>
              <a:chOff x="8907481" y="4715648"/>
              <a:chExt cx="681018" cy="681017"/>
            </a:xfrm>
          </p:grpSpPr>
          <p:sp>
            <p:nvSpPr>
              <p:cNvPr id="53" name="íṩļîḍé">
                <a:extLst>
                  <a:ext uri="{FF2B5EF4-FFF2-40B4-BE49-F238E27FC236}">
                    <a16:creationId xmlns:a16="http://schemas.microsoft.com/office/drawing/2014/main" id="{57E9F919-5A6F-4837-9369-12F3AF88E5A5}"/>
                  </a:ext>
                </a:extLst>
              </p:cNvPr>
              <p:cNvSpPr/>
              <p:nvPr/>
            </p:nvSpPr>
            <p:spPr>
              <a:xfrm>
                <a:off x="8907481" y="4715648"/>
                <a:ext cx="681018" cy="681017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íşļïḑe">
                <a:extLst>
                  <a:ext uri="{FF2B5EF4-FFF2-40B4-BE49-F238E27FC236}">
                    <a16:creationId xmlns:a16="http://schemas.microsoft.com/office/drawing/2014/main" id="{F58E41B5-33F2-4E18-A9F9-5722C9CCDF3B}"/>
                  </a:ext>
                </a:extLst>
              </p:cNvPr>
              <p:cNvSpPr/>
              <p:nvPr/>
            </p:nvSpPr>
            <p:spPr>
              <a:xfrm>
                <a:off x="9068696" y="4903234"/>
                <a:ext cx="358589" cy="305844"/>
              </a:xfrm>
              <a:custGeom>
                <a:avLst/>
                <a:gdLst>
                  <a:gd name="T0" fmla="*/ 3776 w 7671"/>
                  <a:gd name="T1" fmla="*/ 16 h 6553"/>
                  <a:gd name="T2" fmla="*/ 77 w 7671"/>
                  <a:gd name="T3" fmla="*/ 5307 h 6553"/>
                  <a:gd name="T4" fmla="*/ 7671 w 7671"/>
                  <a:gd name="T5" fmla="*/ 3664 h 6553"/>
                  <a:gd name="T6" fmla="*/ 152 w 7671"/>
                  <a:gd name="T7" fmla="*/ 5001 h 6553"/>
                  <a:gd name="T8" fmla="*/ 392 w 7671"/>
                  <a:gd name="T9" fmla="*/ 5045 h 6553"/>
                  <a:gd name="T10" fmla="*/ 152 w 7671"/>
                  <a:gd name="T11" fmla="*/ 3880 h 6553"/>
                  <a:gd name="T12" fmla="*/ 756 w 7671"/>
                  <a:gd name="T13" fmla="*/ 5178 h 6553"/>
                  <a:gd name="T14" fmla="*/ 540 w 7671"/>
                  <a:gd name="T15" fmla="*/ 4565 h 6553"/>
                  <a:gd name="T16" fmla="*/ 733 w 7671"/>
                  <a:gd name="T17" fmla="*/ 4411 h 6553"/>
                  <a:gd name="T18" fmla="*/ 759 w 7671"/>
                  <a:gd name="T19" fmla="*/ 3830 h 6553"/>
                  <a:gd name="T20" fmla="*/ 942 w 7671"/>
                  <a:gd name="T21" fmla="*/ 5244 h 6553"/>
                  <a:gd name="T22" fmla="*/ 1234 w 7671"/>
                  <a:gd name="T23" fmla="*/ 5273 h 6553"/>
                  <a:gd name="T24" fmla="*/ 915 w 7671"/>
                  <a:gd name="T25" fmla="*/ 4392 h 6553"/>
                  <a:gd name="T26" fmla="*/ 1234 w 7671"/>
                  <a:gd name="T27" fmla="*/ 4412 h 6553"/>
                  <a:gd name="T28" fmla="*/ 1432 w 7671"/>
                  <a:gd name="T29" fmla="*/ 4739 h 6553"/>
                  <a:gd name="T30" fmla="*/ 1786 w 7671"/>
                  <a:gd name="T31" fmla="*/ 4499 h 6553"/>
                  <a:gd name="T32" fmla="*/ 1803 w 7671"/>
                  <a:gd name="T33" fmla="*/ 3787 h 6553"/>
                  <a:gd name="T34" fmla="*/ 3549 w 7671"/>
                  <a:gd name="T35" fmla="*/ 679 h 6553"/>
                  <a:gd name="T36" fmla="*/ 2951 w 7671"/>
                  <a:gd name="T37" fmla="*/ 1768 h 6553"/>
                  <a:gd name="T38" fmla="*/ 2564 w 7671"/>
                  <a:gd name="T39" fmla="*/ 1191 h 6553"/>
                  <a:gd name="T40" fmla="*/ 2089 w 7671"/>
                  <a:gd name="T41" fmla="*/ 1383 h 6553"/>
                  <a:gd name="T42" fmla="*/ 2564 w 7671"/>
                  <a:gd name="T43" fmla="*/ 3042 h 6553"/>
                  <a:gd name="T44" fmla="*/ 2089 w 7671"/>
                  <a:gd name="T45" fmla="*/ 2419 h 6553"/>
                  <a:gd name="T46" fmla="*/ 2552 w 7671"/>
                  <a:gd name="T47" fmla="*/ 4551 h 6553"/>
                  <a:gd name="T48" fmla="*/ 2527 w 7671"/>
                  <a:gd name="T49" fmla="*/ 5671 h 6553"/>
                  <a:gd name="T50" fmla="*/ 2132 w 7671"/>
                  <a:gd name="T51" fmla="*/ 4798 h 6553"/>
                  <a:gd name="T52" fmla="*/ 3552 w 7671"/>
                  <a:gd name="T53" fmla="*/ 5935 h 6553"/>
                  <a:gd name="T54" fmla="*/ 2994 w 7671"/>
                  <a:gd name="T55" fmla="*/ 4923 h 6553"/>
                  <a:gd name="T56" fmla="*/ 3529 w 7671"/>
                  <a:gd name="T57" fmla="*/ 4644 h 6553"/>
                  <a:gd name="T58" fmla="*/ 3555 w 7671"/>
                  <a:gd name="T59" fmla="*/ 3714 h 6553"/>
                  <a:gd name="T60" fmla="*/ 2951 w 7671"/>
                  <a:gd name="T61" fmla="*/ 2965 h 6553"/>
                  <a:gd name="T62" fmla="*/ 3535 w 7671"/>
                  <a:gd name="T63" fmla="*/ 2913 h 6553"/>
                  <a:gd name="T64" fmla="*/ 4104 w 7671"/>
                  <a:gd name="T65" fmla="*/ 5039 h 6553"/>
                  <a:gd name="T66" fmla="*/ 4719 w 7671"/>
                  <a:gd name="T67" fmla="*/ 4562 h 6553"/>
                  <a:gd name="T68" fmla="*/ 4115 w 7671"/>
                  <a:gd name="T69" fmla="*/ 3714 h 6553"/>
                  <a:gd name="T70" fmla="*/ 4706 w 7671"/>
                  <a:gd name="T71" fmla="*/ 2994 h 6553"/>
                  <a:gd name="T72" fmla="*/ 4152 w 7671"/>
                  <a:gd name="T73" fmla="*/ 1973 h 6553"/>
                  <a:gd name="T74" fmla="*/ 4682 w 7671"/>
                  <a:gd name="T75" fmla="*/ 1806 h 6553"/>
                  <a:gd name="T76" fmla="*/ 4698 w 7671"/>
                  <a:gd name="T77" fmla="*/ 936 h 6553"/>
                  <a:gd name="T78" fmla="*/ 5144 w 7671"/>
                  <a:gd name="T79" fmla="*/ 5671 h 6553"/>
                  <a:gd name="T80" fmla="*/ 5581 w 7671"/>
                  <a:gd name="T81" fmla="*/ 4835 h 6553"/>
                  <a:gd name="T82" fmla="*/ 5118 w 7671"/>
                  <a:gd name="T83" fmla="*/ 4551 h 6553"/>
                  <a:gd name="T84" fmla="*/ 5581 w 7671"/>
                  <a:gd name="T85" fmla="*/ 4490 h 6553"/>
                  <a:gd name="T86" fmla="*/ 5107 w 7671"/>
                  <a:gd name="T87" fmla="*/ 2302 h 6553"/>
                  <a:gd name="T88" fmla="*/ 5581 w 7671"/>
                  <a:gd name="T89" fmla="*/ 2074 h 6553"/>
                  <a:gd name="T90" fmla="*/ 5124 w 7671"/>
                  <a:gd name="T91" fmla="*/ 1160 h 6553"/>
                  <a:gd name="T92" fmla="*/ 5903 w 7671"/>
                  <a:gd name="T93" fmla="*/ 5467 h 6553"/>
                  <a:gd name="T94" fmla="*/ 6226 w 7671"/>
                  <a:gd name="T95" fmla="*/ 4711 h 6553"/>
                  <a:gd name="T96" fmla="*/ 5893 w 7671"/>
                  <a:gd name="T97" fmla="*/ 4498 h 6553"/>
                  <a:gd name="T98" fmla="*/ 6239 w 7671"/>
                  <a:gd name="T99" fmla="*/ 3827 h 6553"/>
                  <a:gd name="T100" fmla="*/ 6451 w 7671"/>
                  <a:gd name="T101" fmla="*/ 5303 h 6553"/>
                  <a:gd name="T102" fmla="*/ 6756 w 7671"/>
                  <a:gd name="T103" fmla="*/ 5207 h 6553"/>
                  <a:gd name="T104" fmla="*/ 6436 w 7671"/>
                  <a:gd name="T105" fmla="*/ 4412 h 6553"/>
                  <a:gd name="T106" fmla="*/ 6756 w 7671"/>
                  <a:gd name="T107" fmla="*/ 4392 h 6553"/>
                  <a:gd name="T108" fmla="*/ 6900 w 7671"/>
                  <a:gd name="T109" fmla="*/ 4632 h 6553"/>
                  <a:gd name="T110" fmla="*/ 7174 w 7671"/>
                  <a:gd name="T111" fmla="*/ 4357 h 6553"/>
                  <a:gd name="T112" fmla="*/ 6911 w 7671"/>
                  <a:gd name="T113" fmla="*/ 3831 h 6553"/>
                  <a:gd name="T114" fmla="*/ 7490 w 7671"/>
                  <a:gd name="T115" fmla="*/ 5037 h 6553"/>
                  <a:gd name="T116" fmla="*/ 7475 w 7671"/>
                  <a:gd name="T117" fmla="*/ 4515 h 6553"/>
                  <a:gd name="T118" fmla="*/ 7316 w 7671"/>
                  <a:gd name="T119" fmla="*/ 4380 h 6553"/>
                  <a:gd name="T120" fmla="*/ 7518 w 7671"/>
                  <a:gd name="T121" fmla="*/ 3880 h 6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7671" h="6553">
                    <a:moveTo>
                      <a:pt x="7569" y="3552"/>
                    </a:moveTo>
                    <a:lnTo>
                      <a:pt x="5837" y="3371"/>
                    </a:lnTo>
                    <a:lnTo>
                      <a:pt x="5837" y="1136"/>
                    </a:lnTo>
                    <a:cubicBezTo>
                      <a:pt x="5837" y="1094"/>
                      <a:pt x="5814" y="1056"/>
                      <a:pt x="5778" y="1036"/>
                    </a:cubicBezTo>
                    <a:lnTo>
                      <a:pt x="3893" y="15"/>
                    </a:lnTo>
                    <a:cubicBezTo>
                      <a:pt x="3876" y="5"/>
                      <a:pt x="3856" y="0"/>
                      <a:pt x="3835" y="0"/>
                    </a:cubicBezTo>
                    <a:cubicBezTo>
                      <a:pt x="3814" y="0"/>
                      <a:pt x="3794" y="6"/>
                      <a:pt x="3776" y="16"/>
                    </a:cubicBezTo>
                    <a:lnTo>
                      <a:pt x="1893" y="1036"/>
                    </a:lnTo>
                    <a:cubicBezTo>
                      <a:pt x="1856" y="1056"/>
                      <a:pt x="1834" y="1094"/>
                      <a:pt x="1834" y="1136"/>
                    </a:cubicBezTo>
                    <a:lnTo>
                      <a:pt x="1834" y="3371"/>
                    </a:lnTo>
                    <a:lnTo>
                      <a:pt x="101" y="3552"/>
                    </a:lnTo>
                    <a:cubicBezTo>
                      <a:pt x="44" y="3558"/>
                      <a:pt x="0" y="3606"/>
                      <a:pt x="0" y="3664"/>
                    </a:cubicBezTo>
                    <a:lnTo>
                      <a:pt x="0" y="5199"/>
                    </a:lnTo>
                    <a:cubicBezTo>
                      <a:pt x="0" y="5248"/>
                      <a:pt x="31" y="5291"/>
                      <a:pt x="77" y="5307"/>
                    </a:cubicBezTo>
                    <a:lnTo>
                      <a:pt x="3798" y="6547"/>
                    </a:lnTo>
                    <a:cubicBezTo>
                      <a:pt x="3810" y="6551"/>
                      <a:pt x="3822" y="6553"/>
                      <a:pt x="3835" y="6553"/>
                    </a:cubicBezTo>
                    <a:cubicBezTo>
                      <a:pt x="3848" y="6553"/>
                      <a:pt x="3860" y="6551"/>
                      <a:pt x="3871" y="6547"/>
                    </a:cubicBezTo>
                    <a:lnTo>
                      <a:pt x="3871" y="6547"/>
                    </a:lnTo>
                    <a:lnTo>
                      <a:pt x="7594" y="5307"/>
                    </a:lnTo>
                    <a:cubicBezTo>
                      <a:pt x="7640" y="5291"/>
                      <a:pt x="7671" y="5248"/>
                      <a:pt x="7671" y="5199"/>
                    </a:cubicBezTo>
                    <a:lnTo>
                      <a:pt x="7671" y="3664"/>
                    </a:lnTo>
                    <a:cubicBezTo>
                      <a:pt x="7670" y="3606"/>
                      <a:pt x="7627" y="3558"/>
                      <a:pt x="7569" y="3552"/>
                    </a:cubicBezTo>
                    <a:close/>
                    <a:moveTo>
                      <a:pt x="392" y="5045"/>
                    </a:moveTo>
                    <a:cubicBezTo>
                      <a:pt x="392" y="5057"/>
                      <a:pt x="387" y="5068"/>
                      <a:pt x="377" y="5075"/>
                    </a:cubicBezTo>
                    <a:cubicBezTo>
                      <a:pt x="371" y="5080"/>
                      <a:pt x="362" y="5083"/>
                      <a:pt x="354" y="5083"/>
                    </a:cubicBezTo>
                    <a:cubicBezTo>
                      <a:pt x="351" y="5083"/>
                      <a:pt x="348" y="5083"/>
                      <a:pt x="344" y="5082"/>
                    </a:cubicBezTo>
                    <a:lnTo>
                      <a:pt x="180" y="5037"/>
                    </a:lnTo>
                    <a:cubicBezTo>
                      <a:pt x="164" y="5033"/>
                      <a:pt x="152" y="5018"/>
                      <a:pt x="152" y="5001"/>
                    </a:cubicBezTo>
                    <a:lnTo>
                      <a:pt x="152" y="4553"/>
                    </a:lnTo>
                    <a:cubicBezTo>
                      <a:pt x="152" y="4542"/>
                      <a:pt x="157" y="4531"/>
                      <a:pt x="165" y="4524"/>
                    </a:cubicBezTo>
                    <a:cubicBezTo>
                      <a:pt x="174" y="4517"/>
                      <a:pt x="185" y="4514"/>
                      <a:pt x="196" y="4515"/>
                    </a:cubicBezTo>
                    <a:lnTo>
                      <a:pt x="360" y="4539"/>
                    </a:lnTo>
                    <a:cubicBezTo>
                      <a:pt x="378" y="4542"/>
                      <a:pt x="392" y="4558"/>
                      <a:pt x="392" y="4576"/>
                    </a:cubicBezTo>
                    <a:lnTo>
                      <a:pt x="392" y="5045"/>
                    </a:lnTo>
                    <a:lnTo>
                      <a:pt x="392" y="5045"/>
                    </a:lnTo>
                    <a:close/>
                    <a:moveTo>
                      <a:pt x="392" y="4342"/>
                    </a:moveTo>
                    <a:cubicBezTo>
                      <a:pt x="392" y="4353"/>
                      <a:pt x="388" y="4363"/>
                      <a:pt x="380" y="4370"/>
                    </a:cubicBezTo>
                    <a:cubicBezTo>
                      <a:pt x="373" y="4376"/>
                      <a:pt x="364" y="4380"/>
                      <a:pt x="354" y="4380"/>
                    </a:cubicBezTo>
                    <a:cubicBezTo>
                      <a:pt x="353" y="4380"/>
                      <a:pt x="352" y="4380"/>
                      <a:pt x="351" y="4380"/>
                    </a:cubicBezTo>
                    <a:lnTo>
                      <a:pt x="187" y="4366"/>
                    </a:lnTo>
                    <a:cubicBezTo>
                      <a:pt x="167" y="4364"/>
                      <a:pt x="152" y="4348"/>
                      <a:pt x="152" y="4329"/>
                    </a:cubicBezTo>
                    <a:lnTo>
                      <a:pt x="152" y="3880"/>
                    </a:lnTo>
                    <a:cubicBezTo>
                      <a:pt x="152" y="3860"/>
                      <a:pt x="168" y="3843"/>
                      <a:pt x="188" y="3843"/>
                    </a:cubicBezTo>
                    <a:lnTo>
                      <a:pt x="353" y="3836"/>
                    </a:lnTo>
                    <a:cubicBezTo>
                      <a:pt x="363" y="3835"/>
                      <a:pt x="373" y="3839"/>
                      <a:pt x="380" y="3846"/>
                    </a:cubicBezTo>
                    <a:cubicBezTo>
                      <a:pt x="388" y="3853"/>
                      <a:pt x="392" y="3863"/>
                      <a:pt x="392" y="3873"/>
                    </a:cubicBezTo>
                    <a:lnTo>
                      <a:pt x="392" y="4342"/>
                    </a:lnTo>
                    <a:close/>
                    <a:moveTo>
                      <a:pt x="771" y="5148"/>
                    </a:moveTo>
                    <a:cubicBezTo>
                      <a:pt x="771" y="5160"/>
                      <a:pt x="765" y="5171"/>
                      <a:pt x="756" y="5178"/>
                    </a:cubicBezTo>
                    <a:cubicBezTo>
                      <a:pt x="749" y="5183"/>
                      <a:pt x="741" y="5186"/>
                      <a:pt x="733" y="5186"/>
                    </a:cubicBezTo>
                    <a:cubicBezTo>
                      <a:pt x="729" y="5186"/>
                      <a:pt x="726" y="5185"/>
                      <a:pt x="723" y="5184"/>
                    </a:cubicBezTo>
                    <a:lnTo>
                      <a:pt x="525" y="5131"/>
                    </a:lnTo>
                    <a:cubicBezTo>
                      <a:pt x="508" y="5126"/>
                      <a:pt x="497" y="5111"/>
                      <a:pt x="497" y="5094"/>
                    </a:cubicBezTo>
                    <a:lnTo>
                      <a:pt x="497" y="4603"/>
                    </a:lnTo>
                    <a:cubicBezTo>
                      <a:pt x="497" y="4592"/>
                      <a:pt x="501" y="4581"/>
                      <a:pt x="510" y="4574"/>
                    </a:cubicBezTo>
                    <a:cubicBezTo>
                      <a:pt x="518" y="4567"/>
                      <a:pt x="529" y="4564"/>
                      <a:pt x="540" y="4565"/>
                    </a:cubicBezTo>
                    <a:lnTo>
                      <a:pt x="738" y="4595"/>
                    </a:lnTo>
                    <a:cubicBezTo>
                      <a:pt x="757" y="4597"/>
                      <a:pt x="770" y="4613"/>
                      <a:pt x="770" y="4632"/>
                    </a:cubicBezTo>
                    <a:lnTo>
                      <a:pt x="770" y="5148"/>
                    </a:lnTo>
                    <a:lnTo>
                      <a:pt x="771" y="5148"/>
                    </a:lnTo>
                    <a:close/>
                    <a:moveTo>
                      <a:pt x="771" y="4374"/>
                    </a:moveTo>
                    <a:cubicBezTo>
                      <a:pt x="771" y="4384"/>
                      <a:pt x="766" y="4394"/>
                      <a:pt x="759" y="4401"/>
                    </a:cubicBezTo>
                    <a:cubicBezTo>
                      <a:pt x="752" y="4408"/>
                      <a:pt x="742" y="4411"/>
                      <a:pt x="733" y="4411"/>
                    </a:cubicBezTo>
                    <a:cubicBezTo>
                      <a:pt x="732" y="4411"/>
                      <a:pt x="731" y="4411"/>
                      <a:pt x="730" y="4411"/>
                    </a:cubicBezTo>
                    <a:lnTo>
                      <a:pt x="532" y="4395"/>
                    </a:lnTo>
                    <a:cubicBezTo>
                      <a:pt x="512" y="4393"/>
                      <a:pt x="497" y="4377"/>
                      <a:pt x="497" y="4357"/>
                    </a:cubicBezTo>
                    <a:lnTo>
                      <a:pt x="497" y="3866"/>
                    </a:lnTo>
                    <a:cubicBezTo>
                      <a:pt x="497" y="3845"/>
                      <a:pt x="513" y="3829"/>
                      <a:pt x="533" y="3828"/>
                    </a:cubicBezTo>
                    <a:lnTo>
                      <a:pt x="731" y="3820"/>
                    </a:lnTo>
                    <a:cubicBezTo>
                      <a:pt x="742" y="3819"/>
                      <a:pt x="752" y="3823"/>
                      <a:pt x="759" y="3830"/>
                    </a:cubicBezTo>
                    <a:cubicBezTo>
                      <a:pt x="767" y="3837"/>
                      <a:pt x="771" y="3847"/>
                      <a:pt x="771" y="3857"/>
                    </a:cubicBezTo>
                    <a:lnTo>
                      <a:pt x="771" y="4374"/>
                    </a:lnTo>
                    <a:close/>
                    <a:moveTo>
                      <a:pt x="1234" y="5273"/>
                    </a:moveTo>
                    <a:cubicBezTo>
                      <a:pt x="1234" y="5285"/>
                      <a:pt x="1229" y="5296"/>
                      <a:pt x="1219" y="5303"/>
                    </a:cubicBezTo>
                    <a:cubicBezTo>
                      <a:pt x="1213" y="5309"/>
                      <a:pt x="1205" y="5311"/>
                      <a:pt x="1196" y="5311"/>
                    </a:cubicBezTo>
                    <a:cubicBezTo>
                      <a:pt x="1193" y="5311"/>
                      <a:pt x="1190" y="5311"/>
                      <a:pt x="1186" y="5310"/>
                    </a:cubicBezTo>
                    <a:lnTo>
                      <a:pt x="942" y="5244"/>
                    </a:lnTo>
                    <a:cubicBezTo>
                      <a:pt x="926" y="5239"/>
                      <a:pt x="915" y="5224"/>
                      <a:pt x="915" y="5207"/>
                    </a:cubicBezTo>
                    <a:lnTo>
                      <a:pt x="915" y="4664"/>
                    </a:lnTo>
                    <a:cubicBezTo>
                      <a:pt x="915" y="4653"/>
                      <a:pt x="919" y="4642"/>
                      <a:pt x="928" y="4635"/>
                    </a:cubicBezTo>
                    <a:cubicBezTo>
                      <a:pt x="936" y="4628"/>
                      <a:pt x="947" y="4625"/>
                      <a:pt x="958" y="4627"/>
                    </a:cubicBezTo>
                    <a:lnTo>
                      <a:pt x="1202" y="4662"/>
                    </a:lnTo>
                    <a:cubicBezTo>
                      <a:pt x="1220" y="4665"/>
                      <a:pt x="1234" y="4681"/>
                      <a:pt x="1234" y="4699"/>
                    </a:cubicBezTo>
                    <a:lnTo>
                      <a:pt x="1234" y="5273"/>
                    </a:lnTo>
                    <a:lnTo>
                      <a:pt x="1234" y="5273"/>
                    </a:lnTo>
                    <a:close/>
                    <a:moveTo>
                      <a:pt x="1234" y="4412"/>
                    </a:moveTo>
                    <a:cubicBezTo>
                      <a:pt x="1234" y="4423"/>
                      <a:pt x="1230" y="4433"/>
                      <a:pt x="1222" y="4440"/>
                    </a:cubicBezTo>
                    <a:cubicBezTo>
                      <a:pt x="1215" y="4447"/>
                      <a:pt x="1206" y="4450"/>
                      <a:pt x="1197" y="4450"/>
                    </a:cubicBezTo>
                    <a:cubicBezTo>
                      <a:pt x="1196" y="4450"/>
                      <a:pt x="1194" y="4450"/>
                      <a:pt x="1193" y="4450"/>
                    </a:cubicBezTo>
                    <a:lnTo>
                      <a:pt x="949" y="4430"/>
                    </a:lnTo>
                    <a:cubicBezTo>
                      <a:pt x="930" y="4428"/>
                      <a:pt x="915" y="4412"/>
                      <a:pt x="915" y="4392"/>
                    </a:cubicBezTo>
                    <a:lnTo>
                      <a:pt x="915" y="3848"/>
                    </a:lnTo>
                    <a:cubicBezTo>
                      <a:pt x="915" y="3828"/>
                      <a:pt x="931" y="3812"/>
                      <a:pt x="951" y="3811"/>
                    </a:cubicBezTo>
                    <a:lnTo>
                      <a:pt x="1195" y="3801"/>
                    </a:lnTo>
                    <a:cubicBezTo>
                      <a:pt x="1205" y="3800"/>
                      <a:pt x="1215" y="3804"/>
                      <a:pt x="1223" y="3811"/>
                    </a:cubicBezTo>
                    <a:cubicBezTo>
                      <a:pt x="1230" y="3818"/>
                      <a:pt x="1234" y="3828"/>
                      <a:pt x="1234" y="3838"/>
                    </a:cubicBezTo>
                    <a:lnTo>
                      <a:pt x="1234" y="4412"/>
                    </a:lnTo>
                    <a:lnTo>
                      <a:pt x="1234" y="4412"/>
                    </a:lnTo>
                    <a:close/>
                    <a:moveTo>
                      <a:pt x="1815" y="5431"/>
                    </a:moveTo>
                    <a:cubicBezTo>
                      <a:pt x="1815" y="5443"/>
                      <a:pt x="1810" y="5454"/>
                      <a:pt x="1800" y="5461"/>
                    </a:cubicBezTo>
                    <a:cubicBezTo>
                      <a:pt x="1794" y="5466"/>
                      <a:pt x="1786" y="5468"/>
                      <a:pt x="1777" y="5468"/>
                    </a:cubicBezTo>
                    <a:cubicBezTo>
                      <a:pt x="1774" y="5468"/>
                      <a:pt x="1771" y="5468"/>
                      <a:pt x="1768" y="5467"/>
                    </a:cubicBezTo>
                    <a:lnTo>
                      <a:pt x="1460" y="5384"/>
                    </a:lnTo>
                    <a:cubicBezTo>
                      <a:pt x="1443" y="5379"/>
                      <a:pt x="1432" y="5364"/>
                      <a:pt x="1432" y="5347"/>
                    </a:cubicBezTo>
                    <a:lnTo>
                      <a:pt x="1432" y="4739"/>
                    </a:lnTo>
                    <a:cubicBezTo>
                      <a:pt x="1432" y="4728"/>
                      <a:pt x="1437" y="4718"/>
                      <a:pt x="1445" y="4711"/>
                    </a:cubicBezTo>
                    <a:cubicBezTo>
                      <a:pt x="1453" y="4704"/>
                      <a:pt x="1464" y="4700"/>
                      <a:pt x="1475" y="4702"/>
                    </a:cubicBezTo>
                    <a:lnTo>
                      <a:pt x="1783" y="4747"/>
                    </a:lnTo>
                    <a:cubicBezTo>
                      <a:pt x="1801" y="4749"/>
                      <a:pt x="1815" y="4765"/>
                      <a:pt x="1815" y="4784"/>
                    </a:cubicBezTo>
                    <a:lnTo>
                      <a:pt x="1815" y="5431"/>
                    </a:lnTo>
                    <a:close/>
                    <a:moveTo>
                      <a:pt x="1811" y="4489"/>
                    </a:moveTo>
                    <a:cubicBezTo>
                      <a:pt x="1804" y="4495"/>
                      <a:pt x="1795" y="4499"/>
                      <a:pt x="1786" y="4499"/>
                    </a:cubicBezTo>
                    <a:cubicBezTo>
                      <a:pt x="1785" y="4499"/>
                      <a:pt x="1783" y="4499"/>
                      <a:pt x="1782" y="4499"/>
                    </a:cubicBezTo>
                    <a:lnTo>
                      <a:pt x="1467" y="4473"/>
                    </a:lnTo>
                    <a:cubicBezTo>
                      <a:pt x="1447" y="4471"/>
                      <a:pt x="1432" y="4455"/>
                      <a:pt x="1432" y="4435"/>
                    </a:cubicBezTo>
                    <a:lnTo>
                      <a:pt x="1432" y="3827"/>
                    </a:lnTo>
                    <a:cubicBezTo>
                      <a:pt x="1432" y="3807"/>
                      <a:pt x="1448" y="3790"/>
                      <a:pt x="1468" y="3789"/>
                    </a:cubicBezTo>
                    <a:lnTo>
                      <a:pt x="1776" y="3776"/>
                    </a:lnTo>
                    <a:cubicBezTo>
                      <a:pt x="1786" y="3776"/>
                      <a:pt x="1796" y="3780"/>
                      <a:pt x="1803" y="3787"/>
                    </a:cubicBezTo>
                    <a:cubicBezTo>
                      <a:pt x="1811" y="3794"/>
                      <a:pt x="1815" y="3804"/>
                      <a:pt x="1815" y="3814"/>
                    </a:cubicBezTo>
                    <a:lnTo>
                      <a:pt x="1823" y="4461"/>
                    </a:lnTo>
                    <a:cubicBezTo>
                      <a:pt x="1823" y="4471"/>
                      <a:pt x="1819" y="4482"/>
                      <a:pt x="1811" y="4489"/>
                    </a:cubicBezTo>
                    <a:close/>
                    <a:moveTo>
                      <a:pt x="2951" y="970"/>
                    </a:moveTo>
                    <a:cubicBezTo>
                      <a:pt x="2951" y="956"/>
                      <a:pt x="2959" y="942"/>
                      <a:pt x="2973" y="936"/>
                    </a:cubicBezTo>
                    <a:lnTo>
                      <a:pt x="3513" y="677"/>
                    </a:lnTo>
                    <a:cubicBezTo>
                      <a:pt x="3525" y="672"/>
                      <a:pt x="3538" y="672"/>
                      <a:pt x="3549" y="679"/>
                    </a:cubicBezTo>
                    <a:cubicBezTo>
                      <a:pt x="3560" y="686"/>
                      <a:pt x="3567" y="698"/>
                      <a:pt x="3567" y="711"/>
                    </a:cubicBezTo>
                    <a:lnTo>
                      <a:pt x="3567" y="1577"/>
                    </a:lnTo>
                    <a:cubicBezTo>
                      <a:pt x="3567" y="1593"/>
                      <a:pt x="3557" y="1607"/>
                      <a:pt x="3542" y="1612"/>
                    </a:cubicBezTo>
                    <a:lnTo>
                      <a:pt x="3002" y="1804"/>
                    </a:lnTo>
                    <a:cubicBezTo>
                      <a:pt x="2997" y="1805"/>
                      <a:pt x="2993" y="1806"/>
                      <a:pt x="2989" y="1806"/>
                    </a:cubicBezTo>
                    <a:cubicBezTo>
                      <a:pt x="2981" y="1806"/>
                      <a:pt x="2974" y="1804"/>
                      <a:pt x="2967" y="1799"/>
                    </a:cubicBezTo>
                    <a:cubicBezTo>
                      <a:pt x="2957" y="1792"/>
                      <a:pt x="2951" y="1781"/>
                      <a:pt x="2951" y="1768"/>
                    </a:cubicBezTo>
                    <a:lnTo>
                      <a:pt x="2951" y="970"/>
                    </a:lnTo>
                    <a:lnTo>
                      <a:pt x="2951" y="970"/>
                    </a:lnTo>
                    <a:close/>
                    <a:moveTo>
                      <a:pt x="2089" y="1383"/>
                    </a:moveTo>
                    <a:cubicBezTo>
                      <a:pt x="2089" y="1369"/>
                      <a:pt x="2097" y="1355"/>
                      <a:pt x="2111" y="1349"/>
                    </a:cubicBezTo>
                    <a:lnTo>
                      <a:pt x="2510" y="1158"/>
                    </a:lnTo>
                    <a:cubicBezTo>
                      <a:pt x="2522" y="1152"/>
                      <a:pt x="2536" y="1153"/>
                      <a:pt x="2547" y="1160"/>
                    </a:cubicBezTo>
                    <a:cubicBezTo>
                      <a:pt x="2558" y="1167"/>
                      <a:pt x="2564" y="1179"/>
                      <a:pt x="2564" y="1191"/>
                    </a:cubicBezTo>
                    <a:lnTo>
                      <a:pt x="2564" y="1932"/>
                    </a:lnTo>
                    <a:cubicBezTo>
                      <a:pt x="2564" y="1948"/>
                      <a:pt x="2554" y="1962"/>
                      <a:pt x="2539" y="1967"/>
                    </a:cubicBezTo>
                    <a:lnTo>
                      <a:pt x="2139" y="2109"/>
                    </a:lnTo>
                    <a:cubicBezTo>
                      <a:pt x="2135" y="2110"/>
                      <a:pt x="2131" y="2111"/>
                      <a:pt x="2127" y="2111"/>
                    </a:cubicBezTo>
                    <a:cubicBezTo>
                      <a:pt x="2119" y="2111"/>
                      <a:pt x="2111" y="2109"/>
                      <a:pt x="2105" y="2104"/>
                    </a:cubicBezTo>
                    <a:cubicBezTo>
                      <a:pt x="2095" y="2097"/>
                      <a:pt x="2089" y="2086"/>
                      <a:pt x="2089" y="2074"/>
                    </a:cubicBezTo>
                    <a:lnTo>
                      <a:pt x="2089" y="1383"/>
                    </a:lnTo>
                    <a:lnTo>
                      <a:pt x="2089" y="1383"/>
                    </a:lnTo>
                    <a:close/>
                    <a:moveTo>
                      <a:pt x="2089" y="2419"/>
                    </a:moveTo>
                    <a:cubicBezTo>
                      <a:pt x="2089" y="2402"/>
                      <a:pt x="2100" y="2387"/>
                      <a:pt x="2116" y="2383"/>
                    </a:cubicBezTo>
                    <a:lnTo>
                      <a:pt x="2516" y="2266"/>
                    </a:lnTo>
                    <a:cubicBezTo>
                      <a:pt x="2527" y="2262"/>
                      <a:pt x="2540" y="2265"/>
                      <a:pt x="2549" y="2272"/>
                    </a:cubicBezTo>
                    <a:cubicBezTo>
                      <a:pt x="2559" y="2279"/>
                      <a:pt x="2564" y="2290"/>
                      <a:pt x="2564" y="2302"/>
                    </a:cubicBezTo>
                    <a:lnTo>
                      <a:pt x="2564" y="3042"/>
                    </a:lnTo>
                    <a:cubicBezTo>
                      <a:pt x="2564" y="3061"/>
                      <a:pt x="2551" y="3077"/>
                      <a:pt x="2533" y="3079"/>
                    </a:cubicBezTo>
                    <a:lnTo>
                      <a:pt x="2133" y="3146"/>
                    </a:lnTo>
                    <a:cubicBezTo>
                      <a:pt x="2131" y="3146"/>
                      <a:pt x="2129" y="3147"/>
                      <a:pt x="2127" y="3147"/>
                    </a:cubicBezTo>
                    <a:cubicBezTo>
                      <a:pt x="2118" y="3147"/>
                      <a:pt x="2109" y="3143"/>
                      <a:pt x="2103" y="3138"/>
                    </a:cubicBezTo>
                    <a:cubicBezTo>
                      <a:pt x="2094" y="3130"/>
                      <a:pt x="2089" y="3120"/>
                      <a:pt x="2089" y="3109"/>
                    </a:cubicBezTo>
                    <a:lnTo>
                      <a:pt x="2089" y="2419"/>
                    </a:lnTo>
                    <a:lnTo>
                      <a:pt x="2089" y="2419"/>
                    </a:lnTo>
                    <a:close/>
                    <a:moveTo>
                      <a:pt x="2089" y="3799"/>
                    </a:moveTo>
                    <a:cubicBezTo>
                      <a:pt x="2089" y="3779"/>
                      <a:pt x="2105" y="3763"/>
                      <a:pt x="2125" y="3762"/>
                    </a:cubicBezTo>
                    <a:lnTo>
                      <a:pt x="2525" y="3745"/>
                    </a:lnTo>
                    <a:cubicBezTo>
                      <a:pt x="2535" y="3745"/>
                      <a:pt x="2545" y="3749"/>
                      <a:pt x="2553" y="3756"/>
                    </a:cubicBezTo>
                    <a:cubicBezTo>
                      <a:pt x="2560" y="3763"/>
                      <a:pt x="2564" y="3773"/>
                      <a:pt x="2564" y="3783"/>
                    </a:cubicBezTo>
                    <a:lnTo>
                      <a:pt x="2564" y="4523"/>
                    </a:lnTo>
                    <a:cubicBezTo>
                      <a:pt x="2564" y="4534"/>
                      <a:pt x="2560" y="4544"/>
                      <a:pt x="2552" y="4551"/>
                    </a:cubicBezTo>
                    <a:cubicBezTo>
                      <a:pt x="2545" y="4557"/>
                      <a:pt x="2536" y="4561"/>
                      <a:pt x="2527" y="4561"/>
                    </a:cubicBezTo>
                    <a:cubicBezTo>
                      <a:pt x="2526" y="4561"/>
                      <a:pt x="2525" y="4561"/>
                      <a:pt x="2524" y="4561"/>
                    </a:cubicBezTo>
                    <a:lnTo>
                      <a:pt x="2124" y="4527"/>
                    </a:lnTo>
                    <a:cubicBezTo>
                      <a:pt x="2104" y="4526"/>
                      <a:pt x="2089" y="4510"/>
                      <a:pt x="2089" y="4490"/>
                    </a:cubicBezTo>
                    <a:lnTo>
                      <a:pt x="2089" y="3799"/>
                    </a:lnTo>
                    <a:lnTo>
                      <a:pt x="2089" y="3799"/>
                    </a:lnTo>
                    <a:close/>
                    <a:moveTo>
                      <a:pt x="2527" y="5671"/>
                    </a:moveTo>
                    <a:lnTo>
                      <a:pt x="2527" y="5671"/>
                    </a:lnTo>
                    <a:cubicBezTo>
                      <a:pt x="2523" y="5671"/>
                      <a:pt x="2520" y="5671"/>
                      <a:pt x="2517" y="5670"/>
                    </a:cubicBezTo>
                    <a:lnTo>
                      <a:pt x="2117" y="5562"/>
                    </a:lnTo>
                    <a:cubicBezTo>
                      <a:pt x="2100" y="5557"/>
                      <a:pt x="2089" y="5542"/>
                      <a:pt x="2089" y="5525"/>
                    </a:cubicBezTo>
                    <a:lnTo>
                      <a:pt x="2089" y="4835"/>
                    </a:lnTo>
                    <a:cubicBezTo>
                      <a:pt x="2089" y="4824"/>
                      <a:pt x="2094" y="4814"/>
                      <a:pt x="2102" y="4807"/>
                    </a:cubicBezTo>
                    <a:cubicBezTo>
                      <a:pt x="2110" y="4799"/>
                      <a:pt x="2121" y="4796"/>
                      <a:pt x="2132" y="4798"/>
                    </a:cubicBezTo>
                    <a:lnTo>
                      <a:pt x="2532" y="4856"/>
                    </a:lnTo>
                    <a:cubicBezTo>
                      <a:pt x="2550" y="4859"/>
                      <a:pt x="2564" y="4874"/>
                      <a:pt x="2564" y="4893"/>
                    </a:cubicBezTo>
                    <a:lnTo>
                      <a:pt x="2564" y="5629"/>
                    </a:lnTo>
                    <a:cubicBezTo>
                      <a:pt x="2564" y="5631"/>
                      <a:pt x="2565" y="5632"/>
                      <a:pt x="2565" y="5634"/>
                    </a:cubicBezTo>
                    <a:cubicBezTo>
                      <a:pt x="2565" y="5655"/>
                      <a:pt x="2548" y="5671"/>
                      <a:pt x="2527" y="5671"/>
                    </a:cubicBezTo>
                    <a:close/>
                    <a:moveTo>
                      <a:pt x="3567" y="5905"/>
                    </a:moveTo>
                    <a:cubicBezTo>
                      <a:pt x="3567" y="5917"/>
                      <a:pt x="3561" y="5928"/>
                      <a:pt x="3552" y="5935"/>
                    </a:cubicBezTo>
                    <a:cubicBezTo>
                      <a:pt x="3545" y="5940"/>
                      <a:pt x="3537" y="5943"/>
                      <a:pt x="3529" y="5943"/>
                    </a:cubicBezTo>
                    <a:cubicBezTo>
                      <a:pt x="3526" y="5943"/>
                      <a:pt x="3523" y="5943"/>
                      <a:pt x="3519" y="5942"/>
                    </a:cubicBezTo>
                    <a:lnTo>
                      <a:pt x="2979" y="5795"/>
                    </a:lnTo>
                    <a:cubicBezTo>
                      <a:pt x="2962" y="5791"/>
                      <a:pt x="2951" y="5776"/>
                      <a:pt x="2951" y="5759"/>
                    </a:cubicBezTo>
                    <a:lnTo>
                      <a:pt x="2951" y="4961"/>
                    </a:lnTo>
                    <a:cubicBezTo>
                      <a:pt x="2951" y="4950"/>
                      <a:pt x="2956" y="4939"/>
                      <a:pt x="2964" y="4932"/>
                    </a:cubicBezTo>
                    <a:cubicBezTo>
                      <a:pt x="2972" y="4925"/>
                      <a:pt x="2983" y="4922"/>
                      <a:pt x="2994" y="4923"/>
                    </a:cubicBezTo>
                    <a:lnTo>
                      <a:pt x="3534" y="5002"/>
                    </a:lnTo>
                    <a:cubicBezTo>
                      <a:pt x="3553" y="5005"/>
                      <a:pt x="3567" y="5021"/>
                      <a:pt x="3567" y="5039"/>
                    </a:cubicBezTo>
                    <a:lnTo>
                      <a:pt x="3567" y="5905"/>
                    </a:lnTo>
                    <a:lnTo>
                      <a:pt x="3567" y="5905"/>
                    </a:lnTo>
                    <a:close/>
                    <a:moveTo>
                      <a:pt x="3567" y="4607"/>
                    </a:moveTo>
                    <a:cubicBezTo>
                      <a:pt x="3567" y="4617"/>
                      <a:pt x="3562" y="4627"/>
                      <a:pt x="3555" y="4634"/>
                    </a:cubicBezTo>
                    <a:cubicBezTo>
                      <a:pt x="3548" y="4641"/>
                      <a:pt x="3538" y="4644"/>
                      <a:pt x="3529" y="4644"/>
                    </a:cubicBezTo>
                    <a:cubicBezTo>
                      <a:pt x="3528" y="4644"/>
                      <a:pt x="3527" y="4644"/>
                      <a:pt x="3526" y="4644"/>
                    </a:cubicBezTo>
                    <a:lnTo>
                      <a:pt x="2986" y="4599"/>
                    </a:lnTo>
                    <a:cubicBezTo>
                      <a:pt x="2966" y="4598"/>
                      <a:pt x="2951" y="4581"/>
                      <a:pt x="2951" y="4562"/>
                    </a:cubicBezTo>
                    <a:lnTo>
                      <a:pt x="2951" y="3764"/>
                    </a:lnTo>
                    <a:cubicBezTo>
                      <a:pt x="2951" y="3743"/>
                      <a:pt x="2967" y="3727"/>
                      <a:pt x="2987" y="3726"/>
                    </a:cubicBezTo>
                    <a:lnTo>
                      <a:pt x="3528" y="3703"/>
                    </a:lnTo>
                    <a:cubicBezTo>
                      <a:pt x="3538" y="3703"/>
                      <a:pt x="3548" y="3707"/>
                      <a:pt x="3555" y="3714"/>
                    </a:cubicBezTo>
                    <a:cubicBezTo>
                      <a:pt x="3563" y="3721"/>
                      <a:pt x="3567" y="3731"/>
                      <a:pt x="3567" y="3741"/>
                    </a:cubicBezTo>
                    <a:lnTo>
                      <a:pt x="3567" y="4607"/>
                    </a:lnTo>
                    <a:close/>
                    <a:moveTo>
                      <a:pt x="3535" y="2913"/>
                    </a:moveTo>
                    <a:lnTo>
                      <a:pt x="2995" y="3003"/>
                    </a:lnTo>
                    <a:cubicBezTo>
                      <a:pt x="2993" y="3003"/>
                      <a:pt x="2991" y="3003"/>
                      <a:pt x="2989" y="3003"/>
                    </a:cubicBezTo>
                    <a:cubicBezTo>
                      <a:pt x="2980" y="3003"/>
                      <a:pt x="2971" y="3000"/>
                      <a:pt x="2965" y="2994"/>
                    </a:cubicBezTo>
                    <a:cubicBezTo>
                      <a:pt x="2956" y="2987"/>
                      <a:pt x="2951" y="2977"/>
                      <a:pt x="2951" y="2965"/>
                    </a:cubicBezTo>
                    <a:lnTo>
                      <a:pt x="2951" y="2167"/>
                    </a:lnTo>
                    <a:cubicBezTo>
                      <a:pt x="2951" y="2151"/>
                      <a:pt x="2962" y="2136"/>
                      <a:pt x="2978" y="2131"/>
                    </a:cubicBezTo>
                    <a:lnTo>
                      <a:pt x="3519" y="1973"/>
                    </a:lnTo>
                    <a:cubicBezTo>
                      <a:pt x="3530" y="1970"/>
                      <a:pt x="3542" y="1972"/>
                      <a:pt x="3552" y="1979"/>
                    </a:cubicBezTo>
                    <a:cubicBezTo>
                      <a:pt x="3561" y="1987"/>
                      <a:pt x="3567" y="1998"/>
                      <a:pt x="3567" y="2010"/>
                    </a:cubicBezTo>
                    <a:lnTo>
                      <a:pt x="3567" y="2875"/>
                    </a:lnTo>
                    <a:cubicBezTo>
                      <a:pt x="3567" y="2894"/>
                      <a:pt x="3554" y="2909"/>
                      <a:pt x="3535" y="2913"/>
                    </a:cubicBezTo>
                    <a:close/>
                    <a:moveTo>
                      <a:pt x="4719" y="5759"/>
                    </a:moveTo>
                    <a:cubicBezTo>
                      <a:pt x="4719" y="5776"/>
                      <a:pt x="4708" y="5791"/>
                      <a:pt x="4692" y="5795"/>
                    </a:cubicBezTo>
                    <a:lnTo>
                      <a:pt x="4151" y="5942"/>
                    </a:lnTo>
                    <a:cubicBezTo>
                      <a:pt x="4148" y="5943"/>
                      <a:pt x="4145" y="5943"/>
                      <a:pt x="4141" y="5943"/>
                    </a:cubicBezTo>
                    <a:cubicBezTo>
                      <a:pt x="4133" y="5943"/>
                      <a:pt x="4125" y="5940"/>
                      <a:pt x="4118" y="5935"/>
                    </a:cubicBezTo>
                    <a:cubicBezTo>
                      <a:pt x="4109" y="5928"/>
                      <a:pt x="4104" y="5917"/>
                      <a:pt x="4104" y="5905"/>
                    </a:cubicBezTo>
                    <a:lnTo>
                      <a:pt x="4104" y="5039"/>
                    </a:lnTo>
                    <a:cubicBezTo>
                      <a:pt x="4104" y="5021"/>
                      <a:pt x="4117" y="5005"/>
                      <a:pt x="4136" y="5002"/>
                    </a:cubicBezTo>
                    <a:lnTo>
                      <a:pt x="4676" y="4923"/>
                    </a:lnTo>
                    <a:cubicBezTo>
                      <a:pt x="4687" y="4922"/>
                      <a:pt x="4698" y="4925"/>
                      <a:pt x="4707" y="4932"/>
                    </a:cubicBezTo>
                    <a:cubicBezTo>
                      <a:pt x="4715" y="4939"/>
                      <a:pt x="4719" y="4950"/>
                      <a:pt x="4719" y="4961"/>
                    </a:cubicBezTo>
                    <a:lnTo>
                      <a:pt x="4719" y="5759"/>
                    </a:lnTo>
                    <a:lnTo>
                      <a:pt x="4719" y="5759"/>
                    </a:lnTo>
                    <a:close/>
                    <a:moveTo>
                      <a:pt x="4719" y="4562"/>
                    </a:moveTo>
                    <a:cubicBezTo>
                      <a:pt x="4719" y="4581"/>
                      <a:pt x="4704" y="4598"/>
                      <a:pt x="4685" y="4599"/>
                    </a:cubicBezTo>
                    <a:lnTo>
                      <a:pt x="4144" y="4640"/>
                    </a:lnTo>
                    <a:lnTo>
                      <a:pt x="4141" y="4640"/>
                    </a:lnTo>
                    <a:cubicBezTo>
                      <a:pt x="4132" y="4640"/>
                      <a:pt x="4123" y="4637"/>
                      <a:pt x="4116" y="4630"/>
                    </a:cubicBezTo>
                    <a:cubicBezTo>
                      <a:pt x="4108" y="4623"/>
                      <a:pt x="4104" y="4613"/>
                      <a:pt x="4104" y="4603"/>
                    </a:cubicBezTo>
                    <a:lnTo>
                      <a:pt x="4104" y="3741"/>
                    </a:lnTo>
                    <a:cubicBezTo>
                      <a:pt x="4104" y="3731"/>
                      <a:pt x="4108" y="3721"/>
                      <a:pt x="4115" y="3714"/>
                    </a:cubicBezTo>
                    <a:cubicBezTo>
                      <a:pt x="4123" y="3707"/>
                      <a:pt x="4132" y="3703"/>
                      <a:pt x="4143" y="3703"/>
                    </a:cubicBezTo>
                    <a:lnTo>
                      <a:pt x="4684" y="3726"/>
                    </a:lnTo>
                    <a:cubicBezTo>
                      <a:pt x="4704" y="3727"/>
                      <a:pt x="4720" y="3743"/>
                      <a:pt x="4720" y="3764"/>
                    </a:cubicBezTo>
                    <a:lnTo>
                      <a:pt x="4720" y="4562"/>
                    </a:lnTo>
                    <a:lnTo>
                      <a:pt x="4719" y="4562"/>
                    </a:lnTo>
                    <a:close/>
                    <a:moveTo>
                      <a:pt x="4719" y="2965"/>
                    </a:moveTo>
                    <a:cubicBezTo>
                      <a:pt x="4719" y="2976"/>
                      <a:pt x="4715" y="2987"/>
                      <a:pt x="4706" y="2994"/>
                    </a:cubicBezTo>
                    <a:cubicBezTo>
                      <a:pt x="4699" y="3000"/>
                      <a:pt x="4691" y="3003"/>
                      <a:pt x="4682" y="3003"/>
                    </a:cubicBezTo>
                    <a:cubicBezTo>
                      <a:pt x="4680" y="3003"/>
                      <a:pt x="4678" y="3003"/>
                      <a:pt x="4676" y="3003"/>
                    </a:cubicBezTo>
                    <a:lnTo>
                      <a:pt x="4135" y="2913"/>
                    </a:lnTo>
                    <a:cubicBezTo>
                      <a:pt x="4117" y="2910"/>
                      <a:pt x="4104" y="2894"/>
                      <a:pt x="4104" y="2875"/>
                    </a:cubicBezTo>
                    <a:lnTo>
                      <a:pt x="4104" y="2010"/>
                    </a:lnTo>
                    <a:cubicBezTo>
                      <a:pt x="4104" y="1998"/>
                      <a:pt x="4109" y="1987"/>
                      <a:pt x="4119" y="1979"/>
                    </a:cubicBezTo>
                    <a:cubicBezTo>
                      <a:pt x="4128" y="1972"/>
                      <a:pt x="4141" y="1970"/>
                      <a:pt x="4152" y="1973"/>
                    </a:cubicBezTo>
                    <a:lnTo>
                      <a:pt x="4692" y="2131"/>
                    </a:lnTo>
                    <a:cubicBezTo>
                      <a:pt x="4709" y="2136"/>
                      <a:pt x="4720" y="2150"/>
                      <a:pt x="4720" y="2167"/>
                    </a:cubicBezTo>
                    <a:lnTo>
                      <a:pt x="4720" y="2965"/>
                    </a:lnTo>
                    <a:lnTo>
                      <a:pt x="4719" y="2965"/>
                    </a:lnTo>
                    <a:close/>
                    <a:moveTo>
                      <a:pt x="4719" y="1768"/>
                    </a:moveTo>
                    <a:cubicBezTo>
                      <a:pt x="4719" y="1780"/>
                      <a:pt x="4714" y="1792"/>
                      <a:pt x="4703" y="1799"/>
                    </a:cubicBezTo>
                    <a:cubicBezTo>
                      <a:pt x="4697" y="1804"/>
                      <a:pt x="4689" y="1806"/>
                      <a:pt x="4682" y="1806"/>
                    </a:cubicBezTo>
                    <a:cubicBezTo>
                      <a:pt x="4678" y="1806"/>
                      <a:pt x="4673" y="1805"/>
                      <a:pt x="4669" y="1804"/>
                    </a:cubicBezTo>
                    <a:lnTo>
                      <a:pt x="4129" y="1612"/>
                    </a:lnTo>
                    <a:cubicBezTo>
                      <a:pt x="4114" y="1607"/>
                      <a:pt x="4104" y="1593"/>
                      <a:pt x="4104" y="1577"/>
                    </a:cubicBezTo>
                    <a:lnTo>
                      <a:pt x="4104" y="711"/>
                    </a:lnTo>
                    <a:cubicBezTo>
                      <a:pt x="4104" y="698"/>
                      <a:pt x="4110" y="686"/>
                      <a:pt x="4121" y="679"/>
                    </a:cubicBezTo>
                    <a:cubicBezTo>
                      <a:pt x="4132" y="672"/>
                      <a:pt x="4146" y="672"/>
                      <a:pt x="4158" y="677"/>
                    </a:cubicBezTo>
                    <a:lnTo>
                      <a:pt x="4698" y="936"/>
                    </a:lnTo>
                    <a:cubicBezTo>
                      <a:pt x="4711" y="942"/>
                      <a:pt x="4719" y="956"/>
                      <a:pt x="4719" y="970"/>
                    </a:cubicBezTo>
                    <a:lnTo>
                      <a:pt x="4719" y="1768"/>
                    </a:lnTo>
                    <a:lnTo>
                      <a:pt x="4719" y="1768"/>
                    </a:lnTo>
                    <a:close/>
                    <a:moveTo>
                      <a:pt x="5581" y="5525"/>
                    </a:moveTo>
                    <a:cubicBezTo>
                      <a:pt x="5581" y="5542"/>
                      <a:pt x="5570" y="5557"/>
                      <a:pt x="5554" y="5562"/>
                    </a:cubicBezTo>
                    <a:lnTo>
                      <a:pt x="5154" y="5670"/>
                    </a:lnTo>
                    <a:cubicBezTo>
                      <a:pt x="5151" y="5671"/>
                      <a:pt x="5147" y="5671"/>
                      <a:pt x="5144" y="5671"/>
                    </a:cubicBezTo>
                    <a:cubicBezTo>
                      <a:pt x="5136" y="5671"/>
                      <a:pt x="5128" y="5669"/>
                      <a:pt x="5121" y="5664"/>
                    </a:cubicBezTo>
                    <a:cubicBezTo>
                      <a:pt x="5112" y="5656"/>
                      <a:pt x="5106" y="5646"/>
                      <a:pt x="5106" y="5634"/>
                    </a:cubicBezTo>
                    <a:lnTo>
                      <a:pt x="5106" y="4893"/>
                    </a:lnTo>
                    <a:cubicBezTo>
                      <a:pt x="5106" y="4875"/>
                      <a:pt x="5120" y="4859"/>
                      <a:pt x="5138" y="4856"/>
                    </a:cubicBezTo>
                    <a:lnTo>
                      <a:pt x="5538" y="4798"/>
                    </a:lnTo>
                    <a:cubicBezTo>
                      <a:pt x="5549" y="4796"/>
                      <a:pt x="5560" y="4799"/>
                      <a:pt x="5568" y="4807"/>
                    </a:cubicBezTo>
                    <a:cubicBezTo>
                      <a:pt x="5577" y="4814"/>
                      <a:pt x="5581" y="4824"/>
                      <a:pt x="5581" y="4835"/>
                    </a:cubicBezTo>
                    <a:lnTo>
                      <a:pt x="5581" y="5525"/>
                    </a:lnTo>
                    <a:lnTo>
                      <a:pt x="5581" y="5525"/>
                    </a:lnTo>
                    <a:close/>
                    <a:moveTo>
                      <a:pt x="5581" y="4490"/>
                    </a:moveTo>
                    <a:cubicBezTo>
                      <a:pt x="5581" y="4510"/>
                      <a:pt x="5566" y="4526"/>
                      <a:pt x="5547" y="4527"/>
                    </a:cubicBezTo>
                    <a:lnTo>
                      <a:pt x="5147" y="4561"/>
                    </a:lnTo>
                    <a:cubicBezTo>
                      <a:pt x="5146" y="4561"/>
                      <a:pt x="5145" y="4561"/>
                      <a:pt x="5144" y="4561"/>
                    </a:cubicBezTo>
                    <a:cubicBezTo>
                      <a:pt x="5134" y="4561"/>
                      <a:pt x="5125" y="4557"/>
                      <a:pt x="5118" y="4551"/>
                    </a:cubicBezTo>
                    <a:cubicBezTo>
                      <a:pt x="5111" y="4544"/>
                      <a:pt x="5106" y="4534"/>
                      <a:pt x="5106" y="4523"/>
                    </a:cubicBezTo>
                    <a:lnTo>
                      <a:pt x="5106" y="3783"/>
                    </a:lnTo>
                    <a:cubicBezTo>
                      <a:pt x="5106" y="3773"/>
                      <a:pt x="5110" y="3763"/>
                      <a:pt x="5118" y="3756"/>
                    </a:cubicBezTo>
                    <a:cubicBezTo>
                      <a:pt x="5125" y="3749"/>
                      <a:pt x="5135" y="3745"/>
                      <a:pt x="5146" y="3745"/>
                    </a:cubicBezTo>
                    <a:lnTo>
                      <a:pt x="5545" y="3762"/>
                    </a:lnTo>
                    <a:cubicBezTo>
                      <a:pt x="5565" y="3763"/>
                      <a:pt x="5581" y="3779"/>
                      <a:pt x="5581" y="3799"/>
                    </a:cubicBezTo>
                    <a:lnTo>
                      <a:pt x="5581" y="4490"/>
                    </a:lnTo>
                    <a:close/>
                    <a:moveTo>
                      <a:pt x="5581" y="3109"/>
                    </a:moveTo>
                    <a:cubicBezTo>
                      <a:pt x="5581" y="3120"/>
                      <a:pt x="5577" y="3131"/>
                      <a:pt x="5568" y="3138"/>
                    </a:cubicBezTo>
                    <a:cubicBezTo>
                      <a:pt x="5561" y="3144"/>
                      <a:pt x="5553" y="3147"/>
                      <a:pt x="5544" y="3147"/>
                    </a:cubicBezTo>
                    <a:cubicBezTo>
                      <a:pt x="5542" y="3147"/>
                      <a:pt x="5540" y="3147"/>
                      <a:pt x="5538" y="3146"/>
                    </a:cubicBezTo>
                    <a:lnTo>
                      <a:pt x="5138" y="3080"/>
                    </a:lnTo>
                    <a:cubicBezTo>
                      <a:pt x="5120" y="3077"/>
                      <a:pt x="5107" y="3061"/>
                      <a:pt x="5107" y="3043"/>
                    </a:cubicBezTo>
                    <a:lnTo>
                      <a:pt x="5107" y="2302"/>
                    </a:lnTo>
                    <a:cubicBezTo>
                      <a:pt x="5107" y="2290"/>
                      <a:pt x="5112" y="2279"/>
                      <a:pt x="5122" y="2272"/>
                    </a:cubicBezTo>
                    <a:cubicBezTo>
                      <a:pt x="5131" y="2265"/>
                      <a:pt x="5143" y="2262"/>
                      <a:pt x="5155" y="2266"/>
                    </a:cubicBezTo>
                    <a:lnTo>
                      <a:pt x="5555" y="2383"/>
                    </a:lnTo>
                    <a:cubicBezTo>
                      <a:pt x="5571" y="2387"/>
                      <a:pt x="5582" y="2402"/>
                      <a:pt x="5582" y="2419"/>
                    </a:cubicBezTo>
                    <a:lnTo>
                      <a:pt x="5582" y="3109"/>
                    </a:lnTo>
                    <a:lnTo>
                      <a:pt x="5581" y="3109"/>
                    </a:lnTo>
                    <a:close/>
                    <a:moveTo>
                      <a:pt x="5581" y="2074"/>
                    </a:moveTo>
                    <a:cubicBezTo>
                      <a:pt x="5581" y="2086"/>
                      <a:pt x="5576" y="2097"/>
                      <a:pt x="5565" y="2104"/>
                    </a:cubicBezTo>
                    <a:cubicBezTo>
                      <a:pt x="5559" y="2109"/>
                      <a:pt x="5551" y="2111"/>
                      <a:pt x="5544" y="2111"/>
                    </a:cubicBezTo>
                    <a:cubicBezTo>
                      <a:pt x="5540" y="2111"/>
                      <a:pt x="5535" y="2110"/>
                      <a:pt x="5531" y="2109"/>
                    </a:cubicBezTo>
                    <a:lnTo>
                      <a:pt x="5131" y="1967"/>
                    </a:lnTo>
                    <a:cubicBezTo>
                      <a:pt x="5116" y="1962"/>
                      <a:pt x="5106" y="1948"/>
                      <a:pt x="5106" y="1932"/>
                    </a:cubicBezTo>
                    <a:lnTo>
                      <a:pt x="5106" y="1191"/>
                    </a:lnTo>
                    <a:cubicBezTo>
                      <a:pt x="5106" y="1179"/>
                      <a:pt x="5113" y="1166"/>
                      <a:pt x="5124" y="1160"/>
                    </a:cubicBezTo>
                    <a:cubicBezTo>
                      <a:pt x="5135" y="1153"/>
                      <a:pt x="5148" y="1152"/>
                      <a:pt x="5160" y="1158"/>
                    </a:cubicBezTo>
                    <a:lnTo>
                      <a:pt x="5560" y="1349"/>
                    </a:lnTo>
                    <a:cubicBezTo>
                      <a:pt x="5573" y="1355"/>
                      <a:pt x="5581" y="1369"/>
                      <a:pt x="5581" y="1383"/>
                    </a:cubicBezTo>
                    <a:lnTo>
                      <a:pt x="5581" y="2074"/>
                    </a:lnTo>
                    <a:close/>
                    <a:moveTo>
                      <a:pt x="6238" y="5347"/>
                    </a:moveTo>
                    <a:cubicBezTo>
                      <a:pt x="6238" y="5364"/>
                      <a:pt x="6227" y="5379"/>
                      <a:pt x="6211" y="5384"/>
                    </a:cubicBezTo>
                    <a:lnTo>
                      <a:pt x="5903" y="5467"/>
                    </a:lnTo>
                    <a:cubicBezTo>
                      <a:pt x="5900" y="5468"/>
                      <a:pt x="5896" y="5468"/>
                      <a:pt x="5893" y="5468"/>
                    </a:cubicBezTo>
                    <a:cubicBezTo>
                      <a:pt x="5885" y="5468"/>
                      <a:pt x="5877" y="5466"/>
                      <a:pt x="5870" y="5461"/>
                    </a:cubicBezTo>
                    <a:cubicBezTo>
                      <a:pt x="5861" y="5454"/>
                      <a:pt x="5855" y="5443"/>
                      <a:pt x="5855" y="5431"/>
                    </a:cubicBezTo>
                    <a:lnTo>
                      <a:pt x="5855" y="4784"/>
                    </a:lnTo>
                    <a:cubicBezTo>
                      <a:pt x="5855" y="4765"/>
                      <a:pt x="5869" y="4749"/>
                      <a:pt x="5888" y="4747"/>
                    </a:cubicBezTo>
                    <a:lnTo>
                      <a:pt x="6195" y="4702"/>
                    </a:lnTo>
                    <a:cubicBezTo>
                      <a:pt x="6206" y="4700"/>
                      <a:pt x="6217" y="4704"/>
                      <a:pt x="6226" y="4711"/>
                    </a:cubicBezTo>
                    <a:cubicBezTo>
                      <a:pt x="6234" y="4718"/>
                      <a:pt x="6239" y="4728"/>
                      <a:pt x="6239" y="4739"/>
                    </a:cubicBezTo>
                    <a:lnTo>
                      <a:pt x="6239" y="5347"/>
                    </a:lnTo>
                    <a:lnTo>
                      <a:pt x="6238" y="5347"/>
                    </a:lnTo>
                    <a:close/>
                    <a:moveTo>
                      <a:pt x="6238" y="4435"/>
                    </a:moveTo>
                    <a:cubicBezTo>
                      <a:pt x="6238" y="4455"/>
                      <a:pt x="6223" y="4471"/>
                      <a:pt x="6204" y="4473"/>
                    </a:cubicBezTo>
                    <a:lnTo>
                      <a:pt x="5896" y="4498"/>
                    </a:lnTo>
                    <a:cubicBezTo>
                      <a:pt x="5895" y="4498"/>
                      <a:pt x="5894" y="4498"/>
                      <a:pt x="5893" y="4498"/>
                    </a:cubicBezTo>
                    <a:cubicBezTo>
                      <a:pt x="5884" y="4498"/>
                      <a:pt x="5875" y="4495"/>
                      <a:pt x="5868" y="4488"/>
                    </a:cubicBezTo>
                    <a:cubicBezTo>
                      <a:pt x="5860" y="4481"/>
                      <a:pt x="5856" y="4471"/>
                      <a:pt x="5856" y="4461"/>
                    </a:cubicBezTo>
                    <a:lnTo>
                      <a:pt x="5856" y="3814"/>
                    </a:lnTo>
                    <a:cubicBezTo>
                      <a:pt x="5856" y="3804"/>
                      <a:pt x="5860" y="3794"/>
                      <a:pt x="5867" y="3787"/>
                    </a:cubicBezTo>
                    <a:cubicBezTo>
                      <a:pt x="5875" y="3780"/>
                      <a:pt x="5884" y="3776"/>
                      <a:pt x="5895" y="3776"/>
                    </a:cubicBezTo>
                    <a:lnTo>
                      <a:pt x="6203" y="3789"/>
                    </a:lnTo>
                    <a:cubicBezTo>
                      <a:pt x="6223" y="3790"/>
                      <a:pt x="6239" y="3806"/>
                      <a:pt x="6239" y="3827"/>
                    </a:cubicBezTo>
                    <a:lnTo>
                      <a:pt x="6239" y="4435"/>
                    </a:lnTo>
                    <a:lnTo>
                      <a:pt x="6238" y="4435"/>
                    </a:lnTo>
                    <a:close/>
                    <a:moveTo>
                      <a:pt x="6756" y="5207"/>
                    </a:moveTo>
                    <a:cubicBezTo>
                      <a:pt x="6756" y="5224"/>
                      <a:pt x="6745" y="5239"/>
                      <a:pt x="6728" y="5244"/>
                    </a:cubicBezTo>
                    <a:lnTo>
                      <a:pt x="6484" y="5310"/>
                    </a:lnTo>
                    <a:cubicBezTo>
                      <a:pt x="6481" y="5311"/>
                      <a:pt x="6477" y="5311"/>
                      <a:pt x="6474" y="5311"/>
                    </a:cubicBezTo>
                    <a:cubicBezTo>
                      <a:pt x="6466" y="5311"/>
                      <a:pt x="6458" y="5309"/>
                      <a:pt x="6451" y="5303"/>
                    </a:cubicBezTo>
                    <a:cubicBezTo>
                      <a:pt x="6442" y="5296"/>
                      <a:pt x="6436" y="5285"/>
                      <a:pt x="6436" y="5273"/>
                    </a:cubicBezTo>
                    <a:lnTo>
                      <a:pt x="6436" y="4699"/>
                    </a:lnTo>
                    <a:cubicBezTo>
                      <a:pt x="6436" y="4681"/>
                      <a:pt x="6450" y="4665"/>
                      <a:pt x="6468" y="4662"/>
                    </a:cubicBezTo>
                    <a:lnTo>
                      <a:pt x="6713" y="4627"/>
                    </a:lnTo>
                    <a:cubicBezTo>
                      <a:pt x="6723" y="4625"/>
                      <a:pt x="6734" y="4628"/>
                      <a:pt x="6743" y="4635"/>
                    </a:cubicBezTo>
                    <a:cubicBezTo>
                      <a:pt x="6751" y="4642"/>
                      <a:pt x="6756" y="4653"/>
                      <a:pt x="6756" y="4664"/>
                    </a:cubicBezTo>
                    <a:lnTo>
                      <a:pt x="6756" y="5207"/>
                    </a:lnTo>
                    <a:lnTo>
                      <a:pt x="6756" y="5207"/>
                    </a:lnTo>
                    <a:close/>
                    <a:moveTo>
                      <a:pt x="6756" y="4392"/>
                    </a:moveTo>
                    <a:cubicBezTo>
                      <a:pt x="6756" y="4412"/>
                      <a:pt x="6741" y="4428"/>
                      <a:pt x="6721" y="4430"/>
                    </a:cubicBezTo>
                    <a:lnTo>
                      <a:pt x="6477" y="4450"/>
                    </a:lnTo>
                    <a:cubicBezTo>
                      <a:pt x="6476" y="4450"/>
                      <a:pt x="6475" y="4450"/>
                      <a:pt x="6474" y="4450"/>
                    </a:cubicBezTo>
                    <a:cubicBezTo>
                      <a:pt x="6465" y="4450"/>
                      <a:pt x="6456" y="4447"/>
                      <a:pt x="6449" y="4440"/>
                    </a:cubicBezTo>
                    <a:cubicBezTo>
                      <a:pt x="6441" y="4433"/>
                      <a:pt x="6436" y="4423"/>
                      <a:pt x="6436" y="4412"/>
                    </a:cubicBezTo>
                    <a:lnTo>
                      <a:pt x="6436" y="3838"/>
                    </a:lnTo>
                    <a:cubicBezTo>
                      <a:pt x="6436" y="3828"/>
                      <a:pt x="6441" y="3818"/>
                      <a:pt x="6448" y="3811"/>
                    </a:cubicBezTo>
                    <a:cubicBezTo>
                      <a:pt x="6455" y="3804"/>
                      <a:pt x="6465" y="3800"/>
                      <a:pt x="6476" y="3801"/>
                    </a:cubicBezTo>
                    <a:lnTo>
                      <a:pt x="6720" y="3811"/>
                    </a:lnTo>
                    <a:cubicBezTo>
                      <a:pt x="6740" y="3812"/>
                      <a:pt x="6756" y="3828"/>
                      <a:pt x="6756" y="3848"/>
                    </a:cubicBezTo>
                    <a:lnTo>
                      <a:pt x="6756" y="4392"/>
                    </a:lnTo>
                    <a:lnTo>
                      <a:pt x="6756" y="4392"/>
                    </a:lnTo>
                    <a:close/>
                    <a:moveTo>
                      <a:pt x="7174" y="5094"/>
                    </a:moveTo>
                    <a:cubicBezTo>
                      <a:pt x="7174" y="5111"/>
                      <a:pt x="7162" y="5126"/>
                      <a:pt x="7146" y="5131"/>
                    </a:cubicBezTo>
                    <a:lnTo>
                      <a:pt x="6947" y="5184"/>
                    </a:lnTo>
                    <a:cubicBezTo>
                      <a:pt x="6944" y="5185"/>
                      <a:pt x="6941" y="5185"/>
                      <a:pt x="6937" y="5185"/>
                    </a:cubicBezTo>
                    <a:cubicBezTo>
                      <a:pt x="6929" y="5185"/>
                      <a:pt x="6921" y="5183"/>
                      <a:pt x="6914" y="5178"/>
                    </a:cubicBezTo>
                    <a:cubicBezTo>
                      <a:pt x="6905" y="5171"/>
                      <a:pt x="6900" y="5160"/>
                      <a:pt x="6900" y="5148"/>
                    </a:cubicBezTo>
                    <a:lnTo>
                      <a:pt x="6900" y="4632"/>
                    </a:lnTo>
                    <a:cubicBezTo>
                      <a:pt x="6900" y="4613"/>
                      <a:pt x="6913" y="4597"/>
                      <a:pt x="6932" y="4594"/>
                    </a:cubicBezTo>
                    <a:lnTo>
                      <a:pt x="7130" y="4565"/>
                    </a:lnTo>
                    <a:cubicBezTo>
                      <a:pt x="7141" y="4564"/>
                      <a:pt x="7152" y="4567"/>
                      <a:pt x="7161" y="4574"/>
                    </a:cubicBezTo>
                    <a:cubicBezTo>
                      <a:pt x="7169" y="4581"/>
                      <a:pt x="7173" y="4592"/>
                      <a:pt x="7173" y="4603"/>
                    </a:cubicBezTo>
                    <a:lnTo>
                      <a:pt x="7173" y="5094"/>
                    </a:lnTo>
                    <a:lnTo>
                      <a:pt x="7174" y="5094"/>
                    </a:lnTo>
                    <a:close/>
                    <a:moveTo>
                      <a:pt x="7174" y="4357"/>
                    </a:moveTo>
                    <a:cubicBezTo>
                      <a:pt x="7174" y="4377"/>
                      <a:pt x="7159" y="4393"/>
                      <a:pt x="7139" y="4395"/>
                    </a:cubicBezTo>
                    <a:lnTo>
                      <a:pt x="6941" y="4411"/>
                    </a:lnTo>
                    <a:cubicBezTo>
                      <a:pt x="6940" y="4411"/>
                      <a:pt x="6938" y="4412"/>
                      <a:pt x="6937" y="4412"/>
                    </a:cubicBezTo>
                    <a:cubicBezTo>
                      <a:pt x="6928" y="4412"/>
                      <a:pt x="6919" y="4408"/>
                      <a:pt x="6912" y="4402"/>
                    </a:cubicBezTo>
                    <a:cubicBezTo>
                      <a:pt x="6904" y="4394"/>
                      <a:pt x="6900" y="4384"/>
                      <a:pt x="6900" y="4374"/>
                    </a:cubicBezTo>
                    <a:lnTo>
                      <a:pt x="6900" y="3858"/>
                    </a:lnTo>
                    <a:cubicBezTo>
                      <a:pt x="6900" y="3847"/>
                      <a:pt x="6904" y="3838"/>
                      <a:pt x="6911" y="3831"/>
                    </a:cubicBezTo>
                    <a:cubicBezTo>
                      <a:pt x="6919" y="3824"/>
                      <a:pt x="6928" y="3820"/>
                      <a:pt x="6939" y="3820"/>
                    </a:cubicBezTo>
                    <a:lnTo>
                      <a:pt x="7138" y="3828"/>
                    </a:lnTo>
                    <a:cubicBezTo>
                      <a:pt x="7158" y="3829"/>
                      <a:pt x="7174" y="3846"/>
                      <a:pt x="7174" y="3866"/>
                    </a:cubicBezTo>
                    <a:lnTo>
                      <a:pt x="7174" y="4357"/>
                    </a:lnTo>
                    <a:lnTo>
                      <a:pt x="7174" y="4357"/>
                    </a:lnTo>
                    <a:close/>
                    <a:moveTo>
                      <a:pt x="7518" y="5001"/>
                    </a:moveTo>
                    <a:cubicBezTo>
                      <a:pt x="7518" y="5018"/>
                      <a:pt x="7507" y="5033"/>
                      <a:pt x="7490" y="5037"/>
                    </a:cubicBezTo>
                    <a:lnTo>
                      <a:pt x="7326" y="5082"/>
                    </a:lnTo>
                    <a:cubicBezTo>
                      <a:pt x="7323" y="5082"/>
                      <a:pt x="7319" y="5083"/>
                      <a:pt x="7316" y="5083"/>
                    </a:cubicBezTo>
                    <a:cubicBezTo>
                      <a:pt x="7308" y="5083"/>
                      <a:pt x="7300" y="5080"/>
                      <a:pt x="7293" y="5075"/>
                    </a:cubicBezTo>
                    <a:cubicBezTo>
                      <a:pt x="7284" y="5068"/>
                      <a:pt x="7278" y="5057"/>
                      <a:pt x="7278" y="5045"/>
                    </a:cubicBezTo>
                    <a:lnTo>
                      <a:pt x="7278" y="4576"/>
                    </a:lnTo>
                    <a:cubicBezTo>
                      <a:pt x="7278" y="4558"/>
                      <a:pt x="7292" y="4542"/>
                      <a:pt x="7311" y="4539"/>
                    </a:cubicBezTo>
                    <a:lnTo>
                      <a:pt x="7475" y="4515"/>
                    </a:lnTo>
                    <a:cubicBezTo>
                      <a:pt x="7486" y="4514"/>
                      <a:pt x="7497" y="4517"/>
                      <a:pt x="7505" y="4524"/>
                    </a:cubicBezTo>
                    <a:cubicBezTo>
                      <a:pt x="7514" y="4531"/>
                      <a:pt x="7518" y="4541"/>
                      <a:pt x="7518" y="4553"/>
                    </a:cubicBezTo>
                    <a:lnTo>
                      <a:pt x="7518" y="5001"/>
                    </a:lnTo>
                    <a:close/>
                    <a:moveTo>
                      <a:pt x="7518" y="4328"/>
                    </a:moveTo>
                    <a:cubicBezTo>
                      <a:pt x="7518" y="4348"/>
                      <a:pt x="7503" y="4364"/>
                      <a:pt x="7484" y="4366"/>
                    </a:cubicBezTo>
                    <a:lnTo>
                      <a:pt x="7319" y="4380"/>
                    </a:lnTo>
                    <a:cubicBezTo>
                      <a:pt x="7318" y="4380"/>
                      <a:pt x="7317" y="4380"/>
                      <a:pt x="7316" y="4380"/>
                    </a:cubicBezTo>
                    <a:cubicBezTo>
                      <a:pt x="7307" y="4380"/>
                      <a:pt x="7298" y="4376"/>
                      <a:pt x="7291" y="4370"/>
                    </a:cubicBezTo>
                    <a:cubicBezTo>
                      <a:pt x="7283" y="4362"/>
                      <a:pt x="7279" y="4353"/>
                      <a:pt x="7279" y="4342"/>
                    </a:cubicBezTo>
                    <a:lnTo>
                      <a:pt x="7279" y="3873"/>
                    </a:lnTo>
                    <a:cubicBezTo>
                      <a:pt x="7279" y="3863"/>
                      <a:pt x="7283" y="3853"/>
                      <a:pt x="7290" y="3846"/>
                    </a:cubicBezTo>
                    <a:cubicBezTo>
                      <a:pt x="7298" y="3839"/>
                      <a:pt x="7307" y="3835"/>
                      <a:pt x="7318" y="3835"/>
                    </a:cubicBezTo>
                    <a:lnTo>
                      <a:pt x="7482" y="3842"/>
                    </a:lnTo>
                    <a:cubicBezTo>
                      <a:pt x="7502" y="3843"/>
                      <a:pt x="7518" y="3860"/>
                      <a:pt x="7518" y="3880"/>
                    </a:cubicBezTo>
                    <a:lnTo>
                      <a:pt x="7518" y="4328"/>
                    </a:lnTo>
                    <a:lnTo>
                      <a:pt x="7518" y="4328"/>
                    </a:ln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sp>
          <p:nvSpPr>
            <p:cNvPr id="15" name="íśľíďè">
              <a:extLst>
                <a:ext uri="{FF2B5EF4-FFF2-40B4-BE49-F238E27FC236}">
                  <a16:creationId xmlns:a16="http://schemas.microsoft.com/office/drawing/2014/main" id="{F61EA771-5BD6-4FC6-B49F-C81C1DA20A0D}"/>
                </a:ext>
              </a:extLst>
            </p:cNvPr>
            <p:cNvSpPr/>
            <p:nvPr/>
          </p:nvSpPr>
          <p:spPr>
            <a:xfrm>
              <a:off x="3732803" y="1287042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ï$ļiḋe">
              <a:extLst>
                <a:ext uri="{FF2B5EF4-FFF2-40B4-BE49-F238E27FC236}">
                  <a16:creationId xmlns:a16="http://schemas.microsoft.com/office/drawing/2014/main" id="{B044A735-A87E-4B08-B422-5D25089AB674}"/>
                </a:ext>
              </a:extLst>
            </p:cNvPr>
            <p:cNvSpPr/>
            <p:nvPr/>
          </p:nvSpPr>
          <p:spPr>
            <a:xfrm>
              <a:off x="3732803" y="1788475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ïṧ1ïdé">
              <a:extLst>
                <a:ext uri="{FF2B5EF4-FFF2-40B4-BE49-F238E27FC236}">
                  <a16:creationId xmlns:a16="http://schemas.microsoft.com/office/drawing/2014/main" id="{0DE2C9D9-8FCE-487A-BD8A-5E229464CEC2}"/>
                </a:ext>
              </a:extLst>
            </p:cNvPr>
            <p:cNvSpPr/>
            <p:nvPr/>
          </p:nvSpPr>
          <p:spPr>
            <a:xfrm>
              <a:off x="6901891" y="1287042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íṥ1iḑê">
              <a:extLst>
                <a:ext uri="{FF2B5EF4-FFF2-40B4-BE49-F238E27FC236}">
                  <a16:creationId xmlns:a16="http://schemas.microsoft.com/office/drawing/2014/main" id="{82884582-6D18-42DD-B8A3-0F591582205C}"/>
                </a:ext>
              </a:extLst>
            </p:cNvPr>
            <p:cNvSpPr/>
            <p:nvPr/>
          </p:nvSpPr>
          <p:spPr>
            <a:xfrm>
              <a:off x="6901891" y="1788475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íś1idé">
              <a:extLst>
                <a:ext uri="{FF2B5EF4-FFF2-40B4-BE49-F238E27FC236}">
                  <a16:creationId xmlns:a16="http://schemas.microsoft.com/office/drawing/2014/main" id="{A8F599FE-554A-4081-84F5-B12EC9B3DD9E}"/>
                </a:ext>
              </a:extLst>
            </p:cNvPr>
            <p:cNvSpPr/>
            <p:nvPr/>
          </p:nvSpPr>
          <p:spPr>
            <a:xfrm>
              <a:off x="669925" y="4537871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0" name="iSľïḋé">
              <a:extLst>
                <a:ext uri="{FF2B5EF4-FFF2-40B4-BE49-F238E27FC236}">
                  <a16:creationId xmlns:a16="http://schemas.microsoft.com/office/drawing/2014/main" id="{81234C6D-5250-4AA4-AFC2-8718FAC6D8B9}"/>
                </a:ext>
              </a:extLst>
            </p:cNvPr>
            <p:cNvSpPr/>
            <p:nvPr/>
          </p:nvSpPr>
          <p:spPr>
            <a:xfrm>
              <a:off x="669925" y="5048809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íṩḷídé">
              <a:extLst>
                <a:ext uri="{FF2B5EF4-FFF2-40B4-BE49-F238E27FC236}">
                  <a16:creationId xmlns:a16="http://schemas.microsoft.com/office/drawing/2014/main" id="{80B67BC7-BCB1-48DE-B1E5-23AE28FD3214}"/>
                </a:ext>
              </a:extLst>
            </p:cNvPr>
            <p:cNvSpPr/>
            <p:nvPr/>
          </p:nvSpPr>
          <p:spPr>
            <a:xfrm>
              <a:off x="669925" y="5559747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2" name="îslíḑé">
              <a:extLst>
                <a:ext uri="{FF2B5EF4-FFF2-40B4-BE49-F238E27FC236}">
                  <a16:creationId xmlns:a16="http://schemas.microsoft.com/office/drawing/2014/main" id="{A693472F-8C4C-4E98-94D7-D16FE97A97B2}"/>
                </a:ext>
              </a:extLst>
            </p:cNvPr>
            <p:cNvSpPr/>
            <p:nvPr/>
          </p:nvSpPr>
          <p:spPr>
            <a:xfrm>
              <a:off x="9963180" y="4537871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îŝḻïḍe">
              <a:extLst>
                <a:ext uri="{FF2B5EF4-FFF2-40B4-BE49-F238E27FC236}">
                  <a16:creationId xmlns:a16="http://schemas.microsoft.com/office/drawing/2014/main" id="{21CD83BB-9816-48C6-A8D8-180CE6384CE2}"/>
                </a:ext>
              </a:extLst>
            </p:cNvPr>
            <p:cNvSpPr/>
            <p:nvPr/>
          </p:nvSpPr>
          <p:spPr>
            <a:xfrm>
              <a:off x="9963180" y="5048809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24" name="ïśḷîdé">
              <a:extLst>
                <a:ext uri="{FF2B5EF4-FFF2-40B4-BE49-F238E27FC236}">
                  <a16:creationId xmlns:a16="http://schemas.microsoft.com/office/drawing/2014/main" id="{A313E465-5516-4A5E-99DF-1917AFBD44D4}"/>
                </a:ext>
              </a:extLst>
            </p:cNvPr>
            <p:cNvSpPr/>
            <p:nvPr/>
          </p:nvSpPr>
          <p:spPr>
            <a:xfrm>
              <a:off x="9963180" y="5559747"/>
              <a:ext cx="1557308" cy="410188"/>
            </a:xfrm>
            <a:prstGeom prst="roundRect">
              <a:avLst/>
            </a:prstGeom>
            <a:noFill/>
            <a:ln w="190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lvl="0" algn="ctr">
                <a:lnSpc>
                  <a:spcPct val="120000"/>
                </a:lnSpc>
              </a:pPr>
              <a:r>
                <a:rPr lang="en-US" altLang="zh-CN" sz="1200" b="1">
                  <a:solidFill>
                    <a:schemeClr val="tx1"/>
                  </a:solidFill>
                </a:rPr>
                <a:t>…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grpSp>
          <p:nvGrpSpPr>
            <p:cNvPr id="25" name="îśḷîḍê">
              <a:extLst>
                <a:ext uri="{FF2B5EF4-FFF2-40B4-BE49-F238E27FC236}">
                  <a16:creationId xmlns:a16="http://schemas.microsoft.com/office/drawing/2014/main" id="{440C3BE4-A5FD-40A7-88B7-83E79DAFE5F8}"/>
                </a:ext>
              </a:extLst>
            </p:cNvPr>
            <p:cNvGrpSpPr/>
            <p:nvPr/>
          </p:nvGrpSpPr>
          <p:grpSpPr>
            <a:xfrm>
              <a:off x="736539" y="2457450"/>
              <a:ext cx="1475629" cy="1474507"/>
              <a:chOff x="736539" y="2457450"/>
              <a:chExt cx="1475629" cy="1474507"/>
            </a:xfrm>
          </p:grpSpPr>
          <p:grpSp>
            <p:nvGrpSpPr>
              <p:cNvPr id="47" name="íšľíḓê">
                <a:extLst>
                  <a:ext uri="{FF2B5EF4-FFF2-40B4-BE49-F238E27FC236}">
                    <a16:creationId xmlns:a16="http://schemas.microsoft.com/office/drawing/2014/main" id="{EEC79820-D974-4BD7-8682-1C57BC046BDA}"/>
                  </a:ext>
                </a:extLst>
              </p:cNvPr>
              <p:cNvGrpSpPr/>
              <p:nvPr/>
            </p:nvGrpSpPr>
            <p:grpSpPr>
              <a:xfrm>
                <a:off x="736539" y="2926043"/>
                <a:ext cx="1475629" cy="1005914"/>
                <a:chOff x="4243853" y="2741333"/>
                <a:chExt cx="1475629" cy="1005914"/>
              </a:xfrm>
            </p:grpSpPr>
            <p:sp>
              <p:nvSpPr>
                <p:cNvPr id="51" name="iŝ1ïde">
                  <a:extLst>
                    <a:ext uri="{FF2B5EF4-FFF2-40B4-BE49-F238E27FC236}">
                      <a16:creationId xmlns:a16="http://schemas.microsoft.com/office/drawing/2014/main" id="{63BBD806-36CB-47B9-8B06-DBE540527E30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h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ere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" name="ïSļíḋé">
                  <a:extLst>
                    <a:ext uri="{FF2B5EF4-FFF2-40B4-BE49-F238E27FC236}">
                      <a16:creationId xmlns:a16="http://schemas.microsoft.com/office/drawing/2014/main" id="{DE8BF6E4-9F52-4868-865E-2B45E70C8DA3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0" dirty="0"/>
                    <a:t>Supporting </a:t>
                  </a:r>
                  <a:r>
                    <a:rPr lang="en-US" altLang="zh-CN" sz="1000"/>
                    <a:t>text h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ere</a:t>
                  </a:r>
                  <a:r>
                    <a:rPr lang="en-US" altLang="zh-CN" sz="1000" dirty="0"/>
                    <a:t>.</a:t>
                  </a:r>
                </a:p>
                <a:p>
                  <a:pPr algn="ct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0" dirty="0"/>
                    <a:t>……</a:t>
                  </a:r>
                </a:p>
              </p:txBody>
            </p:sp>
          </p:grpSp>
          <p:grpSp>
            <p:nvGrpSpPr>
              <p:cNvPr id="48" name="í$ḻiḑê">
                <a:extLst>
                  <a:ext uri="{FF2B5EF4-FFF2-40B4-BE49-F238E27FC236}">
                    <a16:creationId xmlns:a16="http://schemas.microsoft.com/office/drawing/2014/main" id="{BC90D1F3-B8F8-44A9-8666-9BD77393887A}"/>
                  </a:ext>
                </a:extLst>
              </p:cNvPr>
              <p:cNvGrpSpPr/>
              <p:nvPr/>
            </p:nvGrpSpPr>
            <p:grpSpPr>
              <a:xfrm>
                <a:off x="1245753" y="2457450"/>
                <a:ext cx="457200" cy="457200"/>
                <a:chOff x="4123765" y="2164043"/>
                <a:chExt cx="457200" cy="457200"/>
              </a:xfrm>
            </p:grpSpPr>
            <p:sp>
              <p:nvSpPr>
                <p:cNvPr id="49" name="ïsľíḑè">
                  <a:extLst>
                    <a:ext uri="{FF2B5EF4-FFF2-40B4-BE49-F238E27FC236}">
                      <a16:creationId xmlns:a16="http://schemas.microsoft.com/office/drawing/2014/main" id="{F20D71A3-EAE7-4D27-9C9B-E633274EF677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50" name="îšḷîḍè">
                  <a:extLst>
                    <a:ext uri="{FF2B5EF4-FFF2-40B4-BE49-F238E27FC236}">
                      <a16:creationId xmlns:a16="http://schemas.microsoft.com/office/drawing/2014/main" id="{B1246C4A-C79F-4CA6-965E-33CB3679AD63}"/>
                    </a:ext>
                  </a:extLst>
                </p:cNvPr>
                <p:cNvSpPr/>
                <p:nvPr/>
              </p:nvSpPr>
              <p:spPr>
                <a:xfrm>
                  <a:off x="4243855" y="2301435"/>
                  <a:ext cx="217020" cy="182414"/>
                </a:xfrm>
                <a:custGeom>
                  <a:avLst/>
                  <a:gdLst>
                    <a:gd name="connsiteX0" fmla="*/ 536415 w 607227"/>
                    <a:gd name="connsiteY0" fmla="*/ 12631 h 510399"/>
                    <a:gd name="connsiteX1" fmla="*/ 557192 w 607227"/>
                    <a:gd name="connsiteY1" fmla="*/ 21221 h 510399"/>
                    <a:gd name="connsiteX2" fmla="*/ 598584 w 607227"/>
                    <a:gd name="connsiteY2" fmla="*/ 62633 h 510399"/>
                    <a:gd name="connsiteX3" fmla="*/ 598584 w 607227"/>
                    <a:gd name="connsiteY3" fmla="*/ 104044 h 510399"/>
                    <a:gd name="connsiteX4" fmla="*/ 511175 w 607227"/>
                    <a:gd name="connsiteY4" fmla="*/ 191324 h 510399"/>
                    <a:gd name="connsiteX5" fmla="*/ 444948 w 607227"/>
                    <a:gd name="connsiteY5" fmla="*/ 257453 h 510399"/>
                    <a:gd name="connsiteX6" fmla="*/ 339441 w 607227"/>
                    <a:gd name="connsiteY6" fmla="*/ 362805 h 510399"/>
                    <a:gd name="connsiteX7" fmla="*/ 297968 w 607227"/>
                    <a:gd name="connsiteY7" fmla="*/ 404217 h 510399"/>
                    <a:gd name="connsiteX8" fmla="*/ 277191 w 607227"/>
                    <a:gd name="connsiteY8" fmla="*/ 412807 h 510399"/>
                    <a:gd name="connsiteX9" fmla="*/ 256495 w 607227"/>
                    <a:gd name="connsiteY9" fmla="*/ 404217 h 510399"/>
                    <a:gd name="connsiteX10" fmla="*/ 215023 w 607227"/>
                    <a:gd name="connsiteY10" fmla="*/ 362805 h 510399"/>
                    <a:gd name="connsiteX11" fmla="*/ 138814 w 607227"/>
                    <a:gd name="connsiteY11" fmla="*/ 286790 h 510399"/>
                    <a:gd name="connsiteX12" fmla="*/ 138814 w 607227"/>
                    <a:gd name="connsiteY12" fmla="*/ 245378 h 510399"/>
                    <a:gd name="connsiteX13" fmla="*/ 180286 w 607227"/>
                    <a:gd name="connsiteY13" fmla="*/ 203967 h 510399"/>
                    <a:gd name="connsiteX14" fmla="*/ 201063 w 607227"/>
                    <a:gd name="connsiteY14" fmla="*/ 195376 h 510399"/>
                    <a:gd name="connsiteX15" fmla="*/ 221759 w 607227"/>
                    <a:gd name="connsiteY15" fmla="*/ 203967 h 510399"/>
                    <a:gd name="connsiteX16" fmla="*/ 277191 w 607227"/>
                    <a:gd name="connsiteY16" fmla="*/ 259317 h 510399"/>
                    <a:gd name="connsiteX17" fmla="*/ 444948 w 607227"/>
                    <a:gd name="connsiteY17" fmla="*/ 91807 h 510399"/>
                    <a:gd name="connsiteX18" fmla="*/ 503951 w 607227"/>
                    <a:gd name="connsiteY18" fmla="*/ 32891 h 510399"/>
                    <a:gd name="connsiteX19" fmla="*/ 515719 w 607227"/>
                    <a:gd name="connsiteY19" fmla="*/ 21221 h 510399"/>
                    <a:gd name="connsiteX20" fmla="*/ 536415 w 607227"/>
                    <a:gd name="connsiteY20" fmla="*/ 12631 h 510399"/>
                    <a:gd name="connsiteX21" fmla="*/ 61847 w 607227"/>
                    <a:gd name="connsiteY21" fmla="*/ 0 h 510399"/>
                    <a:gd name="connsiteX22" fmla="*/ 449328 w 607227"/>
                    <a:gd name="connsiteY22" fmla="*/ 0 h 510399"/>
                    <a:gd name="connsiteX23" fmla="*/ 491858 w 607227"/>
                    <a:gd name="connsiteY23" fmla="*/ 17019 h 510399"/>
                    <a:gd name="connsiteX24" fmla="*/ 442591 w 607227"/>
                    <a:gd name="connsiteY24" fmla="*/ 66130 h 510399"/>
                    <a:gd name="connsiteX25" fmla="*/ 66230 w 607227"/>
                    <a:gd name="connsiteY25" fmla="*/ 66130 h 510399"/>
                    <a:gd name="connsiteX26" fmla="*/ 66230 w 607227"/>
                    <a:gd name="connsiteY26" fmla="*/ 444269 h 510399"/>
                    <a:gd name="connsiteX27" fmla="*/ 444945 w 607227"/>
                    <a:gd name="connsiteY27" fmla="*/ 444269 h 510399"/>
                    <a:gd name="connsiteX28" fmla="*/ 444945 w 607227"/>
                    <a:gd name="connsiteY28" fmla="*/ 285590 h 510399"/>
                    <a:gd name="connsiteX29" fmla="*/ 511175 w 607227"/>
                    <a:gd name="connsiteY29" fmla="*/ 219460 h 510399"/>
                    <a:gd name="connsiteX30" fmla="*/ 511175 w 607227"/>
                    <a:gd name="connsiteY30" fmla="*/ 448645 h 510399"/>
                    <a:gd name="connsiteX31" fmla="*/ 449328 w 607227"/>
                    <a:gd name="connsiteY31" fmla="*/ 510399 h 510399"/>
                    <a:gd name="connsiteX32" fmla="*/ 61847 w 607227"/>
                    <a:gd name="connsiteY32" fmla="*/ 510399 h 510399"/>
                    <a:gd name="connsiteX33" fmla="*/ 0 w 607227"/>
                    <a:gd name="connsiteY33" fmla="*/ 448645 h 510399"/>
                    <a:gd name="connsiteX34" fmla="*/ 0 w 607227"/>
                    <a:gd name="connsiteY34" fmla="*/ 61673 h 510399"/>
                    <a:gd name="connsiteX35" fmla="*/ 61847 w 607227"/>
                    <a:gd name="connsiteY35" fmla="*/ 0 h 510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07227" h="510399">
                      <a:moveTo>
                        <a:pt x="536415" y="12631"/>
                      </a:moveTo>
                      <a:cubicBezTo>
                        <a:pt x="543882" y="12631"/>
                        <a:pt x="551430" y="15467"/>
                        <a:pt x="557192" y="21221"/>
                      </a:cubicBezTo>
                      <a:lnTo>
                        <a:pt x="598584" y="62633"/>
                      </a:lnTo>
                      <a:cubicBezTo>
                        <a:pt x="610108" y="74059"/>
                        <a:pt x="610108" y="92618"/>
                        <a:pt x="598584" y="104044"/>
                      </a:cubicBezTo>
                      <a:lnTo>
                        <a:pt x="511175" y="191324"/>
                      </a:lnTo>
                      <a:lnTo>
                        <a:pt x="444948" y="257453"/>
                      </a:lnTo>
                      <a:lnTo>
                        <a:pt x="339441" y="362805"/>
                      </a:lnTo>
                      <a:lnTo>
                        <a:pt x="297968" y="404217"/>
                      </a:lnTo>
                      <a:cubicBezTo>
                        <a:pt x="292206" y="409971"/>
                        <a:pt x="284739" y="412807"/>
                        <a:pt x="277191" y="412807"/>
                      </a:cubicBezTo>
                      <a:cubicBezTo>
                        <a:pt x="269724" y="412807"/>
                        <a:pt x="262177" y="409971"/>
                        <a:pt x="256495" y="404217"/>
                      </a:cubicBezTo>
                      <a:lnTo>
                        <a:pt x="215023" y="362805"/>
                      </a:lnTo>
                      <a:lnTo>
                        <a:pt x="138814" y="286790"/>
                      </a:lnTo>
                      <a:cubicBezTo>
                        <a:pt x="127370" y="275363"/>
                        <a:pt x="127370" y="256805"/>
                        <a:pt x="138814" y="245378"/>
                      </a:cubicBezTo>
                      <a:lnTo>
                        <a:pt x="180286" y="203967"/>
                      </a:lnTo>
                      <a:cubicBezTo>
                        <a:pt x="186049" y="198213"/>
                        <a:pt x="193515" y="195376"/>
                        <a:pt x="201063" y="195376"/>
                      </a:cubicBezTo>
                      <a:cubicBezTo>
                        <a:pt x="208530" y="195376"/>
                        <a:pt x="215997" y="198213"/>
                        <a:pt x="221759" y="203967"/>
                      </a:cubicBezTo>
                      <a:lnTo>
                        <a:pt x="277191" y="259317"/>
                      </a:lnTo>
                      <a:lnTo>
                        <a:pt x="444948" y="91807"/>
                      </a:lnTo>
                      <a:lnTo>
                        <a:pt x="503951" y="32891"/>
                      </a:lnTo>
                      <a:lnTo>
                        <a:pt x="515719" y="21221"/>
                      </a:lnTo>
                      <a:cubicBezTo>
                        <a:pt x="521401" y="15467"/>
                        <a:pt x="528949" y="12631"/>
                        <a:pt x="536415" y="12631"/>
                      </a:cubicBezTo>
                      <a:close/>
                      <a:moveTo>
                        <a:pt x="61847" y="0"/>
                      </a:moveTo>
                      <a:lnTo>
                        <a:pt x="449328" y="0"/>
                      </a:lnTo>
                      <a:cubicBezTo>
                        <a:pt x="465804" y="0"/>
                        <a:pt x="480738" y="6483"/>
                        <a:pt x="491858" y="17019"/>
                      </a:cubicBezTo>
                      <a:lnTo>
                        <a:pt x="442591" y="66130"/>
                      </a:lnTo>
                      <a:lnTo>
                        <a:pt x="66230" y="66130"/>
                      </a:lnTo>
                      <a:lnTo>
                        <a:pt x="66230" y="444269"/>
                      </a:lnTo>
                      <a:lnTo>
                        <a:pt x="444945" y="444269"/>
                      </a:lnTo>
                      <a:lnTo>
                        <a:pt x="444945" y="285590"/>
                      </a:lnTo>
                      <a:lnTo>
                        <a:pt x="511175" y="219460"/>
                      </a:lnTo>
                      <a:lnTo>
                        <a:pt x="511175" y="448645"/>
                      </a:lnTo>
                      <a:cubicBezTo>
                        <a:pt x="511175" y="482683"/>
                        <a:pt x="483417" y="510399"/>
                        <a:pt x="449328" y="510399"/>
                      </a:cubicBezTo>
                      <a:lnTo>
                        <a:pt x="61847" y="510399"/>
                      </a:lnTo>
                      <a:cubicBezTo>
                        <a:pt x="27758" y="510399"/>
                        <a:pt x="0" y="482683"/>
                        <a:pt x="0" y="448645"/>
                      </a:cubicBezTo>
                      <a:lnTo>
                        <a:pt x="0" y="61673"/>
                      </a:lnTo>
                      <a:cubicBezTo>
                        <a:pt x="0" y="27635"/>
                        <a:pt x="27758" y="0"/>
                        <a:pt x="618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6" name="íSḻïďe">
              <a:extLst>
                <a:ext uri="{FF2B5EF4-FFF2-40B4-BE49-F238E27FC236}">
                  <a16:creationId xmlns:a16="http://schemas.microsoft.com/office/drawing/2014/main" id="{4654D23C-DFCB-4B53-878E-4935E64D9881}"/>
                </a:ext>
              </a:extLst>
            </p:cNvPr>
            <p:cNvGrpSpPr/>
            <p:nvPr/>
          </p:nvGrpSpPr>
          <p:grpSpPr>
            <a:xfrm>
              <a:off x="2819556" y="2457450"/>
              <a:ext cx="1475629" cy="1474507"/>
              <a:chOff x="736539" y="2457450"/>
              <a:chExt cx="1475629" cy="1474507"/>
            </a:xfrm>
          </p:grpSpPr>
          <p:grpSp>
            <p:nvGrpSpPr>
              <p:cNvPr id="41" name="îsļíḋé">
                <a:extLst>
                  <a:ext uri="{FF2B5EF4-FFF2-40B4-BE49-F238E27FC236}">
                    <a16:creationId xmlns:a16="http://schemas.microsoft.com/office/drawing/2014/main" id="{39EC54B7-41C2-4AB2-A103-079C8F97D08F}"/>
                  </a:ext>
                </a:extLst>
              </p:cNvPr>
              <p:cNvGrpSpPr/>
              <p:nvPr/>
            </p:nvGrpSpPr>
            <p:grpSpPr>
              <a:xfrm>
                <a:off x="736539" y="2926043"/>
                <a:ext cx="1475629" cy="1005914"/>
                <a:chOff x="4243853" y="2741333"/>
                <a:chExt cx="1475629" cy="1005914"/>
              </a:xfrm>
            </p:grpSpPr>
            <p:sp>
              <p:nvSpPr>
                <p:cNvPr id="45" name="î$ļíďê">
                  <a:extLst>
                    <a:ext uri="{FF2B5EF4-FFF2-40B4-BE49-F238E27FC236}">
                      <a16:creationId xmlns:a16="http://schemas.microsoft.com/office/drawing/2014/main" id="{6AEA5CC7-3A53-4883-8F5B-8AF468529BF2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here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6" name="ïşľidè">
                  <a:extLst>
                    <a:ext uri="{FF2B5EF4-FFF2-40B4-BE49-F238E27FC236}">
                      <a16:creationId xmlns:a16="http://schemas.microsoft.com/office/drawing/2014/main" id="{FDCD7DC3-E2D1-46CC-AA1E-081D85FFC887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0"/>
                    <a:t>Supporting tex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t </a:t>
                  </a:r>
                  <a:r>
                    <a:rPr lang="en-US" altLang="zh-CN" sz="1000" dirty="0"/>
                    <a:t>here.</a:t>
                  </a:r>
                </a:p>
                <a:p>
                  <a:pPr algn="ct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0" dirty="0"/>
                    <a:t>……</a:t>
                  </a:r>
                </a:p>
              </p:txBody>
            </p:sp>
          </p:grpSp>
          <p:grpSp>
            <p:nvGrpSpPr>
              <p:cNvPr id="42" name="í$ľíḍè">
                <a:extLst>
                  <a:ext uri="{FF2B5EF4-FFF2-40B4-BE49-F238E27FC236}">
                    <a16:creationId xmlns:a16="http://schemas.microsoft.com/office/drawing/2014/main" id="{E0FC6E4F-A749-4761-A101-7999A944ADB8}"/>
                  </a:ext>
                </a:extLst>
              </p:cNvPr>
              <p:cNvGrpSpPr/>
              <p:nvPr/>
            </p:nvGrpSpPr>
            <p:grpSpPr>
              <a:xfrm>
                <a:off x="1245753" y="2457450"/>
                <a:ext cx="457200" cy="457200"/>
                <a:chOff x="4123765" y="2164043"/>
                <a:chExt cx="457200" cy="457200"/>
              </a:xfrm>
            </p:grpSpPr>
            <p:sp>
              <p:nvSpPr>
                <p:cNvPr id="43" name="îŝ1iḑé">
                  <a:extLst>
                    <a:ext uri="{FF2B5EF4-FFF2-40B4-BE49-F238E27FC236}">
                      <a16:creationId xmlns:a16="http://schemas.microsoft.com/office/drawing/2014/main" id="{8B992C01-D6AE-4763-A666-1A1BE7A70780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44" name="i$ľíďè">
                  <a:extLst>
                    <a:ext uri="{FF2B5EF4-FFF2-40B4-BE49-F238E27FC236}">
                      <a16:creationId xmlns:a16="http://schemas.microsoft.com/office/drawing/2014/main" id="{5F6D7175-B27F-4D6D-BACD-233B98FD6794}"/>
                    </a:ext>
                  </a:extLst>
                </p:cNvPr>
                <p:cNvSpPr/>
                <p:nvPr/>
              </p:nvSpPr>
              <p:spPr>
                <a:xfrm>
                  <a:off x="4243855" y="2301435"/>
                  <a:ext cx="217020" cy="182414"/>
                </a:xfrm>
                <a:custGeom>
                  <a:avLst/>
                  <a:gdLst>
                    <a:gd name="connsiteX0" fmla="*/ 536415 w 607227"/>
                    <a:gd name="connsiteY0" fmla="*/ 12631 h 510399"/>
                    <a:gd name="connsiteX1" fmla="*/ 557192 w 607227"/>
                    <a:gd name="connsiteY1" fmla="*/ 21221 h 510399"/>
                    <a:gd name="connsiteX2" fmla="*/ 598584 w 607227"/>
                    <a:gd name="connsiteY2" fmla="*/ 62633 h 510399"/>
                    <a:gd name="connsiteX3" fmla="*/ 598584 w 607227"/>
                    <a:gd name="connsiteY3" fmla="*/ 104044 h 510399"/>
                    <a:gd name="connsiteX4" fmla="*/ 511175 w 607227"/>
                    <a:gd name="connsiteY4" fmla="*/ 191324 h 510399"/>
                    <a:gd name="connsiteX5" fmla="*/ 444948 w 607227"/>
                    <a:gd name="connsiteY5" fmla="*/ 257453 h 510399"/>
                    <a:gd name="connsiteX6" fmla="*/ 339441 w 607227"/>
                    <a:gd name="connsiteY6" fmla="*/ 362805 h 510399"/>
                    <a:gd name="connsiteX7" fmla="*/ 297968 w 607227"/>
                    <a:gd name="connsiteY7" fmla="*/ 404217 h 510399"/>
                    <a:gd name="connsiteX8" fmla="*/ 277191 w 607227"/>
                    <a:gd name="connsiteY8" fmla="*/ 412807 h 510399"/>
                    <a:gd name="connsiteX9" fmla="*/ 256495 w 607227"/>
                    <a:gd name="connsiteY9" fmla="*/ 404217 h 510399"/>
                    <a:gd name="connsiteX10" fmla="*/ 215023 w 607227"/>
                    <a:gd name="connsiteY10" fmla="*/ 362805 h 510399"/>
                    <a:gd name="connsiteX11" fmla="*/ 138814 w 607227"/>
                    <a:gd name="connsiteY11" fmla="*/ 286790 h 510399"/>
                    <a:gd name="connsiteX12" fmla="*/ 138814 w 607227"/>
                    <a:gd name="connsiteY12" fmla="*/ 245378 h 510399"/>
                    <a:gd name="connsiteX13" fmla="*/ 180286 w 607227"/>
                    <a:gd name="connsiteY13" fmla="*/ 203967 h 510399"/>
                    <a:gd name="connsiteX14" fmla="*/ 201063 w 607227"/>
                    <a:gd name="connsiteY14" fmla="*/ 195376 h 510399"/>
                    <a:gd name="connsiteX15" fmla="*/ 221759 w 607227"/>
                    <a:gd name="connsiteY15" fmla="*/ 203967 h 510399"/>
                    <a:gd name="connsiteX16" fmla="*/ 277191 w 607227"/>
                    <a:gd name="connsiteY16" fmla="*/ 259317 h 510399"/>
                    <a:gd name="connsiteX17" fmla="*/ 444948 w 607227"/>
                    <a:gd name="connsiteY17" fmla="*/ 91807 h 510399"/>
                    <a:gd name="connsiteX18" fmla="*/ 503951 w 607227"/>
                    <a:gd name="connsiteY18" fmla="*/ 32891 h 510399"/>
                    <a:gd name="connsiteX19" fmla="*/ 515719 w 607227"/>
                    <a:gd name="connsiteY19" fmla="*/ 21221 h 510399"/>
                    <a:gd name="connsiteX20" fmla="*/ 536415 w 607227"/>
                    <a:gd name="connsiteY20" fmla="*/ 12631 h 510399"/>
                    <a:gd name="connsiteX21" fmla="*/ 61847 w 607227"/>
                    <a:gd name="connsiteY21" fmla="*/ 0 h 510399"/>
                    <a:gd name="connsiteX22" fmla="*/ 449328 w 607227"/>
                    <a:gd name="connsiteY22" fmla="*/ 0 h 510399"/>
                    <a:gd name="connsiteX23" fmla="*/ 491858 w 607227"/>
                    <a:gd name="connsiteY23" fmla="*/ 17019 h 510399"/>
                    <a:gd name="connsiteX24" fmla="*/ 442591 w 607227"/>
                    <a:gd name="connsiteY24" fmla="*/ 66130 h 510399"/>
                    <a:gd name="connsiteX25" fmla="*/ 66230 w 607227"/>
                    <a:gd name="connsiteY25" fmla="*/ 66130 h 510399"/>
                    <a:gd name="connsiteX26" fmla="*/ 66230 w 607227"/>
                    <a:gd name="connsiteY26" fmla="*/ 444269 h 510399"/>
                    <a:gd name="connsiteX27" fmla="*/ 444945 w 607227"/>
                    <a:gd name="connsiteY27" fmla="*/ 444269 h 510399"/>
                    <a:gd name="connsiteX28" fmla="*/ 444945 w 607227"/>
                    <a:gd name="connsiteY28" fmla="*/ 285590 h 510399"/>
                    <a:gd name="connsiteX29" fmla="*/ 511175 w 607227"/>
                    <a:gd name="connsiteY29" fmla="*/ 219460 h 510399"/>
                    <a:gd name="connsiteX30" fmla="*/ 511175 w 607227"/>
                    <a:gd name="connsiteY30" fmla="*/ 448645 h 510399"/>
                    <a:gd name="connsiteX31" fmla="*/ 449328 w 607227"/>
                    <a:gd name="connsiteY31" fmla="*/ 510399 h 510399"/>
                    <a:gd name="connsiteX32" fmla="*/ 61847 w 607227"/>
                    <a:gd name="connsiteY32" fmla="*/ 510399 h 510399"/>
                    <a:gd name="connsiteX33" fmla="*/ 0 w 607227"/>
                    <a:gd name="connsiteY33" fmla="*/ 448645 h 510399"/>
                    <a:gd name="connsiteX34" fmla="*/ 0 w 607227"/>
                    <a:gd name="connsiteY34" fmla="*/ 61673 h 510399"/>
                    <a:gd name="connsiteX35" fmla="*/ 61847 w 607227"/>
                    <a:gd name="connsiteY35" fmla="*/ 0 h 510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07227" h="510399">
                      <a:moveTo>
                        <a:pt x="536415" y="12631"/>
                      </a:moveTo>
                      <a:cubicBezTo>
                        <a:pt x="543882" y="12631"/>
                        <a:pt x="551430" y="15467"/>
                        <a:pt x="557192" y="21221"/>
                      </a:cubicBezTo>
                      <a:lnTo>
                        <a:pt x="598584" y="62633"/>
                      </a:lnTo>
                      <a:cubicBezTo>
                        <a:pt x="610108" y="74059"/>
                        <a:pt x="610108" y="92618"/>
                        <a:pt x="598584" y="104044"/>
                      </a:cubicBezTo>
                      <a:lnTo>
                        <a:pt x="511175" y="191324"/>
                      </a:lnTo>
                      <a:lnTo>
                        <a:pt x="444948" y="257453"/>
                      </a:lnTo>
                      <a:lnTo>
                        <a:pt x="339441" y="362805"/>
                      </a:lnTo>
                      <a:lnTo>
                        <a:pt x="297968" y="404217"/>
                      </a:lnTo>
                      <a:cubicBezTo>
                        <a:pt x="292206" y="409971"/>
                        <a:pt x="284739" y="412807"/>
                        <a:pt x="277191" y="412807"/>
                      </a:cubicBezTo>
                      <a:cubicBezTo>
                        <a:pt x="269724" y="412807"/>
                        <a:pt x="262177" y="409971"/>
                        <a:pt x="256495" y="404217"/>
                      </a:cubicBezTo>
                      <a:lnTo>
                        <a:pt x="215023" y="362805"/>
                      </a:lnTo>
                      <a:lnTo>
                        <a:pt x="138814" y="286790"/>
                      </a:lnTo>
                      <a:cubicBezTo>
                        <a:pt x="127370" y="275363"/>
                        <a:pt x="127370" y="256805"/>
                        <a:pt x="138814" y="245378"/>
                      </a:cubicBezTo>
                      <a:lnTo>
                        <a:pt x="180286" y="203967"/>
                      </a:lnTo>
                      <a:cubicBezTo>
                        <a:pt x="186049" y="198213"/>
                        <a:pt x="193515" y="195376"/>
                        <a:pt x="201063" y="195376"/>
                      </a:cubicBezTo>
                      <a:cubicBezTo>
                        <a:pt x="208530" y="195376"/>
                        <a:pt x="215997" y="198213"/>
                        <a:pt x="221759" y="203967"/>
                      </a:cubicBezTo>
                      <a:lnTo>
                        <a:pt x="277191" y="259317"/>
                      </a:lnTo>
                      <a:lnTo>
                        <a:pt x="444948" y="91807"/>
                      </a:lnTo>
                      <a:lnTo>
                        <a:pt x="503951" y="32891"/>
                      </a:lnTo>
                      <a:lnTo>
                        <a:pt x="515719" y="21221"/>
                      </a:lnTo>
                      <a:cubicBezTo>
                        <a:pt x="521401" y="15467"/>
                        <a:pt x="528949" y="12631"/>
                        <a:pt x="536415" y="12631"/>
                      </a:cubicBezTo>
                      <a:close/>
                      <a:moveTo>
                        <a:pt x="61847" y="0"/>
                      </a:moveTo>
                      <a:lnTo>
                        <a:pt x="449328" y="0"/>
                      </a:lnTo>
                      <a:cubicBezTo>
                        <a:pt x="465804" y="0"/>
                        <a:pt x="480738" y="6483"/>
                        <a:pt x="491858" y="17019"/>
                      </a:cubicBezTo>
                      <a:lnTo>
                        <a:pt x="442591" y="66130"/>
                      </a:lnTo>
                      <a:lnTo>
                        <a:pt x="66230" y="66130"/>
                      </a:lnTo>
                      <a:lnTo>
                        <a:pt x="66230" y="444269"/>
                      </a:lnTo>
                      <a:lnTo>
                        <a:pt x="444945" y="444269"/>
                      </a:lnTo>
                      <a:lnTo>
                        <a:pt x="444945" y="285590"/>
                      </a:lnTo>
                      <a:lnTo>
                        <a:pt x="511175" y="219460"/>
                      </a:lnTo>
                      <a:lnTo>
                        <a:pt x="511175" y="448645"/>
                      </a:lnTo>
                      <a:cubicBezTo>
                        <a:pt x="511175" y="482683"/>
                        <a:pt x="483417" y="510399"/>
                        <a:pt x="449328" y="510399"/>
                      </a:cubicBezTo>
                      <a:lnTo>
                        <a:pt x="61847" y="510399"/>
                      </a:lnTo>
                      <a:cubicBezTo>
                        <a:pt x="27758" y="510399"/>
                        <a:pt x="0" y="482683"/>
                        <a:pt x="0" y="448645"/>
                      </a:cubicBezTo>
                      <a:lnTo>
                        <a:pt x="0" y="61673"/>
                      </a:lnTo>
                      <a:cubicBezTo>
                        <a:pt x="0" y="27635"/>
                        <a:pt x="27758" y="0"/>
                        <a:pt x="618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7" name="iṧlïḑè">
              <a:extLst>
                <a:ext uri="{FF2B5EF4-FFF2-40B4-BE49-F238E27FC236}">
                  <a16:creationId xmlns:a16="http://schemas.microsoft.com/office/drawing/2014/main" id="{6FA68C80-B93A-4BF8-93A5-6F1E9CA2831D}"/>
                </a:ext>
              </a:extLst>
            </p:cNvPr>
            <p:cNvGrpSpPr/>
            <p:nvPr/>
          </p:nvGrpSpPr>
          <p:grpSpPr>
            <a:xfrm>
              <a:off x="7961842" y="2457450"/>
              <a:ext cx="1475629" cy="1474507"/>
              <a:chOff x="736539" y="2457450"/>
              <a:chExt cx="1475629" cy="1474507"/>
            </a:xfrm>
          </p:grpSpPr>
          <p:grpSp>
            <p:nvGrpSpPr>
              <p:cNvPr id="35" name="ïṧḻïḓê">
                <a:extLst>
                  <a:ext uri="{FF2B5EF4-FFF2-40B4-BE49-F238E27FC236}">
                    <a16:creationId xmlns:a16="http://schemas.microsoft.com/office/drawing/2014/main" id="{A9F3A50B-C896-4833-B26E-822F04E5CE49}"/>
                  </a:ext>
                </a:extLst>
              </p:cNvPr>
              <p:cNvGrpSpPr/>
              <p:nvPr/>
            </p:nvGrpSpPr>
            <p:grpSpPr>
              <a:xfrm>
                <a:off x="736539" y="2926043"/>
                <a:ext cx="1475629" cy="1005914"/>
                <a:chOff x="4243853" y="2741333"/>
                <a:chExt cx="1475629" cy="1005914"/>
              </a:xfrm>
            </p:grpSpPr>
            <p:sp>
              <p:nvSpPr>
                <p:cNvPr id="39" name="îṩḷíďe">
                  <a:extLst>
                    <a:ext uri="{FF2B5EF4-FFF2-40B4-BE49-F238E27FC236}">
                      <a16:creationId xmlns:a16="http://schemas.microsoft.com/office/drawing/2014/main" id="{8E397DCD-76CA-498B-AF9D-2DBDBCF825FF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here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" name="ïṣlîḋê">
                  <a:extLst>
                    <a:ext uri="{FF2B5EF4-FFF2-40B4-BE49-F238E27FC236}">
                      <a16:creationId xmlns:a16="http://schemas.microsoft.com/office/drawing/2014/main" id="{3139ADDC-64FD-482E-9DFE-CD8486882AA9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0"/>
                    <a:t>Supporting tex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t </a:t>
                  </a:r>
                  <a:r>
                    <a:rPr lang="en-US" altLang="zh-CN" sz="1000" dirty="0"/>
                    <a:t>here.</a:t>
                  </a:r>
                </a:p>
                <a:p>
                  <a:pPr algn="ct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0" dirty="0"/>
                    <a:t>……</a:t>
                  </a:r>
                </a:p>
              </p:txBody>
            </p:sp>
          </p:grpSp>
          <p:grpSp>
            <p:nvGrpSpPr>
              <p:cNvPr id="36" name="îṣliḑé">
                <a:extLst>
                  <a:ext uri="{FF2B5EF4-FFF2-40B4-BE49-F238E27FC236}">
                    <a16:creationId xmlns:a16="http://schemas.microsoft.com/office/drawing/2014/main" id="{3929468E-9179-47DD-976A-65BA4757FFB5}"/>
                  </a:ext>
                </a:extLst>
              </p:cNvPr>
              <p:cNvGrpSpPr/>
              <p:nvPr/>
            </p:nvGrpSpPr>
            <p:grpSpPr>
              <a:xfrm>
                <a:off x="1245753" y="2457450"/>
                <a:ext cx="457200" cy="457200"/>
                <a:chOff x="4123765" y="2164043"/>
                <a:chExt cx="457200" cy="457200"/>
              </a:xfrm>
            </p:grpSpPr>
            <p:sp>
              <p:nvSpPr>
                <p:cNvPr id="37" name="îṥ1îḍè">
                  <a:extLst>
                    <a:ext uri="{FF2B5EF4-FFF2-40B4-BE49-F238E27FC236}">
                      <a16:creationId xmlns:a16="http://schemas.microsoft.com/office/drawing/2014/main" id="{76CE5F55-1538-4414-B872-C9D701DBC9D7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38" name="iŝ1ïḓê">
                  <a:extLst>
                    <a:ext uri="{FF2B5EF4-FFF2-40B4-BE49-F238E27FC236}">
                      <a16:creationId xmlns:a16="http://schemas.microsoft.com/office/drawing/2014/main" id="{B8725631-90EB-4890-B302-495EA0407B25}"/>
                    </a:ext>
                  </a:extLst>
                </p:cNvPr>
                <p:cNvSpPr/>
                <p:nvPr/>
              </p:nvSpPr>
              <p:spPr>
                <a:xfrm>
                  <a:off x="4243855" y="2301435"/>
                  <a:ext cx="217020" cy="182414"/>
                </a:xfrm>
                <a:custGeom>
                  <a:avLst/>
                  <a:gdLst>
                    <a:gd name="connsiteX0" fmla="*/ 536415 w 607227"/>
                    <a:gd name="connsiteY0" fmla="*/ 12631 h 510399"/>
                    <a:gd name="connsiteX1" fmla="*/ 557192 w 607227"/>
                    <a:gd name="connsiteY1" fmla="*/ 21221 h 510399"/>
                    <a:gd name="connsiteX2" fmla="*/ 598584 w 607227"/>
                    <a:gd name="connsiteY2" fmla="*/ 62633 h 510399"/>
                    <a:gd name="connsiteX3" fmla="*/ 598584 w 607227"/>
                    <a:gd name="connsiteY3" fmla="*/ 104044 h 510399"/>
                    <a:gd name="connsiteX4" fmla="*/ 511175 w 607227"/>
                    <a:gd name="connsiteY4" fmla="*/ 191324 h 510399"/>
                    <a:gd name="connsiteX5" fmla="*/ 444948 w 607227"/>
                    <a:gd name="connsiteY5" fmla="*/ 257453 h 510399"/>
                    <a:gd name="connsiteX6" fmla="*/ 339441 w 607227"/>
                    <a:gd name="connsiteY6" fmla="*/ 362805 h 510399"/>
                    <a:gd name="connsiteX7" fmla="*/ 297968 w 607227"/>
                    <a:gd name="connsiteY7" fmla="*/ 404217 h 510399"/>
                    <a:gd name="connsiteX8" fmla="*/ 277191 w 607227"/>
                    <a:gd name="connsiteY8" fmla="*/ 412807 h 510399"/>
                    <a:gd name="connsiteX9" fmla="*/ 256495 w 607227"/>
                    <a:gd name="connsiteY9" fmla="*/ 404217 h 510399"/>
                    <a:gd name="connsiteX10" fmla="*/ 215023 w 607227"/>
                    <a:gd name="connsiteY10" fmla="*/ 362805 h 510399"/>
                    <a:gd name="connsiteX11" fmla="*/ 138814 w 607227"/>
                    <a:gd name="connsiteY11" fmla="*/ 286790 h 510399"/>
                    <a:gd name="connsiteX12" fmla="*/ 138814 w 607227"/>
                    <a:gd name="connsiteY12" fmla="*/ 245378 h 510399"/>
                    <a:gd name="connsiteX13" fmla="*/ 180286 w 607227"/>
                    <a:gd name="connsiteY13" fmla="*/ 203967 h 510399"/>
                    <a:gd name="connsiteX14" fmla="*/ 201063 w 607227"/>
                    <a:gd name="connsiteY14" fmla="*/ 195376 h 510399"/>
                    <a:gd name="connsiteX15" fmla="*/ 221759 w 607227"/>
                    <a:gd name="connsiteY15" fmla="*/ 203967 h 510399"/>
                    <a:gd name="connsiteX16" fmla="*/ 277191 w 607227"/>
                    <a:gd name="connsiteY16" fmla="*/ 259317 h 510399"/>
                    <a:gd name="connsiteX17" fmla="*/ 444948 w 607227"/>
                    <a:gd name="connsiteY17" fmla="*/ 91807 h 510399"/>
                    <a:gd name="connsiteX18" fmla="*/ 503951 w 607227"/>
                    <a:gd name="connsiteY18" fmla="*/ 32891 h 510399"/>
                    <a:gd name="connsiteX19" fmla="*/ 515719 w 607227"/>
                    <a:gd name="connsiteY19" fmla="*/ 21221 h 510399"/>
                    <a:gd name="connsiteX20" fmla="*/ 536415 w 607227"/>
                    <a:gd name="connsiteY20" fmla="*/ 12631 h 510399"/>
                    <a:gd name="connsiteX21" fmla="*/ 61847 w 607227"/>
                    <a:gd name="connsiteY21" fmla="*/ 0 h 510399"/>
                    <a:gd name="connsiteX22" fmla="*/ 449328 w 607227"/>
                    <a:gd name="connsiteY22" fmla="*/ 0 h 510399"/>
                    <a:gd name="connsiteX23" fmla="*/ 491858 w 607227"/>
                    <a:gd name="connsiteY23" fmla="*/ 17019 h 510399"/>
                    <a:gd name="connsiteX24" fmla="*/ 442591 w 607227"/>
                    <a:gd name="connsiteY24" fmla="*/ 66130 h 510399"/>
                    <a:gd name="connsiteX25" fmla="*/ 66230 w 607227"/>
                    <a:gd name="connsiteY25" fmla="*/ 66130 h 510399"/>
                    <a:gd name="connsiteX26" fmla="*/ 66230 w 607227"/>
                    <a:gd name="connsiteY26" fmla="*/ 444269 h 510399"/>
                    <a:gd name="connsiteX27" fmla="*/ 444945 w 607227"/>
                    <a:gd name="connsiteY27" fmla="*/ 444269 h 510399"/>
                    <a:gd name="connsiteX28" fmla="*/ 444945 w 607227"/>
                    <a:gd name="connsiteY28" fmla="*/ 285590 h 510399"/>
                    <a:gd name="connsiteX29" fmla="*/ 511175 w 607227"/>
                    <a:gd name="connsiteY29" fmla="*/ 219460 h 510399"/>
                    <a:gd name="connsiteX30" fmla="*/ 511175 w 607227"/>
                    <a:gd name="connsiteY30" fmla="*/ 448645 h 510399"/>
                    <a:gd name="connsiteX31" fmla="*/ 449328 w 607227"/>
                    <a:gd name="connsiteY31" fmla="*/ 510399 h 510399"/>
                    <a:gd name="connsiteX32" fmla="*/ 61847 w 607227"/>
                    <a:gd name="connsiteY32" fmla="*/ 510399 h 510399"/>
                    <a:gd name="connsiteX33" fmla="*/ 0 w 607227"/>
                    <a:gd name="connsiteY33" fmla="*/ 448645 h 510399"/>
                    <a:gd name="connsiteX34" fmla="*/ 0 w 607227"/>
                    <a:gd name="connsiteY34" fmla="*/ 61673 h 510399"/>
                    <a:gd name="connsiteX35" fmla="*/ 61847 w 607227"/>
                    <a:gd name="connsiteY35" fmla="*/ 0 h 510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07227" h="510399">
                      <a:moveTo>
                        <a:pt x="536415" y="12631"/>
                      </a:moveTo>
                      <a:cubicBezTo>
                        <a:pt x="543882" y="12631"/>
                        <a:pt x="551430" y="15467"/>
                        <a:pt x="557192" y="21221"/>
                      </a:cubicBezTo>
                      <a:lnTo>
                        <a:pt x="598584" y="62633"/>
                      </a:lnTo>
                      <a:cubicBezTo>
                        <a:pt x="610108" y="74059"/>
                        <a:pt x="610108" y="92618"/>
                        <a:pt x="598584" y="104044"/>
                      </a:cubicBezTo>
                      <a:lnTo>
                        <a:pt x="511175" y="191324"/>
                      </a:lnTo>
                      <a:lnTo>
                        <a:pt x="444948" y="257453"/>
                      </a:lnTo>
                      <a:lnTo>
                        <a:pt x="339441" y="362805"/>
                      </a:lnTo>
                      <a:lnTo>
                        <a:pt x="297968" y="404217"/>
                      </a:lnTo>
                      <a:cubicBezTo>
                        <a:pt x="292206" y="409971"/>
                        <a:pt x="284739" y="412807"/>
                        <a:pt x="277191" y="412807"/>
                      </a:cubicBezTo>
                      <a:cubicBezTo>
                        <a:pt x="269724" y="412807"/>
                        <a:pt x="262177" y="409971"/>
                        <a:pt x="256495" y="404217"/>
                      </a:cubicBezTo>
                      <a:lnTo>
                        <a:pt x="215023" y="362805"/>
                      </a:lnTo>
                      <a:lnTo>
                        <a:pt x="138814" y="286790"/>
                      </a:lnTo>
                      <a:cubicBezTo>
                        <a:pt x="127370" y="275363"/>
                        <a:pt x="127370" y="256805"/>
                        <a:pt x="138814" y="245378"/>
                      </a:cubicBezTo>
                      <a:lnTo>
                        <a:pt x="180286" y="203967"/>
                      </a:lnTo>
                      <a:cubicBezTo>
                        <a:pt x="186049" y="198213"/>
                        <a:pt x="193515" y="195376"/>
                        <a:pt x="201063" y="195376"/>
                      </a:cubicBezTo>
                      <a:cubicBezTo>
                        <a:pt x="208530" y="195376"/>
                        <a:pt x="215997" y="198213"/>
                        <a:pt x="221759" y="203967"/>
                      </a:cubicBezTo>
                      <a:lnTo>
                        <a:pt x="277191" y="259317"/>
                      </a:lnTo>
                      <a:lnTo>
                        <a:pt x="444948" y="91807"/>
                      </a:lnTo>
                      <a:lnTo>
                        <a:pt x="503951" y="32891"/>
                      </a:lnTo>
                      <a:lnTo>
                        <a:pt x="515719" y="21221"/>
                      </a:lnTo>
                      <a:cubicBezTo>
                        <a:pt x="521401" y="15467"/>
                        <a:pt x="528949" y="12631"/>
                        <a:pt x="536415" y="12631"/>
                      </a:cubicBezTo>
                      <a:close/>
                      <a:moveTo>
                        <a:pt x="61847" y="0"/>
                      </a:moveTo>
                      <a:lnTo>
                        <a:pt x="449328" y="0"/>
                      </a:lnTo>
                      <a:cubicBezTo>
                        <a:pt x="465804" y="0"/>
                        <a:pt x="480738" y="6483"/>
                        <a:pt x="491858" y="17019"/>
                      </a:cubicBezTo>
                      <a:lnTo>
                        <a:pt x="442591" y="66130"/>
                      </a:lnTo>
                      <a:lnTo>
                        <a:pt x="66230" y="66130"/>
                      </a:lnTo>
                      <a:lnTo>
                        <a:pt x="66230" y="444269"/>
                      </a:lnTo>
                      <a:lnTo>
                        <a:pt x="444945" y="444269"/>
                      </a:lnTo>
                      <a:lnTo>
                        <a:pt x="444945" y="285590"/>
                      </a:lnTo>
                      <a:lnTo>
                        <a:pt x="511175" y="219460"/>
                      </a:lnTo>
                      <a:lnTo>
                        <a:pt x="511175" y="448645"/>
                      </a:lnTo>
                      <a:cubicBezTo>
                        <a:pt x="511175" y="482683"/>
                        <a:pt x="483417" y="510399"/>
                        <a:pt x="449328" y="510399"/>
                      </a:cubicBezTo>
                      <a:lnTo>
                        <a:pt x="61847" y="510399"/>
                      </a:lnTo>
                      <a:cubicBezTo>
                        <a:pt x="27758" y="510399"/>
                        <a:pt x="0" y="482683"/>
                        <a:pt x="0" y="448645"/>
                      </a:cubicBezTo>
                      <a:lnTo>
                        <a:pt x="0" y="61673"/>
                      </a:lnTo>
                      <a:cubicBezTo>
                        <a:pt x="0" y="27635"/>
                        <a:pt x="27758" y="0"/>
                        <a:pt x="618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28" name="íṧlïďe">
              <a:extLst>
                <a:ext uri="{FF2B5EF4-FFF2-40B4-BE49-F238E27FC236}">
                  <a16:creationId xmlns:a16="http://schemas.microsoft.com/office/drawing/2014/main" id="{ED7DCF6B-3EEF-4AB8-AD00-A212F846761F}"/>
                </a:ext>
              </a:extLst>
            </p:cNvPr>
            <p:cNvGrpSpPr/>
            <p:nvPr/>
          </p:nvGrpSpPr>
          <p:grpSpPr>
            <a:xfrm>
              <a:off x="10044859" y="2457450"/>
              <a:ext cx="1475629" cy="1474507"/>
              <a:chOff x="736539" y="2457450"/>
              <a:chExt cx="1475629" cy="1474507"/>
            </a:xfrm>
          </p:grpSpPr>
          <p:grpSp>
            <p:nvGrpSpPr>
              <p:cNvPr id="29" name="íSļïdé">
                <a:extLst>
                  <a:ext uri="{FF2B5EF4-FFF2-40B4-BE49-F238E27FC236}">
                    <a16:creationId xmlns:a16="http://schemas.microsoft.com/office/drawing/2014/main" id="{FEAEADF0-FA66-4F75-84AA-7FCA6C3AACFC}"/>
                  </a:ext>
                </a:extLst>
              </p:cNvPr>
              <p:cNvGrpSpPr/>
              <p:nvPr/>
            </p:nvGrpSpPr>
            <p:grpSpPr>
              <a:xfrm>
                <a:off x="736539" y="2926043"/>
                <a:ext cx="1475629" cy="1005914"/>
                <a:chOff x="4243853" y="2741333"/>
                <a:chExt cx="1475629" cy="1005914"/>
              </a:xfrm>
            </p:grpSpPr>
            <p:sp>
              <p:nvSpPr>
                <p:cNvPr id="33" name="íṩliḑe">
                  <a:extLst>
                    <a:ext uri="{FF2B5EF4-FFF2-40B4-BE49-F238E27FC236}">
                      <a16:creationId xmlns:a16="http://schemas.microsoft.com/office/drawing/2014/main" id="{6440763B-690D-4C77-AAD0-79458ED4760C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ctr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he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4" name="i$líḓè">
                  <a:extLst>
                    <a:ext uri="{FF2B5EF4-FFF2-40B4-BE49-F238E27FC236}">
                      <a16:creationId xmlns:a16="http://schemas.microsoft.com/office/drawing/2014/main" id="{15D4235D-DFD2-4A0B-8958-6FCAF57BB72B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0" dirty="0"/>
                    <a:t>Supporting text here.</a:t>
                  </a:r>
                </a:p>
                <a:p>
                  <a:pPr algn="ct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"/>
                    <a:t> </a:t>
                  </a:r>
                  <a:r>
                    <a:rPr lang="en-US" altLang="zh-CN" sz="1000"/>
                    <a:t>……</a:t>
                  </a:r>
                  <a:endParaRPr lang="en-US" altLang="zh-CN" sz="1000" dirty="0"/>
                </a:p>
              </p:txBody>
            </p:sp>
          </p:grpSp>
          <p:grpSp>
            <p:nvGrpSpPr>
              <p:cNvPr id="30" name="íSḷîdê">
                <a:extLst>
                  <a:ext uri="{FF2B5EF4-FFF2-40B4-BE49-F238E27FC236}">
                    <a16:creationId xmlns:a16="http://schemas.microsoft.com/office/drawing/2014/main" id="{34774141-CA34-4120-B768-37A6C58D6D7F}"/>
                  </a:ext>
                </a:extLst>
              </p:cNvPr>
              <p:cNvGrpSpPr/>
              <p:nvPr/>
            </p:nvGrpSpPr>
            <p:grpSpPr>
              <a:xfrm>
                <a:off x="1245753" y="2457450"/>
                <a:ext cx="457200" cy="457200"/>
                <a:chOff x="4123765" y="2164043"/>
                <a:chExt cx="457200" cy="457200"/>
              </a:xfrm>
            </p:grpSpPr>
            <p:sp>
              <p:nvSpPr>
                <p:cNvPr id="31" name="iṥḻiḋé">
                  <a:extLst>
                    <a:ext uri="{FF2B5EF4-FFF2-40B4-BE49-F238E27FC236}">
                      <a16:creationId xmlns:a16="http://schemas.microsoft.com/office/drawing/2014/main" id="{A82947B9-8D40-4CFA-9509-2B1C4B9C2F21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32" name="işľiḑe">
                  <a:extLst>
                    <a:ext uri="{FF2B5EF4-FFF2-40B4-BE49-F238E27FC236}">
                      <a16:creationId xmlns:a16="http://schemas.microsoft.com/office/drawing/2014/main" id="{3B984813-AA06-43C1-9E66-C4F17D969209}"/>
                    </a:ext>
                  </a:extLst>
                </p:cNvPr>
                <p:cNvSpPr/>
                <p:nvPr/>
              </p:nvSpPr>
              <p:spPr>
                <a:xfrm>
                  <a:off x="4243855" y="2301435"/>
                  <a:ext cx="217020" cy="182414"/>
                </a:xfrm>
                <a:custGeom>
                  <a:avLst/>
                  <a:gdLst>
                    <a:gd name="connsiteX0" fmla="*/ 536415 w 607227"/>
                    <a:gd name="connsiteY0" fmla="*/ 12631 h 510399"/>
                    <a:gd name="connsiteX1" fmla="*/ 557192 w 607227"/>
                    <a:gd name="connsiteY1" fmla="*/ 21221 h 510399"/>
                    <a:gd name="connsiteX2" fmla="*/ 598584 w 607227"/>
                    <a:gd name="connsiteY2" fmla="*/ 62633 h 510399"/>
                    <a:gd name="connsiteX3" fmla="*/ 598584 w 607227"/>
                    <a:gd name="connsiteY3" fmla="*/ 104044 h 510399"/>
                    <a:gd name="connsiteX4" fmla="*/ 511175 w 607227"/>
                    <a:gd name="connsiteY4" fmla="*/ 191324 h 510399"/>
                    <a:gd name="connsiteX5" fmla="*/ 444948 w 607227"/>
                    <a:gd name="connsiteY5" fmla="*/ 257453 h 510399"/>
                    <a:gd name="connsiteX6" fmla="*/ 339441 w 607227"/>
                    <a:gd name="connsiteY6" fmla="*/ 362805 h 510399"/>
                    <a:gd name="connsiteX7" fmla="*/ 297968 w 607227"/>
                    <a:gd name="connsiteY7" fmla="*/ 404217 h 510399"/>
                    <a:gd name="connsiteX8" fmla="*/ 277191 w 607227"/>
                    <a:gd name="connsiteY8" fmla="*/ 412807 h 510399"/>
                    <a:gd name="connsiteX9" fmla="*/ 256495 w 607227"/>
                    <a:gd name="connsiteY9" fmla="*/ 404217 h 510399"/>
                    <a:gd name="connsiteX10" fmla="*/ 215023 w 607227"/>
                    <a:gd name="connsiteY10" fmla="*/ 362805 h 510399"/>
                    <a:gd name="connsiteX11" fmla="*/ 138814 w 607227"/>
                    <a:gd name="connsiteY11" fmla="*/ 286790 h 510399"/>
                    <a:gd name="connsiteX12" fmla="*/ 138814 w 607227"/>
                    <a:gd name="connsiteY12" fmla="*/ 245378 h 510399"/>
                    <a:gd name="connsiteX13" fmla="*/ 180286 w 607227"/>
                    <a:gd name="connsiteY13" fmla="*/ 203967 h 510399"/>
                    <a:gd name="connsiteX14" fmla="*/ 201063 w 607227"/>
                    <a:gd name="connsiteY14" fmla="*/ 195376 h 510399"/>
                    <a:gd name="connsiteX15" fmla="*/ 221759 w 607227"/>
                    <a:gd name="connsiteY15" fmla="*/ 203967 h 510399"/>
                    <a:gd name="connsiteX16" fmla="*/ 277191 w 607227"/>
                    <a:gd name="connsiteY16" fmla="*/ 259317 h 510399"/>
                    <a:gd name="connsiteX17" fmla="*/ 444948 w 607227"/>
                    <a:gd name="connsiteY17" fmla="*/ 91807 h 510399"/>
                    <a:gd name="connsiteX18" fmla="*/ 503951 w 607227"/>
                    <a:gd name="connsiteY18" fmla="*/ 32891 h 510399"/>
                    <a:gd name="connsiteX19" fmla="*/ 515719 w 607227"/>
                    <a:gd name="connsiteY19" fmla="*/ 21221 h 510399"/>
                    <a:gd name="connsiteX20" fmla="*/ 536415 w 607227"/>
                    <a:gd name="connsiteY20" fmla="*/ 12631 h 510399"/>
                    <a:gd name="connsiteX21" fmla="*/ 61847 w 607227"/>
                    <a:gd name="connsiteY21" fmla="*/ 0 h 510399"/>
                    <a:gd name="connsiteX22" fmla="*/ 449328 w 607227"/>
                    <a:gd name="connsiteY22" fmla="*/ 0 h 510399"/>
                    <a:gd name="connsiteX23" fmla="*/ 491858 w 607227"/>
                    <a:gd name="connsiteY23" fmla="*/ 17019 h 510399"/>
                    <a:gd name="connsiteX24" fmla="*/ 442591 w 607227"/>
                    <a:gd name="connsiteY24" fmla="*/ 66130 h 510399"/>
                    <a:gd name="connsiteX25" fmla="*/ 66230 w 607227"/>
                    <a:gd name="connsiteY25" fmla="*/ 66130 h 510399"/>
                    <a:gd name="connsiteX26" fmla="*/ 66230 w 607227"/>
                    <a:gd name="connsiteY26" fmla="*/ 444269 h 510399"/>
                    <a:gd name="connsiteX27" fmla="*/ 444945 w 607227"/>
                    <a:gd name="connsiteY27" fmla="*/ 444269 h 510399"/>
                    <a:gd name="connsiteX28" fmla="*/ 444945 w 607227"/>
                    <a:gd name="connsiteY28" fmla="*/ 285590 h 510399"/>
                    <a:gd name="connsiteX29" fmla="*/ 511175 w 607227"/>
                    <a:gd name="connsiteY29" fmla="*/ 219460 h 510399"/>
                    <a:gd name="connsiteX30" fmla="*/ 511175 w 607227"/>
                    <a:gd name="connsiteY30" fmla="*/ 448645 h 510399"/>
                    <a:gd name="connsiteX31" fmla="*/ 449328 w 607227"/>
                    <a:gd name="connsiteY31" fmla="*/ 510399 h 510399"/>
                    <a:gd name="connsiteX32" fmla="*/ 61847 w 607227"/>
                    <a:gd name="connsiteY32" fmla="*/ 510399 h 510399"/>
                    <a:gd name="connsiteX33" fmla="*/ 0 w 607227"/>
                    <a:gd name="connsiteY33" fmla="*/ 448645 h 510399"/>
                    <a:gd name="connsiteX34" fmla="*/ 0 w 607227"/>
                    <a:gd name="connsiteY34" fmla="*/ 61673 h 510399"/>
                    <a:gd name="connsiteX35" fmla="*/ 61847 w 607227"/>
                    <a:gd name="connsiteY35" fmla="*/ 0 h 510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</a:cxnLst>
                  <a:rect l="l" t="t" r="r" b="b"/>
                  <a:pathLst>
                    <a:path w="607227" h="510399">
                      <a:moveTo>
                        <a:pt x="536415" y="12631"/>
                      </a:moveTo>
                      <a:cubicBezTo>
                        <a:pt x="543882" y="12631"/>
                        <a:pt x="551430" y="15467"/>
                        <a:pt x="557192" y="21221"/>
                      </a:cubicBezTo>
                      <a:lnTo>
                        <a:pt x="598584" y="62633"/>
                      </a:lnTo>
                      <a:cubicBezTo>
                        <a:pt x="610108" y="74059"/>
                        <a:pt x="610108" y="92618"/>
                        <a:pt x="598584" y="104044"/>
                      </a:cubicBezTo>
                      <a:lnTo>
                        <a:pt x="511175" y="191324"/>
                      </a:lnTo>
                      <a:lnTo>
                        <a:pt x="444948" y="257453"/>
                      </a:lnTo>
                      <a:lnTo>
                        <a:pt x="339441" y="362805"/>
                      </a:lnTo>
                      <a:lnTo>
                        <a:pt x="297968" y="404217"/>
                      </a:lnTo>
                      <a:cubicBezTo>
                        <a:pt x="292206" y="409971"/>
                        <a:pt x="284739" y="412807"/>
                        <a:pt x="277191" y="412807"/>
                      </a:cubicBezTo>
                      <a:cubicBezTo>
                        <a:pt x="269724" y="412807"/>
                        <a:pt x="262177" y="409971"/>
                        <a:pt x="256495" y="404217"/>
                      </a:cubicBezTo>
                      <a:lnTo>
                        <a:pt x="215023" y="362805"/>
                      </a:lnTo>
                      <a:lnTo>
                        <a:pt x="138814" y="286790"/>
                      </a:lnTo>
                      <a:cubicBezTo>
                        <a:pt x="127370" y="275363"/>
                        <a:pt x="127370" y="256805"/>
                        <a:pt x="138814" y="245378"/>
                      </a:cubicBezTo>
                      <a:lnTo>
                        <a:pt x="180286" y="203967"/>
                      </a:lnTo>
                      <a:cubicBezTo>
                        <a:pt x="186049" y="198213"/>
                        <a:pt x="193515" y="195376"/>
                        <a:pt x="201063" y="195376"/>
                      </a:cubicBezTo>
                      <a:cubicBezTo>
                        <a:pt x="208530" y="195376"/>
                        <a:pt x="215997" y="198213"/>
                        <a:pt x="221759" y="203967"/>
                      </a:cubicBezTo>
                      <a:lnTo>
                        <a:pt x="277191" y="259317"/>
                      </a:lnTo>
                      <a:lnTo>
                        <a:pt x="444948" y="91807"/>
                      </a:lnTo>
                      <a:lnTo>
                        <a:pt x="503951" y="32891"/>
                      </a:lnTo>
                      <a:lnTo>
                        <a:pt x="515719" y="21221"/>
                      </a:lnTo>
                      <a:cubicBezTo>
                        <a:pt x="521401" y="15467"/>
                        <a:pt x="528949" y="12631"/>
                        <a:pt x="536415" y="12631"/>
                      </a:cubicBezTo>
                      <a:close/>
                      <a:moveTo>
                        <a:pt x="61847" y="0"/>
                      </a:moveTo>
                      <a:lnTo>
                        <a:pt x="449328" y="0"/>
                      </a:lnTo>
                      <a:cubicBezTo>
                        <a:pt x="465804" y="0"/>
                        <a:pt x="480738" y="6483"/>
                        <a:pt x="491858" y="17019"/>
                      </a:cubicBezTo>
                      <a:lnTo>
                        <a:pt x="442591" y="66130"/>
                      </a:lnTo>
                      <a:lnTo>
                        <a:pt x="66230" y="66130"/>
                      </a:lnTo>
                      <a:lnTo>
                        <a:pt x="66230" y="444269"/>
                      </a:lnTo>
                      <a:lnTo>
                        <a:pt x="444945" y="444269"/>
                      </a:lnTo>
                      <a:lnTo>
                        <a:pt x="444945" y="285590"/>
                      </a:lnTo>
                      <a:lnTo>
                        <a:pt x="511175" y="219460"/>
                      </a:lnTo>
                      <a:lnTo>
                        <a:pt x="511175" y="448645"/>
                      </a:lnTo>
                      <a:cubicBezTo>
                        <a:pt x="511175" y="482683"/>
                        <a:pt x="483417" y="510399"/>
                        <a:pt x="449328" y="510399"/>
                      </a:cubicBezTo>
                      <a:lnTo>
                        <a:pt x="61847" y="510399"/>
                      </a:lnTo>
                      <a:cubicBezTo>
                        <a:pt x="27758" y="510399"/>
                        <a:pt x="0" y="482683"/>
                        <a:pt x="0" y="448645"/>
                      </a:cubicBezTo>
                      <a:lnTo>
                        <a:pt x="0" y="61673"/>
                      </a:lnTo>
                      <a:cubicBezTo>
                        <a:pt x="0" y="27635"/>
                        <a:pt x="27758" y="0"/>
                        <a:pt x="61847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</p:grpSp>
    </p:spTree>
    <p:custDataLst>
      <p:tags r:id="rId2"/>
    </p:custDataLst>
    <p:extLst>
      <p:ext uri="{BB962C8B-B14F-4D97-AF65-F5344CB8AC3E}">
        <p14:creationId xmlns:p14="http://schemas.microsoft.com/office/powerpoint/2010/main" val="1276018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He</a:t>
            </a:r>
            <a:r>
              <a:rPr lang="en-US" altLang="zh-CN" sz="100"/>
              <a:t> </a:t>
            </a:r>
            <a:r>
              <a:rPr lang="en-US" altLang="zh-CN"/>
              <a:t>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&amp; paste, choose "keep text only</a:t>
            </a:r>
            <a:r>
              <a:rPr lang="en-US" altLang="zh-CN"/>
              <a:t>" opt</a:t>
            </a:r>
            <a:r>
              <a:rPr lang="en-US" altLang="zh-CN" sz="100"/>
              <a:t> </a:t>
            </a:r>
            <a:r>
              <a:rPr lang="en-US" altLang="zh-CN"/>
              <a:t>ion</a:t>
            </a:r>
            <a:r>
              <a:rPr lang="en-US" altLang="zh-CN" dirty="0"/>
              <a:t>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732004" y="2313213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00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 </a:t>
            </a:r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02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300796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0DEC4-D874-4372-A8E1-9366E4932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47D3BF-83A5-46FA-AB7D-6FAE5964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</a:t>
            </a:r>
            <a:r>
              <a:rPr lang="zh-CN" altLang="en-US" sz="100"/>
              <a:t> </a:t>
            </a:r>
            <a:r>
              <a:rPr lang="zh-CN" altLang="en-US"/>
              <a:t>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052EE5-E659-4D24-95B6-3C196CD5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16</a:t>
            </a:fld>
            <a:r>
              <a:rPr lang="zh-CN" altLang="en-US" sz="100"/>
              <a:t> </a:t>
            </a:r>
          </a:p>
        </p:txBody>
      </p:sp>
      <p:grpSp>
        <p:nvGrpSpPr>
          <p:cNvPr id="5" name="277751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877195BC-197C-4D57-B7AD-05E56C78D6F5}"/>
              </a:ext>
            </a:extLst>
          </p:cNvPr>
          <p:cNvGrpSpPr>
            <a:grpSpLocks noChangeAspect="1"/>
          </p:cNvGrpSpPr>
          <p:nvPr/>
        </p:nvGrpSpPr>
        <p:grpSpPr>
          <a:xfrm>
            <a:off x="0" y="1282700"/>
            <a:ext cx="12192000" cy="5575300"/>
            <a:chOff x="0" y="1282700"/>
            <a:chExt cx="12192000" cy="5575300"/>
          </a:xfrm>
        </p:grpSpPr>
        <p:sp>
          <p:nvSpPr>
            <p:cNvPr id="6" name="íšḻiḋê">
              <a:extLst>
                <a:ext uri="{FF2B5EF4-FFF2-40B4-BE49-F238E27FC236}">
                  <a16:creationId xmlns:a16="http://schemas.microsoft.com/office/drawing/2014/main" id="{988E9408-AA60-4AF3-9ADD-0C344121D3D3}"/>
                </a:ext>
              </a:extLst>
            </p:cNvPr>
            <p:cNvSpPr/>
            <p:nvPr/>
          </p:nvSpPr>
          <p:spPr>
            <a:xfrm flipH="1">
              <a:off x="0" y="5207000"/>
              <a:ext cx="12192000" cy="1651000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0" y="120000"/>
                  </a:moveTo>
                  <a:lnTo>
                    <a:pt x="0" y="102222"/>
                  </a:lnTo>
                  <a:lnTo>
                    <a:pt x="583" y="102222"/>
                  </a:lnTo>
                  <a:lnTo>
                    <a:pt x="583" y="89777"/>
                  </a:lnTo>
                  <a:lnTo>
                    <a:pt x="4166" y="89777"/>
                  </a:lnTo>
                  <a:lnTo>
                    <a:pt x="4166" y="79111"/>
                  </a:lnTo>
                  <a:lnTo>
                    <a:pt x="6416" y="79111"/>
                  </a:lnTo>
                  <a:lnTo>
                    <a:pt x="6416" y="91111"/>
                  </a:lnTo>
                  <a:lnTo>
                    <a:pt x="7625" y="91111"/>
                  </a:lnTo>
                  <a:lnTo>
                    <a:pt x="7625" y="79111"/>
                  </a:lnTo>
                  <a:lnTo>
                    <a:pt x="8958" y="79111"/>
                  </a:lnTo>
                  <a:lnTo>
                    <a:pt x="8958" y="45333"/>
                  </a:lnTo>
                  <a:lnTo>
                    <a:pt x="9541" y="45333"/>
                  </a:lnTo>
                  <a:lnTo>
                    <a:pt x="9541" y="39111"/>
                  </a:lnTo>
                  <a:lnTo>
                    <a:pt x="10958" y="39111"/>
                  </a:lnTo>
                  <a:lnTo>
                    <a:pt x="10958" y="45333"/>
                  </a:lnTo>
                  <a:lnTo>
                    <a:pt x="11583" y="45333"/>
                  </a:lnTo>
                  <a:lnTo>
                    <a:pt x="11583" y="76000"/>
                  </a:lnTo>
                  <a:lnTo>
                    <a:pt x="12083" y="76000"/>
                  </a:lnTo>
                  <a:lnTo>
                    <a:pt x="12083" y="95555"/>
                  </a:lnTo>
                  <a:lnTo>
                    <a:pt x="13250" y="95555"/>
                  </a:lnTo>
                  <a:lnTo>
                    <a:pt x="13250" y="60000"/>
                  </a:lnTo>
                  <a:lnTo>
                    <a:pt x="14041" y="60000"/>
                  </a:lnTo>
                  <a:lnTo>
                    <a:pt x="14041" y="45333"/>
                  </a:lnTo>
                  <a:lnTo>
                    <a:pt x="14583" y="45333"/>
                  </a:lnTo>
                  <a:lnTo>
                    <a:pt x="14583" y="27555"/>
                  </a:lnTo>
                  <a:lnTo>
                    <a:pt x="14958" y="27555"/>
                  </a:lnTo>
                  <a:lnTo>
                    <a:pt x="14958" y="14222"/>
                  </a:lnTo>
                  <a:lnTo>
                    <a:pt x="15333" y="14222"/>
                  </a:lnTo>
                  <a:lnTo>
                    <a:pt x="15333" y="0"/>
                  </a:lnTo>
                  <a:lnTo>
                    <a:pt x="15958" y="0"/>
                  </a:lnTo>
                  <a:lnTo>
                    <a:pt x="15958" y="13777"/>
                  </a:lnTo>
                  <a:lnTo>
                    <a:pt x="16416" y="13777"/>
                  </a:lnTo>
                  <a:lnTo>
                    <a:pt x="16416" y="24888"/>
                  </a:lnTo>
                  <a:lnTo>
                    <a:pt x="16791" y="24888"/>
                  </a:lnTo>
                  <a:lnTo>
                    <a:pt x="16791" y="46222"/>
                  </a:lnTo>
                  <a:lnTo>
                    <a:pt x="17333" y="46222"/>
                  </a:lnTo>
                  <a:lnTo>
                    <a:pt x="17333" y="61333"/>
                  </a:lnTo>
                  <a:lnTo>
                    <a:pt x="17916" y="61333"/>
                  </a:lnTo>
                  <a:lnTo>
                    <a:pt x="17916" y="101333"/>
                  </a:lnTo>
                  <a:lnTo>
                    <a:pt x="18875" y="101333"/>
                  </a:lnTo>
                  <a:lnTo>
                    <a:pt x="18875" y="92000"/>
                  </a:lnTo>
                  <a:lnTo>
                    <a:pt x="20958" y="92000"/>
                  </a:lnTo>
                  <a:lnTo>
                    <a:pt x="20958" y="96444"/>
                  </a:lnTo>
                  <a:lnTo>
                    <a:pt x="21750" y="96444"/>
                  </a:lnTo>
                  <a:lnTo>
                    <a:pt x="21750" y="54666"/>
                  </a:lnTo>
                  <a:lnTo>
                    <a:pt x="22333" y="54666"/>
                  </a:lnTo>
                  <a:lnTo>
                    <a:pt x="22333" y="42666"/>
                  </a:lnTo>
                  <a:lnTo>
                    <a:pt x="24166" y="42666"/>
                  </a:lnTo>
                  <a:lnTo>
                    <a:pt x="24166" y="53777"/>
                  </a:lnTo>
                  <a:lnTo>
                    <a:pt x="24583" y="56888"/>
                  </a:lnTo>
                  <a:lnTo>
                    <a:pt x="24583" y="85777"/>
                  </a:lnTo>
                  <a:lnTo>
                    <a:pt x="25291" y="85777"/>
                  </a:lnTo>
                  <a:lnTo>
                    <a:pt x="25291" y="79555"/>
                  </a:lnTo>
                  <a:lnTo>
                    <a:pt x="27125" y="79555"/>
                  </a:lnTo>
                  <a:lnTo>
                    <a:pt x="27125" y="86222"/>
                  </a:lnTo>
                  <a:lnTo>
                    <a:pt x="28208" y="86222"/>
                  </a:lnTo>
                  <a:lnTo>
                    <a:pt x="28208" y="92000"/>
                  </a:lnTo>
                  <a:lnTo>
                    <a:pt x="29416" y="92000"/>
                  </a:lnTo>
                  <a:lnTo>
                    <a:pt x="29416" y="83555"/>
                  </a:lnTo>
                  <a:lnTo>
                    <a:pt x="30250" y="83555"/>
                  </a:lnTo>
                  <a:lnTo>
                    <a:pt x="30250" y="65777"/>
                  </a:lnTo>
                  <a:lnTo>
                    <a:pt x="35041" y="65777"/>
                  </a:lnTo>
                  <a:lnTo>
                    <a:pt x="35041" y="83555"/>
                  </a:lnTo>
                  <a:lnTo>
                    <a:pt x="35875" y="83555"/>
                  </a:lnTo>
                  <a:lnTo>
                    <a:pt x="35875" y="65777"/>
                  </a:lnTo>
                  <a:lnTo>
                    <a:pt x="39916" y="65777"/>
                  </a:lnTo>
                  <a:lnTo>
                    <a:pt x="39916" y="72888"/>
                  </a:lnTo>
                  <a:lnTo>
                    <a:pt x="41041" y="72888"/>
                  </a:lnTo>
                  <a:lnTo>
                    <a:pt x="41041" y="99555"/>
                  </a:lnTo>
                  <a:lnTo>
                    <a:pt x="42583" y="99555"/>
                  </a:lnTo>
                  <a:lnTo>
                    <a:pt x="42583" y="76888"/>
                  </a:lnTo>
                  <a:lnTo>
                    <a:pt x="45250" y="56000"/>
                  </a:lnTo>
                  <a:lnTo>
                    <a:pt x="47875" y="76888"/>
                  </a:lnTo>
                  <a:lnTo>
                    <a:pt x="47875" y="88888"/>
                  </a:lnTo>
                  <a:lnTo>
                    <a:pt x="48666" y="88888"/>
                  </a:lnTo>
                  <a:lnTo>
                    <a:pt x="48666" y="104000"/>
                  </a:lnTo>
                  <a:lnTo>
                    <a:pt x="49208" y="104000"/>
                  </a:lnTo>
                  <a:lnTo>
                    <a:pt x="49208" y="73333"/>
                  </a:lnTo>
                  <a:lnTo>
                    <a:pt x="51500" y="73333"/>
                  </a:lnTo>
                  <a:lnTo>
                    <a:pt x="51500" y="85777"/>
                  </a:lnTo>
                  <a:lnTo>
                    <a:pt x="53708" y="85777"/>
                  </a:lnTo>
                  <a:lnTo>
                    <a:pt x="53708" y="94666"/>
                  </a:lnTo>
                  <a:lnTo>
                    <a:pt x="54500" y="94666"/>
                  </a:lnTo>
                  <a:lnTo>
                    <a:pt x="54500" y="85777"/>
                  </a:lnTo>
                  <a:lnTo>
                    <a:pt x="57125" y="85777"/>
                  </a:lnTo>
                  <a:lnTo>
                    <a:pt x="57125" y="102222"/>
                  </a:lnTo>
                  <a:lnTo>
                    <a:pt x="57625" y="102222"/>
                  </a:lnTo>
                  <a:lnTo>
                    <a:pt x="57625" y="104888"/>
                  </a:lnTo>
                  <a:lnTo>
                    <a:pt x="58875" y="104888"/>
                  </a:lnTo>
                  <a:lnTo>
                    <a:pt x="58875" y="94222"/>
                  </a:lnTo>
                  <a:lnTo>
                    <a:pt x="61666" y="94222"/>
                  </a:lnTo>
                  <a:lnTo>
                    <a:pt x="61666" y="89777"/>
                  </a:lnTo>
                  <a:lnTo>
                    <a:pt x="62250" y="89777"/>
                  </a:lnTo>
                  <a:lnTo>
                    <a:pt x="62250" y="84000"/>
                  </a:lnTo>
                  <a:lnTo>
                    <a:pt x="62833" y="84000"/>
                  </a:lnTo>
                  <a:lnTo>
                    <a:pt x="62833" y="88888"/>
                  </a:lnTo>
                  <a:lnTo>
                    <a:pt x="63500" y="88888"/>
                  </a:lnTo>
                  <a:lnTo>
                    <a:pt x="63500" y="83111"/>
                  </a:lnTo>
                  <a:lnTo>
                    <a:pt x="64999" y="83111"/>
                  </a:lnTo>
                  <a:lnTo>
                    <a:pt x="64999" y="88444"/>
                  </a:lnTo>
                  <a:lnTo>
                    <a:pt x="65666" y="88444"/>
                  </a:lnTo>
                  <a:lnTo>
                    <a:pt x="65666" y="103111"/>
                  </a:lnTo>
                  <a:lnTo>
                    <a:pt x="66916" y="103111"/>
                  </a:lnTo>
                  <a:lnTo>
                    <a:pt x="66916" y="82666"/>
                  </a:lnTo>
                  <a:lnTo>
                    <a:pt x="69375" y="82666"/>
                  </a:lnTo>
                  <a:lnTo>
                    <a:pt x="69375" y="88888"/>
                  </a:lnTo>
                  <a:lnTo>
                    <a:pt x="70416" y="88888"/>
                  </a:lnTo>
                  <a:lnTo>
                    <a:pt x="70416" y="46222"/>
                  </a:lnTo>
                  <a:lnTo>
                    <a:pt x="71500" y="35111"/>
                  </a:lnTo>
                  <a:lnTo>
                    <a:pt x="72458" y="45777"/>
                  </a:lnTo>
                  <a:lnTo>
                    <a:pt x="72458" y="103111"/>
                  </a:lnTo>
                  <a:lnTo>
                    <a:pt x="73583" y="103111"/>
                  </a:lnTo>
                  <a:lnTo>
                    <a:pt x="73583" y="47555"/>
                  </a:lnTo>
                  <a:lnTo>
                    <a:pt x="76916" y="47555"/>
                  </a:lnTo>
                  <a:lnTo>
                    <a:pt x="76916" y="97777"/>
                  </a:lnTo>
                  <a:lnTo>
                    <a:pt x="77541" y="97777"/>
                  </a:lnTo>
                  <a:lnTo>
                    <a:pt x="77541" y="85777"/>
                  </a:lnTo>
                  <a:lnTo>
                    <a:pt x="79000" y="85777"/>
                  </a:lnTo>
                  <a:lnTo>
                    <a:pt x="79000" y="92888"/>
                  </a:lnTo>
                  <a:lnTo>
                    <a:pt x="82000" y="92888"/>
                  </a:lnTo>
                  <a:lnTo>
                    <a:pt x="82000" y="102222"/>
                  </a:lnTo>
                  <a:lnTo>
                    <a:pt x="84333" y="102222"/>
                  </a:lnTo>
                  <a:lnTo>
                    <a:pt x="84333" y="88000"/>
                  </a:lnTo>
                  <a:lnTo>
                    <a:pt x="85583" y="88000"/>
                  </a:lnTo>
                  <a:lnTo>
                    <a:pt x="85583" y="96000"/>
                  </a:lnTo>
                  <a:lnTo>
                    <a:pt x="86500" y="96000"/>
                  </a:lnTo>
                  <a:lnTo>
                    <a:pt x="86500" y="91111"/>
                  </a:lnTo>
                  <a:lnTo>
                    <a:pt x="87791" y="91111"/>
                  </a:lnTo>
                  <a:lnTo>
                    <a:pt x="87791" y="84888"/>
                  </a:lnTo>
                  <a:lnTo>
                    <a:pt x="89375" y="84888"/>
                  </a:lnTo>
                  <a:lnTo>
                    <a:pt x="89375" y="100888"/>
                  </a:lnTo>
                  <a:lnTo>
                    <a:pt x="90541" y="100888"/>
                  </a:lnTo>
                  <a:lnTo>
                    <a:pt x="90541" y="63111"/>
                  </a:lnTo>
                  <a:lnTo>
                    <a:pt x="92458" y="63555"/>
                  </a:lnTo>
                  <a:lnTo>
                    <a:pt x="92458" y="84444"/>
                  </a:lnTo>
                  <a:lnTo>
                    <a:pt x="93750" y="84444"/>
                  </a:lnTo>
                  <a:lnTo>
                    <a:pt x="93750" y="97333"/>
                  </a:lnTo>
                  <a:lnTo>
                    <a:pt x="95375" y="97333"/>
                  </a:lnTo>
                  <a:lnTo>
                    <a:pt x="95375" y="83111"/>
                  </a:lnTo>
                  <a:lnTo>
                    <a:pt x="96500" y="83111"/>
                  </a:lnTo>
                  <a:lnTo>
                    <a:pt x="96500" y="77333"/>
                  </a:lnTo>
                  <a:lnTo>
                    <a:pt x="98000" y="77333"/>
                  </a:lnTo>
                  <a:lnTo>
                    <a:pt x="98000" y="81333"/>
                  </a:lnTo>
                  <a:lnTo>
                    <a:pt x="99041" y="81333"/>
                  </a:lnTo>
                  <a:lnTo>
                    <a:pt x="99041" y="75111"/>
                  </a:lnTo>
                  <a:lnTo>
                    <a:pt x="101000" y="59555"/>
                  </a:lnTo>
                  <a:lnTo>
                    <a:pt x="102916" y="75111"/>
                  </a:lnTo>
                  <a:lnTo>
                    <a:pt x="102916" y="96444"/>
                  </a:lnTo>
                  <a:lnTo>
                    <a:pt x="103250" y="96444"/>
                  </a:lnTo>
                  <a:lnTo>
                    <a:pt x="103250" y="92000"/>
                  </a:lnTo>
                  <a:lnTo>
                    <a:pt x="104750" y="92000"/>
                  </a:lnTo>
                  <a:lnTo>
                    <a:pt x="104750" y="111111"/>
                  </a:lnTo>
                  <a:lnTo>
                    <a:pt x="105125" y="111111"/>
                  </a:lnTo>
                  <a:lnTo>
                    <a:pt x="105125" y="101777"/>
                  </a:lnTo>
                  <a:lnTo>
                    <a:pt x="106291" y="101777"/>
                  </a:lnTo>
                  <a:lnTo>
                    <a:pt x="106291" y="81777"/>
                  </a:lnTo>
                  <a:lnTo>
                    <a:pt x="107791" y="81777"/>
                  </a:lnTo>
                  <a:lnTo>
                    <a:pt x="107791" y="101777"/>
                  </a:lnTo>
                  <a:lnTo>
                    <a:pt x="107833" y="101777"/>
                  </a:lnTo>
                  <a:lnTo>
                    <a:pt x="107833" y="93777"/>
                  </a:lnTo>
                  <a:lnTo>
                    <a:pt x="108583" y="93777"/>
                  </a:lnTo>
                  <a:lnTo>
                    <a:pt x="108583" y="89777"/>
                  </a:lnTo>
                  <a:lnTo>
                    <a:pt x="110166" y="89777"/>
                  </a:lnTo>
                  <a:lnTo>
                    <a:pt x="110166" y="103111"/>
                  </a:lnTo>
                  <a:lnTo>
                    <a:pt x="110416" y="103111"/>
                  </a:lnTo>
                  <a:lnTo>
                    <a:pt x="110416" y="93777"/>
                  </a:lnTo>
                  <a:lnTo>
                    <a:pt x="110625" y="93777"/>
                  </a:lnTo>
                  <a:lnTo>
                    <a:pt x="110625" y="76444"/>
                  </a:lnTo>
                  <a:lnTo>
                    <a:pt x="111416" y="76444"/>
                  </a:lnTo>
                  <a:lnTo>
                    <a:pt x="111416" y="68444"/>
                  </a:lnTo>
                  <a:lnTo>
                    <a:pt x="111833" y="68444"/>
                  </a:lnTo>
                  <a:lnTo>
                    <a:pt x="111833" y="64000"/>
                  </a:lnTo>
                  <a:lnTo>
                    <a:pt x="112916" y="64000"/>
                  </a:lnTo>
                  <a:lnTo>
                    <a:pt x="112916" y="68444"/>
                  </a:lnTo>
                  <a:lnTo>
                    <a:pt x="113375" y="68444"/>
                  </a:lnTo>
                  <a:lnTo>
                    <a:pt x="113375" y="91555"/>
                  </a:lnTo>
                  <a:lnTo>
                    <a:pt x="113416" y="91555"/>
                  </a:lnTo>
                  <a:lnTo>
                    <a:pt x="113416" y="91555"/>
                  </a:lnTo>
                  <a:lnTo>
                    <a:pt x="114666" y="91555"/>
                  </a:lnTo>
                  <a:lnTo>
                    <a:pt x="114666" y="79555"/>
                  </a:lnTo>
                  <a:lnTo>
                    <a:pt x="115250" y="79555"/>
                  </a:lnTo>
                  <a:lnTo>
                    <a:pt x="115250" y="68444"/>
                  </a:lnTo>
                  <a:lnTo>
                    <a:pt x="115625" y="68444"/>
                  </a:lnTo>
                  <a:lnTo>
                    <a:pt x="115625" y="55111"/>
                  </a:lnTo>
                  <a:lnTo>
                    <a:pt x="115916" y="55111"/>
                  </a:lnTo>
                  <a:lnTo>
                    <a:pt x="115916" y="44888"/>
                  </a:lnTo>
                  <a:lnTo>
                    <a:pt x="116250" y="44888"/>
                  </a:lnTo>
                  <a:lnTo>
                    <a:pt x="116250" y="34222"/>
                  </a:lnTo>
                  <a:lnTo>
                    <a:pt x="116666" y="34222"/>
                  </a:lnTo>
                  <a:lnTo>
                    <a:pt x="116666" y="44444"/>
                  </a:lnTo>
                  <a:lnTo>
                    <a:pt x="117000" y="44444"/>
                  </a:lnTo>
                  <a:lnTo>
                    <a:pt x="117000" y="52888"/>
                  </a:lnTo>
                  <a:lnTo>
                    <a:pt x="117333" y="52888"/>
                  </a:lnTo>
                  <a:lnTo>
                    <a:pt x="117333" y="68888"/>
                  </a:lnTo>
                  <a:lnTo>
                    <a:pt x="117708" y="68888"/>
                  </a:lnTo>
                  <a:lnTo>
                    <a:pt x="117708" y="80444"/>
                  </a:lnTo>
                  <a:lnTo>
                    <a:pt x="118166" y="80444"/>
                  </a:lnTo>
                  <a:lnTo>
                    <a:pt x="118166" y="92000"/>
                  </a:lnTo>
                  <a:lnTo>
                    <a:pt x="120000" y="92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 cmpd="sng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wrap="square" lIns="91440" tIns="45720" rIns="91440" bIns="45720" anchor="t" anchorCtr="0">
              <a:normAutofit fontScale="25000" lnSpcReduction="20000"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7" name="íṡḷîḑé">
              <a:extLst>
                <a:ext uri="{FF2B5EF4-FFF2-40B4-BE49-F238E27FC236}">
                  <a16:creationId xmlns:a16="http://schemas.microsoft.com/office/drawing/2014/main" id="{5BB4D2A5-C27C-40DA-9AA7-75C3DD094208}"/>
                </a:ext>
              </a:extLst>
            </p:cNvPr>
            <p:cNvSpPr/>
            <p:nvPr/>
          </p:nvSpPr>
          <p:spPr>
            <a:xfrm>
              <a:off x="1646563" y="1594421"/>
              <a:ext cx="9656437" cy="2129656"/>
            </a:xfrm>
            <a:custGeom>
              <a:avLst/>
              <a:gdLst/>
              <a:ahLst/>
              <a:cxnLst/>
              <a:rect l="0" t="0" r="0" b="0"/>
              <a:pathLst>
                <a:path w="120000" h="120000" extrusionOk="0">
                  <a:moveTo>
                    <a:pt x="31167" y="120000"/>
                  </a:moveTo>
                  <a:lnTo>
                    <a:pt x="105350" y="120000"/>
                  </a:lnTo>
                  <a:lnTo>
                    <a:pt x="105350" y="120000"/>
                  </a:lnTo>
                  <a:cubicBezTo>
                    <a:pt x="105603" y="120000"/>
                    <a:pt x="105843" y="119933"/>
                    <a:pt x="106097" y="119933"/>
                  </a:cubicBezTo>
                  <a:lnTo>
                    <a:pt x="106844" y="119733"/>
                  </a:lnTo>
                  <a:lnTo>
                    <a:pt x="107578" y="119334"/>
                  </a:lnTo>
                  <a:cubicBezTo>
                    <a:pt x="107818" y="119134"/>
                    <a:pt x="108058" y="119001"/>
                    <a:pt x="108298" y="118801"/>
                  </a:cubicBezTo>
                  <a:cubicBezTo>
                    <a:pt x="108539" y="118601"/>
                    <a:pt x="108765" y="118335"/>
                    <a:pt x="109006" y="118135"/>
                  </a:cubicBezTo>
                  <a:lnTo>
                    <a:pt x="109699" y="117336"/>
                  </a:lnTo>
                  <a:cubicBezTo>
                    <a:pt x="109926" y="117003"/>
                    <a:pt x="110166" y="116736"/>
                    <a:pt x="110393" y="116403"/>
                  </a:cubicBezTo>
                  <a:cubicBezTo>
                    <a:pt x="110607" y="116004"/>
                    <a:pt x="110833" y="115671"/>
                    <a:pt x="111047" y="115271"/>
                  </a:cubicBezTo>
                  <a:lnTo>
                    <a:pt x="111701" y="114073"/>
                  </a:lnTo>
                  <a:cubicBezTo>
                    <a:pt x="111914" y="113607"/>
                    <a:pt x="112114" y="113207"/>
                    <a:pt x="112328" y="112741"/>
                  </a:cubicBezTo>
                  <a:cubicBezTo>
                    <a:pt x="112528" y="112275"/>
                    <a:pt x="112741" y="111809"/>
                    <a:pt x="112941" y="111342"/>
                  </a:cubicBezTo>
                  <a:lnTo>
                    <a:pt x="113542" y="109744"/>
                  </a:lnTo>
                  <a:cubicBezTo>
                    <a:pt x="113742" y="109211"/>
                    <a:pt x="113929" y="108612"/>
                    <a:pt x="114129" y="108079"/>
                  </a:cubicBezTo>
                  <a:cubicBezTo>
                    <a:pt x="114302" y="107480"/>
                    <a:pt x="114489" y="106881"/>
                    <a:pt x="114663" y="106281"/>
                  </a:cubicBezTo>
                  <a:cubicBezTo>
                    <a:pt x="114849" y="105682"/>
                    <a:pt x="115023" y="105083"/>
                    <a:pt x="115210" y="104483"/>
                  </a:cubicBezTo>
                  <a:lnTo>
                    <a:pt x="115703" y="102419"/>
                  </a:lnTo>
                  <a:lnTo>
                    <a:pt x="116197" y="100355"/>
                  </a:lnTo>
                  <a:lnTo>
                    <a:pt x="116664" y="98224"/>
                  </a:lnTo>
                  <a:lnTo>
                    <a:pt x="117091" y="95893"/>
                  </a:lnTo>
                  <a:cubicBezTo>
                    <a:pt x="117224" y="95094"/>
                    <a:pt x="117371" y="94361"/>
                    <a:pt x="117505" y="93562"/>
                  </a:cubicBezTo>
                  <a:cubicBezTo>
                    <a:pt x="117625" y="92763"/>
                    <a:pt x="117758" y="91897"/>
                    <a:pt x="117878" y="91098"/>
                  </a:cubicBezTo>
                  <a:cubicBezTo>
                    <a:pt x="117998" y="90299"/>
                    <a:pt x="118105" y="89433"/>
                    <a:pt x="118225" y="88634"/>
                  </a:cubicBezTo>
                  <a:cubicBezTo>
                    <a:pt x="118332" y="87769"/>
                    <a:pt x="118452" y="86836"/>
                    <a:pt x="118559" y="85971"/>
                  </a:cubicBezTo>
                  <a:lnTo>
                    <a:pt x="118839" y="83374"/>
                  </a:lnTo>
                  <a:cubicBezTo>
                    <a:pt x="118932" y="82441"/>
                    <a:pt x="119012" y="81509"/>
                    <a:pt x="119106" y="80577"/>
                  </a:cubicBezTo>
                  <a:cubicBezTo>
                    <a:pt x="119186" y="79711"/>
                    <a:pt x="119266" y="78779"/>
                    <a:pt x="119346" y="77913"/>
                  </a:cubicBezTo>
                  <a:cubicBezTo>
                    <a:pt x="119412" y="76914"/>
                    <a:pt x="119466" y="75982"/>
                    <a:pt x="119533" y="74983"/>
                  </a:cubicBezTo>
                  <a:cubicBezTo>
                    <a:pt x="119586" y="74051"/>
                    <a:pt x="119653" y="73052"/>
                    <a:pt x="119706" y="72119"/>
                  </a:cubicBezTo>
                  <a:cubicBezTo>
                    <a:pt x="119746" y="71120"/>
                    <a:pt x="119799" y="70122"/>
                    <a:pt x="119839" y="69123"/>
                  </a:cubicBezTo>
                  <a:cubicBezTo>
                    <a:pt x="119866" y="68124"/>
                    <a:pt x="119906" y="67125"/>
                    <a:pt x="119933" y="66126"/>
                  </a:cubicBezTo>
                  <a:cubicBezTo>
                    <a:pt x="119946" y="65127"/>
                    <a:pt x="119973" y="64062"/>
                    <a:pt x="119986" y="63063"/>
                  </a:cubicBezTo>
                  <a:cubicBezTo>
                    <a:pt x="119986" y="62064"/>
                    <a:pt x="120000" y="60998"/>
                    <a:pt x="120000" y="60000"/>
                  </a:cubicBezTo>
                  <a:lnTo>
                    <a:pt x="120000" y="60000"/>
                  </a:lnTo>
                  <a:cubicBezTo>
                    <a:pt x="120000" y="59001"/>
                    <a:pt x="119986" y="57935"/>
                    <a:pt x="119986" y="56936"/>
                  </a:cubicBezTo>
                  <a:cubicBezTo>
                    <a:pt x="119973" y="55937"/>
                    <a:pt x="119946" y="54872"/>
                    <a:pt x="119933" y="53873"/>
                  </a:cubicBezTo>
                  <a:cubicBezTo>
                    <a:pt x="119906" y="52874"/>
                    <a:pt x="119866" y="51875"/>
                    <a:pt x="119839" y="50876"/>
                  </a:cubicBezTo>
                  <a:cubicBezTo>
                    <a:pt x="119799" y="49877"/>
                    <a:pt x="119746" y="48879"/>
                    <a:pt x="119706" y="47880"/>
                  </a:cubicBezTo>
                  <a:cubicBezTo>
                    <a:pt x="119653" y="46947"/>
                    <a:pt x="119586" y="45948"/>
                    <a:pt x="119533" y="45016"/>
                  </a:cubicBezTo>
                  <a:cubicBezTo>
                    <a:pt x="119466" y="44017"/>
                    <a:pt x="119412" y="43085"/>
                    <a:pt x="119346" y="42086"/>
                  </a:cubicBezTo>
                  <a:cubicBezTo>
                    <a:pt x="119266" y="41220"/>
                    <a:pt x="119186" y="40288"/>
                    <a:pt x="119106" y="39422"/>
                  </a:cubicBezTo>
                  <a:cubicBezTo>
                    <a:pt x="119012" y="38490"/>
                    <a:pt x="118932" y="37558"/>
                    <a:pt x="118839" y="36625"/>
                  </a:cubicBezTo>
                  <a:lnTo>
                    <a:pt x="118559" y="34028"/>
                  </a:lnTo>
                  <a:cubicBezTo>
                    <a:pt x="118452" y="33163"/>
                    <a:pt x="118332" y="32230"/>
                    <a:pt x="118225" y="31365"/>
                  </a:cubicBezTo>
                  <a:cubicBezTo>
                    <a:pt x="118105" y="30566"/>
                    <a:pt x="117998" y="29700"/>
                    <a:pt x="117878" y="28901"/>
                  </a:cubicBezTo>
                  <a:cubicBezTo>
                    <a:pt x="117758" y="28102"/>
                    <a:pt x="117625" y="27236"/>
                    <a:pt x="117505" y="26437"/>
                  </a:cubicBezTo>
                  <a:cubicBezTo>
                    <a:pt x="117371" y="25638"/>
                    <a:pt x="117224" y="24905"/>
                    <a:pt x="117091" y="24106"/>
                  </a:cubicBezTo>
                  <a:lnTo>
                    <a:pt x="116664" y="21775"/>
                  </a:lnTo>
                  <a:lnTo>
                    <a:pt x="116197" y="19644"/>
                  </a:lnTo>
                  <a:lnTo>
                    <a:pt x="115703" y="17580"/>
                  </a:lnTo>
                  <a:lnTo>
                    <a:pt x="115210" y="15516"/>
                  </a:lnTo>
                  <a:cubicBezTo>
                    <a:pt x="115023" y="14916"/>
                    <a:pt x="114849" y="14317"/>
                    <a:pt x="114663" y="13718"/>
                  </a:cubicBezTo>
                  <a:cubicBezTo>
                    <a:pt x="114489" y="13118"/>
                    <a:pt x="114302" y="12519"/>
                    <a:pt x="114129" y="11920"/>
                  </a:cubicBezTo>
                  <a:cubicBezTo>
                    <a:pt x="113929" y="11387"/>
                    <a:pt x="113742" y="10788"/>
                    <a:pt x="113542" y="10255"/>
                  </a:cubicBezTo>
                  <a:lnTo>
                    <a:pt x="112941" y="8657"/>
                  </a:lnTo>
                  <a:cubicBezTo>
                    <a:pt x="112741" y="8190"/>
                    <a:pt x="112528" y="7724"/>
                    <a:pt x="112328" y="7258"/>
                  </a:cubicBezTo>
                  <a:cubicBezTo>
                    <a:pt x="112114" y="6792"/>
                    <a:pt x="111914" y="6392"/>
                    <a:pt x="111701" y="5926"/>
                  </a:cubicBezTo>
                  <a:lnTo>
                    <a:pt x="111047" y="4728"/>
                  </a:lnTo>
                  <a:cubicBezTo>
                    <a:pt x="110833" y="4328"/>
                    <a:pt x="110607" y="3995"/>
                    <a:pt x="110393" y="3596"/>
                  </a:cubicBezTo>
                  <a:cubicBezTo>
                    <a:pt x="110166" y="3263"/>
                    <a:pt x="109926" y="2996"/>
                    <a:pt x="109699" y="2663"/>
                  </a:cubicBezTo>
                  <a:lnTo>
                    <a:pt x="109006" y="1864"/>
                  </a:lnTo>
                  <a:cubicBezTo>
                    <a:pt x="108765" y="1664"/>
                    <a:pt x="108539" y="1398"/>
                    <a:pt x="108298" y="1198"/>
                  </a:cubicBezTo>
                  <a:cubicBezTo>
                    <a:pt x="108058" y="998"/>
                    <a:pt x="107818" y="865"/>
                    <a:pt x="107578" y="665"/>
                  </a:cubicBezTo>
                  <a:lnTo>
                    <a:pt x="106844" y="266"/>
                  </a:lnTo>
                  <a:lnTo>
                    <a:pt x="106097" y="66"/>
                  </a:lnTo>
                  <a:cubicBezTo>
                    <a:pt x="105843" y="66"/>
                    <a:pt x="105603" y="0"/>
                    <a:pt x="105350" y="0"/>
                  </a:cubicBezTo>
                  <a:lnTo>
                    <a:pt x="14649" y="0"/>
                  </a:lnTo>
                  <a:lnTo>
                    <a:pt x="14649" y="0"/>
                  </a:lnTo>
                  <a:cubicBezTo>
                    <a:pt x="14396" y="0"/>
                    <a:pt x="14156" y="66"/>
                    <a:pt x="13902" y="66"/>
                  </a:cubicBezTo>
                  <a:lnTo>
                    <a:pt x="13155" y="266"/>
                  </a:lnTo>
                  <a:lnTo>
                    <a:pt x="12421" y="665"/>
                  </a:lnTo>
                  <a:cubicBezTo>
                    <a:pt x="12181" y="865"/>
                    <a:pt x="11941" y="998"/>
                    <a:pt x="11701" y="1198"/>
                  </a:cubicBezTo>
                  <a:cubicBezTo>
                    <a:pt x="11460" y="1398"/>
                    <a:pt x="11234" y="1664"/>
                    <a:pt x="10993" y="1864"/>
                  </a:cubicBezTo>
                  <a:lnTo>
                    <a:pt x="10300" y="2663"/>
                  </a:lnTo>
                  <a:cubicBezTo>
                    <a:pt x="10073" y="2996"/>
                    <a:pt x="9833" y="3263"/>
                    <a:pt x="9606" y="3596"/>
                  </a:cubicBezTo>
                  <a:cubicBezTo>
                    <a:pt x="9392" y="3995"/>
                    <a:pt x="9166" y="4328"/>
                    <a:pt x="8952" y="4728"/>
                  </a:cubicBezTo>
                  <a:lnTo>
                    <a:pt x="8298" y="5926"/>
                  </a:lnTo>
                  <a:cubicBezTo>
                    <a:pt x="8085" y="6392"/>
                    <a:pt x="7885" y="6792"/>
                    <a:pt x="7671" y="7258"/>
                  </a:cubicBezTo>
                  <a:cubicBezTo>
                    <a:pt x="7471" y="7724"/>
                    <a:pt x="7258" y="8190"/>
                    <a:pt x="7058" y="8657"/>
                  </a:cubicBezTo>
                  <a:lnTo>
                    <a:pt x="6457" y="10255"/>
                  </a:lnTo>
                  <a:cubicBezTo>
                    <a:pt x="6257" y="10788"/>
                    <a:pt x="6070" y="11387"/>
                    <a:pt x="5870" y="11920"/>
                  </a:cubicBezTo>
                  <a:cubicBezTo>
                    <a:pt x="5697" y="12519"/>
                    <a:pt x="5510" y="13118"/>
                    <a:pt x="5336" y="13718"/>
                  </a:cubicBezTo>
                  <a:cubicBezTo>
                    <a:pt x="5150" y="14317"/>
                    <a:pt x="4976" y="14916"/>
                    <a:pt x="4789" y="15516"/>
                  </a:cubicBezTo>
                  <a:lnTo>
                    <a:pt x="4296" y="17580"/>
                  </a:lnTo>
                  <a:lnTo>
                    <a:pt x="3802" y="19644"/>
                  </a:lnTo>
                  <a:lnTo>
                    <a:pt x="3335" y="21775"/>
                  </a:lnTo>
                  <a:lnTo>
                    <a:pt x="2908" y="24106"/>
                  </a:lnTo>
                  <a:cubicBezTo>
                    <a:pt x="2775" y="24905"/>
                    <a:pt x="2628" y="25638"/>
                    <a:pt x="2494" y="26437"/>
                  </a:cubicBezTo>
                  <a:cubicBezTo>
                    <a:pt x="2374" y="27236"/>
                    <a:pt x="2241" y="28102"/>
                    <a:pt x="2121" y="28901"/>
                  </a:cubicBezTo>
                  <a:cubicBezTo>
                    <a:pt x="2001" y="29700"/>
                    <a:pt x="1894" y="30566"/>
                    <a:pt x="1774" y="31365"/>
                  </a:cubicBezTo>
                  <a:cubicBezTo>
                    <a:pt x="1667" y="32230"/>
                    <a:pt x="1547" y="33163"/>
                    <a:pt x="1440" y="34028"/>
                  </a:cubicBezTo>
                  <a:lnTo>
                    <a:pt x="1160" y="36625"/>
                  </a:lnTo>
                  <a:cubicBezTo>
                    <a:pt x="1067" y="37558"/>
                    <a:pt x="987" y="38490"/>
                    <a:pt x="893" y="39422"/>
                  </a:cubicBezTo>
                  <a:cubicBezTo>
                    <a:pt x="813" y="40288"/>
                    <a:pt x="733" y="41220"/>
                    <a:pt x="653" y="42086"/>
                  </a:cubicBezTo>
                  <a:cubicBezTo>
                    <a:pt x="587" y="43085"/>
                    <a:pt x="533" y="44017"/>
                    <a:pt x="466" y="45016"/>
                  </a:cubicBezTo>
                  <a:cubicBezTo>
                    <a:pt x="413" y="45948"/>
                    <a:pt x="346" y="46947"/>
                    <a:pt x="293" y="47880"/>
                  </a:cubicBezTo>
                  <a:cubicBezTo>
                    <a:pt x="253" y="48879"/>
                    <a:pt x="200" y="49877"/>
                    <a:pt x="160" y="50876"/>
                  </a:cubicBezTo>
                  <a:cubicBezTo>
                    <a:pt x="133" y="51875"/>
                    <a:pt x="93" y="52874"/>
                    <a:pt x="66" y="53873"/>
                  </a:cubicBezTo>
                  <a:cubicBezTo>
                    <a:pt x="53" y="54872"/>
                    <a:pt x="26" y="55937"/>
                    <a:pt x="13" y="56936"/>
                  </a:cubicBezTo>
                  <a:cubicBezTo>
                    <a:pt x="13" y="57935"/>
                    <a:pt x="0" y="59001"/>
                    <a:pt x="0" y="60000"/>
                  </a:cubicBezTo>
                </a:path>
              </a:pathLst>
            </a:custGeom>
            <a:noFill/>
            <a:ln w="12700" cap="flat" cmpd="sng">
              <a:solidFill>
                <a:schemeClr val="bg1">
                  <a:lumMod val="75000"/>
                </a:schemeClr>
              </a:solidFill>
              <a:prstDash val="dash"/>
              <a:round/>
              <a:headEnd type="triangle" w="med" len="med"/>
              <a:tailEnd type="triangle" w="med" len="med"/>
            </a:ln>
          </p:spPr>
          <p:txBody>
            <a:bodyPr wrap="square" lIns="91440" tIns="45720" rIns="91440" bIns="45720" anchor="t" anchorCtr="0">
              <a:normAutofit fontScale="25000" lnSpcReduction="20000"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9pPr>
            </a:lstStyle>
            <a:p>
              <a:pPr marL="0" marR="0" lvl="0" indent="0" algn="l" rtl="0">
                <a:spcBef>
                  <a:spcPts val="0"/>
                </a:spcBef>
                <a:buNone/>
              </a:pPr>
              <a:endParaRPr/>
            </a:p>
          </p:txBody>
        </p:sp>
        <p:sp>
          <p:nvSpPr>
            <p:cNvPr id="8" name="îSļíḍè">
              <a:extLst>
                <a:ext uri="{FF2B5EF4-FFF2-40B4-BE49-F238E27FC236}">
                  <a16:creationId xmlns:a16="http://schemas.microsoft.com/office/drawing/2014/main" id="{1881CCCC-C46F-430C-948E-BD62EFF259EE}"/>
                </a:ext>
              </a:extLst>
            </p:cNvPr>
            <p:cNvSpPr/>
            <p:nvPr/>
          </p:nvSpPr>
          <p:spPr>
            <a:xfrm>
              <a:off x="1334449" y="2668774"/>
              <a:ext cx="618287" cy="618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1pPr>
              <a:lvl2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2pPr>
              <a:lvl3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3pPr>
              <a:lvl4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4pPr>
              <a:lvl5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5pPr>
              <a:lvl6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6pPr>
              <a:lvl7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7pPr>
              <a:lvl8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8pPr>
              <a:lvl9pPr marR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defRPr sz="1400" b="0" i="0" u="none" strike="noStrike" cap="none" baseline="0">
                  <a:solidFill>
                    <a:srgbClr val="000000"/>
                  </a:solidFill>
                  <a:rtl val="0"/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buNone/>
              </a:pPr>
              <a:endParaRPr/>
            </a:p>
          </p:txBody>
        </p:sp>
        <p:grpSp>
          <p:nvGrpSpPr>
            <p:cNvPr id="9" name="îṩľiḓè">
              <a:extLst>
                <a:ext uri="{FF2B5EF4-FFF2-40B4-BE49-F238E27FC236}">
                  <a16:creationId xmlns:a16="http://schemas.microsoft.com/office/drawing/2014/main" id="{5735465D-9AEA-4DFF-A219-7B3AE5806445}"/>
                </a:ext>
              </a:extLst>
            </p:cNvPr>
            <p:cNvGrpSpPr/>
            <p:nvPr/>
          </p:nvGrpSpPr>
          <p:grpSpPr>
            <a:xfrm>
              <a:off x="889000" y="3376711"/>
              <a:ext cx="1509185" cy="1016748"/>
              <a:chOff x="9739310" y="4629756"/>
              <a:chExt cx="1509185" cy="1016748"/>
            </a:xfrm>
          </p:grpSpPr>
          <p:sp>
            <p:nvSpPr>
              <p:cNvPr id="59" name="îṥļïdé">
                <a:extLst>
                  <a:ext uri="{FF2B5EF4-FFF2-40B4-BE49-F238E27FC236}">
                    <a16:creationId xmlns:a16="http://schemas.microsoft.com/office/drawing/2014/main" id="{08DBFE12-41CD-4EFC-B674-9B70793D06D5}"/>
                  </a:ext>
                </a:extLst>
              </p:cNvPr>
              <p:cNvSpPr txBox="1"/>
              <p:nvPr/>
            </p:nvSpPr>
            <p:spPr bwMode="auto">
              <a:xfrm>
                <a:off x="9739310" y="4629756"/>
                <a:ext cx="1509185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/>
                  <a:t>Text h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ere</a:t>
                </a:r>
                <a:endParaRPr lang="zh-CN" altLang="en-US" sz="1600" b="1" dirty="0"/>
              </a:p>
            </p:txBody>
          </p:sp>
          <p:sp>
            <p:nvSpPr>
              <p:cNvPr id="60" name="ïš1ïḑè">
                <a:extLst>
                  <a:ext uri="{FF2B5EF4-FFF2-40B4-BE49-F238E27FC236}">
                    <a16:creationId xmlns:a16="http://schemas.microsoft.com/office/drawing/2014/main" id="{421A7DC5-3FC5-41CC-AB32-749540DF31BC}"/>
                  </a:ext>
                </a:extLst>
              </p:cNvPr>
              <p:cNvSpPr/>
              <p:nvPr/>
            </p:nvSpPr>
            <p:spPr bwMode="auto">
              <a:xfrm>
                <a:off x="9739310" y="5028217"/>
                <a:ext cx="1509185" cy="618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orting </a:t>
                </a:r>
                <a:r>
                  <a:rPr lang="en-US" altLang="zh-CN" sz="1000" dirty="0"/>
                  <a:t>text here.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…… </a:t>
                </a:r>
              </a:p>
            </p:txBody>
          </p:sp>
        </p:grpSp>
        <p:sp>
          <p:nvSpPr>
            <p:cNvPr id="10" name="íşľïḑê">
              <a:extLst>
                <a:ext uri="{FF2B5EF4-FFF2-40B4-BE49-F238E27FC236}">
                  <a16:creationId xmlns:a16="http://schemas.microsoft.com/office/drawing/2014/main" id="{01392D39-FC5E-4F5C-92C0-171B24880AC8}"/>
                </a:ext>
              </a:extLst>
            </p:cNvPr>
            <p:cNvSpPr/>
            <p:nvPr/>
          </p:nvSpPr>
          <p:spPr>
            <a:xfrm>
              <a:off x="1499264" y="2802023"/>
              <a:ext cx="288655" cy="351788"/>
            </a:xfrm>
            <a:custGeom>
              <a:avLst/>
              <a:gdLst>
                <a:gd name="connsiteX0" fmla="*/ 200292 w 457260"/>
                <a:gd name="connsiteY0" fmla="*/ 314540 h 557269"/>
                <a:gd name="connsiteX1" fmla="*/ 227728 w 457260"/>
                <a:gd name="connsiteY1" fmla="*/ 319382 h 557269"/>
                <a:gd name="connsiteX2" fmla="*/ 230956 w 457260"/>
                <a:gd name="connsiteY2" fmla="*/ 319382 h 557269"/>
                <a:gd name="connsiteX3" fmla="*/ 256778 w 457260"/>
                <a:gd name="connsiteY3" fmla="*/ 314540 h 557269"/>
                <a:gd name="connsiteX4" fmla="*/ 232570 w 457260"/>
                <a:gd name="connsiteY4" fmla="*/ 353272 h 557269"/>
                <a:gd name="connsiteX5" fmla="*/ 255164 w 457260"/>
                <a:gd name="connsiteY5" fmla="*/ 375866 h 557269"/>
                <a:gd name="connsiteX6" fmla="*/ 230956 w 457260"/>
                <a:gd name="connsiteY6" fmla="*/ 517882 h 557269"/>
                <a:gd name="connsiteX7" fmla="*/ 229342 w 457260"/>
                <a:gd name="connsiteY7" fmla="*/ 519496 h 557269"/>
                <a:gd name="connsiteX8" fmla="*/ 226114 w 457260"/>
                <a:gd name="connsiteY8" fmla="*/ 517882 h 557269"/>
                <a:gd name="connsiteX9" fmla="*/ 203520 w 457260"/>
                <a:gd name="connsiteY9" fmla="*/ 375866 h 557269"/>
                <a:gd name="connsiteX10" fmla="*/ 226114 w 457260"/>
                <a:gd name="connsiteY10" fmla="*/ 353272 h 557269"/>
                <a:gd name="connsiteX11" fmla="*/ 146953 w 457260"/>
                <a:gd name="connsiteY11" fmla="*/ 282411 h 557269"/>
                <a:gd name="connsiteX12" fmla="*/ 156642 w 457260"/>
                <a:gd name="connsiteY12" fmla="*/ 290471 h 557269"/>
                <a:gd name="connsiteX13" fmla="*/ 156642 w 457260"/>
                <a:gd name="connsiteY13" fmla="*/ 359791 h 557269"/>
                <a:gd name="connsiteX14" fmla="*/ 219623 w 457260"/>
                <a:gd name="connsiteY14" fmla="*/ 529059 h 557269"/>
                <a:gd name="connsiteX15" fmla="*/ 229312 w 457260"/>
                <a:gd name="connsiteY15" fmla="*/ 535507 h 557269"/>
                <a:gd name="connsiteX16" fmla="*/ 237387 w 457260"/>
                <a:gd name="connsiteY16" fmla="*/ 529059 h 557269"/>
                <a:gd name="connsiteX17" fmla="*/ 301982 w 457260"/>
                <a:gd name="connsiteY17" fmla="*/ 359791 h 557269"/>
                <a:gd name="connsiteX18" fmla="*/ 300367 w 457260"/>
                <a:gd name="connsiteY18" fmla="*/ 290471 h 557269"/>
                <a:gd name="connsiteX19" fmla="*/ 311671 w 457260"/>
                <a:gd name="connsiteY19" fmla="*/ 282411 h 557269"/>
                <a:gd name="connsiteX20" fmla="*/ 385955 w 457260"/>
                <a:gd name="connsiteY20" fmla="*/ 314653 h 557269"/>
                <a:gd name="connsiteX21" fmla="*/ 418252 w 457260"/>
                <a:gd name="connsiteY21" fmla="*/ 337222 h 557269"/>
                <a:gd name="connsiteX22" fmla="*/ 457009 w 457260"/>
                <a:gd name="connsiteY22" fmla="*/ 490369 h 557269"/>
                <a:gd name="connsiteX23" fmla="*/ 445705 w 457260"/>
                <a:gd name="connsiteY23" fmla="*/ 530671 h 557269"/>
                <a:gd name="connsiteX24" fmla="*/ 12919 w 457260"/>
                <a:gd name="connsiteY24" fmla="*/ 530671 h 557269"/>
                <a:gd name="connsiteX25" fmla="*/ 0 w 457260"/>
                <a:gd name="connsiteY25" fmla="*/ 490369 h 557269"/>
                <a:gd name="connsiteX26" fmla="*/ 38757 w 457260"/>
                <a:gd name="connsiteY26" fmla="*/ 337222 h 557269"/>
                <a:gd name="connsiteX27" fmla="*/ 72669 w 457260"/>
                <a:gd name="connsiteY27" fmla="*/ 314653 h 557269"/>
                <a:gd name="connsiteX28" fmla="*/ 146953 w 457260"/>
                <a:gd name="connsiteY28" fmla="*/ 282411 h 557269"/>
                <a:gd name="connsiteX29" fmla="*/ 210191 w 457260"/>
                <a:gd name="connsiteY29" fmla="*/ 135 h 557269"/>
                <a:gd name="connsiteX30" fmla="*/ 255199 w 457260"/>
                <a:gd name="connsiteY30" fmla="*/ 6683 h 557269"/>
                <a:gd name="connsiteX31" fmla="*/ 319820 w 457260"/>
                <a:gd name="connsiteY31" fmla="*/ 42143 h 557269"/>
                <a:gd name="connsiteX32" fmla="*/ 332744 w 457260"/>
                <a:gd name="connsiteY32" fmla="*/ 135627 h 557269"/>
                <a:gd name="connsiteX33" fmla="*/ 335975 w 457260"/>
                <a:gd name="connsiteY33" fmla="*/ 138850 h 557269"/>
                <a:gd name="connsiteX34" fmla="*/ 337591 w 457260"/>
                <a:gd name="connsiteY34" fmla="*/ 172698 h 557269"/>
                <a:gd name="connsiteX35" fmla="*/ 329513 w 457260"/>
                <a:gd name="connsiteY35" fmla="*/ 193651 h 557269"/>
                <a:gd name="connsiteX36" fmla="*/ 230966 w 457260"/>
                <a:gd name="connsiteY36" fmla="*/ 296806 h 557269"/>
                <a:gd name="connsiteX37" fmla="*/ 129188 w 457260"/>
                <a:gd name="connsiteY37" fmla="*/ 193651 h 557269"/>
                <a:gd name="connsiteX38" fmla="*/ 121110 w 457260"/>
                <a:gd name="connsiteY38" fmla="*/ 174310 h 557269"/>
                <a:gd name="connsiteX39" fmla="*/ 121110 w 457260"/>
                <a:gd name="connsiteY39" fmla="*/ 138850 h 557269"/>
                <a:gd name="connsiteX40" fmla="*/ 124341 w 457260"/>
                <a:gd name="connsiteY40" fmla="*/ 135627 h 557269"/>
                <a:gd name="connsiteX41" fmla="*/ 122725 w 457260"/>
                <a:gd name="connsiteY41" fmla="*/ 66319 h 557269"/>
                <a:gd name="connsiteX42" fmla="*/ 210191 w 457260"/>
                <a:gd name="connsiteY42" fmla="*/ 135 h 55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57260" h="557269">
                  <a:moveTo>
                    <a:pt x="200292" y="314540"/>
                  </a:moveTo>
                  <a:cubicBezTo>
                    <a:pt x="209976" y="317768"/>
                    <a:pt x="219659" y="319382"/>
                    <a:pt x="227728" y="319382"/>
                  </a:cubicBezTo>
                  <a:lnTo>
                    <a:pt x="230956" y="319382"/>
                  </a:lnTo>
                  <a:cubicBezTo>
                    <a:pt x="240639" y="319382"/>
                    <a:pt x="248709" y="317768"/>
                    <a:pt x="256778" y="314540"/>
                  </a:cubicBezTo>
                  <a:lnTo>
                    <a:pt x="232570" y="353272"/>
                  </a:lnTo>
                  <a:lnTo>
                    <a:pt x="255164" y="375866"/>
                  </a:lnTo>
                  <a:lnTo>
                    <a:pt x="230956" y="517882"/>
                  </a:lnTo>
                  <a:cubicBezTo>
                    <a:pt x="230956" y="517882"/>
                    <a:pt x="230956" y="519496"/>
                    <a:pt x="229342" y="519496"/>
                  </a:cubicBezTo>
                  <a:cubicBezTo>
                    <a:pt x="227728" y="519496"/>
                    <a:pt x="226114" y="517882"/>
                    <a:pt x="226114" y="517882"/>
                  </a:cubicBezTo>
                  <a:lnTo>
                    <a:pt x="203520" y="375866"/>
                  </a:lnTo>
                  <a:lnTo>
                    <a:pt x="226114" y="353272"/>
                  </a:lnTo>
                  <a:close/>
                  <a:moveTo>
                    <a:pt x="146953" y="282411"/>
                  </a:moveTo>
                  <a:cubicBezTo>
                    <a:pt x="146953" y="282411"/>
                    <a:pt x="156642" y="290471"/>
                    <a:pt x="156642" y="290471"/>
                  </a:cubicBezTo>
                  <a:cubicBezTo>
                    <a:pt x="156642" y="290471"/>
                    <a:pt x="156642" y="359791"/>
                    <a:pt x="156642" y="359791"/>
                  </a:cubicBezTo>
                  <a:lnTo>
                    <a:pt x="219623" y="529059"/>
                  </a:lnTo>
                  <a:cubicBezTo>
                    <a:pt x="221238" y="533895"/>
                    <a:pt x="224468" y="535507"/>
                    <a:pt x="229312" y="535507"/>
                  </a:cubicBezTo>
                  <a:cubicBezTo>
                    <a:pt x="232542" y="535507"/>
                    <a:pt x="235772" y="533895"/>
                    <a:pt x="237387" y="529059"/>
                  </a:cubicBezTo>
                  <a:lnTo>
                    <a:pt x="301982" y="359791"/>
                  </a:lnTo>
                  <a:lnTo>
                    <a:pt x="300367" y="290471"/>
                  </a:lnTo>
                  <a:lnTo>
                    <a:pt x="311671" y="282411"/>
                  </a:lnTo>
                  <a:cubicBezTo>
                    <a:pt x="334279" y="300144"/>
                    <a:pt x="385955" y="314653"/>
                    <a:pt x="385955" y="314653"/>
                  </a:cubicBezTo>
                  <a:cubicBezTo>
                    <a:pt x="408563" y="324325"/>
                    <a:pt x="418252" y="337222"/>
                    <a:pt x="418252" y="337222"/>
                  </a:cubicBezTo>
                  <a:cubicBezTo>
                    <a:pt x="453780" y="388808"/>
                    <a:pt x="455394" y="450067"/>
                    <a:pt x="457009" y="490369"/>
                  </a:cubicBezTo>
                  <a:cubicBezTo>
                    <a:pt x="458624" y="517774"/>
                    <a:pt x="452165" y="527446"/>
                    <a:pt x="445705" y="530671"/>
                  </a:cubicBezTo>
                  <a:cubicBezTo>
                    <a:pt x="356887" y="566136"/>
                    <a:pt x="101737" y="566136"/>
                    <a:pt x="12919" y="530671"/>
                  </a:cubicBezTo>
                  <a:cubicBezTo>
                    <a:pt x="4844" y="527446"/>
                    <a:pt x="0" y="517774"/>
                    <a:pt x="0" y="490369"/>
                  </a:cubicBezTo>
                  <a:cubicBezTo>
                    <a:pt x="3229" y="450067"/>
                    <a:pt x="4844" y="388808"/>
                    <a:pt x="38757" y="337222"/>
                  </a:cubicBezTo>
                  <a:cubicBezTo>
                    <a:pt x="38757" y="337222"/>
                    <a:pt x="48446" y="324325"/>
                    <a:pt x="72669" y="314653"/>
                  </a:cubicBezTo>
                  <a:cubicBezTo>
                    <a:pt x="72669" y="314653"/>
                    <a:pt x="122730" y="300144"/>
                    <a:pt x="146953" y="282411"/>
                  </a:cubicBezTo>
                  <a:close/>
                  <a:moveTo>
                    <a:pt x="210191" y="135"/>
                  </a:moveTo>
                  <a:cubicBezTo>
                    <a:pt x="223999" y="-570"/>
                    <a:pt x="239044" y="1445"/>
                    <a:pt x="255199" y="6683"/>
                  </a:cubicBezTo>
                  <a:cubicBezTo>
                    <a:pt x="277816" y="14742"/>
                    <a:pt x="302049" y="24413"/>
                    <a:pt x="319820" y="42143"/>
                  </a:cubicBezTo>
                  <a:cubicBezTo>
                    <a:pt x="352130" y="75990"/>
                    <a:pt x="339206" y="114673"/>
                    <a:pt x="332744" y="135627"/>
                  </a:cubicBezTo>
                  <a:cubicBezTo>
                    <a:pt x="332744" y="135627"/>
                    <a:pt x="335975" y="138850"/>
                    <a:pt x="335975" y="138850"/>
                  </a:cubicBezTo>
                  <a:cubicBezTo>
                    <a:pt x="342437" y="146909"/>
                    <a:pt x="339206" y="163027"/>
                    <a:pt x="337591" y="172698"/>
                  </a:cubicBezTo>
                  <a:cubicBezTo>
                    <a:pt x="335975" y="182369"/>
                    <a:pt x="332744" y="190428"/>
                    <a:pt x="329513" y="193651"/>
                  </a:cubicBezTo>
                  <a:cubicBezTo>
                    <a:pt x="319820" y="238782"/>
                    <a:pt x="282663" y="295194"/>
                    <a:pt x="230966" y="296806"/>
                  </a:cubicBezTo>
                  <a:cubicBezTo>
                    <a:pt x="188962" y="300030"/>
                    <a:pt x="137265" y="250064"/>
                    <a:pt x="129188" y="193651"/>
                  </a:cubicBezTo>
                  <a:cubicBezTo>
                    <a:pt x="125956" y="188816"/>
                    <a:pt x="122725" y="183981"/>
                    <a:pt x="121110" y="174310"/>
                  </a:cubicBezTo>
                  <a:cubicBezTo>
                    <a:pt x="117879" y="164639"/>
                    <a:pt x="114648" y="146909"/>
                    <a:pt x="121110" y="138850"/>
                  </a:cubicBezTo>
                  <a:cubicBezTo>
                    <a:pt x="121110" y="137238"/>
                    <a:pt x="122725" y="137238"/>
                    <a:pt x="124341" y="135627"/>
                  </a:cubicBezTo>
                  <a:cubicBezTo>
                    <a:pt x="111417" y="93720"/>
                    <a:pt x="121110" y="69543"/>
                    <a:pt x="122725" y="66319"/>
                  </a:cubicBezTo>
                  <a:cubicBezTo>
                    <a:pt x="138477" y="28845"/>
                    <a:pt x="168768" y="2251"/>
                    <a:pt x="210191" y="1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ctr" rtl="0">
                <a:spcBef>
                  <a:spcPts val="0"/>
                </a:spcBef>
                <a:buNone/>
              </a:pPr>
              <a:endParaRPr/>
            </a:p>
          </p:txBody>
        </p:sp>
        <p:grpSp>
          <p:nvGrpSpPr>
            <p:cNvPr id="11" name="íSḻiḋe">
              <a:extLst>
                <a:ext uri="{FF2B5EF4-FFF2-40B4-BE49-F238E27FC236}">
                  <a16:creationId xmlns:a16="http://schemas.microsoft.com/office/drawing/2014/main" id="{F7B1FA79-E2C6-4B85-BD6E-B46D2FD6BCD1}"/>
                </a:ext>
              </a:extLst>
            </p:cNvPr>
            <p:cNvGrpSpPr/>
            <p:nvPr/>
          </p:nvGrpSpPr>
          <p:grpSpPr>
            <a:xfrm>
              <a:off x="3789113" y="3417093"/>
              <a:ext cx="618287" cy="618287"/>
              <a:chOff x="3789113" y="3417093"/>
              <a:chExt cx="618287" cy="618287"/>
            </a:xfrm>
          </p:grpSpPr>
          <p:sp>
            <p:nvSpPr>
              <p:cNvPr id="57" name="ïśļiḑé">
                <a:extLst>
                  <a:ext uri="{FF2B5EF4-FFF2-40B4-BE49-F238E27FC236}">
                    <a16:creationId xmlns:a16="http://schemas.microsoft.com/office/drawing/2014/main" id="{4A5A9CAB-41A7-49D7-B4D3-8F389F7A04B0}"/>
                  </a:ext>
                </a:extLst>
              </p:cNvPr>
              <p:cNvSpPr/>
              <p:nvPr/>
            </p:nvSpPr>
            <p:spPr>
              <a:xfrm>
                <a:off x="3789113" y="3417093"/>
                <a:ext cx="618287" cy="6182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1pPr>
                <a:lvl2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2pPr>
                <a:lvl3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3pPr>
                <a:lvl4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4pPr>
                <a:lvl5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5pPr>
                <a:lvl6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6pPr>
                <a:lvl7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7pPr>
                <a:lvl8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8pPr>
                <a:lvl9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58" name="ïşlîďè">
                <a:extLst>
                  <a:ext uri="{FF2B5EF4-FFF2-40B4-BE49-F238E27FC236}">
                    <a16:creationId xmlns:a16="http://schemas.microsoft.com/office/drawing/2014/main" id="{F6E0710E-7320-43A6-812E-A29B86F15A70}"/>
                  </a:ext>
                </a:extLst>
              </p:cNvPr>
              <p:cNvSpPr/>
              <p:nvPr/>
            </p:nvSpPr>
            <p:spPr>
              <a:xfrm>
                <a:off x="3922362" y="3563977"/>
                <a:ext cx="351788" cy="324518"/>
              </a:xfrm>
              <a:custGeom>
                <a:avLst/>
                <a:gdLst>
                  <a:gd name="connsiteX0" fmla="*/ 381018 w 608549"/>
                  <a:gd name="connsiteY0" fmla="*/ 473169 h 561377"/>
                  <a:gd name="connsiteX1" fmla="*/ 425157 w 608549"/>
                  <a:gd name="connsiteY1" fmla="*/ 517273 h 561377"/>
                  <a:gd name="connsiteX2" fmla="*/ 381018 w 608549"/>
                  <a:gd name="connsiteY2" fmla="*/ 561377 h 561377"/>
                  <a:gd name="connsiteX3" fmla="*/ 336879 w 608549"/>
                  <a:gd name="connsiteY3" fmla="*/ 517273 h 561377"/>
                  <a:gd name="connsiteX4" fmla="*/ 381018 w 608549"/>
                  <a:gd name="connsiteY4" fmla="*/ 473169 h 561377"/>
                  <a:gd name="connsiteX5" fmla="*/ 146741 w 608549"/>
                  <a:gd name="connsiteY5" fmla="*/ 473169 h 561377"/>
                  <a:gd name="connsiteX6" fmla="*/ 190880 w 608549"/>
                  <a:gd name="connsiteY6" fmla="*/ 517273 h 561377"/>
                  <a:gd name="connsiteX7" fmla="*/ 146741 w 608549"/>
                  <a:gd name="connsiteY7" fmla="*/ 561377 h 561377"/>
                  <a:gd name="connsiteX8" fmla="*/ 102602 w 608549"/>
                  <a:gd name="connsiteY8" fmla="*/ 517273 h 561377"/>
                  <a:gd name="connsiteX9" fmla="*/ 146741 w 608549"/>
                  <a:gd name="connsiteY9" fmla="*/ 473169 h 561377"/>
                  <a:gd name="connsiteX10" fmla="*/ 340091 w 608549"/>
                  <a:gd name="connsiteY10" fmla="*/ 405920 h 561377"/>
                  <a:gd name="connsiteX11" fmla="*/ 445268 w 608549"/>
                  <a:gd name="connsiteY11" fmla="*/ 405920 h 561377"/>
                  <a:gd name="connsiteX12" fmla="*/ 431622 w 608549"/>
                  <a:gd name="connsiteY12" fmla="*/ 458350 h 561377"/>
                  <a:gd name="connsiteX13" fmla="*/ 335821 w 608549"/>
                  <a:gd name="connsiteY13" fmla="*/ 458350 h 561377"/>
                  <a:gd name="connsiteX14" fmla="*/ 204428 w 608549"/>
                  <a:gd name="connsiteY14" fmla="*/ 405920 h 561377"/>
                  <a:gd name="connsiteX15" fmla="*/ 323260 w 608549"/>
                  <a:gd name="connsiteY15" fmla="*/ 405920 h 561377"/>
                  <a:gd name="connsiteX16" fmla="*/ 318989 w 608549"/>
                  <a:gd name="connsiteY16" fmla="*/ 458350 h 561377"/>
                  <a:gd name="connsiteX17" fmla="*/ 208699 w 608549"/>
                  <a:gd name="connsiteY17" fmla="*/ 458350 h 561377"/>
                  <a:gd name="connsiteX18" fmla="*/ 82420 w 608549"/>
                  <a:gd name="connsiteY18" fmla="*/ 405920 h 561377"/>
                  <a:gd name="connsiteX19" fmla="*/ 187643 w 608549"/>
                  <a:gd name="connsiteY19" fmla="*/ 405920 h 561377"/>
                  <a:gd name="connsiteX20" fmla="*/ 192008 w 608549"/>
                  <a:gd name="connsiteY20" fmla="*/ 458350 h 561377"/>
                  <a:gd name="connsiteX21" fmla="*/ 96072 w 608549"/>
                  <a:gd name="connsiteY21" fmla="*/ 458350 h 561377"/>
                  <a:gd name="connsiteX22" fmla="*/ 348616 w 608549"/>
                  <a:gd name="connsiteY22" fmla="*/ 301060 h 561377"/>
                  <a:gd name="connsiteX23" fmla="*/ 472294 w 608549"/>
                  <a:gd name="connsiteY23" fmla="*/ 301060 h 561377"/>
                  <a:gd name="connsiteX24" fmla="*/ 449638 w 608549"/>
                  <a:gd name="connsiteY24" fmla="*/ 389549 h 561377"/>
                  <a:gd name="connsiteX25" fmla="*/ 341466 w 608549"/>
                  <a:gd name="connsiteY25" fmla="*/ 389549 h 561377"/>
                  <a:gd name="connsiteX26" fmla="*/ 195890 w 608549"/>
                  <a:gd name="connsiteY26" fmla="*/ 301060 h 561377"/>
                  <a:gd name="connsiteX27" fmla="*/ 331799 w 608549"/>
                  <a:gd name="connsiteY27" fmla="*/ 301060 h 561377"/>
                  <a:gd name="connsiteX28" fmla="*/ 324651 w 608549"/>
                  <a:gd name="connsiteY28" fmla="*/ 389549 h 561377"/>
                  <a:gd name="connsiteX29" fmla="*/ 203038 w 608549"/>
                  <a:gd name="connsiteY29" fmla="*/ 389549 h 561377"/>
                  <a:gd name="connsiteX30" fmla="*/ 55394 w 608549"/>
                  <a:gd name="connsiteY30" fmla="*/ 301060 h 561377"/>
                  <a:gd name="connsiteX31" fmla="*/ 179165 w 608549"/>
                  <a:gd name="connsiteY31" fmla="*/ 301060 h 561377"/>
                  <a:gd name="connsiteX32" fmla="*/ 186222 w 608549"/>
                  <a:gd name="connsiteY32" fmla="*/ 389549 h 561377"/>
                  <a:gd name="connsiteX33" fmla="*/ 78050 w 608549"/>
                  <a:gd name="connsiteY33" fmla="*/ 389549 h 561377"/>
                  <a:gd name="connsiteX34" fmla="*/ 189892 w 608549"/>
                  <a:gd name="connsiteY34" fmla="*/ 229013 h 561377"/>
                  <a:gd name="connsiteX35" fmla="*/ 337868 w 608549"/>
                  <a:gd name="connsiteY35" fmla="*/ 229013 h 561377"/>
                  <a:gd name="connsiteX36" fmla="*/ 333226 w 608549"/>
                  <a:gd name="connsiteY36" fmla="*/ 284619 h 561377"/>
                  <a:gd name="connsiteX37" fmla="*/ 194534 w 608549"/>
                  <a:gd name="connsiteY37" fmla="*/ 284619 h 561377"/>
                  <a:gd name="connsiteX38" fmla="*/ 36200 w 608549"/>
                  <a:gd name="connsiteY38" fmla="*/ 229013 h 561377"/>
                  <a:gd name="connsiteX39" fmla="*/ 173089 w 608549"/>
                  <a:gd name="connsiteY39" fmla="*/ 229013 h 561377"/>
                  <a:gd name="connsiteX40" fmla="*/ 177825 w 608549"/>
                  <a:gd name="connsiteY40" fmla="*/ 284619 h 561377"/>
                  <a:gd name="connsiteX41" fmla="*/ 51059 w 608549"/>
                  <a:gd name="connsiteY41" fmla="*/ 284619 h 561377"/>
                  <a:gd name="connsiteX42" fmla="*/ 531055 w 608549"/>
                  <a:gd name="connsiteY42" fmla="*/ 143841 h 561377"/>
                  <a:gd name="connsiteX43" fmla="*/ 583971 w 608549"/>
                  <a:gd name="connsiteY43" fmla="*/ 143841 h 561377"/>
                  <a:gd name="connsiteX44" fmla="*/ 583971 w 608549"/>
                  <a:gd name="connsiteY44" fmla="*/ 196204 h 561377"/>
                  <a:gd name="connsiteX45" fmla="*/ 540432 w 608549"/>
                  <a:gd name="connsiteY45" fmla="*/ 196204 h 561377"/>
                  <a:gd name="connsiteX46" fmla="*/ 486309 w 608549"/>
                  <a:gd name="connsiteY46" fmla="*/ 249309 h 561377"/>
                  <a:gd name="connsiteX47" fmla="*/ 476654 w 608549"/>
                  <a:gd name="connsiteY47" fmla="*/ 284619 h 561377"/>
                  <a:gd name="connsiteX48" fmla="*/ 349934 w 608549"/>
                  <a:gd name="connsiteY48" fmla="*/ 284619 h 561377"/>
                  <a:gd name="connsiteX49" fmla="*/ 354669 w 608549"/>
                  <a:gd name="connsiteY49" fmla="*/ 229012 h 561377"/>
                  <a:gd name="connsiteX50" fmla="*/ 437849 w 608549"/>
                  <a:gd name="connsiteY50" fmla="*/ 229012 h 561377"/>
                  <a:gd name="connsiteX51" fmla="*/ 443233 w 608549"/>
                  <a:gd name="connsiteY51" fmla="*/ 221042 h 561377"/>
                  <a:gd name="connsiteX52" fmla="*/ 511189 w 608549"/>
                  <a:gd name="connsiteY52" fmla="*/ 153016 h 561377"/>
                  <a:gd name="connsiteX53" fmla="*/ 517316 w 608549"/>
                  <a:gd name="connsiteY53" fmla="*/ 148104 h 561377"/>
                  <a:gd name="connsiteX54" fmla="*/ 531055 w 608549"/>
                  <a:gd name="connsiteY54" fmla="*/ 143841 h 561377"/>
                  <a:gd name="connsiteX55" fmla="*/ 113649 w 608549"/>
                  <a:gd name="connsiteY55" fmla="*/ 3 h 561377"/>
                  <a:gd name="connsiteX56" fmla="*/ 238362 w 608549"/>
                  <a:gd name="connsiteY56" fmla="*/ 56970 h 561377"/>
                  <a:gd name="connsiteX57" fmla="*/ 261391 w 608549"/>
                  <a:gd name="connsiteY57" fmla="*/ 34726 h 561377"/>
                  <a:gd name="connsiteX58" fmla="*/ 292776 w 608549"/>
                  <a:gd name="connsiteY58" fmla="*/ 199234 h 561377"/>
                  <a:gd name="connsiteX59" fmla="*/ 128792 w 608549"/>
                  <a:gd name="connsiteY59" fmla="*/ 163460 h 561377"/>
                  <a:gd name="connsiteX60" fmla="*/ 151820 w 608549"/>
                  <a:gd name="connsiteY60" fmla="*/ 141124 h 561377"/>
                  <a:gd name="connsiteX61" fmla="*/ 0 w 608549"/>
                  <a:gd name="connsiteY61" fmla="*/ 36673 h 561377"/>
                  <a:gd name="connsiteX62" fmla="*/ 113649 w 608549"/>
                  <a:gd name="connsiteY62" fmla="*/ 3 h 561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608549" h="561377">
                    <a:moveTo>
                      <a:pt x="381018" y="473169"/>
                    </a:moveTo>
                    <a:cubicBezTo>
                      <a:pt x="405395" y="473169"/>
                      <a:pt x="425157" y="492915"/>
                      <a:pt x="425157" y="517273"/>
                    </a:cubicBezTo>
                    <a:cubicBezTo>
                      <a:pt x="425157" y="541631"/>
                      <a:pt x="405395" y="561377"/>
                      <a:pt x="381018" y="561377"/>
                    </a:cubicBezTo>
                    <a:cubicBezTo>
                      <a:pt x="356641" y="561377"/>
                      <a:pt x="336879" y="541631"/>
                      <a:pt x="336879" y="517273"/>
                    </a:cubicBezTo>
                    <a:cubicBezTo>
                      <a:pt x="336879" y="492915"/>
                      <a:pt x="356641" y="473169"/>
                      <a:pt x="381018" y="473169"/>
                    </a:cubicBezTo>
                    <a:close/>
                    <a:moveTo>
                      <a:pt x="146741" y="473169"/>
                    </a:moveTo>
                    <a:cubicBezTo>
                      <a:pt x="171118" y="473169"/>
                      <a:pt x="190880" y="492915"/>
                      <a:pt x="190880" y="517273"/>
                    </a:cubicBezTo>
                    <a:cubicBezTo>
                      <a:pt x="190880" y="541631"/>
                      <a:pt x="171118" y="561377"/>
                      <a:pt x="146741" y="561377"/>
                    </a:cubicBezTo>
                    <a:cubicBezTo>
                      <a:pt x="122364" y="561377"/>
                      <a:pt x="102602" y="541631"/>
                      <a:pt x="102602" y="517273"/>
                    </a:cubicBezTo>
                    <a:cubicBezTo>
                      <a:pt x="102602" y="492915"/>
                      <a:pt x="122364" y="473169"/>
                      <a:pt x="146741" y="473169"/>
                    </a:cubicBezTo>
                    <a:close/>
                    <a:moveTo>
                      <a:pt x="340091" y="405920"/>
                    </a:moveTo>
                    <a:lnTo>
                      <a:pt x="445268" y="405920"/>
                    </a:lnTo>
                    <a:lnTo>
                      <a:pt x="431622" y="458350"/>
                    </a:lnTo>
                    <a:lnTo>
                      <a:pt x="335821" y="458350"/>
                    </a:lnTo>
                    <a:close/>
                    <a:moveTo>
                      <a:pt x="204428" y="405920"/>
                    </a:moveTo>
                    <a:lnTo>
                      <a:pt x="323260" y="405920"/>
                    </a:lnTo>
                    <a:lnTo>
                      <a:pt x="318989" y="458350"/>
                    </a:lnTo>
                    <a:lnTo>
                      <a:pt x="208699" y="458350"/>
                    </a:lnTo>
                    <a:close/>
                    <a:moveTo>
                      <a:pt x="82420" y="405920"/>
                    </a:moveTo>
                    <a:lnTo>
                      <a:pt x="187643" y="405920"/>
                    </a:lnTo>
                    <a:lnTo>
                      <a:pt x="192008" y="458350"/>
                    </a:lnTo>
                    <a:lnTo>
                      <a:pt x="96072" y="458350"/>
                    </a:lnTo>
                    <a:close/>
                    <a:moveTo>
                      <a:pt x="348616" y="301060"/>
                    </a:moveTo>
                    <a:lnTo>
                      <a:pt x="472294" y="301060"/>
                    </a:lnTo>
                    <a:lnTo>
                      <a:pt x="449638" y="389549"/>
                    </a:lnTo>
                    <a:lnTo>
                      <a:pt x="341466" y="389549"/>
                    </a:lnTo>
                    <a:close/>
                    <a:moveTo>
                      <a:pt x="195890" y="301060"/>
                    </a:moveTo>
                    <a:lnTo>
                      <a:pt x="331799" y="301060"/>
                    </a:lnTo>
                    <a:lnTo>
                      <a:pt x="324651" y="389549"/>
                    </a:lnTo>
                    <a:lnTo>
                      <a:pt x="203038" y="389549"/>
                    </a:lnTo>
                    <a:close/>
                    <a:moveTo>
                      <a:pt x="55394" y="301060"/>
                    </a:moveTo>
                    <a:lnTo>
                      <a:pt x="179165" y="301060"/>
                    </a:lnTo>
                    <a:lnTo>
                      <a:pt x="186222" y="389549"/>
                    </a:lnTo>
                    <a:lnTo>
                      <a:pt x="78050" y="389549"/>
                    </a:lnTo>
                    <a:close/>
                    <a:moveTo>
                      <a:pt x="189892" y="229013"/>
                    </a:moveTo>
                    <a:lnTo>
                      <a:pt x="337868" y="229013"/>
                    </a:lnTo>
                    <a:lnTo>
                      <a:pt x="333226" y="284619"/>
                    </a:lnTo>
                    <a:lnTo>
                      <a:pt x="194534" y="284619"/>
                    </a:lnTo>
                    <a:close/>
                    <a:moveTo>
                      <a:pt x="36200" y="229013"/>
                    </a:moveTo>
                    <a:lnTo>
                      <a:pt x="173089" y="229013"/>
                    </a:lnTo>
                    <a:lnTo>
                      <a:pt x="177825" y="284619"/>
                    </a:lnTo>
                    <a:lnTo>
                      <a:pt x="51059" y="284619"/>
                    </a:lnTo>
                    <a:close/>
                    <a:moveTo>
                      <a:pt x="531055" y="143841"/>
                    </a:moveTo>
                    <a:lnTo>
                      <a:pt x="583971" y="143841"/>
                    </a:lnTo>
                    <a:cubicBezTo>
                      <a:pt x="616742" y="143841"/>
                      <a:pt x="616742" y="196204"/>
                      <a:pt x="583971" y="196204"/>
                    </a:cubicBezTo>
                    <a:lnTo>
                      <a:pt x="540432" y="196204"/>
                    </a:lnTo>
                    <a:cubicBezTo>
                      <a:pt x="522422" y="212608"/>
                      <a:pt x="504319" y="231237"/>
                      <a:pt x="486309" y="249309"/>
                    </a:cubicBezTo>
                    <a:lnTo>
                      <a:pt x="476654" y="284619"/>
                    </a:lnTo>
                    <a:lnTo>
                      <a:pt x="349934" y="284619"/>
                    </a:lnTo>
                    <a:lnTo>
                      <a:pt x="354669" y="229012"/>
                    </a:lnTo>
                    <a:lnTo>
                      <a:pt x="437849" y="229012"/>
                    </a:lnTo>
                    <a:cubicBezTo>
                      <a:pt x="439056" y="225676"/>
                      <a:pt x="440727" y="223544"/>
                      <a:pt x="443233" y="221042"/>
                    </a:cubicBezTo>
                    <a:cubicBezTo>
                      <a:pt x="465885" y="198429"/>
                      <a:pt x="488537" y="175630"/>
                      <a:pt x="511189" y="153016"/>
                    </a:cubicBezTo>
                    <a:cubicBezTo>
                      <a:pt x="513138" y="151070"/>
                      <a:pt x="515180" y="149309"/>
                      <a:pt x="517316" y="148104"/>
                    </a:cubicBezTo>
                    <a:cubicBezTo>
                      <a:pt x="520936" y="145695"/>
                      <a:pt x="525485" y="143841"/>
                      <a:pt x="531055" y="143841"/>
                    </a:cubicBezTo>
                    <a:close/>
                    <a:moveTo>
                      <a:pt x="113649" y="3"/>
                    </a:moveTo>
                    <a:cubicBezTo>
                      <a:pt x="152263" y="202"/>
                      <a:pt x="196298" y="13839"/>
                      <a:pt x="238362" y="56970"/>
                    </a:cubicBezTo>
                    <a:lnTo>
                      <a:pt x="261391" y="34726"/>
                    </a:lnTo>
                    <a:lnTo>
                      <a:pt x="292776" y="199234"/>
                    </a:lnTo>
                    <a:lnTo>
                      <a:pt x="128792" y="163460"/>
                    </a:lnTo>
                    <a:lnTo>
                      <a:pt x="151820" y="141124"/>
                    </a:lnTo>
                    <a:cubicBezTo>
                      <a:pt x="60635" y="47702"/>
                      <a:pt x="0" y="36673"/>
                      <a:pt x="0" y="36673"/>
                    </a:cubicBezTo>
                    <a:cubicBezTo>
                      <a:pt x="0" y="36673"/>
                      <a:pt x="49294" y="-327"/>
                      <a:pt x="113649" y="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grpSp>
          <p:nvGrpSpPr>
            <p:cNvPr id="12" name="îşḻîḓé">
              <a:extLst>
                <a:ext uri="{FF2B5EF4-FFF2-40B4-BE49-F238E27FC236}">
                  <a16:creationId xmlns:a16="http://schemas.microsoft.com/office/drawing/2014/main" id="{DFA6F191-B150-4847-8D1C-229FCC5C0382}"/>
                </a:ext>
              </a:extLst>
            </p:cNvPr>
            <p:cNvGrpSpPr/>
            <p:nvPr/>
          </p:nvGrpSpPr>
          <p:grpSpPr>
            <a:xfrm>
              <a:off x="3789113" y="1282700"/>
              <a:ext cx="618287" cy="618287"/>
              <a:chOff x="3789113" y="1282700"/>
              <a:chExt cx="618287" cy="618287"/>
            </a:xfrm>
          </p:grpSpPr>
          <p:sp>
            <p:nvSpPr>
              <p:cNvPr id="55" name="iṣlîḋê">
                <a:extLst>
                  <a:ext uri="{FF2B5EF4-FFF2-40B4-BE49-F238E27FC236}">
                    <a16:creationId xmlns:a16="http://schemas.microsoft.com/office/drawing/2014/main" id="{B5CA35F9-12B3-4C01-B2E3-9F0570B1443D}"/>
                  </a:ext>
                </a:extLst>
              </p:cNvPr>
              <p:cNvSpPr/>
              <p:nvPr/>
            </p:nvSpPr>
            <p:spPr>
              <a:xfrm>
                <a:off x="3789113" y="1282700"/>
                <a:ext cx="618287" cy="6182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1pPr>
                <a:lvl2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2pPr>
                <a:lvl3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3pPr>
                <a:lvl4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4pPr>
                <a:lvl5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5pPr>
                <a:lvl6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6pPr>
                <a:lvl7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7pPr>
                <a:lvl8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8pPr>
                <a:lvl9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56" name="ïṩḷíḍè">
                <a:extLst>
                  <a:ext uri="{FF2B5EF4-FFF2-40B4-BE49-F238E27FC236}">
                    <a16:creationId xmlns:a16="http://schemas.microsoft.com/office/drawing/2014/main" id="{F6E0710E-7320-43A6-812E-A29B86F15A70}"/>
                  </a:ext>
                </a:extLst>
              </p:cNvPr>
              <p:cNvSpPr/>
              <p:nvPr/>
            </p:nvSpPr>
            <p:spPr>
              <a:xfrm>
                <a:off x="3922362" y="1429584"/>
                <a:ext cx="351788" cy="324518"/>
              </a:xfrm>
              <a:custGeom>
                <a:avLst/>
                <a:gdLst>
                  <a:gd name="connsiteX0" fmla="*/ 381018 w 608549"/>
                  <a:gd name="connsiteY0" fmla="*/ 473169 h 561377"/>
                  <a:gd name="connsiteX1" fmla="*/ 425157 w 608549"/>
                  <a:gd name="connsiteY1" fmla="*/ 517273 h 561377"/>
                  <a:gd name="connsiteX2" fmla="*/ 381018 w 608549"/>
                  <a:gd name="connsiteY2" fmla="*/ 561377 h 561377"/>
                  <a:gd name="connsiteX3" fmla="*/ 336879 w 608549"/>
                  <a:gd name="connsiteY3" fmla="*/ 517273 h 561377"/>
                  <a:gd name="connsiteX4" fmla="*/ 381018 w 608549"/>
                  <a:gd name="connsiteY4" fmla="*/ 473169 h 561377"/>
                  <a:gd name="connsiteX5" fmla="*/ 146741 w 608549"/>
                  <a:gd name="connsiteY5" fmla="*/ 473169 h 561377"/>
                  <a:gd name="connsiteX6" fmla="*/ 190880 w 608549"/>
                  <a:gd name="connsiteY6" fmla="*/ 517273 h 561377"/>
                  <a:gd name="connsiteX7" fmla="*/ 146741 w 608549"/>
                  <a:gd name="connsiteY7" fmla="*/ 561377 h 561377"/>
                  <a:gd name="connsiteX8" fmla="*/ 102602 w 608549"/>
                  <a:gd name="connsiteY8" fmla="*/ 517273 h 561377"/>
                  <a:gd name="connsiteX9" fmla="*/ 146741 w 608549"/>
                  <a:gd name="connsiteY9" fmla="*/ 473169 h 561377"/>
                  <a:gd name="connsiteX10" fmla="*/ 340091 w 608549"/>
                  <a:gd name="connsiteY10" fmla="*/ 405920 h 561377"/>
                  <a:gd name="connsiteX11" fmla="*/ 445268 w 608549"/>
                  <a:gd name="connsiteY11" fmla="*/ 405920 h 561377"/>
                  <a:gd name="connsiteX12" fmla="*/ 431622 w 608549"/>
                  <a:gd name="connsiteY12" fmla="*/ 458350 h 561377"/>
                  <a:gd name="connsiteX13" fmla="*/ 335821 w 608549"/>
                  <a:gd name="connsiteY13" fmla="*/ 458350 h 561377"/>
                  <a:gd name="connsiteX14" fmla="*/ 204428 w 608549"/>
                  <a:gd name="connsiteY14" fmla="*/ 405920 h 561377"/>
                  <a:gd name="connsiteX15" fmla="*/ 323260 w 608549"/>
                  <a:gd name="connsiteY15" fmla="*/ 405920 h 561377"/>
                  <a:gd name="connsiteX16" fmla="*/ 318989 w 608549"/>
                  <a:gd name="connsiteY16" fmla="*/ 458350 h 561377"/>
                  <a:gd name="connsiteX17" fmla="*/ 208699 w 608549"/>
                  <a:gd name="connsiteY17" fmla="*/ 458350 h 561377"/>
                  <a:gd name="connsiteX18" fmla="*/ 82420 w 608549"/>
                  <a:gd name="connsiteY18" fmla="*/ 405920 h 561377"/>
                  <a:gd name="connsiteX19" fmla="*/ 187643 w 608549"/>
                  <a:gd name="connsiteY19" fmla="*/ 405920 h 561377"/>
                  <a:gd name="connsiteX20" fmla="*/ 192008 w 608549"/>
                  <a:gd name="connsiteY20" fmla="*/ 458350 h 561377"/>
                  <a:gd name="connsiteX21" fmla="*/ 96072 w 608549"/>
                  <a:gd name="connsiteY21" fmla="*/ 458350 h 561377"/>
                  <a:gd name="connsiteX22" fmla="*/ 348616 w 608549"/>
                  <a:gd name="connsiteY22" fmla="*/ 301060 h 561377"/>
                  <a:gd name="connsiteX23" fmla="*/ 472294 w 608549"/>
                  <a:gd name="connsiteY23" fmla="*/ 301060 h 561377"/>
                  <a:gd name="connsiteX24" fmla="*/ 449638 w 608549"/>
                  <a:gd name="connsiteY24" fmla="*/ 389549 h 561377"/>
                  <a:gd name="connsiteX25" fmla="*/ 341466 w 608549"/>
                  <a:gd name="connsiteY25" fmla="*/ 389549 h 561377"/>
                  <a:gd name="connsiteX26" fmla="*/ 195890 w 608549"/>
                  <a:gd name="connsiteY26" fmla="*/ 301060 h 561377"/>
                  <a:gd name="connsiteX27" fmla="*/ 331799 w 608549"/>
                  <a:gd name="connsiteY27" fmla="*/ 301060 h 561377"/>
                  <a:gd name="connsiteX28" fmla="*/ 324651 w 608549"/>
                  <a:gd name="connsiteY28" fmla="*/ 389549 h 561377"/>
                  <a:gd name="connsiteX29" fmla="*/ 203038 w 608549"/>
                  <a:gd name="connsiteY29" fmla="*/ 389549 h 561377"/>
                  <a:gd name="connsiteX30" fmla="*/ 55394 w 608549"/>
                  <a:gd name="connsiteY30" fmla="*/ 301060 h 561377"/>
                  <a:gd name="connsiteX31" fmla="*/ 179165 w 608549"/>
                  <a:gd name="connsiteY31" fmla="*/ 301060 h 561377"/>
                  <a:gd name="connsiteX32" fmla="*/ 186222 w 608549"/>
                  <a:gd name="connsiteY32" fmla="*/ 389549 h 561377"/>
                  <a:gd name="connsiteX33" fmla="*/ 78050 w 608549"/>
                  <a:gd name="connsiteY33" fmla="*/ 389549 h 561377"/>
                  <a:gd name="connsiteX34" fmla="*/ 189892 w 608549"/>
                  <a:gd name="connsiteY34" fmla="*/ 229013 h 561377"/>
                  <a:gd name="connsiteX35" fmla="*/ 337868 w 608549"/>
                  <a:gd name="connsiteY35" fmla="*/ 229013 h 561377"/>
                  <a:gd name="connsiteX36" fmla="*/ 333226 w 608549"/>
                  <a:gd name="connsiteY36" fmla="*/ 284619 h 561377"/>
                  <a:gd name="connsiteX37" fmla="*/ 194534 w 608549"/>
                  <a:gd name="connsiteY37" fmla="*/ 284619 h 561377"/>
                  <a:gd name="connsiteX38" fmla="*/ 36200 w 608549"/>
                  <a:gd name="connsiteY38" fmla="*/ 229013 h 561377"/>
                  <a:gd name="connsiteX39" fmla="*/ 173089 w 608549"/>
                  <a:gd name="connsiteY39" fmla="*/ 229013 h 561377"/>
                  <a:gd name="connsiteX40" fmla="*/ 177825 w 608549"/>
                  <a:gd name="connsiteY40" fmla="*/ 284619 h 561377"/>
                  <a:gd name="connsiteX41" fmla="*/ 51059 w 608549"/>
                  <a:gd name="connsiteY41" fmla="*/ 284619 h 561377"/>
                  <a:gd name="connsiteX42" fmla="*/ 531055 w 608549"/>
                  <a:gd name="connsiteY42" fmla="*/ 143841 h 561377"/>
                  <a:gd name="connsiteX43" fmla="*/ 583971 w 608549"/>
                  <a:gd name="connsiteY43" fmla="*/ 143841 h 561377"/>
                  <a:gd name="connsiteX44" fmla="*/ 583971 w 608549"/>
                  <a:gd name="connsiteY44" fmla="*/ 196204 h 561377"/>
                  <a:gd name="connsiteX45" fmla="*/ 540432 w 608549"/>
                  <a:gd name="connsiteY45" fmla="*/ 196204 h 561377"/>
                  <a:gd name="connsiteX46" fmla="*/ 486309 w 608549"/>
                  <a:gd name="connsiteY46" fmla="*/ 249309 h 561377"/>
                  <a:gd name="connsiteX47" fmla="*/ 476654 w 608549"/>
                  <a:gd name="connsiteY47" fmla="*/ 284619 h 561377"/>
                  <a:gd name="connsiteX48" fmla="*/ 349934 w 608549"/>
                  <a:gd name="connsiteY48" fmla="*/ 284619 h 561377"/>
                  <a:gd name="connsiteX49" fmla="*/ 354669 w 608549"/>
                  <a:gd name="connsiteY49" fmla="*/ 229012 h 561377"/>
                  <a:gd name="connsiteX50" fmla="*/ 437849 w 608549"/>
                  <a:gd name="connsiteY50" fmla="*/ 229012 h 561377"/>
                  <a:gd name="connsiteX51" fmla="*/ 443233 w 608549"/>
                  <a:gd name="connsiteY51" fmla="*/ 221042 h 561377"/>
                  <a:gd name="connsiteX52" fmla="*/ 511189 w 608549"/>
                  <a:gd name="connsiteY52" fmla="*/ 153016 h 561377"/>
                  <a:gd name="connsiteX53" fmla="*/ 517316 w 608549"/>
                  <a:gd name="connsiteY53" fmla="*/ 148104 h 561377"/>
                  <a:gd name="connsiteX54" fmla="*/ 531055 w 608549"/>
                  <a:gd name="connsiteY54" fmla="*/ 143841 h 561377"/>
                  <a:gd name="connsiteX55" fmla="*/ 113649 w 608549"/>
                  <a:gd name="connsiteY55" fmla="*/ 3 h 561377"/>
                  <a:gd name="connsiteX56" fmla="*/ 238362 w 608549"/>
                  <a:gd name="connsiteY56" fmla="*/ 56970 h 561377"/>
                  <a:gd name="connsiteX57" fmla="*/ 261391 w 608549"/>
                  <a:gd name="connsiteY57" fmla="*/ 34726 h 561377"/>
                  <a:gd name="connsiteX58" fmla="*/ 292776 w 608549"/>
                  <a:gd name="connsiteY58" fmla="*/ 199234 h 561377"/>
                  <a:gd name="connsiteX59" fmla="*/ 128792 w 608549"/>
                  <a:gd name="connsiteY59" fmla="*/ 163460 h 561377"/>
                  <a:gd name="connsiteX60" fmla="*/ 151820 w 608549"/>
                  <a:gd name="connsiteY60" fmla="*/ 141124 h 561377"/>
                  <a:gd name="connsiteX61" fmla="*/ 0 w 608549"/>
                  <a:gd name="connsiteY61" fmla="*/ 36673 h 561377"/>
                  <a:gd name="connsiteX62" fmla="*/ 113649 w 608549"/>
                  <a:gd name="connsiteY62" fmla="*/ 3 h 561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608549" h="561377">
                    <a:moveTo>
                      <a:pt x="381018" y="473169"/>
                    </a:moveTo>
                    <a:cubicBezTo>
                      <a:pt x="405395" y="473169"/>
                      <a:pt x="425157" y="492915"/>
                      <a:pt x="425157" y="517273"/>
                    </a:cubicBezTo>
                    <a:cubicBezTo>
                      <a:pt x="425157" y="541631"/>
                      <a:pt x="405395" y="561377"/>
                      <a:pt x="381018" y="561377"/>
                    </a:cubicBezTo>
                    <a:cubicBezTo>
                      <a:pt x="356641" y="561377"/>
                      <a:pt x="336879" y="541631"/>
                      <a:pt x="336879" y="517273"/>
                    </a:cubicBezTo>
                    <a:cubicBezTo>
                      <a:pt x="336879" y="492915"/>
                      <a:pt x="356641" y="473169"/>
                      <a:pt x="381018" y="473169"/>
                    </a:cubicBezTo>
                    <a:close/>
                    <a:moveTo>
                      <a:pt x="146741" y="473169"/>
                    </a:moveTo>
                    <a:cubicBezTo>
                      <a:pt x="171118" y="473169"/>
                      <a:pt x="190880" y="492915"/>
                      <a:pt x="190880" y="517273"/>
                    </a:cubicBezTo>
                    <a:cubicBezTo>
                      <a:pt x="190880" y="541631"/>
                      <a:pt x="171118" y="561377"/>
                      <a:pt x="146741" y="561377"/>
                    </a:cubicBezTo>
                    <a:cubicBezTo>
                      <a:pt x="122364" y="561377"/>
                      <a:pt x="102602" y="541631"/>
                      <a:pt x="102602" y="517273"/>
                    </a:cubicBezTo>
                    <a:cubicBezTo>
                      <a:pt x="102602" y="492915"/>
                      <a:pt x="122364" y="473169"/>
                      <a:pt x="146741" y="473169"/>
                    </a:cubicBezTo>
                    <a:close/>
                    <a:moveTo>
                      <a:pt x="340091" y="405920"/>
                    </a:moveTo>
                    <a:lnTo>
                      <a:pt x="445268" y="405920"/>
                    </a:lnTo>
                    <a:lnTo>
                      <a:pt x="431622" y="458350"/>
                    </a:lnTo>
                    <a:lnTo>
                      <a:pt x="335821" y="458350"/>
                    </a:lnTo>
                    <a:close/>
                    <a:moveTo>
                      <a:pt x="204428" y="405920"/>
                    </a:moveTo>
                    <a:lnTo>
                      <a:pt x="323260" y="405920"/>
                    </a:lnTo>
                    <a:lnTo>
                      <a:pt x="318989" y="458350"/>
                    </a:lnTo>
                    <a:lnTo>
                      <a:pt x="208699" y="458350"/>
                    </a:lnTo>
                    <a:close/>
                    <a:moveTo>
                      <a:pt x="82420" y="405920"/>
                    </a:moveTo>
                    <a:lnTo>
                      <a:pt x="187643" y="405920"/>
                    </a:lnTo>
                    <a:lnTo>
                      <a:pt x="192008" y="458350"/>
                    </a:lnTo>
                    <a:lnTo>
                      <a:pt x="96072" y="458350"/>
                    </a:lnTo>
                    <a:close/>
                    <a:moveTo>
                      <a:pt x="348616" y="301060"/>
                    </a:moveTo>
                    <a:lnTo>
                      <a:pt x="472294" y="301060"/>
                    </a:lnTo>
                    <a:lnTo>
                      <a:pt x="449638" y="389549"/>
                    </a:lnTo>
                    <a:lnTo>
                      <a:pt x="341466" y="389549"/>
                    </a:lnTo>
                    <a:close/>
                    <a:moveTo>
                      <a:pt x="195890" y="301060"/>
                    </a:moveTo>
                    <a:lnTo>
                      <a:pt x="331799" y="301060"/>
                    </a:lnTo>
                    <a:lnTo>
                      <a:pt x="324651" y="389549"/>
                    </a:lnTo>
                    <a:lnTo>
                      <a:pt x="203038" y="389549"/>
                    </a:lnTo>
                    <a:close/>
                    <a:moveTo>
                      <a:pt x="55394" y="301060"/>
                    </a:moveTo>
                    <a:lnTo>
                      <a:pt x="179165" y="301060"/>
                    </a:lnTo>
                    <a:lnTo>
                      <a:pt x="186222" y="389549"/>
                    </a:lnTo>
                    <a:lnTo>
                      <a:pt x="78050" y="389549"/>
                    </a:lnTo>
                    <a:close/>
                    <a:moveTo>
                      <a:pt x="189892" y="229013"/>
                    </a:moveTo>
                    <a:lnTo>
                      <a:pt x="337868" y="229013"/>
                    </a:lnTo>
                    <a:lnTo>
                      <a:pt x="333226" y="284619"/>
                    </a:lnTo>
                    <a:lnTo>
                      <a:pt x="194534" y="284619"/>
                    </a:lnTo>
                    <a:close/>
                    <a:moveTo>
                      <a:pt x="36200" y="229013"/>
                    </a:moveTo>
                    <a:lnTo>
                      <a:pt x="173089" y="229013"/>
                    </a:lnTo>
                    <a:lnTo>
                      <a:pt x="177825" y="284619"/>
                    </a:lnTo>
                    <a:lnTo>
                      <a:pt x="51059" y="284619"/>
                    </a:lnTo>
                    <a:close/>
                    <a:moveTo>
                      <a:pt x="531055" y="143841"/>
                    </a:moveTo>
                    <a:lnTo>
                      <a:pt x="583971" y="143841"/>
                    </a:lnTo>
                    <a:cubicBezTo>
                      <a:pt x="616742" y="143841"/>
                      <a:pt x="616742" y="196204"/>
                      <a:pt x="583971" y="196204"/>
                    </a:cubicBezTo>
                    <a:lnTo>
                      <a:pt x="540432" y="196204"/>
                    </a:lnTo>
                    <a:cubicBezTo>
                      <a:pt x="522422" y="212608"/>
                      <a:pt x="504319" y="231237"/>
                      <a:pt x="486309" y="249309"/>
                    </a:cubicBezTo>
                    <a:lnTo>
                      <a:pt x="476654" y="284619"/>
                    </a:lnTo>
                    <a:lnTo>
                      <a:pt x="349934" y="284619"/>
                    </a:lnTo>
                    <a:lnTo>
                      <a:pt x="354669" y="229012"/>
                    </a:lnTo>
                    <a:lnTo>
                      <a:pt x="437849" y="229012"/>
                    </a:lnTo>
                    <a:cubicBezTo>
                      <a:pt x="439056" y="225676"/>
                      <a:pt x="440727" y="223544"/>
                      <a:pt x="443233" y="221042"/>
                    </a:cubicBezTo>
                    <a:cubicBezTo>
                      <a:pt x="465885" y="198429"/>
                      <a:pt x="488537" y="175630"/>
                      <a:pt x="511189" y="153016"/>
                    </a:cubicBezTo>
                    <a:cubicBezTo>
                      <a:pt x="513138" y="151070"/>
                      <a:pt x="515180" y="149309"/>
                      <a:pt x="517316" y="148104"/>
                    </a:cubicBezTo>
                    <a:cubicBezTo>
                      <a:pt x="520936" y="145695"/>
                      <a:pt x="525485" y="143841"/>
                      <a:pt x="531055" y="143841"/>
                    </a:cubicBezTo>
                    <a:close/>
                    <a:moveTo>
                      <a:pt x="113649" y="3"/>
                    </a:moveTo>
                    <a:cubicBezTo>
                      <a:pt x="152263" y="202"/>
                      <a:pt x="196298" y="13839"/>
                      <a:pt x="238362" y="56970"/>
                    </a:cubicBezTo>
                    <a:lnTo>
                      <a:pt x="261391" y="34726"/>
                    </a:lnTo>
                    <a:lnTo>
                      <a:pt x="292776" y="199234"/>
                    </a:lnTo>
                    <a:lnTo>
                      <a:pt x="128792" y="163460"/>
                    </a:lnTo>
                    <a:lnTo>
                      <a:pt x="151820" y="141124"/>
                    </a:lnTo>
                    <a:cubicBezTo>
                      <a:pt x="60635" y="47702"/>
                      <a:pt x="0" y="36673"/>
                      <a:pt x="0" y="36673"/>
                    </a:cubicBezTo>
                    <a:cubicBezTo>
                      <a:pt x="0" y="36673"/>
                      <a:pt x="49294" y="-327"/>
                      <a:pt x="113649" y="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grpSp>
          <p:nvGrpSpPr>
            <p:cNvPr id="13" name="íšḷîḋê">
              <a:extLst>
                <a:ext uri="{FF2B5EF4-FFF2-40B4-BE49-F238E27FC236}">
                  <a16:creationId xmlns:a16="http://schemas.microsoft.com/office/drawing/2014/main" id="{CC1706B1-F776-424A-829E-B7BFC1B8F729}"/>
                </a:ext>
              </a:extLst>
            </p:cNvPr>
            <p:cNvGrpSpPr/>
            <p:nvPr/>
          </p:nvGrpSpPr>
          <p:grpSpPr>
            <a:xfrm>
              <a:off x="6647762" y="1282700"/>
              <a:ext cx="618287" cy="618287"/>
              <a:chOff x="6647763" y="1282700"/>
              <a:chExt cx="618287" cy="618287"/>
            </a:xfrm>
          </p:grpSpPr>
          <p:sp>
            <p:nvSpPr>
              <p:cNvPr id="53" name="ïṩḻíḋé">
                <a:extLst>
                  <a:ext uri="{FF2B5EF4-FFF2-40B4-BE49-F238E27FC236}">
                    <a16:creationId xmlns:a16="http://schemas.microsoft.com/office/drawing/2014/main" id="{3764EDAA-A00D-49B3-A0AE-DB08358AD117}"/>
                  </a:ext>
                </a:extLst>
              </p:cNvPr>
              <p:cNvSpPr/>
              <p:nvPr/>
            </p:nvSpPr>
            <p:spPr>
              <a:xfrm>
                <a:off x="6647763" y="1282700"/>
                <a:ext cx="618287" cy="6182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1pPr>
                <a:lvl2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2pPr>
                <a:lvl3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3pPr>
                <a:lvl4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4pPr>
                <a:lvl5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5pPr>
                <a:lvl6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6pPr>
                <a:lvl7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7pPr>
                <a:lvl8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8pPr>
                <a:lvl9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54" name="íšļïḍe">
                <a:extLst>
                  <a:ext uri="{FF2B5EF4-FFF2-40B4-BE49-F238E27FC236}">
                    <a16:creationId xmlns:a16="http://schemas.microsoft.com/office/drawing/2014/main" id="{F6E0710E-7320-43A6-812E-A29B86F15A70}"/>
                  </a:ext>
                </a:extLst>
              </p:cNvPr>
              <p:cNvSpPr/>
              <p:nvPr/>
            </p:nvSpPr>
            <p:spPr>
              <a:xfrm>
                <a:off x="6781012" y="1429584"/>
                <a:ext cx="351788" cy="324518"/>
              </a:xfrm>
              <a:custGeom>
                <a:avLst/>
                <a:gdLst>
                  <a:gd name="connsiteX0" fmla="*/ 381018 w 608549"/>
                  <a:gd name="connsiteY0" fmla="*/ 473169 h 561377"/>
                  <a:gd name="connsiteX1" fmla="*/ 425157 w 608549"/>
                  <a:gd name="connsiteY1" fmla="*/ 517273 h 561377"/>
                  <a:gd name="connsiteX2" fmla="*/ 381018 w 608549"/>
                  <a:gd name="connsiteY2" fmla="*/ 561377 h 561377"/>
                  <a:gd name="connsiteX3" fmla="*/ 336879 w 608549"/>
                  <a:gd name="connsiteY3" fmla="*/ 517273 h 561377"/>
                  <a:gd name="connsiteX4" fmla="*/ 381018 w 608549"/>
                  <a:gd name="connsiteY4" fmla="*/ 473169 h 561377"/>
                  <a:gd name="connsiteX5" fmla="*/ 146741 w 608549"/>
                  <a:gd name="connsiteY5" fmla="*/ 473169 h 561377"/>
                  <a:gd name="connsiteX6" fmla="*/ 190880 w 608549"/>
                  <a:gd name="connsiteY6" fmla="*/ 517273 h 561377"/>
                  <a:gd name="connsiteX7" fmla="*/ 146741 w 608549"/>
                  <a:gd name="connsiteY7" fmla="*/ 561377 h 561377"/>
                  <a:gd name="connsiteX8" fmla="*/ 102602 w 608549"/>
                  <a:gd name="connsiteY8" fmla="*/ 517273 h 561377"/>
                  <a:gd name="connsiteX9" fmla="*/ 146741 w 608549"/>
                  <a:gd name="connsiteY9" fmla="*/ 473169 h 561377"/>
                  <a:gd name="connsiteX10" fmla="*/ 340091 w 608549"/>
                  <a:gd name="connsiteY10" fmla="*/ 405920 h 561377"/>
                  <a:gd name="connsiteX11" fmla="*/ 445268 w 608549"/>
                  <a:gd name="connsiteY11" fmla="*/ 405920 h 561377"/>
                  <a:gd name="connsiteX12" fmla="*/ 431622 w 608549"/>
                  <a:gd name="connsiteY12" fmla="*/ 458350 h 561377"/>
                  <a:gd name="connsiteX13" fmla="*/ 335821 w 608549"/>
                  <a:gd name="connsiteY13" fmla="*/ 458350 h 561377"/>
                  <a:gd name="connsiteX14" fmla="*/ 204428 w 608549"/>
                  <a:gd name="connsiteY14" fmla="*/ 405920 h 561377"/>
                  <a:gd name="connsiteX15" fmla="*/ 323260 w 608549"/>
                  <a:gd name="connsiteY15" fmla="*/ 405920 h 561377"/>
                  <a:gd name="connsiteX16" fmla="*/ 318989 w 608549"/>
                  <a:gd name="connsiteY16" fmla="*/ 458350 h 561377"/>
                  <a:gd name="connsiteX17" fmla="*/ 208699 w 608549"/>
                  <a:gd name="connsiteY17" fmla="*/ 458350 h 561377"/>
                  <a:gd name="connsiteX18" fmla="*/ 82420 w 608549"/>
                  <a:gd name="connsiteY18" fmla="*/ 405920 h 561377"/>
                  <a:gd name="connsiteX19" fmla="*/ 187643 w 608549"/>
                  <a:gd name="connsiteY19" fmla="*/ 405920 h 561377"/>
                  <a:gd name="connsiteX20" fmla="*/ 192008 w 608549"/>
                  <a:gd name="connsiteY20" fmla="*/ 458350 h 561377"/>
                  <a:gd name="connsiteX21" fmla="*/ 96072 w 608549"/>
                  <a:gd name="connsiteY21" fmla="*/ 458350 h 561377"/>
                  <a:gd name="connsiteX22" fmla="*/ 348616 w 608549"/>
                  <a:gd name="connsiteY22" fmla="*/ 301060 h 561377"/>
                  <a:gd name="connsiteX23" fmla="*/ 472294 w 608549"/>
                  <a:gd name="connsiteY23" fmla="*/ 301060 h 561377"/>
                  <a:gd name="connsiteX24" fmla="*/ 449638 w 608549"/>
                  <a:gd name="connsiteY24" fmla="*/ 389549 h 561377"/>
                  <a:gd name="connsiteX25" fmla="*/ 341466 w 608549"/>
                  <a:gd name="connsiteY25" fmla="*/ 389549 h 561377"/>
                  <a:gd name="connsiteX26" fmla="*/ 195890 w 608549"/>
                  <a:gd name="connsiteY26" fmla="*/ 301060 h 561377"/>
                  <a:gd name="connsiteX27" fmla="*/ 331799 w 608549"/>
                  <a:gd name="connsiteY27" fmla="*/ 301060 h 561377"/>
                  <a:gd name="connsiteX28" fmla="*/ 324651 w 608549"/>
                  <a:gd name="connsiteY28" fmla="*/ 389549 h 561377"/>
                  <a:gd name="connsiteX29" fmla="*/ 203038 w 608549"/>
                  <a:gd name="connsiteY29" fmla="*/ 389549 h 561377"/>
                  <a:gd name="connsiteX30" fmla="*/ 55394 w 608549"/>
                  <a:gd name="connsiteY30" fmla="*/ 301060 h 561377"/>
                  <a:gd name="connsiteX31" fmla="*/ 179165 w 608549"/>
                  <a:gd name="connsiteY31" fmla="*/ 301060 h 561377"/>
                  <a:gd name="connsiteX32" fmla="*/ 186222 w 608549"/>
                  <a:gd name="connsiteY32" fmla="*/ 389549 h 561377"/>
                  <a:gd name="connsiteX33" fmla="*/ 78050 w 608549"/>
                  <a:gd name="connsiteY33" fmla="*/ 389549 h 561377"/>
                  <a:gd name="connsiteX34" fmla="*/ 189892 w 608549"/>
                  <a:gd name="connsiteY34" fmla="*/ 229013 h 561377"/>
                  <a:gd name="connsiteX35" fmla="*/ 337868 w 608549"/>
                  <a:gd name="connsiteY35" fmla="*/ 229013 h 561377"/>
                  <a:gd name="connsiteX36" fmla="*/ 333226 w 608549"/>
                  <a:gd name="connsiteY36" fmla="*/ 284619 h 561377"/>
                  <a:gd name="connsiteX37" fmla="*/ 194534 w 608549"/>
                  <a:gd name="connsiteY37" fmla="*/ 284619 h 561377"/>
                  <a:gd name="connsiteX38" fmla="*/ 36200 w 608549"/>
                  <a:gd name="connsiteY38" fmla="*/ 229013 h 561377"/>
                  <a:gd name="connsiteX39" fmla="*/ 173089 w 608549"/>
                  <a:gd name="connsiteY39" fmla="*/ 229013 h 561377"/>
                  <a:gd name="connsiteX40" fmla="*/ 177825 w 608549"/>
                  <a:gd name="connsiteY40" fmla="*/ 284619 h 561377"/>
                  <a:gd name="connsiteX41" fmla="*/ 51059 w 608549"/>
                  <a:gd name="connsiteY41" fmla="*/ 284619 h 561377"/>
                  <a:gd name="connsiteX42" fmla="*/ 531055 w 608549"/>
                  <a:gd name="connsiteY42" fmla="*/ 143841 h 561377"/>
                  <a:gd name="connsiteX43" fmla="*/ 583971 w 608549"/>
                  <a:gd name="connsiteY43" fmla="*/ 143841 h 561377"/>
                  <a:gd name="connsiteX44" fmla="*/ 583971 w 608549"/>
                  <a:gd name="connsiteY44" fmla="*/ 196204 h 561377"/>
                  <a:gd name="connsiteX45" fmla="*/ 540432 w 608549"/>
                  <a:gd name="connsiteY45" fmla="*/ 196204 h 561377"/>
                  <a:gd name="connsiteX46" fmla="*/ 486309 w 608549"/>
                  <a:gd name="connsiteY46" fmla="*/ 249309 h 561377"/>
                  <a:gd name="connsiteX47" fmla="*/ 476654 w 608549"/>
                  <a:gd name="connsiteY47" fmla="*/ 284619 h 561377"/>
                  <a:gd name="connsiteX48" fmla="*/ 349934 w 608549"/>
                  <a:gd name="connsiteY48" fmla="*/ 284619 h 561377"/>
                  <a:gd name="connsiteX49" fmla="*/ 354669 w 608549"/>
                  <a:gd name="connsiteY49" fmla="*/ 229012 h 561377"/>
                  <a:gd name="connsiteX50" fmla="*/ 437849 w 608549"/>
                  <a:gd name="connsiteY50" fmla="*/ 229012 h 561377"/>
                  <a:gd name="connsiteX51" fmla="*/ 443233 w 608549"/>
                  <a:gd name="connsiteY51" fmla="*/ 221042 h 561377"/>
                  <a:gd name="connsiteX52" fmla="*/ 511189 w 608549"/>
                  <a:gd name="connsiteY52" fmla="*/ 153016 h 561377"/>
                  <a:gd name="connsiteX53" fmla="*/ 517316 w 608549"/>
                  <a:gd name="connsiteY53" fmla="*/ 148104 h 561377"/>
                  <a:gd name="connsiteX54" fmla="*/ 531055 w 608549"/>
                  <a:gd name="connsiteY54" fmla="*/ 143841 h 561377"/>
                  <a:gd name="connsiteX55" fmla="*/ 113649 w 608549"/>
                  <a:gd name="connsiteY55" fmla="*/ 3 h 561377"/>
                  <a:gd name="connsiteX56" fmla="*/ 238362 w 608549"/>
                  <a:gd name="connsiteY56" fmla="*/ 56970 h 561377"/>
                  <a:gd name="connsiteX57" fmla="*/ 261391 w 608549"/>
                  <a:gd name="connsiteY57" fmla="*/ 34726 h 561377"/>
                  <a:gd name="connsiteX58" fmla="*/ 292776 w 608549"/>
                  <a:gd name="connsiteY58" fmla="*/ 199234 h 561377"/>
                  <a:gd name="connsiteX59" fmla="*/ 128792 w 608549"/>
                  <a:gd name="connsiteY59" fmla="*/ 163460 h 561377"/>
                  <a:gd name="connsiteX60" fmla="*/ 151820 w 608549"/>
                  <a:gd name="connsiteY60" fmla="*/ 141124 h 561377"/>
                  <a:gd name="connsiteX61" fmla="*/ 0 w 608549"/>
                  <a:gd name="connsiteY61" fmla="*/ 36673 h 561377"/>
                  <a:gd name="connsiteX62" fmla="*/ 113649 w 608549"/>
                  <a:gd name="connsiteY62" fmla="*/ 3 h 561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608549" h="561377">
                    <a:moveTo>
                      <a:pt x="381018" y="473169"/>
                    </a:moveTo>
                    <a:cubicBezTo>
                      <a:pt x="405395" y="473169"/>
                      <a:pt x="425157" y="492915"/>
                      <a:pt x="425157" y="517273"/>
                    </a:cubicBezTo>
                    <a:cubicBezTo>
                      <a:pt x="425157" y="541631"/>
                      <a:pt x="405395" y="561377"/>
                      <a:pt x="381018" y="561377"/>
                    </a:cubicBezTo>
                    <a:cubicBezTo>
                      <a:pt x="356641" y="561377"/>
                      <a:pt x="336879" y="541631"/>
                      <a:pt x="336879" y="517273"/>
                    </a:cubicBezTo>
                    <a:cubicBezTo>
                      <a:pt x="336879" y="492915"/>
                      <a:pt x="356641" y="473169"/>
                      <a:pt x="381018" y="473169"/>
                    </a:cubicBezTo>
                    <a:close/>
                    <a:moveTo>
                      <a:pt x="146741" y="473169"/>
                    </a:moveTo>
                    <a:cubicBezTo>
                      <a:pt x="171118" y="473169"/>
                      <a:pt x="190880" y="492915"/>
                      <a:pt x="190880" y="517273"/>
                    </a:cubicBezTo>
                    <a:cubicBezTo>
                      <a:pt x="190880" y="541631"/>
                      <a:pt x="171118" y="561377"/>
                      <a:pt x="146741" y="561377"/>
                    </a:cubicBezTo>
                    <a:cubicBezTo>
                      <a:pt x="122364" y="561377"/>
                      <a:pt x="102602" y="541631"/>
                      <a:pt x="102602" y="517273"/>
                    </a:cubicBezTo>
                    <a:cubicBezTo>
                      <a:pt x="102602" y="492915"/>
                      <a:pt x="122364" y="473169"/>
                      <a:pt x="146741" y="473169"/>
                    </a:cubicBezTo>
                    <a:close/>
                    <a:moveTo>
                      <a:pt x="340091" y="405920"/>
                    </a:moveTo>
                    <a:lnTo>
                      <a:pt x="445268" y="405920"/>
                    </a:lnTo>
                    <a:lnTo>
                      <a:pt x="431622" y="458350"/>
                    </a:lnTo>
                    <a:lnTo>
                      <a:pt x="335821" y="458350"/>
                    </a:lnTo>
                    <a:close/>
                    <a:moveTo>
                      <a:pt x="204428" y="405920"/>
                    </a:moveTo>
                    <a:lnTo>
                      <a:pt x="323260" y="405920"/>
                    </a:lnTo>
                    <a:lnTo>
                      <a:pt x="318989" y="458350"/>
                    </a:lnTo>
                    <a:lnTo>
                      <a:pt x="208699" y="458350"/>
                    </a:lnTo>
                    <a:close/>
                    <a:moveTo>
                      <a:pt x="82420" y="405920"/>
                    </a:moveTo>
                    <a:lnTo>
                      <a:pt x="187643" y="405920"/>
                    </a:lnTo>
                    <a:lnTo>
                      <a:pt x="192008" y="458350"/>
                    </a:lnTo>
                    <a:lnTo>
                      <a:pt x="96072" y="458350"/>
                    </a:lnTo>
                    <a:close/>
                    <a:moveTo>
                      <a:pt x="348616" y="301060"/>
                    </a:moveTo>
                    <a:lnTo>
                      <a:pt x="472294" y="301060"/>
                    </a:lnTo>
                    <a:lnTo>
                      <a:pt x="449638" y="389549"/>
                    </a:lnTo>
                    <a:lnTo>
                      <a:pt x="341466" y="389549"/>
                    </a:lnTo>
                    <a:close/>
                    <a:moveTo>
                      <a:pt x="195890" y="301060"/>
                    </a:moveTo>
                    <a:lnTo>
                      <a:pt x="331799" y="301060"/>
                    </a:lnTo>
                    <a:lnTo>
                      <a:pt x="324651" y="389549"/>
                    </a:lnTo>
                    <a:lnTo>
                      <a:pt x="203038" y="389549"/>
                    </a:lnTo>
                    <a:close/>
                    <a:moveTo>
                      <a:pt x="55394" y="301060"/>
                    </a:moveTo>
                    <a:lnTo>
                      <a:pt x="179165" y="301060"/>
                    </a:lnTo>
                    <a:lnTo>
                      <a:pt x="186222" y="389549"/>
                    </a:lnTo>
                    <a:lnTo>
                      <a:pt x="78050" y="389549"/>
                    </a:lnTo>
                    <a:close/>
                    <a:moveTo>
                      <a:pt x="189892" y="229013"/>
                    </a:moveTo>
                    <a:lnTo>
                      <a:pt x="337868" y="229013"/>
                    </a:lnTo>
                    <a:lnTo>
                      <a:pt x="333226" y="284619"/>
                    </a:lnTo>
                    <a:lnTo>
                      <a:pt x="194534" y="284619"/>
                    </a:lnTo>
                    <a:close/>
                    <a:moveTo>
                      <a:pt x="36200" y="229013"/>
                    </a:moveTo>
                    <a:lnTo>
                      <a:pt x="173089" y="229013"/>
                    </a:lnTo>
                    <a:lnTo>
                      <a:pt x="177825" y="284619"/>
                    </a:lnTo>
                    <a:lnTo>
                      <a:pt x="51059" y="284619"/>
                    </a:lnTo>
                    <a:close/>
                    <a:moveTo>
                      <a:pt x="531055" y="143841"/>
                    </a:moveTo>
                    <a:lnTo>
                      <a:pt x="583971" y="143841"/>
                    </a:lnTo>
                    <a:cubicBezTo>
                      <a:pt x="616742" y="143841"/>
                      <a:pt x="616742" y="196204"/>
                      <a:pt x="583971" y="196204"/>
                    </a:cubicBezTo>
                    <a:lnTo>
                      <a:pt x="540432" y="196204"/>
                    </a:lnTo>
                    <a:cubicBezTo>
                      <a:pt x="522422" y="212608"/>
                      <a:pt x="504319" y="231237"/>
                      <a:pt x="486309" y="249309"/>
                    </a:cubicBezTo>
                    <a:lnTo>
                      <a:pt x="476654" y="284619"/>
                    </a:lnTo>
                    <a:lnTo>
                      <a:pt x="349934" y="284619"/>
                    </a:lnTo>
                    <a:lnTo>
                      <a:pt x="354669" y="229012"/>
                    </a:lnTo>
                    <a:lnTo>
                      <a:pt x="437849" y="229012"/>
                    </a:lnTo>
                    <a:cubicBezTo>
                      <a:pt x="439056" y="225676"/>
                      <a:pt x="440727" y="223544"/>
                      <a:pt x="443233" y="221042"/>
                    </a:cubicBezTo>
                    <a:cubicBezTo>
                      <a:pt x="465885" y="198429"/>
                      <a:pt x="488537" y="175630"/>
                      <a:pt x="511189" y="153016"/>
                    </a:cubicBezTo>
                    <a:cubicBezTo>
                      <a:pt x="513138" y="151070"/>
                      <a:pt x="515180" y="149309"/>
                      <a:pt x="517316" y="148104"/>
                    </a:cubicBezTo>
                    <a:cubicBezTo>
                      <a:pt x="520936" y="145695"/>
                      <a:pt x="525485" y="143841"/>
                      <a:pt x="531055" y="143841"/>
                    </a:cubicBezTo>
                    <a:close/>
                    <a:moveTo>
                      <a:pt x="113649" y="3"/>
                    </a:moveTo>
                    <a:cubicBezTo>
                      <a:pt x="152263" y="202"/>
                      <a:pt x="196298" y="13839"/>
                      <a:pt x="238362" y="56970"/>
                    </a:cubicBezTo>
                    <a:lnTo>
                      <a:pt x="261391" y="34726"/>
                    </a:lnTo>
                    <a:lnTo>
                      <a:pt x="292776" y="199234"/>
                    </a:lnTo>
                    <a:lnTo>
                      <a:pt x="128792" y="163460"/>
                    </a:lnTo>
                    <a:lnTo>
                      <a:pt x="151820" y="141124"/>
                    </a:lnTo>
                    <a:cubicBezTo>
                      <a:pt x="60635" y="47702"/>
                      <a:pt x="0" y="36673"/>
                      <a:pt x="0" y="36673"/>
                    </a:cubicBezTo>
                    <a:cubicBezTo>
                      <a:pt x="0" y="36673"/>
                      <a:pt x="49294" y="-327"/>
                      <a:pt x="113649" y="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grpSp>
          <p:nvGrpSpPr>
            <p:cNvPr id="14" name="îŝ1ïḍé">
              <a:extLst>
                <a:ext uri="{FF2B5EF4-FFF2-40B4-BE49-F238E27FC236}">
                  <a16:creationId xmlns:a16="http://schemas.microsoft.com/office/drawing/2014/main" id="{0D707CF3-D979-4BF6-A5DC-043328B743CA}"/>
                </a:ext>
              </a:extLst>
            </p:cNvPr>
            <p:cNvGrpSpPr/>
            <p:nvPr/>
          </p:nvGrpSpPr>
          <p:grpSpPr>
            <a:xfrm>
              <a:off x="6647762" y="3417093"/>
              <a:ext cx="618287" cy="618287"/>
              <a:chOff x="6647763" y="3417093"/>
              <a:chExt cx="618287" cy="618287"/>
            </a:xfrm>
          </p:grpSpPr>
          <p:sp>
            <p:nvSpPr>
              <p:cNvPr id="51" name="îṥḻïďe">
                <a:extLst>
                  <a:ext uri="{FF2B5EF4-FFF2-40B4-BE49-F238E27FC236}">
                    <a16:creationId xmlns:a16="http://schemas.microsoft.com/office/drawing/2014/main" id="{B3D25C55-B582-4B5E-B398-C78525A75C35}"/>
                  </a:ext>
                </a:extLst>
              </p:cNvPr>
              <p:cNvSpPr/>
              <p:nvPr/>
            </p:nvSpPr>
            <p:spPr>
              <a:xfrm>
                <a:off x="6647763" y="3417093"/>
                <a:ext cx="618287" cy="6182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1pPr>
                <a:lvl2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2pPr>
                <a:lvl3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3pPr>
                <a:lvl4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4pPr>
                <a:lvl5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5pPr>
                <a:lvl6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6pPr>
                <a:lvl7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7pPr>
                <a:lvl8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8pPr>
                <a:lvl9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52" name="í$ḻîḑê">
                <a:extLst>
                  <a:ext uri="{FF2B5EF4-FFF2-40B4-BE49-F238E27FC236}">
                    <a16:creationId xmlns:a16="http://schemas.microsoft.com/office/drawing/2014/main" id="{F6E0710E-7320-43A6-812E-A29B86F15A70}"/>
                  </a:ext>
                </a:extLst>
              </p:cNvPr>
              <p:cNvSpPr/>
              <p:nvPr/>
            </p:nvSpPr>
            <p:spPr>
              <a:xfrm>
                <a:off x="6781012" y="3563977"/>
                <a:ext cx="351788" cy="324518"/>
              </a:xfrm>
              <a:custGeom>
                <a:avLst/>
                <a:gdLst>
                  <a:gd name="connsiteX0" fmla="*/ 381018 w 608549"/>
                  <a:gd name="connsiteY0" fmla="*/ 473169 h 561377"/>
                  <a:gd name="connsiteX1" fmla="*/ 425157 w 608549"/>
                  <a:gd name="connsiteY1" fmla="*/ 517273 h 561377"/>
                  <a:gd name="connsiteX2" fmla="*/ 381018 w 608549"/>
                  <a:gd name="connsiteY2" fmla="*/ 561377 h 561377"/>
                  <a:gd name="connsiteX3" fmla="*/ 336879 w 608549"/>
                  <a:gd name="connsiteY3" fmla="*/ 517273 h 561377"/>
                  <a:gd name="connsiteX4" fmla="*/ 381018 w 608549"/>
                  <a:gd name="connsiteY4" fmla="*/ 473169 h 561377"/>
                  <a:gd name="connsiteX5" fmla="*/ 146741 w 608549"/>
                  <a:gd name="connsiteY5" fmla="*/ 473169 h 561377"/>
                  <a:gd name="connsiteX6" fmla="*/ 190880 w 608549"/>
                  <a:gd name="connsiteY6" fmla="*/ 517273 h 561377"/>
                  <a:gd name="connsiteX7" fmla="*/ 146741 w 608549"/>
                  <a:gd name="connsiteY7" fmla="*/ 561377 h 561377"/>
                  <a:gd name="connsiteX8" fmla="*/ 102602 w 608549"/>
                  <a:gd name="connsiteY8" fmla="*/ 517273 h 561377"/>
                  <a:gd name="connsiteX9" fmla="*/ 146741 w 608549"/>
                  <a:gd name="connsiteY9" fmla="*/ 473169 h 561377"/>
                  <a:gd name="connsiteX10" fmla="*/ 340091 w 608549"/>
                  <a:gd name="connsiteY10" fmla="*/ 405920 h 561377"/>
                  <a:gd name="connsiteX11" fmla="*/ 445268 w 608549"/>
                  <a:gd name="connsiteY11" fmla="*/ 405920 h 561377"/>
                  <a:gd name="connsiteX12" fmla="*/ 431622 w 608549"/>
                  <a:gd name="connsiteY12" fmla="*/ 458350 h 561377"/>
                  <a:gd name="connsiteX13" fmla="*/ 335821 w 608549"/>
                  <a:gd name="connsiteY13" fmla="*/ 458350 h 561377"/>
                  <a:gd name="connsiteX14" fmla="*/ 204428 w 608549"/>
                  <a:gd name="connsiteY14" fmla="*/ 405920 h 561377"/>
                  <a:gd name="connsiteX15" fmla="*/ 323260 w 608549"/>
                  <a:gd name="connsiteY15" fmla="*/ 405920 h 561377"/>
                  <a:gd name="connsiteX16" fmla="*/ 318989 w 608549"/>
                  <a:gd name="connsiteY16" fmla="*/ 458350 h 561377"/>
                  <a:gd name="connsiteX17" fmla="*/ 208699 w 608549"/>
                  <a:gd name="connsiteY17" fmla="*/ 458350 h 561377"/>
                  <a:gd name="connsiteX18" fmla="*/ 82420 w 608549"/>
                  <a:gd name="connsiteY18" fmla="*/ 405920 h 561377"/>
                  <a:gd name="connsiteX19" fmla="*/ 187643 w 608549"/>
                  <a:gd name="connsiteY19" fmla="*/ 405920 h 561377"/>
                  <a:gd name="connsiteX20" fmla="*/ 192008 w 608549"/>
                  <a:gd name="connsiteY20" fmla="*/ 458350 h 561377"/>
                  <a:gd name="connsiteX21" fmla="*/ 96072 w 608549"/>
                  <a:gd name="connsiteY21" fmla="*/ 458350 h 561377"/>
                  <a:gd name="connsiteX22" fmla="*/ 348616 w 608549"/>
                  <a:gd name="connsiteY22" fmla="*/ 301060 h 561377"/>
                  <a:gd name="connsiteX23" fmla="*/ 472294 w 608549"/>
                  <a:gd name="connsiteY23" fmla="*/ 301060 h 561377"/>
                  <a:gd name="connsiteX24" fmla="*/ 449638 w 608549"/>
                  <a:gd name="connsiteY24" fmla="*/ 389549 h 561377"/>
                  <a:gd name="connsiteX25" fmla="*/ 341466 w 608549"/>
                  <a:gd name="connsiteY25" fmla="*/ 389549 h 561377"/>
                  <a:gd name="connsiteX26" fmla="*/ 195890 w 608549"/>
                  <a:gd name="connsiteY26" fmla="*/ 301060 h 561377"/>
                  <a:gd name="connsiteX27" fmla="*/ 331799 w 608549"/>
                  <a:gd name="connsiteY27" fmla="*/ 301060 h 561377"/>
                  <a:gd name="connsiteX28" fmla="*/ 324651 w 608549"/>
                  <a:gd name="connsiteY28" fmla="*/ 389549 h 561377"/>
                  <a:gd name="connsiteX29" fmla="*/ 203038 w 608549"/>
                  <a:gd name="connsiteY29" fmla="*/ 389549 h 561377"/>
                  <a:gd name="connsiteX30" fmla="*/ 55394 w 608549"/>
                  <a:gd name="connsiteY30" fmla="*/ 301060 h 561377"/>
                  <a:gd name="connsiteX31" fmla="*/ 179165 w 608549"/>
                  <a:gd name="connsiteY31" fmla="*/ 301060 h 561377"/>
                  <a:gd name="connsiteX32" fmla="*/ 186222 w 608549"/>
                  <a:gd name="connsiteY32" fmla="*/ 389549 h 561377"/>
                  <a:gd name="connsiteX33" fmla="*/ 78050 w 608549"/>
                  <a:gd name="connsiteY33" fmla="*/ 389549 h 561377"/>
                  <a:gd name="connsiteX34" fmla="*/ 189892 w 608549"/>
                  <a:gd name="connsiteY34" fmla="*/ 229013 h 561377"/>
                  <a:gd name="connsiteX35" fmla="*/ 337868 w 608549"/>
                  <a:gd name="connsiteY35" fmla="*/ 229013 h 561377"/>
                  <a:gd name="connsiteX36" fmla="*/ 333226 w 608549"/>
                  <a:gd name="connsiteY36" fmla="*/ 284619 h 561377"/>
                  <a:gd name="connsiteX37" fmla="*/ 194534 w 608549"/>
                  <a:gd name="connsiteY37" fmla="*/ 284619 h 561377"/>
                  <a:gd name="connsiteX38" fmla="*/ 36200 w 608549"/>
                  <a:gd name="connsiteY38" fmla="*/ 229013 h 561377"/>
                  <a:gd name="connsiteX39" fmla="*/ 173089 w 608549"/>
                  <a:gd name="connsiteY39" fmla="*/ 229013 h 561377"/>
                  <a:gd name="connsiteX40" fmla="*/ 177825 w 608549"/>
                  <a:gd name="connsiteY40" fmla="*/ 284619 h 561377"/>
                  <a:gd name="connsiteX41" fmla="*/ 51059 w 608549"/>
                  <a:gd name="connsiteY41" fmla="*/ 284619 h 561377"/>
                  <a:gd name="connsiteX42" fmla="*/ 531055 w 608549"/>
                  <a:gd name="connsiteY42" fmla="*/ 143841 h 561377"/>
                  <a:gd name="connsiteX43" fmla="*/ 583971 w 608549"/>
                  <a:gd name="connsiteY43" fmla="*/ 143841 h 561377"/>
                  <a:gd name="connsiteX44" fmla="*/ 583971 w 608549"/>
                  <a:gd name="connsiteY44" fmla="*/ 196204 h 561377"/>
                  <a:gd name="connsiteX45" fmla="*/ 540432 w 608549"/>
                  <a:gd name="connsiteY45" fmla="*/ 196204 h 561377"/>
                  <a:gd name="connsiteX46" fmla="*/ 486309 w 608549"/>
                  <a:gd name="connsiteY46" fmla="*/ 249309 h 561377"/>
                  <a:gd name="connsiteX47" fmla="*/ 476654 w 608549"/>
                  <a:gd name="connsiteY47" fmla="*/ 284619 h 561377"/>
                  <a:gd name="connsiteX48" fmla="*/ 349934 w 608549"/>
                  <a:gd name="connsiteY48" fmla="*/ 284619 h 561377"/>
                  <a:gd name="connsiteX49" fmla="*/ 354669 w 608549"/>
                  <a:gd name="connsiteY49" fmla="*/ 229012 h 561377"/>
                  <a:gd name="connsiteX50" fmla="*/ 437849 w 608549"/>
                  <a:gd name="connsiteY50" fmla="*/ 229012 h 561377"/>
                  <a:gd name="connsiteX51" fmla="*/ 443233 w 608549"/>
                  <a:gd name="connsiteY51" fmla="*/ 221042 h 561377"/>
                  <a:gd name="connsiteX52" fmla="*/ 511189 w 608549"/>
                  <a:gd name="connsiteY52" fmla="*/ 153016 h 561377"/>
                  <a:gd name="connsiteX53" fmla="*/ 517316 w 608549"/>
                  <a:gd name="connsiteY53" fmla="*/ 148104 h 561377"/>
                  <a:gd name="connsiteX54" fmla="*/ 531055 w 608549"/>
                  <a:gd name="connsiteY54" fmla="*/ 143841 h 561377"/>
                  <a:gd name="connsiteX55" fmla="*/ 113649 w 608549"/>
                  <a:gd name="connsiteY55" fmla="*/ 3 h 561377"/>
                  <a:gd name="connsiteX56" fmla="*/ 238362 w 608549"/>
                  <a:gd name="connsiteY56" fmla="*/ 56970 h 561377"/>
                  <a:gd name="connsiteX57" fmla="*/ 261391 w 608549"/>
                  <a:gd name="connsiteY57" fmla="*/ 34726 h 561377"/>
                  <a:gd name="connsiteX58" fmla="*/ 292776 w 608549"/>
                  <a:gd name="connsiteY58" fmla="*/ 199234 h 561377"/>
                  <a:gd name="connsiteX59" fmla="*/ 128792 w 608549"/>
                  <a:gd name="connsiteY59" fmla="*/ 163460 h 561377"/>
                  <a:gd name="connsiteX60" fmla="*/ 151820 w 608549"/>
                  <a:gd name="connsiteY60" fmla="*/ 141124 h 561377"/>
                  <a:gd name="connsiteX61" fmla="*/ 0 w 608549"/>
                  <a:gd name="connsiteY61" fmla="*/ 36673 h 561377"/>
                  <a:gd name="connsiteX62" fmla="*/ 113649 w 608549"/>
                  <a:gd name="connsiteY62" fmla="*/ 3 h 561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608549" h="561377">
                    <a:moveTo>
                      <a:pt x="381018" y="473169"/>
                    </a:moveTo>
                    <a:cubicBezTo>
                      <a:pt x="405395" y="473169"/>
                      <a:pt x="425157" y="492915"/>
                      <a:pt x="425157" y="517273"/>
                    </a:cubicBezTo>
                    <a:cubicBezTo>
                      <a:pt x="425157" y="541631"/>
                      <a:pt x="405395" y="561377"/>
                      <a:pt x="381018" y="561377"/>
                    </a:cubicBezTo>
                    <a:cubicBezTo>
                      <a:pt x="356641" y="561377"/>
                      <a:pt x="336879" y="541631"/>
                      <a:pt x="336879" y="517273"/>
                    </a:cubicBezTo>
                    <a:cubicBezTo>
                      <a:pt x="336879" y="492915"/>
                      <a:pt x="356641" y="473169"/>
                      <a:pt x="381018" y="473169"/>
                    </a:cubicBezTo>
                    <a:close/>
                    <a:moveTo>
                      <a:pt x="146741" y="473169"/>
                    </a:moveTo>
                    <a:cubicBezTo>
                      <a:pt x="171118" y="473169"/>
                      <a:pt x="190880" y="492915"/>
                      <a:pt x="190880" y="517273"/>
                    </a:cubicBezTo>
                    <a:cubicBezTo>
                      <a:pt x="190880" y="541631"/>
                      <a:pt x="171118" y="561377"/>
                      <a:pt x="146741" y="561377"/>
                    </a:cubicBezTo>
                    <a:cubicBezTo>
                      <a:pt x="122364" y="561377"/>
                      <a:pt x="102602" y="541631"/>
                      <a:pt x="102602" y="517273"/>
                    </a:cubicBezTo>
                    <a:cubicBezTo>
                      <a:pt x="102602" y="492915"/>
                      <a:pt x="122364" y="473169"/>
                      <a:pt x="146741" y="473169"/>
                    </a:cubicBezTo>
                    <a:close/>
                    <a:moveTo>
                      <a:pt x="340091" y="405920"/>
                    </a:moveTo>
                    <a:lnTo>
                      <a:pt x="445268" y="405920"/>
                    </a:lnTo>
                    <a:lnTo>
                      <a:pt x="431622" y="458350"/>
                    </a:lnTo>
                    <a:lnTo>
                      <a:pt x="335821" y="458350"/>
                    </a:lnTo>
                    <a:close/>
                    <a:moveTo>
                      <a:pt x="204428" y="405920"/>
                    </a:moveTo>
                    <a:lnTo>
                      <a:pt x="323260" y="405920"/>
                    </a:lnTo>
                    <a:lnTo>
                      <a:pt x="318989" y="458350"/>
                    </a:lnTo>
                    <a:lnTo>
                      <a:pt x="208699" y="458350"/>
                    </a:lnTo>
                    <a:close/>
                    <a:moveTo>
                      <a:pt x="82420" y="405920"/>
                    </a:moveTo>
                    <a:lnTo>
                      <a:pt x="187643" y="405920"/>
                    </a:lnTo>
                    <a:lnTo>
                      <a:pt x="192008" y="458350"/>
                    </a:lnTo>
                    <a:lnTo>
                      <a:pt x="96072" y="458350"/>
                    </a:lnTo>
                    <a:close/>
                    <a:moveTo>
                      <a:pt x="348616" y="301060"/>
                    </a:moveTo>
                    <a:lnTo>
                      <a:pt x="472294" y="301060"/>
                    </a:lnTo>
                    <a:lnTo>
                      <a:pt x="449638" y="389549"/>
                    </a:lnTo>
                    <a:lnTo>
                      <a:pt x="341466" y="389549"/>
                    </a:lnTo>
                    <a:close/>
                    <a:moveTo>
                      <a:pt x="195890" y="301060"/>
                    </a:moveTo>
                    <a:lnTo>
                      <a:pt x="331799" y="301060"/>
                    </a:lnTo>
                    <a:lnTo>
                      <a:pt x="324651" y="389549"/>
                    </a:lnTo>
                    <a:lnTo>
                      <a:pt x="203038" y="389549"/>
                    </a:lnTo>
                    <a:close/>
                    <a:moveTo>
                      <a:pt x="55394" y="301060"/>
                    </a:moveTo>
                    <a:lnTo>
                      <a:pt x="179165" y="301060"/>
                    </a:lnTo>
                    <a:lnTo>
                      <a:pt x="186222" y="389549"/>
                    </a:lnTo>
                    <a:lnTo>
                      <a:pt x="78050" y="389549"/>
                    </a:lnTo>
                    <a:close/>
                    <a:moveTo>
                      <a:pt x="189892" y="229013"/>
                    </a:moveTo>
                    <a:lnTo>
                      <a:pt x="337868" y="229013"/>
                    </a:lnTo>
                    <a:lnTo>
                      <a:pt x="333226" y="284619"/>
                    </a:lnTo>
                    <a:lnTo>
                      <a:pt x="194534" y="284619"/>
                    </a:lnTo>
                    <a:close/>
                    <a:moveTo>
                      <a:pt x="36200" y="229013"/>
                    </a:moveTo>
                    <a:lnTo>
                      <a:pt x="173089" y="229013"/>
                    </a:lnTo>
                    <a:lnTo>
                      <a:pt x="177825" y="284619"/>
                    </a:lnTo>
                    <a:lnTo>
                      <a:pt x="51059" y="284619"/>
                    </a:lnTo>
                    <a:close/>
                    <a:moveTo>
                      <a:pt x="531055" y="143841"/>
                    </a:moveTo>
                    <a:lnTo>
                      <a:pt x="583971" y="143841"/>
                    </a:lnTo>
                    <a:cubicBezTo>
                      <a:pt x="616742" y="143841"/>
                      <a:pt x="616742" y="196204"/>
                      <a:pt x="583971" y="196204"/>
                    </a:cubicBezTo>
                    <a:lnTo>
                      <a:pt x="540432" y="196204"/>
                    </a:lnTo>
                    <a:cubicBezTo>
                      <a:pt x="522422" y="212608"/>
                      <a:pt x="504319" y="231237"/>
                      <a:pt x="486309" y="249309"/>
                    </a:cubicBezTo>
                    <a:lnTo>
                      <a:pt x="476654" y="284619"/>
                    </a:lnTo>
                    <a:lnTo>
                      <a:pt x="349934" y="284619"/>
                    </a:lnTo>
                    <a:lnTo>
                      <a:pt x="354669" y="229012"/>
                    </a:lnTo>
                    <a:lnTo>
                      <a:pt x="437849" y="229012"/>
                    </a:lnTo>
                    <a:cubicBezTo>
                      <a:pt x="439056" y="225676"/>
                      <a:pt x="440727" y="223544"/>
                      <a:pt x="443233" y="221042"/>
                    </a:cubicBezTo>
                    <a:cubicBezTo>
                      <a:pt x="465885" y="198429"/>
                      <a:pt x="488537" y="175630"/>
                      <a:pt x="511189" y="153016"/>
                    </a:cubicBezTo>
                    <a:cubicBezTo>
                      <a:pt x="513138" y="151070"/>
                      <a:pt x="515180" y="149309"/>
                      <a:pt x="517316" y="148104"/>
                    </a:cubicBezTo>
                    <a:cubicBezTo>
                      <a:pt x="520936" y="145695"/>
                      <a:pt x="525485" y="143841"/>
                      <a:pt x="531055" y="143841"/>
                    </a:cubicBezTo>
                    <a:close/>
                    <a:moveTo>
                      <a:pt x="113649" y="3"/>
                    </a:moveTo>
                    <a:cubicBezTo>
                      <a:pt x="152263" y="202"/>
                      <a:pt x="196298" y="13839"/>
                      <a:pt x="238362" y="56970"/>
                    </a:cubicBezTo>
                    <a:lnTo>
                      <a:pt x="261391" y="34726"/>
                    </a:lnTo>
                    <a:lnTo>
                      <a:pt x="292776" y="199234"/>
                    </a:lnTo>
                    <a:lnTo>
                      <a:pt x="128792" y="163460"/>
                    </a:lnTo>
                    <a:lnTo>
                      <a:pt x="151820" y="141124"/>
                    </a:lnTo>
                    <a:cubicBezTo>
                      <a:pt x="60635" y="47702"/>
                      <a:pt x="0" y="36673"/>
                      <a:pt x="0" y="36673"/>
                    </a:cubicBezTo>
                    <a:cubicBezTo>
                      <a:pt x="0" y="36673"/>
                      <a:pt x="49294" y="-327"/>
                      <a:pt x="113649" y="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grpSp>
          <p:nvGrpSpPr>
            <p:cNvPr id="15" name="ï$ļîďê">
              <a:extLst>
                <a:ext uri="{FF2B5EF4-FFF2-40B4-BE49-F238E27FC236}">
                  <a16:creationId xmlns:a16="http://schemas.microsoft.com/office/drawing/2014/main" id="{79FB6381-C07C-4B48-8D1D-FCECFD29DAE9}"/>
                </a:ext>
              </a:extLst>
            </p:cNvPr>
            <p:cNvGrpSpPr/>
            <p:nvPr/>
          </p:nvGrpSpPr>
          <p:grpSpPr>
            <a:xfrm>
              <a:off x="9506413" y="3417093"/>
              <a:ext cx="618287" cy="618287"/>
              <a:chOff x="9506413" y="3417093"/>
              <a:chExt cx="618287" cy="618287"/>
            </a:xfrm>
          </p:grpSpPr>
          <p:sp>
            <p:nvSpPr>
              <p:cNvPr id="49" name="ïŝḷîďe">
                <a:extLst>
                  <a:ext uri="{FF2B5EF4-FFF2-40B4-BE49-F238E27FC236}">
                    <a16:creationId xmlns:a16="http://schemas.microsoft.com/office/drawing/2014/main" id="{8074854A-746C-41FE-90E4-46A26F622B02}"/>
                  </a:ext>
                </a:extLst>
              </p:cNvPr>
              <p:cNvSpPr/>
              <p:nvPr/>
            </p:nvSpPr>
            <p:spPr>
              <a:xfrm>
                <a:off x="9506413" y="3417093"/>
                <a:ext cx="618287" cy="6182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1pPr>
                <a:lvl2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2pPr>
                <a:lvl3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3pPr>
                <a:lvl4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4pPr>
                <a:lvl5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5pPr>
                <a:lvl6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6pPr>
                <a:lvl7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7pPr>
                <a:lvl8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8pPr>
                <a:lvl9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50" name="iṣḻíḍe">
                <a:extLst>
                  <a:ext uri="{FF2B5EF4-FFF2-40B4-BE49-F238E27FC236}">
                    <a16:creationId xmlns:a16="http://schemas.microsoft.com/office/drawing/2014/main" id="{F6E0710E-7320-43A6-812E-A29B86F15A70}"/>
                  </a:ext>
                </a:extLst>
              </p:cNvPr>
              <p:cNvSpPr/>
              <p:nvPr/>
            </p:nvSpPr>
            <p:spPr>
              <a:xfrm>
                <a:off x="9639662" y="3563977"/>
                <a:ext cx="351788" cy="324518"/>
              </a:xfrm>
              <a:custGeom>
                <a:avLst/>
                <a:gdLst>
                  <a:gd name="connsiteX0" fmla="*/ 381018 w 608549"/>
                  <a:gd name="connsiteY0" fmla="*/ 473169 h 561377"/>
                  <a:gd name="connsiteX1" fmla="*/ 425157 w 608549"/>
                  <a:gd name="connsiteY1" fmla="*/ 517273 h 561377"/>
                  <a:gd name="connsiteX2" fmla="*/ 381018 w 608549"/>
                  <a:gd name="connsiteY2" fmla="*/ 561377 h 561377"/>
                  <a:gd name="connsiteX3" fmla="*/ 336879 w 608549"/>
                  <a:gd name="connsiteY3" fmla="*/ 517273 h 561377"/>
                  <a:gd name="connsiteX4" fmla="*/ 381018 w 608549"/>
                  <a:gd name="connsiteY4" fmla="*/ 473169 h 561377"/>
                  <a:gd name="connsiteX5" fmla="*/ 146741 w 608549"/>
                  <a:gd name="connsiteY5" fmla="*/ 473169 h 561377"/>
                  <a:gd name="connsiteX6" fmla="*/ 190880 w 608549"/>
                  <a:gd name="connsiteY6" fmla="*/ 517273 h 561377"/>
                  <a:gd name="connsiteX7" fmla="*/ 146741 w 608549"/>
                  <a:gd name="connsiteY7" fmla="*/ 561377 h 561377"/>
                  <a:gd name="connsiteX8" fmla="*/ 102602 w 608549"/>
                  <a:gd name="connsiteY8" fmla="*/ 517273 h 561377"/>
                  <a:gd name="connsiteX9" fmla="*/ 146741 w 608549"/>
                  <a:gd name="connsiteY9" fmla="*/ 473169 h 561377"/>
                  <a:gd name="connsiteX10" fmla="*/ 340091 w 608549"/>
                  <a:gd name="connsiteY10" fmla="*/ 405920 h 561377"/>
                  <a:gd name="connsiteX11" fmla="*/ 445268 w 608549"/>
                  <a:gd name="connsiteY11" fmla="*/ 405920 h 561377"/>
                  <a:gd name="connsiteX12" fmla="*/ 431622 w 608549"/>
                  <a:gd name="connsiteY12" fmla="*/ 458350 h 561377"/>
                  <a:gd name="connsiteX13" fmla="*/ 335821 w 608549"/>
                  <a:gd name="connsiteY13" fmla="*/ 458350 h 561377"/>
                  <a:gd name="connsiteX14" fmla="*/ 204428 w 608549"/>
                  <a:gd name="connsiteY14" fmla="*/ 405920 h 561377"/>
                  <a:gd name="connsiteX15" fmla="*/ 323260 w 608549"/>
                  <a:gd name="connsiteY15" fmla="*/ 405920 h 561377"/>
                  <a:gd name="connsiteX16" fmla="*/ 318989 w 608549"/>
                  <a:gd name="connsiteY16" fmla="*/ 458350 h 561377"/>
                  <a:gd name="connsiteX17" fmla="*/ 208699 w 608549"/>
                  <a:gd name="connsiteY17" fmla="*/ 458350 h 561377"/>
                  <a:gd name="connsiteX18" fmla="*/ 82420 w 608549"/>
                  <a:gd name="connsiteY18" fmla="*/ 405920 h 561377"/>
                  <a:gd name="connsiteX19" fmla="*/ 187643 w 608549"/>
                  <a:gd name="connsiteY19" fmla="*/ 405920 h 561377"/>
                  <a:gd name="connsiteX20" fmla="*/ 192008 w 608549"/>
                  <a:gd name="connsiteY20" fmla="*/ 458350 h 561377"/>
                  <a:gd name="connsiteX21" fmla="*/ 96072 w 608549"/>
                  <a:gd name="connsiteY21" fmla="*/ 458350 h 561377"/>
                  <a:gd name="connsiteX22" fmla="*/ 348616 w 608549"/>
                  <a:gd name="connsiteY22" fmla="*/ 301060 h 561377"/>
                  <a:gd name="connsiteX23" fmla="*/ 472294 w 608549"/>
                  <a:gd name="connsiteY23" fmla="*/ 301060 h 561377"/>
                  <a:gd name="connsiteX24" fmla="*/ 449638 w 608549"/>
                  <a:gd name="connsiteY24" fmla="*/ 389549 h 561377"/>
                  <a:gd name="connsiteX25" fmla="*/ 341466 w 608549"/>
                  <a:gd name="connsiteY25" fmla="*/ 389549 h 561377"/>
                  <a:gd name="connsiteX26" fmla="*/ 195890 w 608549"/>
                  <a:gd name="connsiteY26" fmla="*/ 301060 h 561377"/>
                  <a:gd name="connsiteX27" fmla="*/ 331799 w 608549"/>
                  <a:gd name="connsiteY27" fmla="*/ 301060 h 561377"/>
                  <a:gd name="connsiteX28" fmla="*/ 324651 w 608549"/>
                  <a:gd name="connsiteY28" fmla="*/ 389549 h 561377"/>
                  <a:gd name="connsiteX29" fmla="*/ 203038 w 608549"/>
                  <a:gd name="connsiteY29" fmla="*/ 389549 h 561377"/>
                  <a:gd name="connsiteX30" fmla="*/ 55394 w 608549"/>
                  <a:gd name="connsiteY30" fmla="*/ 301060 h 561377"/>
                  <a:gd name="connsiteX31" fmla="*/ 179165 w 608549"/>
                  <a:gd name="connsiteY31" fmla="*/ 301060 h 561377"/>
                  <a:gd name="connsiteX32" fmla="*/ 186222 w 608549"/>
                  <a:gd name="connsiteY32" fmla="*/ 389549 h 561377"/>
                  <a:gd name="connsiteX33" fmla="*/ 78050 w 608549"/>
                  <a:gd name="connsiteY33" fmla="*/ 389549 h 561377"/>
                  <a:gd name="connsiteX34" fmla="*/ 189892 w 608549"/>
                  <a:gd name="connsiteY34" fmla="*/ 229013 h 561377"/>
                  <a:gd name="connsiteX35" fmla="*/ 337868 w 608549"/>
                  <a:gd name="connsiteY35" fmla="*/ 229013 h 561377"/>
                  <a:gd name="connsiteX36" fmla="*/ 333226 w 608549"/>
                  <a:gd name="connsiteY36" fmla="*/ 284619 h 561377"/>
                  <a:gd name="connsiteX37" fmla="*/ 194534 w 608549"/>
                  <a:gd name="connsiteY37" fmla="*/ 284619 h 561377"/>
                  <a:gd name="connsiteX38" fmla="*/ 36200 w 608549"/>
                  <a:gd name="connsiteY38" fmla="*/ 229013 h 561377"/>
                  <a:gd name="connsiteX39" fmla="*/ 173089 w 608549"/>
                  <a:gd name="connsiteY39" fmla="*/ 229013 h 561377"/>
                  <a:gd name="connsiteX40" fmla="*/ 177825 w 608549"/>
                  <a:gd name="connsiteY40" fmla="*/ 284619 h 561377"/>
                  <a:gd name="connsiteX41" fmla="*/ 51059 w 608549"/>
                  <a:gd name="connsiteY41" fmla="*/ 284619 h 561377"/>
                  <a:gd name="connsiteX42" fmla="*/ 531055 w 608549"/>
                  <a:gd name="connsiteY42" fmla="*/ 143841 h 561377"/>
                  <a:gd name="connsiteX43" fmla="*/ 583971 w 608549"/>
                  <a:gd name="connsiteY43" fmla="*/ 143841 h 561377"/>
                  <a:gd name="connsiteX44" fmla="*/ 583971 w 608549"/>
                  <a:gd name="connsiteY44" fmla="*/ 196204 h 561377"/>
                  <a:gd name="connsiteX45" fmla="*/ 540432 w 608549"/>
                  <a:gd name="connsiteY45" fmla="*/ 196204 h 561377"/>
                  <a:gd name="connsiteX46" fmla="*/ 486309 w 608549"/>
                  <a:gd name="connsiteY46" fmla="*/ 249309 h 561377"/>
                  <a:gd name="connsiteX47" fmla="*/ 476654 w 608549"/>
                  <a:gd name="connsiteY47" fmla="*/ 284619 h 561377"/>
                  <a:gd name="connsiteX48" fmla="*/ 349934 w 608549"/>
                  <a:gd name="connsiteY48" fmla="*/ 284619 h 561377"/>
                  <a:gd name="connsiteX49" fmla="*/ 354669 w 608549"/>
                  <a:gd name="connsiteY49" fmla="*/ 229012 h 561377"/>
                  <a:gd name="connsiteX50" fmla="*/ 437849 w 608549"/>
                  <a:gd name="connsiteY50" fmla="*/ 229012 h 561377"/>
                  <a:gd name="connsiteX51" fmla="*/ 443233 w 608549"/>
                  <a:gd name="connsiteY51" fmla="*/ 221042 h 561377"/>
                  <a:gd name="connsiteX52" fmla="*/ 511189 w 608549"/>
                  <a:gd name="connsiteY52" fmla="*/ 153016 h 561377"/>
                  <a:gd name="connsiteX53" fmla="*/ 517316 w 608549"/>
                  <a:gd name="connsiteY53" fmla="*/ 148104 h 561377"/>
                  <a:gd name="connsiteX54" fmla="*/ 531055 w 608549"/>
                  <a:gd name="connsiteY54" fmla="*/ 143841 h 561377"/>
                  <a:gd name="connsiteX55" fmla="*/ 113649 w 608549"/>
                  <a:gd name="connsiteY55" fmla="*/ 3 h 561377"/>
                  <a:gd name="connsiteX56" fmla="*/ 238362 w 608549"/>
                  <a:gd name="connsiteY56" fmla="*/ 56970 h 561377"/>
                  <a:gd name="connsiteX57" fmla="*/ 261391 w 608549"/>
                  <a:gd name="connsiteY57" fmla="*/ 34726 h 561377"/>
                  <a:gd name="connsiteX58" fmla="*/ 292776 w 608549"/>
                  <a:gd name="connsiteY58" fmla="*/ 199234 h 561377"/>
                  <a:gd name="connsiteX59" fmla="*/ 128792 w 608549"/>
                  <a:gd name="connsiteY59" fmla="*/ 163460 h 561377"/>
                  <a:gd name="connsiteX60" fmla="*/ 151820 w 608549"/>
                  <a:gd name="connsiteY60" fmla="*/ 141124 h 561377"/>
                  <a:gd name="connsiteX61" fmla="*/ 0 w 608549"/>
                  <a:gd name="connsiteY61" fmla="*/ 36673 h 561377"/>
                  <a:gd name="connsiteX62" fmla="*/ 113649 w 608549"/>
                  <a:gd name="connsiteY62" fmla="*/ 3 h 561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608549" h="561377">
                    <a:moveTo>
                      <a:pt x="381018" y="473169"/>
                    </a:moveTo>
                    <a:cubicBezTo>
                      <a:pt x="405395" y="473169"/>
                      <a:pt x="425157" y="492915"/>
                      <a:pt x="425157" y="517273"/>
                    </a:cubicBezTo>
                    <a:cubicBezTo>
                      <a:pt x="425157" y="541631"/>
                      <a:pt x="405395" y="561377"/>
                      <a:pt x="381018" y="561377"/>
                    </a:cubicBezTo>
                    <a:cubicBezTo>
                      <a:pt x="356641" y="561377"/>
                      <a:pt x="336879" y="541631"/>
                      <a:pt x="336879" y="517273"/>
                    </a:cubicBezTo>
                    <a:cubicBezTo>
                      <a:pt x="336879" y="492915"/>
                      <a:pt x="356641" y="473169"/>
                      <a:pt x="381018" y="473169"/>
                    </a:cubicBezTo>
                    <a:close/>
                    <a:moveTo>
                      <a:pt x="146741" y="473169"/>
                    </a:moveTo>
                    <a:cubicBezTo>
                      <a:pt x="171118" y="473169"/>
                      <a:pt x="190880" y="492915"/>
                      <a:pt x="190880" y="517273"/>
                    </a:cubicBezTo>
                    <a:cubicBezTo>
                      <a:pt x="190880" y="541631"/>
                      <a:pt x="171118" y="561377"/>
                      <a:pt x="146741" y="561377"/>
                    </a:cubicBezTo>
                    <a:cubicBezTo>
                      <a:pt x="122364" y="561377"/>
                      <a:pt x="102602" y="541631"/>
                      <a:pt x="102602" y="517273"/>
                    </a:cubicBezTo>
                    <a:cubicBezTo>
                      <a:pt x="102602" y="492915"/>
                      <a:pt x="122364" y="473169"/>
                      <a:pt x="146741" y="473169"/>
                    </a:cubicBezTo>
                    <a:close/>
                    <a:moveTo>
                      <a:pt x="340091" y="405920"/>
                    </a:moveTo>
                    <a:lnTo>
                      <a:pt x="445268" y="405920"/>
                    </a:lnTo>
                    <a:lnTo>
                      <a:pt x="431622" y="458350"/>
                    </a:lnTo>
                    <a:lnTo>
                      <a:pt x="335821" y="458350"/>
                    </a:lnTo>
                    <a:close/>
                    <a:moveTo>
                      <a:pt x="204428" y="405920"/>
                    </a:moveTo>
                    <a:lnTo>
                      <a:pt x="323260" y="405920"/>
                    </a:lnTo>
                    <a:lnTo>
                      <a:pt x="318989" y="458350"/>
                    </a:lnTo>
                    <a:lnTo>
                      <a:pt x="208699" y="458350"/>
                    </a:lnTo>
                    <a:close/>
                    <a:moveTo>
                      <a:pt x="82420" y="405920"/>
                    </a:moveTo>
                    <a:lnTo>
                      <a:pt x="187643" y="405920"/>
                    </a:lnTo>
                    <a:lnTo>
                      <a:pt x="192008" y="458350"/>
                    </a:lnTo>
                    <a:lnTo>
                      <a:pt x="96072" y="458350"/>
                    </a:lnTo>
                    <a:close/>
                    <a:moveTo>
                      <a:pt x="348616" y="301060"/>
                    </a:moveTo>
                    <a:lnTo>
                      <a:pt x="472294" y="301060"/>
                    </a:lnTo>
                    <a:lnTo>
                      <a:pt x="449638" y="389549"/>
                    </a:lnTo>
                    <a:lnTo>
                      <a:pt x="341466" y="389549"/>
                    </a:lnTo>
                    <a:close/>
                    <a:moveTo>
                      <a:pt x="195890" y="301060"/>
                    </a:moveTo>
                    <a:lnTo>
                      <a:pt x="331799" y="301060"/>
                    </a:lnTo>
                    <a:lnTo>
                      <a:pt x="324651" y="389549"/>
                    </a:lnTo>
                    <a:lnTo>
                      <a:pt x="203038" y="389549"/>
                    </a:lnTo>
                    <a:close/>
                    <a:moveTo>
                      <a:pt x="55394" y="301060"/>
                    </a:moveTo>
                    <a:lnTo>
                      <a:pt x="179165" y="301060"/>
                    </a:lnTo>
                    <a:lnTo>
                      <a:pt x="186222" y="389549"/>
                    </a:lnTo>
                    <a:lnTo>
                      <a:pt x="78050" y="389549"/>
                    </a:lnTo>
                    <a:close/>
                    <a:moveTo>
                      <a:pt x="189892" y="229013"/>
                    </a:moveTo>
                    <a:lnTo>
                      <a:pt x="337868" y="229013"/>
                    </a:lnTo>
                    <a:lnTo>
                      <a:pt x="333226" y="284619"/>
                    </a:lnTo>
                    <a:lnTo>
                      <a:pt x="194534" y="284619"/>
                    </a:lnTo>
                    <a:close/>
                    <a:moveTo>
                      <a:pt x="36200" y="229013"/>
                    </a:moveTo>
                    <a:lnTo>
                      <a:pt x="173089" y="229013"/>
                    </a:lnTo>
                    <a:lnTo>
                      <a:pt x="177825" y="284619"/>
                    </a:lnTo>
                    <a:lnTo>
                      <a:pt x="51059" y="284619"/>
                    </a:lnTo>
                    <a:close/>
                    <a:moveTo>
                      <a:pt x="531055" y="143841"/>
                    </a:moveTo>
                    <a:lnTo>
                      <a:pt x="583971" y="143841"/>
                    </a:lnTo>
                    <a:cubicBezTo>
                      <a:pt x="616742" y="143841"/>
                      <a:pt x="616742" y="196204"/>
                      <a:pt x="583971" y="196204"/>
                    </a:cubicBezTo>
                    <a:lnTo>
                      <a:pt x="540432" y="196204"/>
                    </a:lnTo>
                    <a:cubicBezTo>
                      <a:pt x="522422" y="212608"/>
                      <a:pt x="504319" y="231237"/>
                      <a:pt x="486309" y="249309"/>
                    </a:cubicBezTo>
                    <a:lnTo>
                      <a:pt x="476654" y="284619"/>
                    </a:lnTo>
                    <a:lnTo>
                      <a:pt x="349934" y="284619"/>
                    </a:lnTo>
                    <a:lnTo>
                      <a:pt x="354669" y="229012"/>
                    </a:lnTo>
                    <a:lnTo>
                      <a:pt x="437849" y="229012"/>
                    </a:lnTo>
                    <a:cubicBezTo>
                      <a:pt x="439056" y="225676"/>
                      <a:pt x="440727" y="223544"/>
                      <a:pt x="443233" y="221042"/>
                    </a:cubicBezTo>
                    <a:cubicBezTo>
                      <a:pt x="465885" y="198429"/>
                      <a:pt x="488537" y="175630"/>
                      <a:pt x="511189" y="153016"/>
                    </a:cubicBezTo>
                    <a:cubicBezTo>
                      <a:pt x="513138" y="151070"/>
                      <a:pt x="515180" y="149309"/>
                      <a:pt x="517316" y="148104"/>
                    </a:cubicBezTo>
                    <a:cubicBezTo>
                      <a:pt x="520936" y="145695"/>
                      <a:pt x="525485" y="143841"/>
                      <a:pt x="531055" y="143841"/>
                    </a:cubicBezTo>
                    <a:close/>
                    <a:moveTo>
                      <a:pt x="113649" y="3"/>
                    </a:moveTo>
                    <a:cubicBezTo>
                      <a:pt x="152263" y="202"/>
                      <a:pt x="196298" y="13839"/>
                      <a:pt x="238362" y="56970"/>
                    </a:cubicBezTo>
                    <a:lnTo>
                      <a:pt x="261391" y="34726"/>
                    </a:lnTo>
                    <a:lnTo>
                      <a:pt x="292776" y="199234"/>
                    </a:lnTo>
                    <a:lnTo>
                      <a:pt x="128792" y="163460"/>
                    </a:lnTo>
                    <a:lnTo>
                      <a:pt x="151820" y="141124"/>
                    </a:lnTo>
                    <a:cubicBezTo>
                      <a:pt x="60635" y="47702"/>
                      <a:pt x="0" y="36673"/>
                      <a:pt x="0" y="36673"/>
                    </a:cubicBezTo>
                    <a:cubicBezTo>
                      <a:pt x="0" y="36673"/>
                      <a:pt x="49294" y="-327"/>
                      <a:pt x="113649" y="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grpSp>
          <p:nvGrpSpPr>
            <p:cNvPr id="16" name="iṩļídè">
              <a:extLst>
                <a:ext uri="{FF2B5EF4-FFF2-40B4-BE49-F238E27FC236}">
                  <a16:creationId xmlns:a16="http://schemas.microsoft.com/office/drawing/2014/main" id="{D8353442-EAE4-4CBA-8B9C-EEF4272F32AF}"/>
                </a:ext>
              </a:extLst>
            </p:cNvPr>
            <p:cNvGrpSpPr/>
            <p:nvPr/>
          </p:nvGrpSpPr>
          <p:grpSpPr>
            <a:xfrm>
              <a:off x="9506413" y="1282700"/>
              <a:ext cx="618287" cy="618287"/>
              <a:chOff x="9506413" y="1282700"/>
              <a:chExt cx="618287" cy="618287"/>
            </a:xfrm>
          </p:grpSpPr>
          <p:sp>
            <p:nvSpPr>
              <p:cNvPr id="47" name="ïṩḷîḋe">
                <a:extLst>
                  <a:ext uri="{FF2B5EF4-FFF2-40B4-BE49-F238E27FC236}">
                    <a16:creationId xmlns:a16="http://schemas.microsoft.com/office/drawing/2014/main" id="{A908C990-2752-40EB-B76A-73721F51F47F}"/>
                  </a:ext>
                </a:extLst>
              </p:cNvPr>
              <p:cNvSpPr/>
              <p:nvPr/>
            </p:nvSpPr>
            <p:spPr>
              <a:xfrm>
                <a:off x="9506413" y="1282700"/>
                <a:ext cx="618287" cy="6182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1pPr>
                <a:lvl2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2pPr>
                <a:lvl3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3pPr>
                <a:lvl4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4pPr>
                <a:lvl5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5pPr>
                <a:lvl6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6pPr>
                <a:lvl7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7pPr>
                <a:lvl8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8pPr>
                <a:lvl9pPr marR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defRPr sz="1400" b="0" i="0" u="none" strike="noStrike" cap="none" baseline="0">
                    <a:solidFill>
                      <a:srgbClr val="000000"/>
                    </a:solidFill>
                    <a:rtl val="0"/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  <p:sp>
            <p:nvSpPr>
              <p:cNvPr id="48" name="ïṡliďé">
                <a:extLst>
                  <a:ext uri="{FF2B5EF4-FFF2-40B4-BE49-F238E27FC236}">
                    <a16:creationId xmlns:a16="http://schemas.microsoft.com/office/drawing/2014/main" id="{F6E0710E-7320-43A6-812E-A29B86F15A70}"/>
                  </a:ext>
                </a:extLst>
              </p:cNvPr>
              <p:cNvSpPr/>
              <p:nvPr/>
            </p:nvSpPr>
            <p:spPr>
              <a:xfrm>
                <a:off x="9639662" y="1429584"/>
                <a:ext cx="351788" cy="324518"/>
              </a:xfrm>
              <a:custGeom>
                <a:avLst/>
                <a:gdLst>
                  <a:gd name="connsiteX0" fmla="*/ 381018 w 608549"/>
                  <a:gd name="connsiteY0" fmla="*/ 473169 h 561377"/>
                  <a:gd name="connsiteX1" fmla="*/ 425157 w 608549"/>
                  <a:gd name="connsiteY1" fmla="*/ 517273 h 561377"/>
                  <a:gd name="connsiteX2" fmla="*/ 381018 w 608549"/>
                  <a:gd name="connsiteY2" fmla="*/ 561377 h 561377"/>
                  <a:gd name="connsiteX3" fmla="*/ 336879 w 608549"/>
                  <a:gd name="connsiteY3" fmla="*/ 517273 h 561377"/>
                  <a:gd name="connsiteX4" fmla="*/ 381018 w 608549"/>
                  <a:gd name="connsiteY4" fmla="*/ 473169 h 561377"/>
                  <a:gd name="connsiteX5" fmla="*/ 146741 w 608549"/>
                  <a:gd name="connsiteY5" fmla="*/ 473169 h 561377"/>
                  <a:gd name="connsiteX6" fmla="*/ 190880 w 608549"/>
                  <a:gd name="connsiteY6" fmla="*/ 517273 h 561377"/>
                  <a:gd name="connsiteX7" fmla="*/ 146741 w 608549"/>
                  <a:gd name="connsiteY7" fmla="*/ 561377 h 561377"/>
                  <a:gd name="connsiteX8" fmla="*/ 102602 w 608549"/>
                  <a:gd name="connsiteY8" fmla="*/ 517273 h 561377"/>
                  <a:gd name="connsiteX9" fmla="*/ 146741 w 608549"/>
                  <a:gd name="connsiteY9" fmla="*/ 473169 h 561377"/>
                  <a:gd name="connsiteX10" fmla="*/ 340091 w 608549"/>
                  <a:gd name="connsiteY10" fmla="*/ 405920 h 561377"/>
                  <a:gd name="connsiteX11" fmla="*/ 445268 w 608549"/>
                  <a:gd name="connsiteY11" fmla="*/ 405920 h 561377"/>
                  <a:gd name="connsiteX12" fmla="*/ 431622 w 608549"/>
                  <a:gd name="connsiteY12" fmla="*/ 458350 h 561377"/>
                  <a:gd name="connsiteX13" fmla="*/ 335821 w 608549"/>
                  <a:gd name="connsiteY13" fmla="*/ 458350 h 561377"/>
                  <a:gd name="connsiteX14" fmla="*/ 204428 w 608549"/>
                  <a:gd name="connsiteY14" fmla="*/ 405920 h 561377"/>
                  <a:gd name="connsiteX15" fmla="*/ 323260 w 608549"/>
                  <a:gd name="connsiteY15" fmla="*/ 405920 h 561377"/>
                  <a:gd name="connsiteX16" fmla="*/ 318989 w 608549"/>
                  <a:gd name="connsiteY16" fmla="*/ 458350 h 561377"/>
                  <a:gd name="connsiteX17" fmla="*/ 208699 w 608549"/>
                  <a:gd name="connsiteY17" fmla="*/ 458350 h 561377"/>
                  <a:gd name="connsiteX18" fmla="*/ 82420 w 608549"/>
                  <a:gd name="connsiteY18" fmla="*/ 405920 h 561377"/>
                  <a:gd name="connsiteX19" fmla="*/ 187643 w 608549"/>
                  <a:gd name="connsiteY19" fmla="*/ 405920 h 561377"/>
                  <a:gd name="connsiteX20" fmla="*/ 192008 w 608549"/>
                  <a:gd name="connsiteY20" fmla="*/ 458350 h 561377"/>
                  <a:gd name="connsiteX21" fmla="*/ 96072 w 608549"/>
                  <a:gd name="connsiteY21" fmla="*/ 458350 h 561377"/>
                  <a:gd name="connsiteX22" fmla="*/ 348616 w 608549"/>
                  <a:gd name="connsiteY22" fmla="*/ 301060 h 561377"/>
                  <a:gd name="connsiteX23" fmla="*/ 472294 w 608549"/>
                  <a:gd name="connsiteY23" fmla="*/ 301060 h 561377"/>
                  <a:gd name="connsiteX24" fmla="*/ 449638 w 608549"/>
                  <a:gd name="connsiteY24" fmla="*/ 389549 h 561377"/>
                  <a:gd name="connsiteX25" fmla="*/ 341466 w 608549"/>
                  <a:gd name="connsiteY25" fmla="*/ 389549 h 561377"/>
                  <a:gd name="connsiteX26" fmla="*/ 195890 w 608549"/>
                  <a:gd name="connsiteY26" fmla="*/ 301060 h 561377"/>
                  <a:gd name="connsiteX27" fmla="*/ 331799 w 608549"/>
                  <a:gd name="connsiteY27" fmla="*/ 301060 h 561377"/>
                  <a:gd name="connsiteX28" fmla="*/ 324651 w 608549"/>
                  <a:gd name="connsiteY28" fmla="*/ 389549 h 561377"/>
                  <a:gd name="connsiteX29" fmla="*/ 203038 w 608549"/>
                  <a:gd name="connsiteY29" fmla="*/ 389549 h 561377"/>
                  <a:gd name="connsiteX30" fmla="*/ 55394 w 608549"/>
                  <a:gd name="connsiteY30" fmla="*/ 301060 h 561377"/>
                  <a:gd name="connsiteX31" fmla="*/ 179165 w 608549"/>
                  <a:gd name="connsiteY31" fmla="*/ 301060 h 561377"/>
                  <a:gd name="connsiteX32" fmla="*/ 186222 w 608549"/>
                  <a:gd name="connsiteY32" fmla="*/ 389549 h 561377"/>
                  <a:gd name="connsiteX33" fmla="*/ 78050 w 608549"/>
                  <a:gd name="connsiteY33" fmla="*/ 389549 h 561377"/>
                  <a:gd name="connsiteX34" fmla="*/ 189892 w 608549"/>
                  <a:gd name="connsiteY34" fmla="*/ 229013 h 561377"/>
                  <a:gd name="connsiteX35" fmla="*/ 337868 w 608549"/>
                  <a:gd name="connsiteY35" fmla="*/ 229013 h 561377"/>
                  <a:gd name="connsiteX36" fmla="*/ 333226 w 608549"/>
                  <a:gd name="connsiteY36" fmla="*/ 284619 h 561377"/>
                  <a:gd name="connsiteX37" fmla="*/ 194534 w 608549"/>
                  <a:gd name="connsiteY37" fmla="*/ 284619 h 561377"/>
                  <a:gd name="connsiteX38" fmla="*/ 36200 w 608549"/>
                  <a:gd name="connsiteY38" fmla="*/ 229013 h 561377"/>
                  <a:gd name="connsiteX39" fmla="*/ 173089 w 608549"/>
                  <a:gd name="connsiteY39" fmla="*/ 229013 h 561377"/>
                  <a:gd name="connsiteX40" fmla="*/ 177825 w 608549"/>
                  <a:gd name="connsiteY40" fmla="*/ 284619 h 561377"/>
                  <a:gd name="connsiteX41" fmla="*/ 51059 w 608549"/>
                  <a:gd name="connsiteY41" fmla="*/ 284619 h 561377"/>
                  <a:gd name="connsiteX42" fmla="*/ 531055 w 608549"/>
                  <a:gd name="connsiteY42" fmla="*/ 143841 h 561377"/>
                  <a:gd name="connsiteX43" fmla="*/ 583971 w 608549"/>
                  <a:gd name="connsiteY43" fmla="*/ 143841 h 561377"/>
                  <a:gd name="connsiteX44" fmla="*/ 583971 w 608549"/>
                  <a:gd name="connsiteY44" fmla="*/ 196204 h 561377"/>
                  <a:gd name="connsiteX45" fmla="*/ 540432 w 608549"/>
                  <a:gd name="connsiteY45" fmla="*/ 196204 h 561377"/>
                  <a:gd name="connsiteX46" fmla="*/ 486309 w 608549"/>
                  <a:gd name="connsiteY46" fmla="*/ 249309 h 561377"/>
                  <a:gd name="connsiteX47" fmla="*/ 476654 w 608549"/>
                  <a:gd name="connsiteY47" fmla="*/ 284619 h 561377"/>
                  <a:gd name="connsiteX48" fmla="*/ 349934 w 608549"/>
                  <a:gd name="connsiteY48" fmla="*/ 284619 h 561377"/>
                  <a:gd name="connsiteX49" fmla="*/ 354669 w 608549"/>
                  <a:gd name="connsiteY49" fmla="*/ 229012 h 561377"/>
                  <a:gd name="connsiteX50" fmla="*/ 437849 w 608549"/>
                  <a:gd name="connsiteY50" fmla="*/ 229012 h 561377"/>
                  <a:gd name="connsiteX51" fmla="*/ 443233 w 608549"/>
                  <a:gd name="connsiteY51" fmla="*/ 221042 h 561377"/>
                  <a:gd name="connsiteX52" fmla="*/ 511189 w 608549"/>
                  <a:gd name="connsiteY52" fmla="*/ 153016 h 561377"/>
                  <a:gd name="connsiteX53" fmla="*/ 517316 w 608549"/>
                  <a:gd name="connsiteY53" fmla="*/ 148104 h 561377"/>
                  <a:gd name="connsiteX54" fmla="*/ 531055 w 608549"/>
                  <a:gd name="connsiteY54" fmla="*/ 143841 h 561377"/>
                  <a:gd name="connsiteX55" fmla="*/ 113649 w 608549"/>
                  <a:gd name="connsiteY55" fmla="*/ 3 h 561377"/>
                  <a:gd name="connsiteX56" fmla="*/ 238362 w 608549"/>
                  <a:gd name="connsiteY56" fmla="*/ 56970 h 561377"/>
                  <a:gd name="connsiteX57" fmla="*/ 261391 w 608549"/>
                  <a:gd name="connsiteY57" fmla="*/ 34726 h 561377"/>
                  <a:gd name="connsiteX58" fmla="*/ 292776 w 608549"/>
                  <a:gd name="connsiteY58" fmla="*/ 199234 h 561377"/>
                  <a:gd name="connsiteX59" fmla="*/ 128792 w 608549"/>
                  <a:gd name="connsiteY59" fmla="*/ 163460 h 561377"/>
                  <a:gd name="connsiteX60" fmla="*/ 151820 w 608549"/>
                  <a:gd name="connsiteY60" fmla="*/ 141124 h 561377"/>
                  <a:gd name="connsiteX61" fmla="*/ 0 w 608549"/>
                  <a:gd name="connsiteY61" fmla="*/ 36673 h 561377"/>
                  <a:gd name="connsiteX62" fmla="*/ 113649 w 608549"/>
                  <a:gd name="connsiteY62" fmla="*/ 3 h 561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608549" h="561377">
                    <a:moveTo>
                      <a:pt x="381018" y="473169"/>
                    </a:moveTo>
                    <a:cubicBezTo>
                      <a:pt x="405395" y="473169"/>
                      <a:pt x="425157" y="492915"/>
                      <a:pt x="425157" y="517273"/>
                    </a:cubicBezTo>
                    <a:cubicBezTo>
                      <a:pt x="425157" y="541631"/>
                      <a:pt x="405395" y="561377"/>
                      <a:pt x="381018" y="561377"/>
                    </a:cubicBezTo>
                    <a:cubicBezTo>
                      <a:pt x="356641" y="561377"/>
                      <a:pt x="336879" y="541631"/>
                      <a:pt x="336879" y="517273"/>
                    </a:cubicBezTo>
                    <a:cubicBezTo>
                      <a:pt x="336879" y="492915"/>
                      <a:pt x="356641" y="473169"/>
                      <a:pt x="381018" y="473169"/>
                    </a:cubicBezTo>
                    <a:close/>
                    <a:moveTo>
                      <a:pt x="146741" y="473169"/>
                    </a:moveTo>
                    <a:cubicBezTo>
                      <a:pt x="171118" y="473169"/>
                      <a:pt x="190880" y="492915"/>
                      <a:pt x="190880" y="517273"/>
                    </a:cubicBezTo>
                    <a:cubicBezTo>
                      <a:pt x="190880" y="541631"/>
                      <a:pt x="171118" y="561377"/>
                      <a:pt x="146741" y="561377"/>
                    </a:cubicBezTo>
                    <a:cubicBezTo>
                      <a:pt x="122364" y="561377"/>
                      <a:pt x="102602" y="541631"/>
                      <a:pt x="102602" y="517273"/>
                    </a:cubicBezTo>
                    <a:cubicBezTo>
                      <a:pt x="102602" y="492915"/>
                      <a:pt x="122364" y="473169"/>
                      <a:pt x="146741" y="473169"/>
                    </a:cubicBezTo>
                    <a:close/>
                    <a:moveTo>
                      <a:pt x="340091" y="405920"/>
                    </a:moveTo>
                    <a:lnTo>
                      <a:pt x="445268" y="405920"/>
                    </a:lnTo>
                    <a:lnTo>
                      <a:pt x="431622" y="458350"/>
                    </a:lnTo>
                    <a:lnTo>
                      <a:pt x="335821" y="458350"/>
                    </a:lnTo>
                    <a:close/>
                    <a:moveTo>
                      <a:pt x="204428" y="405920"/>
                    </a:moveTo>
                    <a:lnTo>
                      <a:pt x="323260" y="405920"/>
                    </a:lnTo>
                    <a:lnTo>
                      <a:pt x="318989" y="458350"/>
                    </a:lnTo>
                    <a:lnTo>
                      <a:pt x="208699" y="458350"/>
                    </a:lnTo>
                    <a:close/>
                    <a:moveTo>
                      <a:pt x="82420" y="405920"/>
                    </a:moveTo>
                    <a:lnTo>
                      <a:pt x="187643" y="405920"/>
                    </a:lnTo>
                    <a:lnTo>
                      <a:pt x="192008" y="458350"/>
                    </a:lnTo>
                    <a:lnTo>
                      <a:pt x="96072" y="458350"/>
                    </a:lnTo>
                    <a:close/>
                    <a:moveTo>
                      <a:pt x="348616" y="301060"/>
                    </a:moveTo>
                    <a:lnTo>
                      <a:pt x="472294" y="301060"/>
                    </a:lnTo>
                    <a:lnTo>
                      <a:pt x="449638" y="389549"/>
                    </a:lnTo>
                    <a:lnTo>
                      <a:pt x="341466" y="389549"/>
                    </a:lnTo>
                    <a:close/>
                    <a:moveTo>
                      <a:pt x="195890" y="301060"/>
                    </a:moveTo>
                    <a:lnTo>
                      <a:pt x="331799" y="301060"/>
                    </a:lnTo>
                    <a:lnTo>
                      <a:pt x="324651" y="389549"/>
                    </a:lnTo>
                    <a:lnTo>
                      <a:pt x="203038" y="389549"/>
                    </a:lnTo>
                    <a:close/>
                    <a:moveTo>
                      <a:pt x="55394" y="301060"/>
                    </a:moveTo>
                    <a:lnTo>
                      <a:pt x="179165" y="301060"/>
                    </a:lnTo>
                    <a:lnTo>
                      <a:pt x="186222" y="389549"/>
                    </a:lnTo>
                    <a:lnTo>
                      <a:pt x="78050" y="389549"/>
                    </a:lnTo>
                    <a:close/>
                    <a:moveTo>
                      <a:pt x="189892" y="229013"/>
                    </a:moveTo>
                    <a:lnTo>
                      <a:pt x="337868" y="229013"/>
                    </a:lnTo>
                    <a:lnTo>
                      <a:pt x="333226" y="284619"/>
                    </a:lnTo>
                    <a:lnTo>
                      <a:pt x="194534" y="284619"/>
                    </a:lnTo>
                    <a:close/>
                    <a:moveTo>
                      <a:pt x="36200" y="229013"/>
                    </a:moveTo>
                    <a:lnTo>
                      <a:pt x="173089" y="229013"/>
                    </a:lnTo>
                    <a:lnTo>
                      <a:pt x="177825" y="284619"/>
                    </a:lnTo>
                    <a:lnTo>
                      <a:pt x="51059" y="284619"/>
                    </a:lnTo>
                    <a:close/>
                    <a:moveTo>
                      <a:pt x="531055" y="143841"/>
                    </a:moveTo>
                    <a:lnTo>
                      <a:pt x="583971" y="143841"/>
                    </a:lnTo>
                    <a:cubicBezTo>
                      <a:pt x="616742" y="143841"/>
                      <a:pt x="616742" y="196204"/>
                      <a:pt x="583971" y="196204"/>
                    </a:cubicBezTo>
                    <a:lnTo>
                      <a:pt x="540432" y="196204"/>
                    </a:lnTo>
                    <a:cubicBezTo>
                      <a:pt x="522422" y="212608"/>
                      <a:pt x="504319" y="231237"/>
                      <a:pt x="486309" y="249309"/>
                    </a:cubicBezTo>
                    <a:lnTo>
                      <a:pt x="476654" y="284619"/>
                    </a:lnTo>
                    <a:lnTo>
                      <a:pt x="349934" y="284619"/>
                    </a:lnTo>
                    <a:lnTo>
                      <a:pt x="354669" y="229012"/>
                    </a:lnTo>
                    <a:lnTo>
                      <a:pt x="437849" y="229012"/>
                    </a:lnTo>
                    <a:cubicBezTo>
                      <a:pt x="439056" y="225676"/>
                      <a:pt x="440727" y="223544"/>
                      <a:pt x="443233" y="221042"/>
                    </a:cubicBezTo>
                    <a:cubicBezTo>
                      <a:pt x="465885" y="198429"/>
                      <a:pt x="488537" y="175630"/>
                      <a:pt x="511189" y="153016"/>
                    </a:cubicBezTo>
                    <a:cubicBezTo>
                      <a:pt x="513138" y="151070"/>
                      <a:pt x="515180" y="149309"/>
                      <a:pt x="517316" y="148104"/>
                    </a:cubicBezTo>
                    <a:cubicBezTo>
                      <a:pt x="520936" y="145695"/>
                      <a:pt x="525485" y="143841"/>
                      <a:pt x="531055" y="143841"/>
                    </a:cubicBezTo>
                    <a:close/>
                    <a:moveTo>
                      <a:pt x="113649" y="3"/>
                    </a:moveTo>
                    <a:cubicBezTo>
                      <a:pt x="152263" y="202"/>
                      <a:pt x="196298" y="13839"/>
                      <a:pt x="238362" y="56970"/>
                    </a:cubicBezTo>
                    <a:lnTo>
                      <a:pt x="261391" y="34726"/>
                    </a:lnTo>
                    <a:lnTo>
                      <a:pt x="292776" y="199234"/>
                    </a:lnTo>
                    <a:lnTo>
                      <a:pt x="128792" y="163460"/>
                    </a:lnTo>
                    <a:lnTo>
                      <a:pt x="151820" y="141124"/>
                    </a:lnTo>
                    <a:cubicBezTo>
                      <a:pt x="60635" y="47702"/>
                      <a:pt x="0" y="36673"/>
                      <a:pt x="0" y="36673"/>
                    </a:cubicBezTo>
                    <a:cubicBezTo>
                      <a:pt x="0" y="36673"/>
                      <a:pt x="49294" y="-327"/>
                      <a:pt x="113649" y="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rtl="0">
                  <a:spcBef>
                    <a:spcPts val="0"/>
                  </a:spcBef>
                  <a:buNone/>
                </a:pPr>
                <a:endParaRPr/>
              </a:p>
            </p:txBody>
          </p:sp>
        </p:grpSp>
        <p:grpSp>
          <p:nvGrpSpPr>
            <p:cNvPr id="17" name="îşľiḓé">
              <a:extLst>
                <a:ext uri="{FF2B5EF4-FFF2-40B4-BE49-F238E27FC236}">
                  <a16:creationId xmlns:a16="http://schemas.microsoft.com/office/drawing/2014/main" id="{5735465D-9AEA-4DFF-A219-7B3AE5806445}"/>
                </a:ext>
              </a:extLst>
            </p:cNvPr>
            <p:cNvGrpSpPr/>
            <p:nvPr/>
          </p:nvGrpSpPr>
          <p:grpSpPr>
            <a:xfrm>
              <a:off x="3343664" y="1990637"/>
              <a:ext cx="1509185" cy="1016748"/>
              <a:chOff x="9739310" y="4629756"/>
              <a:chExt cx="1509185" cy="1016748"/>
            </a:xfrm>
          </p:grpSpPr>
          <p:sp>
            <p:nvSpPr>
              <p:cNvPr id="45" name="ïşļîḓe">
                <a:extLst>
                  <a:ext uri="{FF2B5EF4-FFF2-40B4-BE49-F238E27FC236}">
                    <a16:creationId xmlns:a16="http://schemas.microsoft.com/office/drawing/2014/main" id="{08DBFE12-41CD-4EFC-B674-9B70793D06D5}"/>
                  </a:ext>
                </a:extLst>
              </p:cNvPr>
              <p:cNvSpPr txBox="1"/>
              <p:nvPr/>
            </p:nvSpPr>
            <p:spPr bwMode="auto">
              <a:xfrm>
                <a:off x="9739310" y="4629756"/>
                <a:ext cx="1509185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/>
                  <a:t>Te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xt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46" name="ísḷïḍé">
                <a:extLst>
                  <a:ext uri="{FF2B5EF4-FFF2-40B4-BE49-F238E27FC236}">
                    <a16:creationId xmlns:a16="http://schemas.microsoft.com/office/drawing/2014/main" id="{421A7DC5-3FC5-41CC-AB32-749540DF31BC}"/>
                  </a:ext>
                </a:extLst>
              </p:cNvPr>
              <p:cNvSpPr/>
              <p:nvPr/>
            </p:nvSpPr>
            <p:spPr bwMode="auto">
              <a:xfrm>
                <a:off x="9739310" y="5028217"/>
                <a:ext cx="1509185" cy="618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orting </a:t>
                </a:r>
                <a:r>
                  <a:rPr lang="en-US" altLang="zh-CN" sz="1000" dirty="0"/>
                  <a:t>text here.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…… </a:t>
                </a:r>
              </a:p>
            </p:txBody>
          </p:sp>
        </p:grpSp>
        <p:grpSp>
          <p:nvGrpSpPr>
            <p:cNvPr id="18" name="ïŝ1ide">
              <a:extLst>
                <a:ext uri="{FF2B5EF4-FFF2-40B4-BE49-F238E27FC236}">
                  <a16:creationId xmlns:a16="http://schemas.microsoft.com/office/drawing/2014/main" id="{5735465D-9AEA-4DFF-A219-7B3AE5806445}"/>
                </a:ext>
              </a:extLst>
            </p:cNvPr>
            <p:cNvGrpSpPr/>
            <p:nvPr/>
          </p:nvGrpSpPr>
          <p:grpSpPr>
            <a:xfrm>
              <a:off x="6202314" y="1990637"/>
              <a:ext cx="1509185" cy="1016748"/>
              <a:chOff x="9739310" y="4629756"/>
              <a:chExt cx="1509185" cy="1016748"/>
            </a:xfrm>
          </p:grpSpPr>
          <p:sp>
            <p:nvSpPr>
              <p:cNvPr id="43" name="ïŝḻíḓê">
                <a:extLst>
                  <a:ext uri="{FF2B5EF4-FFF2-40B4-BE49-F238E27FC236}">
                    <a16:creationId xmlns:a16="http://schemas.microsoft.com/office/drawing/2014/main" id="{08DBFE12-41CD-4EFC-B674-9B70793D06D5}"/>
                  </a:ext>
                </a:extLst>
              </p:cNvPr>
              <p:cNvSpPr txBox="1"/>
              <p:nvPr/>
            </p:nvSpPr>
            <p:spPr bwMode="auto">
              <a:xfrm>
                <a:off x="9739310" y="4629756"/>
                <a:ext cx="1509185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44" name="iṡ1ïdé">
                <a:extLst>
                  <a:ext uri="{FF2B5EF4-FFF2-40B4-BE49-F238E27FC236}">
                    <a16:creationId xmlns:a16="http://schemas.microsoft.com/office/drawing/2014/main" id="{421A7DC5-3FC5-41CC-AB32-749540DF31BC}"/>
                  </a:ext>
                </a:extLst>
              </p:cNvPr>
              <p:cNvSpPr/>
              <p:nvPr/>
            </p:nvSpPr>
            <p:spPr bwMode="auto">
              <a:xfrm>
                <a:off x="9739310" y="5028217"/>
                <a:ext cx="1509185" cy="618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Supporting t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ext </a:t>
                </a:r>
                <a:r>
                  <a:rPr lang="en-US" altLang="zh-CN" sz="1000" dirty="0"/>
                  <a:t>here.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…… </a:t>
                </a:r>
              </a:p>
            </p:txBody>
          </p:sp>
        </p:grpSp>
        <p:grpSp>
          <p:nvGrpSpPr>
            <p:cNvPr id="19" name="iSlîḍê">
              <a:extLst>
                <a:ext uri="{FF2B5EF4-FFF2-40B4-BE49-F238E27FC236}">
                  <a16:creationId xmlns:a16="http://schemas.microsoft.com/office/drawing/2014/main" id="{5735465D-9AEA-4DFF-A219-7B3AE5806445}"/>
                </a:ext>
              </a:extLst>
            </p:cNvPr>
            <p:cNvGrpSpPr/>
            <p:nvPr/>
          </p:nvGrpSpPr>
          <p:grpSpPr>
            <a:xfrm>
              <a:off x="9060964" y="1990637"/>
              <a:ext cx="1509185" cy="1016748"/>
              <a:chOff x="9739310" y="4629756"/>
              <a:chExt cx="1509185" cy="1016748"/>
            </a:xfrm>
          </p:grpSpPr>
          <p:sp>
            <p:nvSpPr>
              <p:cNvPr id="41" name="íşḻïḑe">
                <a:extLst>
                  <a:ext uri="{FF2B5EF4-FFF2-40B4-BE49-F238E27FC236}">
                    <a16:creationId xmlns:a16="http://schemas.microsoft.com/office/drawing/2014/main" id="{08DBFE12-41CD-4EFC-B674-9B70793D06D5}"/>
                  </a:ext>
                </a:extLst>
              </p:cNvPr>
              <p:cNvSpPr txBox="1"/>
              <p:nvPr/>
            </p:nvSpPr>
            <p:spPr bwMode="auto">
              <a:xfrm>
                <a:off x="9739310" y="4629756"/>
                <a:ext cx="1509185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42" name="îšḷiḓe">
                <a:extLst>
                  <a:ext uri="{FF2B5EF4-FFF2-40B4-BE49-F238E27FC236}">
                    <a16:creationId xmlns:a16="http://schemas.microsoft.com/office/drawing/2014/main" id="{421A7DC5-3FC5-41CC-AB32-749540DF31BC}"/>
                  </a:ext>
                </a:extLst>
              </p:cNvPr>
              <p:cNvSpPr/>
              <p:nvPr/>
            </p:nvSpPr>
            <p:spPr bwMode="auto">
              <a:xfrm>
                <a:off x="9739310" y="5028217"/>
                <a:ext cx="1509185" cy="618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Supporting t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ext </a:t>
                </a:r>
                <a:r>
                  <a:rPr lang="en-US" altLang="zh-CN" sz="1000" dirty="0"/>
                  <a:t>here.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…… </a:t>
                </a:r>
              </a:p>
            </p:txBody>
          </p:sp>
        </p:grpSp>
        <p:grpSp>
          <p:nvGrpSpPr>
            <p:cNvPr id="20" name="íṣļiḋê">
              <a:extLst>
                <a:ext uri="{FF2B5EF4-FFF2-40B4-BE49-F238E27FC236}">
                  <a16:creationId xmlns:a16="http://schemas.microsoft.com/office/drawing/2014/main" id="{5735465D-9AEA-4DFF-A219-7B3AE5806445}"/>
                </a:ext>
              </a:extLst>
            </p:cNvPr>
            <p:cNvGrpSpPr/>
            <p:nvPr/>
          </p:nvGrpSpPr>
          <p:grpSpPr>
            <a:xfrm>
              <a:off x="9060964" y="4125030"/>
              <a:ext cx="1509185" cy="1016748"/>
              <a:chOff x="9739310" y="4629756"/>
              <a:chExt cx="1509185" cy="1016748"/>
            </a:xfrm>
          </p:grpSpPr>
          <p:sp>
            <p:nvSpPr>
              <p:cNvPr id="39" name="îṣḷïďe">
                <a:extLst>
                  <a:ext uri="{FF2B5EF4-FFF2-40B4-BE49-F238E27FC236}">
                    <a16:creationId xmlns:a16="http://schemas.microsoft.com/office/drawing/2014/main" id="{08DBFE12-41CD-4EFC-B674-9B70793D06D5}"/>
                  </a:ext>
                </a:extLst>
              </p:cNvPr>
              <p:cNvSpPr txBox="1"/>
              <p:nvPr/>
            </p:nvSpPr>
            <p:spPr bwMode="auto">
              <a:xfrm>
                <a:off x="9739310" y="4629756"/>
                <a:ext cx="1509185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t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40" name="iš1iḑé">
                <a:extLst>
                  <a:ext uri="{FF2B5EF4-FFF2-40B4-BE49-F238E27FC236}">
                    <a16:creationId xmlns:a16="http://schemas.microsoft.com/office/drawing/2014/main" id="{421A7DC5-3FC5-41CC-AB32-749540DF31BC}"/>
                  </a:ext>
                </a:extLst>
              </p:cNvPr>
              <p:cNvSpPr/>
              <p:nvPr/>
            </p:nvSpPr>
            <p:spPr bwMode="auto">
              <a:xfrm>
                <a:off x="9739310" y="5028217"/>
                <a:ext cx="1509185" cy="618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Supportin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g </a:t>
                </a:r>
                <a:r>
                  <a:rPr lang="en-US" altLang="zh-CN" sz="1000" dirty="0"/>
                  <a:t>text here.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…… </a:t>
                </a:r>
              </a:p>
            </p:txBody>
          </p:sp>
        </p:grpSp>
        <p:grpSp>
          <p:nvGrpSpPr>
            <p:cNvPr id="21" name="ís1ïḑè">
              <a:extLst>
                <a:ext uri="{FF2B5EF4-FFF2-40B4-BE49-F238E27FC236}">
                  <a16:creationId xmlns:a16="http://schemas.microsoft.com/office/drawing/2014/main" id="{5735465D-9AEA-4DFF-A219-7B3AE5806445}"/>
                </a:ext>
              </a:extLst>
            </p:cNvPr>
            <p:cNvGrpSpPr/>
            <p:nvPr/>
          </p:nvGrpSpPr>
          <p:grpSpPr>
            <a:xfrm>
              <a:off x="6202314" y="4125030"/>
              <a:ext cx="1509185" cy="1016748"/>
              <a:chOff x="9739310" y="4629756"/>
              <a:chExt cx="1509185" cy="1016748"/>
            </a:xfrm>
          </p:grpSpPr>
          <p:sp>
            <p:nvSpPr>
              <p:cNvPr id="37" name="iṥḷíďé">
                <a:extLst>
                  <a:ext uri="{FF2B5EF4-FFF2-40B4-BE49-F238E27FC236}">
                    <a16:creationId xmlns:a16="http://schemas.microsoft.com/office/drawing/2014/main" id="{08DBFE12-41CD-4EFC-B674-9B70793D06D5}"/>
                  </a:ext>
                </a:extLst>
              </p:cNvPr>
              <p:cNvSpPr txBox="1"/>
              <p:nvPr/>
            </p:nvSpPr>
            <p:spPr bwMode="auto">
              <a:xfrm>
                <a:off x="9739310" y="4629756"/>
                <a:ext cx="1509185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t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38" name="îšḷidê">
                <a:extLst>
                  <a:ext uri="{FF2B5EF4-FFF2-40B4-BE49-F238E27FC236}">
                    <a16:creationId xmlns:a16="http://schemas.microsoft.com/office/drawing/2014/main" id="{421A7DC5-3FC5-41CC-AB32-749540DF31BC}"/>
                  </a:ext>
                </a:extLst>
              </p:cNvPr>
              <p:cNvSpPr/>
              <p:nvPr/>
            </p:nvSpPr>
            <p:spPr bwMode="auto">
              <a:xfrm>
                <a:off x="9739310" y="5028217"/>
                <a:ext cx="1509185" cy="618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Supportin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g </a:t>
                </a:r>
                <a:r>
                  <a:rPr lang="en-US" altLang="zh-CN" sz="1000" dirty="0"/>
                  <a:t>text here.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…… </a:t>
                </a:r>
              </a:p>
            </p:txBody>
          </p:sp>
        </p:grpSp>
        <p:grpSp>
          <p:nvGrpSpPr>
            <p:cNvPr id="22" name="isḷíďè">
              <a:extLst>
                <a:ext uri="{FF2B5EF4-FFF2-40B4-BE49-F238E27FC236}">
                  <a16:creationId xmlns:a16="http://schemas.microsoft.com/office/drawing/2014/main" id="{5735465D-9AEA-4DFF-A219-7B3AE5806445}"/>
                </a:ext>
              </a:extLst>
            </p:cNvPr>
            <p:cNvGrpSpPr/>
            <p:nvPr/>
          </p:nvGrpSpPr>
          <p:grpSpPr>
            <a:xfrm>
              <a:off x="3343664" y="4125030"/>
              <a:ext cx="1509185" cy="1016748"/>
              <a:chOff x="9739310" y="4629756"/>
              <a:chExt cx="1509185" cy="1016748"/>
            </a:xfrm>
          </p:grpSpPr>
          <p:sp>
            <p:nvSpPr>
              <p:cNvPr id="35" name="iṩļîḋé">
                <a:extLst>
                  <a:ext uri="{FF2B5EF4-FFF2-40B4-BE49-F238E27FC236}">
                    <a16:creationId xmlns:a16="http://schemas.microsoft.com/office/drawing/2014/main" id="{08DBFE12-41CD-4EFC-B674-9B70793D06D5}"/>
                  </a:ext>
                </a:extLst>
              </p:cNvPr>
              <p:cNvSpPr txBox="1"/>
              <p:nvPr/>
            </p:nvSpPr>
            <p:spPr bwMode="auto">
              <a:xfrm>
                <a:off x="9739310" y="4629756"/>
                <a:ext cx="1509185" cy="3984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600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sz="1600" b="1"/>
                  <a:t>t </a:t>
                </a:r>
                <a:r>
                  <a:rPr lang="en-US" altLang="zh-CN" sz="1600" b="1" dirty="0"/>
                  <a:t>here</a:t>
                </a:r>
                <a:endParaRPr lang="zh-CN" altLang="en-US" sz="1600" b="1" dirty="0"/>
              </a:p>
            </p:txBody>
          </p:sp>
          <p:sp>
            <p:nvSpPr>
              <p:cNvPr id="36" name="îşḻïďe">
                <a:extLst>
                  <a:ext uri="{FF2B5EF4-FFF2-40B4-BE49-F238E27FC236}">
                    <a16:creationId xmlns:a16="http://schemas.microsoft.com/office/drawing/2014/main" id="{421A7DC5-3FC5-41CC-AB32-749540DF31BC}"/>
                  </a:ext>
                </a:extLst>
              </p:cNvPr>
              <p:cNvSpPr/>
              <p:nvPr/>
            </p:nvSpPr>
            <p:spPr bwMode="auto">
              <a:xfrm>
                <a:off x="9739310" y="5028217"/>
                <a:ext cx="1509185" cy="6182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Supporting </a:t>
                </a:r>
                <a:r>
                  <a:rPr lang="en-US" altLang="zh-CN" sz="1000"/>
                  <a:t>text h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ere</a:t>
                </a:r>
                <a:r>
                  <a:rPr lang="en-US" altLang="zh-CN" sz="1000" dirty="0"/>
                  <a:t>.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…… </a:t>
                </a:r>
              </a:p>
            </p:txBody>
          </p:sp>
        </p:grpSp>
        <p:grpSp>
          <p:nvGrpSpPr>
            <p:cNvPr id="23" name="íṩḻîdé">
              <a:extLst>
                <a:ext uri="{FF2B5EF4-FFF2-40B4-BE49-F238E27FC236}">
                  <a16:creationId xmlns:a16="http://schemas.microsoft.com/office/drawing/2014/main" id="{E56C48A0-E4BC-4A05-8B5F-4BAE3124A912}"/>
                </a:ext>
              </a:extLst>
            </p:cNvPr>
            <p:cNvGrpSpPr/>
            <p:nvPr/>
          </p:nvGrpSpPr>
          <p:grpSpPr>
            <a:xfrm>
              <a:off x="5433071" y="1497333"/>
              <a:ext cx="189020" cy="189020"/>
              <a:chOff x="4124325" y="3629025"/>
              <a:chExt cx="247650" cy="247650"/>
            </a:xfrm>
          </p:grpSpPr>
          <p:sp>
            <p:nvSpPr>
              <p:cNvPr id="33" name="ïṩľïḓè">
                <a:extLst>
                  <a:ext uri="{FF2B5EF4-FFF2-40B4-BE49-F238E27FC236}">
                    <a16:creationId xmlns:a16="http://schemas.microsoft.com/office/drawing/2014/main" id="{3964C6A6-1838-40A5-BA31-0F7CC00D58F7}"/>
                  </a:ext>
                </a:extLst>
              </p:cNvPr>
              <p:cNvSpPr/>
              <p:nvPr/>
            </p:nvSpPr>
            <p:spPr>
              <a:xfrm>
                <a:off x="4124325" y="3629025"/>
                <a:ext cx="247650" cy="247650"/>
              </a:xfrm>
              <a:prstGeom prst="flowChartConnector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4" name="íśľíḓe">
                <a:extLst>
                  <a:ext uri="{FF2B5EF4-FFF2-40B4-BE49-F238E27FC236}">
                    <a16:creationId xmlns:a16="http://schemas.microsoft.com/office/drawing/2014/main" id="{B528C8E1-7A14-4DB0-B6BB-D0BBA31D64B1}"/>
                  </a:ext>
                </a:extLst>
              </p:cNvPr>
              <p:cNvSpPr/>
              <p:nvPr/>
            </p:nvSpPr>
            <p:spPr>
              <a:xfrm rot="5400000">
                <a:off x="4191000" y="3703583"/>
                <a:ext cx="114300" cy="98534"/>
              </a:xfrm>
              <a:prstGeom prst="triangl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24" name="îṣlíḋê">
              <a:extLst>
                <a:ext uri="{FF2B5EF4-FFF2-40B4-BE49-F238E27FC236}">
                  <a16:creationId xmlns:a16="http://schemas.microsoft.com/office/drawing/2014/main" id="{E56C48A0-E4BC-4A05-8B5F-4BAE3124A912}"/>
                </a:ext>
              </a:extLst>
            </p:cNvPr>
            <p:cNvGrpSpPr/>
            <p:nvPr/>
          </p:nvGrpSpPr>
          <p:grpSpPr>
            <a:xfrm>
              <a:off x="8291721" y="1497333"/>
              <a:ext cx="189020" cy="189020"/>
              <a:chOff x="4124325" y="3629025"/>
              <a:chExt cx="247650" cy="247650"/>
            </a:xfrm>
          </p:grpSpPr>
          <p:sp>
            <p:nvSpPr>
              <p:cNvPr id="31" name="î$ḻíḑê">
                <a:extLst>
                  <a:ext uri="{FF2B5EF4-FFF2-40B4-BE49-F238E27FC236}">
                    <a16:creationId xmlns:a16="http://schemas.microsoft.com/office/drawing/2014/main" id="{3964C6A6-1838-40A5-BA31-0F7CC00D58F7}"/>
                  </a:ext>
                </a:extLst>
              </p:cNvPr>
              <p:cNvSpPr/>
              <p:nvPr/>
            </p:nvSpPr>
            <p:spPr>
              <a:xfrm>
                <a:off x="4124325" y="3629025"/>
                <a:ext cx="247650" cy="247650"/>
              </a:xfrm>
              <a:prstGeom prst="flowChartConnector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2" name="iṥļïḑè">
                <a:extLst>
                  <a:ext uri="{FF2B5EF4-FFF2-40B4-BE49-F238E27FC236}">
                    <a16:creationId xmlns:a16="http://schemas.microsoft.com/office/drawing/2014/main" id="{B528C8E1-7A14-4DB0-B6BB-D0BBA31D64B1}"/>
                  </a:ext>
                </a:extLst>
              </p:cNvPr>
              <p:cNvSpPr/>
              <p:nvPr/>
            </p:nvSpPr>
            <p:spPr>
              <a:xfrm rot="5400000">
                <a:off x="4191000" y="3703583"/>
                <a:ext cx="114300" cy="98534"/>
              </a:xfrm>
              <a:prstGeom prst="triangl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25" name="ïṣ1îďé">
              <a:extLst>
                <a:ext uri="{FF2B5EF4-FFF2-40B4-BE49-F238E27FC236}">
                  <a16:creationId xmlns:a16="http://schemas.microsoft.com/office/drawing/2014/main" id="{DA28428E-2408-456C-833F-C89EB6A38FE5}"/>
                </a:ext>
              </a:extLst>
            </p:cNvPr>
            <p:cNvGrpSpPr/>
            <p:nvPr/>
          </p:nvGrpSpPr>
          <p:grpSpPr>
            <a:xfrm>
              <a:off x="8291720" y="3631726"/>
              <a:ext cx="189020" cy="189020"/>
              <a:chOff x="8291720" y="3631726"/>
              <a:chExt cx="189020" cy="189020"/>
            </a:xfrm>
          </p:grpSpPr>
          <p:sp>
            <p:nvSpPr>
              <p:cNvPr id="29" name="îṣļíḍé">
                <a:extLst>
                  <a:ext uri="{FF2B5EF4-FFF2-40B4-BE49-F238E27FC236}">
                    <a16:creationId xmlns:a16="http://schemas.microsoft.com/office/drawing/2014/main" id="{3964C6A6-1838-40A5-BA31-0F7CC00D58F7}"/>
                  </a:ext>
                </a:extLst>
              </p:cNvPr>
              <p:cNvSpPr/>
              <p:nvPr/>
            </p:nvSpPr>
            <p:spPr>
              <a:xfrm>
                <a:off x="8291720" y="3631726"/>
                <a:ext cx="189020" cy="189020"/>
              </a:xfrm>
              <a:prstGeom prst="flowChartConnector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î$ļîḍè">
                <a:extLst>
                  <a:ext uri="{FF2B5EF4-FFF2-40B4-BE49-F238E27FC236}">
                    <a16:creationId xmlns:a16="http://schemas.microsoft.com/office/drawing/2014/main" id="{B528C8E1-7A14-4DB0-B6BB-D0BBA31D64B1}"/>
                  </a:ext>
                </a:extLst>
              </p:cNvPr>
              <p:cNvSpPr/>
              <p:nvPr/>
            </p:nvSpPr>
            <p:spPr>
              <a:xfrm rot="16200000" flipH="1">
                <a:off x="8342610" y="3688633"/>
                <a:ext cx="87240" cy="75207"/>
              </a:xfrm>
              <a:prstGeom prst="triangl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26" name="ïśḷíďé">
              <a:extLst>
                <a:ext uri="{FF2B5EF4-FFF2-40B4-BE49-F238E27FC236}">
                  <a16:creationId xmlns:a16="http://schemas.microsoft.com/office/drawing/2014/main" id="{5F6298AA-B0E7-4F23-82AF-E919E2D0E108}"/>
                </a:ext>
              </a:extLst>
            </p:cNvPr>
            <p:cNvGrpSpPr/>
            <p:nvPr/>
          </p:nvGrpSpPr>
          <p:grpSpPr>
            <a:xfrm>
              <a:off x="5433071" y="3631726"/>
              <a:ext cx="189020" cy="189020"/>
              <a:chOff x="5433071" y="3631726"/>
              <a:chExt cx="189020" cy="189020"/>
            </a:xfrm>
          </p:grpSpPr>
          <p:sp>
            <p:nvSpPr>
              <p:cNvPr id="27" name="iṣlîḑé">
                <a:extLst>
                  <a:ext uri="{FF2B5EF4-FFF2-40B4-BE49-F238E27FC236}">
                    <a16:creationId xmlns:a16="http://schemas.microsoft.com/office/drawing/2014/main" id="{3964C6A6-1838-40A5-BA31-0F7CC00D58F7}"/>
                  </a:ext>
                </a:extLst>
              </p:cNvPr>
              <p:cNvSpPr/>
              <p:nvPr/>
            </p:nvSpPr>
            <p:spPr>
              <a:xfrm>
                <a:off x="5433071" y="3631726"/>
                <a:ext cx="189020" cy="189020"/>
              </a:xfrm>
              <a:prstGeom prst="flowChartConnector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8" name="íšḷíde">
                <a:extLst>
                  <a:ext uri="{FF2B5EF4-FFF2-40B4-BE49-F238E27FC236}">
                    <a16:creationId xmlns:a16="http://schemas.microsoft.com/office/drawing/2014/main" id="{B528C8E1-7A14-4DB0-B6BB-D0BBA31D64B1}"/>
                  </a:ext>
                </a:extLst>
              </p:cNvPr>
              <p:cNvSpPr/>
              <p:nvPr/>
            </p:nvSpPr>
            <p:spPr>
              <a:xfrm rot="16200000" flipH="1">
                <a:off x="5483961" y="3688633"/>
                <a:ext cx="87240" cy="75207"/>
              </a:xfrm>
              <a:prstGeom prst="triangl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92453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5F2824-A9C1-428E-925E-F48039471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A95280-3B28-402A-A288-2EA508D53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</a:t>
            </a:r>
            <a:r>
              <a:rPr lang="zh-CN" altLang="en-US" sz="100"/>
              <a:t> </a:t>
            </a:r>
            <a:r>
              <a:rPr lang="zh-CN" altLang="en-US"/>
              <a:t>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02FBC1-EC10-46E0-845E-08E29B505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17</a:t>
            </a:fld>
            <a:r>
              <a:rPr lang="zh-CN" altLang="en-US" sz="100"/>
              <a:t> </a:t>
            </a:r>
          </a:p>
        </p:txBody>
      </p:sp>
      <p:grpSp>
        <p:nvGrpSpPr>
          <p:cNvPr id="5" name="27770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2847C9EE-96BD-476E-A3BF-58D1D640A799}"/>
              </a:ext>
            </a:extLst>
          </p:cNvPr>
          <p:cNvGrpSpPr>
            <a:grpSpLocks noChangeAspect="1"/>
          </p:cNvGrpSpPr>
          <p:nvPr/>
        </p:nvGrpSpPr>
        <p:grpSpPr>
          <a:xfrm>
            <a:off x="421749" y="1262016"/>
            <a:ext cx="11098739" cy="4814010"/>
            <a:chOff x="421749" y="1262016"/>
            <a:chExt cx="11098739" cy="4814010"/>
          </a:xfrm>
        </p:grpSpPr>
        <p:grpSp>
          <p:nvGrpSpPr>
            <p:cNvPr id="6" name="is1iḓé">
              <a:extLst>
                <a:ext uri="{FF2B5EF4-FFF2-40B4-BE49-F238E27FC236}">
                  <a16:creationId xmlns:a16="http://schemas.microsoft.com/office/drawing/2014/main" id="{ADB9385A-E1EF-4049-963C-74AD9883C528}"/>
                </a:ext>
              </a:extLst>
            </p:cNvPr>
            <p:cNvGrpSpPr/>
            <p:nvPr/>
          </p:nvGrpSpPr>
          <p:grpSpPr>
            <a:xfrm>
              <a:off x="421749" y="1262016"/>
              <a:ext cx="5488203" cy="4814010"/>
              <a:chOff x="3358042" y="1262016"/>
              <a:chExt cx="5488203" cy="4814010"/>
            </a:xfrm>
          </p:grpSpPr>
          <p:grpSp>
            <p:nvGrpSpPr>
              <p:cNvPr id="27" name="íṩľiḋe">
                <a:extLst>
                  <a:ext uri="{FF2B5EF4-FFF2-40B4-BE49-F238E27FC236}">
                    <a16:creationId xmlns:a16="http://schemas.microsoft.com/office/drawing/2014/main" id="{E64A8775-6D89-4EC0-92EC-930BCEFD964C}"/>
                  </a:ext>
                </a:extLst>
              </p:cNvPr>
              <p:cNvGrpSpPr/>
              <p:nvPr/>
            </p:nvGrpSpPr>
            <p:grpSpPr>
              <a:xfrm>
                <a:off x="4394278" y="1715678"/>
                <a:ext cx="3403444" cy="3902082"/>
                <a:chOff x="4205879" y="1523187"/>
                <a:chExt cx="3739230" cy="4287064"/>
              </a:xfrm>
            </p:grpSpPr>
            <p:sp>
              <p:nvSpPr>
                <p:cNvPr id="34" name="ïṡľíḋe">
                  <a:extLst>
                    <a:ext uri="{FF2B5EF4-FFF2-40B4-BE49-F238E27FC236}">
                      <a16:creationId xmlns:a16="http://schemas.microsoft.com/office/drawing/2014/main" id="{B981D4A3-8BAB-464F-AD90-04EB55A2A251}"/>
                    </a:ext>
                  </a:extLst>
                </p:cNvPr>
                <p:cNvSpPr/>
                <p:nvPr/>
              </p:nvSpPr>
              <p:spPr>
                <a:xfrm>
                  <a:off x="4246796" y="1523187"/>
                  <a:ext cx="3698313" cy="4270445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10800" y="0"/>
                      </a:moveTo>
                      <a:lnTo>
                        <a:pt x="21600" y="5400"/>
                      </a:lnTo>
                      <a:lnTo>
                        <a:pt x="21600" y="16200"/>
                      </a:lnTo>
                      <a:lnTo>
                        <a:pt x="10800" y="21600"/>
                      </a:lnTo>
                      <a:lnTo>
                        <a:pt x="0" y="16200"/>
                      </a:lnTo>
                      <a:lnTo>
                        <a:pt x="0" y="540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12700">
                  <a:miter lim="400000"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5" name="ísľiďè">
                  <a:extLst>
                    <a:ext uri="{FF2B5EF4-FFF2-40B4-BE49-F238E27FC236}">
                      <a16:creationId xmlns:a16="http://schemas.microsoft.com/office/drawing/2014/main" id="{F216E0B0-172C-4631-ADBD-954D4830DEAE}"/>
                    </a:ext>
                  </a:extLst>
                </p:cNvPr>
                <p:cNvSpPr/>
                <p:nvPr/>
              </p:nvSpPr>
              <p:spPr>
                <a:xfrm>
                  <a:off x="4279532" y="1958269"/>
                  <a:ext cx="3369516" cy="3768248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21600" h="21600" extrusionOk="0">
                      <a:moveTo>
                        <a:pt x="0" y="3710"/>
                      </a:moveTo>
                      <a:lnTo>
                        <a:pt x="4555" y="13467"/>
                      </a:lnTo>
                      <a:lnTo>
                        <a:pt x="11605" y="21600"/>
                      </a:lnTo>
                      <a:lnTo>
                        <a:pt x="19215" y="13693"/>
                      </a:lnTo>
                      <a:lnTo>
                        <a:pt x="21600" y="4536"/>
                      </a:lnTo>
                      <a:lnTo>
                        <a:pt x="11578" y="0"/>
                      </a:lnTo>
                      <a:lnTo>
                        <a:pt x="0" y="3710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 w="88900">
                  <a:solidFill>
                    <a:srgbClr val="FFFFFF"/>
                  </a:solidFill>
                  <a:round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6" name="i$ļîḋé">
                  <a:extLst>
                    <a:ext uri="{FF2B5EF4-FFF2-40B4-BE49-F238E27FC236}">
                      <a16:creationId xmlns:a16="http://schemas.microsoft.com/office/drawing/2014/main" id="{14A9E8B7-2B18-4C5A-8BC8-EADCCEB6B3A0}"/>
                    </a:ext>
                  </a:extLst>
                </p:cNvPr>
                <p:cNvSpPr/>
                <p:nvPr/>
              </p:nvSpPr>
              <p:spPr>
                <a:xfrm>
                  <a:off x="4275730" y="2595823"/>
                  <a:ext cx="3658196" cy="2128234"/>
                </a:xfrm>
                <a:prstGeom prst="line">
                  <a:avLst/>
                </a:prstGeom>
                <a:ln w="38100">
                  <a:solidFill>
                    <a:srgbClr val="FFFFFF"/>
                  </a:solidFill>
                  <a:custDash>
                    <a:ds d="200000" sp="200000"/>
                  </a:custDash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7" name="iṧḷïḑê">
                  <a:extLst>
                    <a:ext uri="{FF2B5EF4-FFF2-40B4-BE49-F238E27FC236}">
                      <a16:creationId xmlns:a16="http://schemas.microsoft.com/office/drawing/2014/main" id="{396F31AA-D397-4F1A-A841-6CC2D8F4A4B1}"/>
                    </a:ext>
                  </a:extLst>
                </p:cNvPr>
                <p:cNvSpPr/>
                <p:nvPr/>
              </p:nvSpPr>
              <p:spPr>
                <a:xfrm flipH="1">
                  <a:off x="4275916" y="2598523"/>
                  <a:ext cx="3658196" cy="2128234"/>
                </a:xfrm>
                <a:prstGeom prst="line">
                  <a:avLst/>
                </a:prstGeom>
                <a:solidFill>
                  <a:srgbClr val="09BAF7"/>
                </a:solidFill>
                <a:ln w="38100">
                  <a:solidFill>
                    <a:srgbClr val="FFFFFF"/>
                  </a:solidFill>
                  <a:custDash>
                    <a:ds d="200000" sp="200000"/>
                  </a:custDash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8" name="ïsḻíde">
                  <a:extLst>
                    <a:ext uri="{FF2B5EF4-FFF2-40B4-BE49-F238E27FC236}">
                      <a16:creationId xmlns:a16="http://schemas.microsoft.com/office/drawing/2014/main" id="{97E6B113-3282-4507-AB03-567E8B81E8F2}"/>
                    </a:ext>
                  </a:extLst>
                </p:cNvPr>
                <p:cNvSpPr/>
                <p:nvPr/>
              </p:nvSpPr>
              <p:spPr>
                <a:xfrm>
                  <a:off x="6096859" y="1549837"/>
                  <a:ext cx="1756" cy="4260414"/>
                </a:xfrm>
                <a:prstGeom prst="line">
                  <a:avLst/>
                </a:prstGeom>
                <a:ln w="38100">
                  <a:solidFill>
                    <a:srgbClr val="FFFFFF"/>
                  </a:solidFill>
                  <a:custDash>
                    <a:ds d="200000" sp="200000"/>
                  </a:custDash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39" name="îśḻïdè">
                  <a:extLst>
                    <a:ext uri="{FF2B5EF4-FFF2-40B4-BE49-F238E27FC236}">
                      <a16:creationId xmlns:a16="http://schemas.microsoft.com/office/drawing/2014/main" id="{C5EC75C6-FEA6-4569-8F9F-71A36183DE33}"/>
                    </a:ext>
                  </a:extLst>
                </p:cNvPr>
                <p:cNvSpPr/>
                <p:nvPr/>
              </p:nvSpPr>
              <p:spPr>
                <a:xfrm>
                  <a:off x="7553708" y="2704522"/>
                  <a:ext cx="151691" cy="151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solidFill>
                  <a:schemeClr val="accent2"/>
                </a:solidFill>
                <a:ln w="28575">
                  <a:solidFill>
                    <a:srgbClr val="FFFFFF"/>
                  </a:solidFill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0" name="iśḷiḋè">
                  <a:extLst>
                    <a:ext uri="{FF2B5EF4-FFF2-40B4-BE49-F238E27FC236}">
                      <a16:creationId xmlns:a16="http://schemas.microsoft.com/office/drawing/2014/main" id="{5A3F8E0B-8E24-4CDC-A2CD-1A3C59BCE798}"/>
                    </a:ext>
                  </a:extLst>
                </p:cNvPr>
                <p:cNvSpPr/>
                <p:nvPr/>
              </p:nvSpPr>
              <p:spPr>
                <a:xfrm>
                  <a:off x="7217639" y="4273329"/>
                  <a:ext cx="151691" cy="151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solidFill>
                  <a:schemeClr val="accent2"/>
                </a:solidFill>
                <a:ln w="28575">
                  <a:solidFill>
                    <a:srgbClr val="FFFFFF"/>
                  </a:solidFill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1" name="îšḷíḋê">
                  <a:extLst>
                    <a:ext uri="{FF2B5EF4-FFF2-40B4-BE49-F238E27FC236}">
                      <a16:creationId xmlns:a16="http://schemas.microsoft.com/office/drawing/2014/main" id="{203CAE01-B680-485A-9FC9-A955EF6EE3F7}"/>
                    </a:ext>
                  </a:extLst>
                </p:cNvPr>
                <p:cNvSpPr/>
                <p:nvPr/>
              </p:nvSpPr>
              <p:spPr>
                <a:xfrm>
                  <a:off x="6020576" y="5657670"/>
                  <a:ext cx="151691" cy="151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solidFill>
                  <a:schemeClr val="accent2"/>
                </a:solidFill>
                <a:ln w="28575">
                  <a:solidFill>
                    <a:srgbClr val="FFFFFF"/>
                  </a:solidFill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2" name="íSļiḍe">
                  <a:extLst>
                    <a:ext uri="{FF2B5EF4-FFF2-40B4-BE49-F238E27FC236}">
                      <a16:creationId xmlns:a16="http://schemas.microsoft.com/office/drawing/2014/main" id="{D09EA233-63D4-4694-B7F0-7AD18D47D147}"/>
                    </a:ext>
                  </a:extLst>
                </p:cNvPr>
                <p:cNvSpPr/>
                <p:nvPr/>
              </p:nvSpPr>
              <p:spPr>
                <a:xfrm>
                  <a:off x="4925294" y="4231474"/>
                  <a:ext cx="151691" cy="151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solidFill>
                  <a:schemeClr val="accent2"/>
                </a:solidFill>
                <a:ln w="28575">
                  <a:solidFill>
                    <a:srgbClr val="FFFFFF"/>
                  </a:solidFill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3" name="isḷîḑe">
                  <a:extLst>
                    <a:ext uri="{FF2B5EF4-FFF2-40B4-BE49-F238E27FC236}">
                      <a16:creationId xmlns:a16="http://schemas.microsoft.com/office/drawing/2014/main" id="{23339B96-560C-41CA-B18B-C49E8720AACF}"/>
                    </a:ext>
                  </a:extLst>
                </p:cNvPr>
                <p:cNvSpPr/>
                <p:nvPr/>
              </p:nvSpPr>
              <p:spPr>
                <a:xfrm>
                  <a:off x="6031061" y="1924893"/>
                  <a:ext cx="151691" cy="151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solidFill>
                  <a:schemeClr val="accent2"/>
                </a:solidFill>
                <a:ln w="28575">
                  <a:solidFill>
                    <a:srgbClr val="FFFFFF"/>
                  </a:solidFill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4" name="i$1íḑé">
                  <a:extLst>
                    <a:ext uri="{FF2B5EF4-FFF2-40B4-BE49-F238E27FC236}">
                      <a16:creationId xmlns:a16="http://schemas.microsoft.com/office/drawing/2014/main" id="{2C6FCBD4-CFD2-4454-B63A-4B9DCF96A171}"/>
                    </a:ext>
                  </a:extLst>
                </p:cNvPr>
                <p:cNvSpPr/>
                <p:nvPr/>
              </p:nvSpPr>
              <p:spPr>
                <a:xfrm>
                  <a:off x="5517765" y="3080221"/>
                  <a:ext cx="1156378" cy="1156377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38100">
                  <a:solidFill>
                    <a:schemeClr val="bg1"/>
                  </a:solidFill>
                  <a:miter lim="400000"/>
                </a:ln>
              </p:spPr>
              <p:txBody>
                <a:bodyPr wrap="square" lIns="91440" tIns="45720" rIns="91440" bIns="45720" anchor="ctr">
                  <a:norm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5" name="îś1íḑê">
                  <a:extLst>
                    <a:ext uri="{FF2B5EF4-FFF2-40B4-BE49-F238E27FC236}">
                      <a16:creationId xmlns:a16="http://schemas.microsoft.com/office/drawing/2014/main" id="{55999AF8-2A15-495B-8C0A-41CA5A32ABD8}"/>
                    </a:ext>
                  </a:extLst>
                </p:cNvPr>
                <p:cNvSpPr/>
                <p:nvPr/>
              </p:nvSpPr>
              <p:spPr>
                <a:xfrm>
                  <a:off x="4205879" y="2525876"/>
                  <a:ext cx="151691" cy="151691"/>
                </a:xfrm>
                <a:custGeom>
                  <a:avLst/>
                  <a:gdLst/>
                  <a:ahLst/>
                  <a:cxnLst>
                    <a:cxn ang="0">
                      <a:pos x="wd2" y="hd2"/>
                    </a:cxn>
                    <a:cxn ang="5400000">
                      <a:pos x="wd2" y="hd2"/>
                    </a:cxn>
                    <a:cxn ang="10800000">
                      <a:pos x="wd2" y="hd2"/>
                    </a:cxn>
                    <a:cxn ang="16200000">
                      <a:pos x="wd2" y="hd2"/>
                    </a:cxn>
                  </a:cxnLst>
                  <a:rect l="0" t="0" r="r" b="b"/>
                  <a:pathLst>
                    <a:path w="19679" h="19679" extrusionOk="0">
                      <a:moveTo>
                        <a:pt x="16796" y="2882"/>
                      </a:moveTo>
                      <a:cubicBezTo>
                        <a:pt x="20639" y="6724"/>
                        <a:pt x="20639" y="12954"/>
                        <a:pt x="16796" y="16796"/>
                      </a:cubicBezTo>
                      <a:cubicBezTo>
                        <a:pt x="12954" y="20639"/>
                        <a:pt x="6724" y="20639"/>
                        <a:pt x="2882" y="16796"/>
                      </a:cubicBezTo>
                      <a:cubicBezTo>
                        <a:pt x="-961" y="12954"/>
                        <a:pt x="-961" y="6724"/>
                        <a:pt x="2882" y="2882"/>
                      </a:cubicBezTo>
                      <a:cubicBezTo>
                        <a:pt x="6724" y="-961"/>
                        <a:pt x="12954" y="-961"/>
                        <a:pt x="16796" y="2882"/>
                      </a:cubicBezTo>
                    </a:path>
                  </a:pathLst>
                </a:custGeom>
                <a:solidFill>
                  <a:schemeClr val="accent2"/>
                </a:solidFill>
                <a:ln w="28575">
                  <a:solidFill>
                    <a:srgbClr val="FFFFFF"/>
                  </a:solidFill>
                  <a:miter lim="400000"/>
                </a:ln>
              </p:spPr>
              <p:txBody>
                <a:bodyPr wrap="square" lIns="91440" tIns="45720" rIns="91440" bIns="45720" anchor="ctr">
                  <a:normAutofit fontScale="25000" lnSpcReduction="20000"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46" name="ïSľídé">
                  <a:extLst>
                    <a:ext uri="{FF2B5EF4-FFF2-40B4-BE49-F238E27FC236}">
                      <a16:creationId xmlns:a16="http://schemas.microsoft.com/office/drawing/2014/main" id="{21597E43-FD7F-43B8-B8AF-379CDF449B7D}"/>
                    </a:ext>
                  </a:extLst>
                </p:cNvPr>
                <p:cNvSpPr/>
                <p:nvPr/>
              </p:nvSpPr>
              <p:spPr bwMode="auto">
                <a:xfrm>
                  <a:off x="5791112" y="3378737"/>
                  <a:ext cx="609685" cy="559344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</p:sp>
          </p:grpSp>
          <p:sp>
            <p:nvSpPr>
              <p:cNvPr id="28" name="iŝḻiďe">
                <a:extLst>
                  <a:ext uri="{FF2B5EF4-FFF2-40B4-BE49-F238E27FC236}">
                    <a16:creationId xmlns:a16="http://schemas.microsoft.com/office/drawing/2014/main" id="{19708CC7-E960-4BF8-9A10-287B69563D69}"/>
                  </a:ext>
                </a:extLst>
              </p:cNvPr>
              <p:cNvSpPr txBox="1"/>
              <p:nvPr/>
            </p:nvSpPr>
            <p:spPr>
              <a:xfrm>
                <a:off x="5590359" y="1262016"/>
                <a:ext cx="1048524" cy="449136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 defTabSz="914378">
                  <a:spcBef>
                    <a:spcPct val="0"/>
                  </a:spcBef>
                  <a:defRPr/>
                </a:pPr>
                <a:r>
                  <a:rPr lang="en-US" altLang="zh-CN" sz="1400"/>
                  <a:t>… t</a:t>
                </a:r>
                <a:r>
                  <a:rPr lang="en-US" altLang="zh-CN" sz="100"/>
                  <a:t> </a:t>
                </a:r>
                <a:r>
                  <a:rPr lang="en-US" altLang="zh-CN" sz="1400"/>
                  <a:t>ext</a:t>
                </a:r>
                <a:endParaRPr lang="zh-CN" altLang="en-US" sz="1400" dirty="0"/>
              </a:p>
            </p:txBody>
          </p:sp>
          <p:sp>
            <p:nvSpPr>
              <p:cNvPr id="29" name="íṩḻïḑe">
                <a:extLst>
                  <a:ext uri="{FF2B5EF4-FFF2-40B4-BE49-F238E27FC236}">
                    <a16:creationId xmlns:a16="http://schemas.microsoft.com/office/drawing/2014/main" id="{3048220D-E5A5-44D8-8C6D-81582ABC7F6F}"/>
                  </a:ext>
                </a:extLst>
              </p:cNvPr>
              <p:cNvSpPr txBox="1"/>
              <p:nvPr/>
            </p:nvSpPr>
            <p:spPr>
              <a:xfrm>
                <a:off x="7797721" y="2628325"/>
                <a:ext cx="1048524" cy="449136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defTabSz="914378">
                  <a:spcBef>
                    <a:spcPct val="0"/>
                  </a:spcBef>
                  <a:defRPr/>
                </a:pPr>
                <a:r>
                  <a:rPr lang="en-US" altLang="zh-CN" sz="1400"/>
                  <a:t>…</a:t>
                </a:r>
                <a:r>
                  <a:rPr lang="en-US" altLang="zh-CN" sz="100"/>
                  <a:t> </a:t>
                </a:r>
                <a:r>
                  <a:rPr lang="en-US" altLang="zh-CN" sz="1400"/>
                  <a:t> text</a:t>
                </a:r>
                <a:endParaRPr lang="zh-CN" altLang="en-US" sz="1400" dirty="0"/>
              </a:p>
            </p:txBody>
          </p:sp>
          <p:sp>
            <p:nvSpPr>
              <p:cNvPr id="30" name="îṥḷïďe">
                <a:extLst>
                  <a:ext uri="{FF2B5EF4-FFF2-40B4-BE49-F238E27FC236}">
                    <a16:creationId xmlns:a16="http://schemas.microsoft.com/office/drawing/2014/main" id="{40576491-5615-43F7-AD0D-899AE2BD5E59}"/>
                  </a:ext>
                </a:extLst>
              </p:cNvPr>
              <p:cNvSpPr txBox="1"/>
              <p:nvPr/>
            </p:nvSpPr>
            <p:spPr>
              <a:xfrm>
                <a:off x="7797721" y="4404539"/>
                <a:ext cx="1048524" cy="449136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defTabSz="914378">
                  <a:spcBef>
                    <a:spcPct val="0"/>
                  </a:spcBef>
                  <a:defRPr/>
                </a:pPr>
                <a:r>
                  <a:rPr lang="en-US" altLang="zh-CN" sz="1400"/>
                  <a:t>…</a:t>
                </a:r>
                <a:r>
                  <a:rPr lang="en-US" altLang="zh-CN" sz="100"/>
                  <a:t> </a:t>
                </a:r>
                <a:r>
                  <a:rPr lang="en-US" altLang="zh-CN" sz="1400"/>
                  <a:t> text</a:t>
                </a:r>
                <a:endParaRPr lang="zh-CN" altLang="en-US" sz="1400" dirty="0"/>
              </a:p>
            </p:txBody>
          </p:sp>
          <p:sp>
            <p:nvSpPr>
              <p:cNvPr id="31" name="íṡlíḓê">
                <a:extLst>
                  <a:ext uri="{FF2B5EF4-FFF2-40B4-BE49-F238E27FC236}">
                    <a16:creationId xmlns:a16="http://schemas.microsoft.com/office/drawing/2014/main" id="{BB02B4FF-68FC-4C99-9B6E-06A23D08B884}"/>
                  </a:ext>
                </a:extLst>
              </p:cNvPr>
              <p:cNvSpPr txBox="1"/>
              <p:nvPr/>
            </p:nvSpPr>
            <p:spPr>
              <a:xfrm>
                <a:off x="3358042" y="4404539"/>
                <a:ext cx="1048524" cy="449136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r" defTabSz="914378">
                  <a:spcBef>
                    <a:spcPct val="0"/>
                  </a:spcBef>
                  <a:defRPr/>
                </a:pPr>
                <a:r>
                  <a:rPr lang="en-US" altLang="zh-CN" sz="1400"/>
                  <a:t>…</a:t>
                </a:r>
                <a:r>
                  <a:rPr lang="en-US" altLang="zh-CN" sz="100"/>
                  <a:t> </a:t>
                </a:r>
                <a:r>
                  <a:rPr lang="en-US" altLang="zh-CN" sz="1400"/>
                  <a:t> text</a:t>
                </a:r>
                <a:endParaRPr lang="zh-CN" altLang="en-US" sz="1400" dirty="0"/>
              </a:p>
            </p:txBody>
          </p:sp>
          <p:sp>
            <p:nvSpPr>
              <p:cNvPr id="32" name="ïsľîḋè">
                <a:extLst>
                  <a:ext uri="{FF2B5EF4-FFF2-40B4-BE49-F238E27FC236}">
                    <a16:creationId xmlns:a16="http://schemas.microsoft.com/office/drawing/2014/main" id="{A63FFDF1-F525-457D-89DC-550AB3BC76E3}"/>
                  </a:ext>
                </a:extLst>
              </p:cNvPr>
              <p:cNvSpPr txBox="1"/>
              <p:nvPr/>
            </p:nvSpPr>
            <p:spPr>
              <a:xfrm>
                <a:off x="3358042" y="2541826"/>
                <a:ext cx="1048524" cy="449136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r" defTabSz="914378">
                  <a:spcBef>
                    <a:spcPct val="0"/>
                  </a:spcBef>
                  <a:defRPr/>
                </a:pPr>
                <a:r>
                  <a:rPr lang="en-US" altLang="zh-CN" sz="1400"/>
                  <a:t>…</a:t>
                </a:r>
                <a:r>
                  <a:rPr lang="en-US" altLang="zh-CN" sz="100"/>
                  <a:t> </a:t>
                </a:r>
                <a:r>
                  <a:rPr lang="en-US" altLang="zh-CN" sz="1400"/>
                  <a:t> text</a:t>
                </a:r>
                <a:endParaRPr lang="zh-CN" altLang="en-US" sz="1400" dirty="0"/>
              </a:p>
            </p:txBody>
          </p:sp>
          <p:sp>
            <p:nvSpPr>
              <p:cNvPr id="33" name="îŝ1iḍê">
                <a:extLst>
                  <a:ext uri="{FF2B5EF4-FFF2-40B4-BE49-F238E27FC236}">
                    <a16:creationId xmlns:a16="http://schemas.microsoft.com/office/drawing/2014/main" id="{5A21107D-517B-4357-81DA-0EEE9698BA23}"/>
                  </a:ext>
                </a:extLst>
              </p:cNvPr>
              <p:cNvSpPr txBox="1"/>
              <p:nvPr/>
            </p:nvSpPr>
            <p:spPr>
              <a:xfrm>
                <a:off x="5590359" y="5626890"/>
                <a:ext cx="1048524" cy="449136"/>
              </a:xfrm>
              <a:prstGeom prst="rect">
                <a:avLst/>
              </a:prstGeom>
              <a:noFill/>
            </p:spPr>
            <p:txBody>
              <a:bodyPr wrap="none" rtlCol="0" anchor="ctr">
                <a:normAutofit/>
              </a:bodyPr>
              <a:lstStyle/>
              <a:p>
                <a:pPr algn="ctr" defTabSz="914378">
                  <a:spcBef>
                    <a:spcPct val="0"/>
                  </a:spcBef>
                  <a:defRPr/>
                </a:pPr>
                <a:r>
                  <a:rPr lang="en-US" altLang="zh-CN" sz="1400"/>
                  <a:t>…</a:t>
                </a:r>
                <a:r>
                  <a:rPr lang="en-US" altLang="zh-CN" sz="100"/>
                  <a:t> </a:t>
                </a:r>
                <a:r>
                  <a:rPr lang="en-US" altLang="zh-CN" sz="1400"/>
                  <a:t> text</a:t>
                </a:r>
                <a:endParaRPr lang="zh-CN" altLang="en-US" sz="1400" dirty="0"/>
              </a:p>
            </p:txBody>
          </p:sp>
        </p:grpSp>
        <p:grpSp>
          <p:nvGrpSpPr>
            <p:cNvPr id="7" name="íṣḷídè">
              <a:extLst>
                <a:ext uri="{FF2B5EF4-FFF2-40B4-BE49-F238E27FC236}">
                  <a16:creationId xmlns:a16="http://schemas.microsoft.com/office/drawing/2014/main" id="{96AE02D9-FF7E-46EF-8801-9197E0F454BE}"/>
                </a:ext>
              </a:extLst>
            </p:cNvPr>
            <p:cNvGrpSpPr/>
            <p:nvPr/>
          </p:nvGrpSpPr>
          <p:grpSpPr>
            <a:xfrm>
              <a:off x="6535175" y="1419801"/>
              <a:ext cx="1948949" cy="1094393"/>
              <a:chOff x="673101" y="1535685"/>
              <a:chExt cx="2098380" cy="1094393"/>
            </a:xfrm>
          </p:grpSpPr>
          <p:sp>
            <p:nvSpPr>
              <p:cNvPr id="25" name="i$lïďe">
                <a:extLst>
                  <a:ext uri="{FF2B5EF4-FFF2-40B4-BE49-F238E27FC236}">
                    <a16:creationId xmlns:a16="http://schemas.microsoft.com/office/drawing/2014/main" id="{1B7C37DA-1915-4A38-BCEF-BB1CB6BA6644}"/>
                  </a:ext>
                </a:extLst>
              </p:cNvPr>
              <p:cNvSpPr txBox="1"/>
              <p:nvPr/>
            </p:nvSpPr>
            <p:spPr>
              <a:xfrm>
                <a:off x="673101" y="1535685"/>
                <a:ext cx="2098380" cy="48352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lvl="0" defTabSz="914378">
                  <a:spcBef>
                    <a:spcPct val="0"/>
                  </a:spcBef>
                  <a:defRPr/>
                </a:pPr>
                <a:r>
                  <a:rPr lang="en-US" altLang="zh-CN" b="1"/>
                  <a:t>Text he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re</a:t>
                </a:r>
                <a:endParaRPr lang="zh-CN" altLang="en-US" b="1" dirty="0"/>
              </a:p>
            </p:txBody>
          </p:sp>
          <p:sp>
            <p:nvSpPr>
              <p:cNvPr id="26" name="îŝḷiḓe">
                <a:extLst>
                  <a:ext uri="{FF2B5EF4-FFF2-40B4-BE49-F238E27FC236}">
                    <a16:creationId xmlns:a16="http://schemas.microsoft.com/office/drawing/2014/main" id="{7CB418D1-E3E3-4006-85DB-71E00F2A1060}"/>
                  </a:ext>
                </a:extLst>
              </p:cNvPr>
              <p:cNvSpPr/>
              <p:nvPr/>
            </p:nvSpPr>
            <p:spPr bwMode="auto">
              <a:xfrm>
                <a:off x="673101" y="2019207"/>
                <a:ext cx="2098380" cy="610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Supporting text here.</a:t>
                </a:r>
                <a:r>
                  <a:rPr lang="en-US" altLang="zh-CN" sz="100"/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…… </a:t>
                </a:r>
                <a:endParaRPr lang="en-US" altLang="zh-CN" sz="1100" dirty="0"/>
              </a:p>
            </p:txBody>
          </p:sp>
        </p:grpSp>
        <p:grpSp>
          <p:nvGrpSpPr>
            <p:cNvPr id="8" name="ïṡ1îḍé">
              <a:extLst>
                <a:ext uri="{FF2B5EF4-FFF2-40B4-BE49-F238E27FC236}">
                  <a16:creationId xmlns:a16="http://schemas.microsoft.com/office/drawing/2014/main" id="{562CE1F8-7850-42D1-BBC8-6D4CF8FC06B1}"/>
                </a:ext>
              </a:extLst>
            </p:cNvPr>
            <p:cNvGrpSpPr/>
            <p:nvPr/>
          </p:nvGrpSpPr>
          <p:grpSpPr>
            <a:xfrm>
              <a:off x="6535175" y="2980491"/>
              <a:ext cx="1948949" cy="1094393"/>
              <a:chOff x="673101" y="1535685"/>
              <a:chExt cx="2098380" cy="1094393"/>
            </a:xfrm>
          </p:grpSpPr>
          <p:sp>
            <p:nvSpPr>
              <p:cNvPr id="23" name="iS1íḋé">
                <a:extLst>
                  <a:ext uri="{FF2B5EF4-FFF2-40B4-BE49-F238E27FC236}">
                    <a16:creationId xmlns:a16="http://schemas.microsoft.com/office/drawing/2014/main" id="{B73432E3-4B44-45F1-B527-32A43F6440F0}"/>
                  </a:ext>
                </a:extLst>
              </p:cNvPr>
              <p:cNvSpPr txBox="1"/>
              <p:nvPr/>
            </p:nvSpPr>
            <p:spPr>
              <a:xfrm>
                <a:off x="673101" y="1535685"/>
                <a:ext cx="2098380" cy="48352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lvl="0" defTabSz="914378">
                  <a:spcBef>
                    <a:spcPct val="0"/>
                  </a:spcBef>
                  <a:defRPr/>
                </a:pPr>
                <a:r>
                  <a:rPr lang="en-US" altLang="zh-CN" b="1"/>
                  <a:t>Text he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re</a:t>
                </a:r>
                <a:endParaRPr lang="zh-CN" altLang="en-US" b="1" dirty="0"/>
              </a:p>
            </p:txBody>
          </p:sp>
          <p:sp>
            <p:nvSpPr>
              <p:cNvPr id="24" name="íṧḻïḋê">
                <a:extLst>
                  <a:ext uri="{FF2B5EF4-FFF2-40B4-BE49-F238E27FC236}">
                    <a16:creationId xmlns:a16="http://schemas.microsoft.com/office/drawing/2014/main" id="{67BCD458-E483-497B-8F18-E53FA4E6F24D}"/>
                  </a:ext>
                </a:extLst>
              </p:cNvPr>
              <p:cNvSpPr/>
              <p:nvPr/>
            </p:nvSpPr>
            <p:spPr bwMode="auto">
              <a:xfrm>
                <a:off x="673101" y="2019207"/>
                <a:ext cx="2098380" cy="610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Supporting text here.</a:t>
                </a:r>
                <a:r>
                  <a:rPr lang="en-US" altLang="zh-CN" sz="100"/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…… </a:t>
                </a:r>
                <a:endParaRPr lang="en-US" altLang="zh-CN" sz="1100" dirty="0"/>
              </a:p>
            </p:txBody>
          </p:sp>
        </p:grpSp>
        <p:grpSp>
          <p:nvGrpSpPr>
            <p:cNvPr id="9" name="îṡļiḋe">
              <a:extLst>
                <a:ext uri="{FF2B5EF4-FFF2-40B4-BE49-F238E27FC236}">
                  <a16:creationId xmlns:a16="http://schemas.microsoft.com/office/drawing/2014/main" id="{21098E73-5061-4A6B-A878-110D3E2FE2B8}"/>
                </a:ext>
              </a:extLst>
            </p:cNvPr>
            <p:cNvGrpSpPr/>
            <p:nvPr/>
          </p:nvGrpSpPr>
          <p:grpSpPr>
            <a:xfrm>
              <a:off x="6535175" y="4541181"/>
              <a:ext cx="1948949" cy="1094393"/>
              <a:chOff x="673101" y="1535685"/>
              <a:chExt cx="2098380" cy="1094393"/>
            </a:xfrm>
          </p:grpSpPr>
          <p:sp>
            <p:nvSpPr>
              <p:cNvPr id="21" name="îšlîḋê">
                <a:extLst>
                  <a:ext uri="{FF2B5EF4-FFF2-40B4-BE49-F238E27FC236}">
                    <a16:creationId xmlns:a16="http://schemas.microsoft.com/office/drawing/2014/main" id="{BCC37967-13A3-44CA-A130-F4FA3CAA2BED}"/>
                  </a:ext>
                </a:extLst>
              </p:cNvPr>
              <p:cNvSpPr txBox="1"/>
              <p:nvPr/>
            </p:nvSpPr>
            <p:spPr>
              <a:xfrm>
                <a:off x="673101" y="1535685"/>
                <a:ext cx="2098380" cy="48352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lvl="0" defTabSz="914378">
                  <a:spcBef>
                    <a:spcPct val="0"/>
                  </a:spcBef>
                  <a:defRPr/>
                </a:pPr>
                <a:r>
                  <a:rPr lang="en-US" altLang="zh-CN" b="1"/>
                  <a:t>Text he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re</a:t>
                </a:r>
                <a:endParaRPr lang="zh-CN" altLang="en-US" b="1" dirty="0"/>
              </a:p>
            </p:txBody>
          </p:sp>
          <p:sp>
            <p:nvSpPr>
              <p:cNvPr id="22" name="ïṩ1ïḑê">
                <a:extLst>
                  <a:ext uri="{FF2B5EF4-FFF2-40B4-BE49-F238E27FC236}">
                    <a16:creationId xmlns:a16="http://schemas.microsoft.com/office/drawing/2014/main" id="{F68BABAF-B58E-43B9-B62B-A78F2CA32C34}"/>
                  </a:ext>
                </a:extLst>
              </p:cNvPr>
              <p:cNvSpPr/>
              <p:nvPr/>
            </p:nvSpPr>
            <p:spPr bwMode="auto">
              <a:xfrm>
                <a:off x="673101" y="2019207"/>
                <a:ext cx="2098380" cy="610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Supporting text here.</a:t>
                </a:r>
                <a:r>
                  <a:rPr lang="en-US" altLang="zh-CN" sz="100"/>
                  <a:t> 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…… </a:t>
                </a:r>
                <a:endParaRPr lang="en-US" altLang="zh-CN" sz="1100" dirty="0"/>
              </a:p>
            </p:txBody>
          </p:sp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B5E7C24-A6EE-4A4E-A626-C540EC703A7F}"/>
                </a:ext>
              </a:extLst>
            </p:cNvPr>
            <p:cNvCxnSpPr>
              <a:cxnSpLocks/>
            </p:cNvCxnSpPr>
            <p:nvPr/>
          </p:nvCxnSpPr>
          <p:spPr>
            <a:xfrm>
              <a:off x="6535175" y="2677708"/>
              <a:ext cx="498531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1193DFDD-E28A-4C08-9855-358A1D00311A}"/>
                </a:ext>
              </a:extLst>
            </p:cNvPr>
            <p:cNvCxnSpPr>
              <a:cxnSpLocks/>
            </p:cNvCxnSpPr>
            <p:nvPr/>
          </p:nvCxnSpPr>
          <p:spPr>
            <a:xfrm>
              <a:off x="6535175" y="4210185"/>
              <a:ext cx="498531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ïşļîḋé">
              <a:extLst>
                <a:ext uri="{FF2B5EF4-FFF2-40B4-BE49-F238E27FC236}">
                  <a16:creationId xmlns:a16="http://schemas.microsoft.com/office/drawing/2014/main" id="{3FCB50BC-4AAB-4511-9341-B01783D187AB}"/>
                </a:ext>
              </a:extLst>
            </p:cNvPr>
            <p:cNvGrpSpPr/>
            <p:nvPr/>
          </p:nvGrpSpPr>
          <p:grpSpPr>
            <a:xfrm>
              <a:off x="9571539" y="1419801"/>
              <a:ext cx="1948949" cy="1094393"/>
              <a:chOff x="673101" y="1535685"/>
              <a:chExt cx="2098380" cy="1094393"/>
            </a:xfrm>
          </p:grpSpPr>
          <p:sp>
            <p:nvSpPr>
              <p:cNvPr id="19" name="ïśļiḑê">
                <a:extLst>
                  <a:ext uri="{FF2B5EF4-FFF2-40B4-BE49-F238E27FC236}">
                    <a16:creationId xmlns:a16="http://schemas.microsoft.com/office/drawing/2014/main" id="{AF9CFD4C-F821-4BCE-B261-0BAA6FFA9BF9}"/>
                  </a:ext>
                </a:extLst>
              </p:cNvPr>
              <p:cNvSpPr txBox="1"/>
              <p:nvPr/>
            </p:nvSpPr>
            <p:spPr>
              <a:xfrm>
                <a:off x="673101" y="1535685"/>
                <a:ext cx="2098380" cy="48352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lvl="0" defTabSz="914378">
                  <a:spcBef>
                    <a:spcPct val="0"/>
                  </a:spcBef>
                  <a:defRPr/>
                </a:pPr>
                <a:r>
                  <a:rPr lang="en-US" altLang="zh-CN" b="1"/>
                  <a:t>Te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xt here</a:t>
                </a:r>
                <a:endParaRPr lang="zh-CN" altLang="en-US" b="1" dirty="0"/>
              </a:p>
            </p:txBody>
          </p:sp>
          <p:sp>
            <p:nvSpPr>
              <p:cNvPr id="20" name="iṣľíḍe">
                <a:extLst>
                  <a:ext uri="{FF2B5EF4-FFF2-40B4-BE49-F238E27FC236}">
                    <a16:creationId xmlns:a16="http://schemas.microsoft.com/office/drawing/2014/main" id="{C413C9C9-08FA-4A99-9891-84895B7ADFB0}"/>
                  </a:ext>
                </a:extLst>
              </p:cNvPr>
              <p:cNvSpPr/>
              <p:nvPr/>
            </p:nvSpPr>
            <p:spPr bwMode="auto">
              <a:xfrm>
                <a:off x="673101" y="2019207"/>
                <a:ext cx="2098380" cy="610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Support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ing text here.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…… </a:t>
                </a:r>
                <a:endParaRPr lang="en-US" altLang="zh-CN" sz="1100" dirty="0"/>
              </a:p>
            </p:txBody>
          </p:sp>
        </p:grpSp>
        <p:grpSp>
          <p:nvGrpSpPr>
            <p:cNvPr id="13" name="îṧļídê">
              <a:extLst>
                <a:ext uri="{FF2B5EF4-FFF2-40B4-BE49-F238E27FC236}">
                  <a16:creationId xmlns:a16="http://schemas.microsoft.com/office/drawing/2014/main" id="{D9F41BE1-5ECF-4637-A4FD-A5E30F470E5D}"/>
                </a:ext>
              </a:extLst>
            </p:cNvPr>
            <p:cNvGrpSpPr/>
            <p:nvPr/>
          </p:nvGrpSpPr>
          <p:grpSpPr>
            <a:xfrm>
              <a:off x="9571539" y="2980491"/>
              <a:ext cx="1948949" cy="1094393"/>
              <a:chOff x="673101" y="1535685"/>
              <a:chExt cx="2098380" cy="1094393"/>
            </a:xfrm>
          </p:grpSpPr>
          <p:sp>
            <p:nvSpPr>
              <p:cNvPr id="17" name="í$ļíḓé">
                <a:extLst>
                  <a:ext uri="{FF2B5EF4-FFF2-40B4-BE49-F238E27FC236}">
                    <a16:creationId xmlns:a16="http://schemas.microsoft.com/office/drawing/2014/main" id="{A29351C4-9832-49E8-A1E0-8288A176C84C}"/>
                  </a:ext>
                </a:extLst>
              </p:cNvPr>
              <p:cNvSpPr txBox="1"/>
              <p:nvPr/>
            </p:nvSpPr>
            <p:spPr>
              <a:xfrm>
                <a:off x="673101" y="1535685"/>
                <a:ext cx="2098380" cy="48352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lvl="0" defTabSz="914378">
                  <a:spcBef>
                    <a:spcPct val="0"/>
                  </a:spcBef>
                  <a:defRPr/>
                </a:pPr>
                <a:r>
                  <a:rPr lang="en-US" altLang="zh-CN" b="1"/>
                  <a:t>Te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xt here</a:t>
                </a:r>
                <a:endParaRPr lang="zh-CN" altLang="en-US" b="1" dirty="0"/>
              </a:p>
            </p:txBody>
          </p:sp>
          <p:sp>
            <p:nvSpPr>
              <p:cNvPr id="18" name="ï$ḻíḋe">
                <a:extLst>
                  <a:ext uri="{FF2B5EF4-FFF2-40B4-BE49-F238E27FC236}">
                    <a16:creationId xmlns:a16="http://schemas.microsoft.com/office/drawing/2014/main" id="{F8FA93BE-923B-4860-B345-74A90FA7DF95}"/>
                  </a:ext>
                </a:extLst>
              </p:cNvPr>
              <p:cNvSpPr/>
              <p:nvPr/>
            </p:nvSpPr>
            <p:spPr bwMode="auto">
              <a:xfrm>
                <a:off x="673101" y="2019207"/>
                <a:ext cx="2098380" cy="610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Support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ing text here.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…… </a:t>
                </a:r>
                <a:endParaRPr lang="en-US" altLang="zh-CN" sz="1100" dirty="0"/>
              </a:p>
            </p:txBody>
          </p:sp>
        </p:grpSp>
        <p:grpSp>
          <p:nvGrpSpPr>
            <p:cNvPr id="14" name="îŝḷíḍè">
              <a:extLst>
                <a:ext uri="{FF2B5EF4-FFF2-40B4-BE49-F238E27FC236}">
                  <a16:creationId xmlns:a16="http://schemas.microsoft.com/office/drawing/2014/main" id="{1BAA7A02-83ED-4540-A950-509B7328508C}"/>
                </a:ext>
              </a:extLst>
            </p:cNvPr>
            <p:cNvGrpSpPr/>
            <p:nvPr/>
          </p:nvGrpSpPr>
          <p:grpSpPr>
            <a:xfrm>
              <a:off x="9571539" y="4541181"/>
              <a:ext cx="1948949" cy="1094393"/>
              <a:chOff x="673101" y="1535685"/>
              <a:chExt cx="2098380" cy="1094393"/>
            </a:xfrm>
          </p:grpSpPr>
          <p:sp>
            <p:nvSpPr>
              <p:cNvPr id="15" name="ïSľïdè">
                <a:extLst>
                  <a:ext uri="{FF2B5EF4-FFF2-40B4-BE49-F238E27FC236}">
                    <a16:creationId xmlns:a16="http://schemas.microsoft.com/office/drawing/2014/main" id="{539FDBD7-A93D-4D03-BC86-70FEC44415DA}"/>
                  </a:ext>
                </a:extLst>
              </p:cNvPr>
              <p:cNvSpPr txBox="1"/>
              <p:nvPr/>
            </p:nvSpPr>
            <p:spPr>
              <a:xfrm>
                <a:off x="673101" y="1535685"/>
                <a:ext cx="2098380" cy="483522"/>
              </a:xfrm>
              <a:prstGeom prst="rect">
                <a:avLst/>
              </a:prstGeom>
              <a:noFill/>
            </p:spPr>
            <p:txBody>
              <a:bodyPr wrap="none" rtlCol="0" anchor="b">
                <a:normAutofit/>
              </a:bodyPr>
              <a:lstStyle/>
              <a:p>
                <a:pPr lvl="0" defTabSz="914378">
                  <a:spcBef>
                    <a:spcPct val="0"/>
                  </a:spcBef>
                  <a:defRPr/>
                </a:pPr>
                <a:r>
                  <a:rPr lang="en-US" altLang="zh-CN" b="1"/>
                  <a:t>Te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xt here</a:t>
                </a:r>
                <a:endParaRPr lang="zh-CN" altLang="en-US" b="1" dirty="0"/>
              </a:p>
            </p:txBody>
          </p:sp>
          <p:sp>
            <p:nvSpPr>
              <p:cNvPr id="16" name="i$ľíḑê">
                <a:extLst>
                  <a:ext uri="{FF2B5EF4-FFF2-40B4-BE49-F238E27FC236}">
                    <a16:creationId xmlns:a16="http://schemas.microsoft.com/office/drawing/2014/main" id="{2ED05864-2D48-4CF7-90AC-5ED6B2F08EF1}"/>
                  </a:ext>
                </a:extLst>
              </p:cNvPr>
              <p:cNvSpPr/>
              <p:nvPr/>
            </p:nvSpPr>
            <p:spPr bwMode="auto">
              <a:xfrm>
                <a:off x="673101" y="2019207"/>
                <a:ext cx="2098380" cy="6108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0000" tIns="46800" rIns="90000" bIns="4680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Support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ing text here.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1100"/>
                  <a:t>…… </a:t>
                </a:r>
                <a:endParaRPr lang="en-US" altLang="zh-CN" sz="1100" dirty="0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09600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A44E6B-4736-4B51-9C84-CD03450CC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62BC09B-0259-444E-9443-0DA640BC2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</a:t>
            </a:r>
            <a:r>
              <a:rPr lang="zh-CN" altLang="en-US" sz="100"/>
              <a:t> </a:t>
            </a:r>
            <a:r>
              <a:rPr lang="zh-CN" altLang="en-US"/>
              <a:t>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52FFC0-659E-4784-94D1-E01C640BA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18</a:t>
            </a:fld>
            <a:r>
              <a:rPr lang="zh-CN" altLang="en-US" sz="100"/>
              <a:t> </a:t>
            </a:r>
          </a:p>
        </p:txBody>
      </p:sp>
      <p:grpSp>
        <p:nvGrpSpPr>
          <p:cNvPr id="5" name="27768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1825163B-F2B7-470C-A5DF-9CA22ABA2D95}"/>
              </a:ext>
            </a:extLst>
          </p:cNvPr>
          <p:cNvGrpSpPr>
            <a:grpSpLocks noChangeAspect="1"/>
          </p:cNvGrpSpPr>
          <p:nvPr/>
        </p:nvGrpSpPr>
        <p:grpSpPr>
          <a:xfrm>
            <a:off x="657222" y="1419225"/>
            <a:ext cx="10877556" cy="4166906"/>
            <a:chOff x="657222" y="1419225"/>
            <a:chExt cx="10877556" cy="4166906"/>
          </a:xfrm>
        </p:grpSpPr>
        <p:sp>
          <p:nvSpPr>
            <p:cNvPr id="6" name="ïş1îḑê">
              <a:extLst>
                <a:ext uri="{FF2B5EF4-FFF2-40B4-BE49-F238E27FC236}">
                  <a16:creationId xmlns:a16="http://schemas.microsoft.com/office/drawing/2014/main" id="{6F37D4BC-CBF5-416F-9ABE-F4AB84E30A67}"/>
                </a:ext>
              </a:extLst>
            </p:cNvPr>
            <p:cNvSpPr/>
            <p:nvPr/>
          </p:nvSpPr>
          <p:spPr>
            <a:xfrm rot="5400000">
              <a:off x="5683806" y="-3607359"/>
              <a:ext cx="824388" cy="10877556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7" name="îṡḻiḓé">
              <a:extLst>
                <a:ext uri="{FF2B5EF4-FFF2-40B4-BE49-F238E27FC236}">
                  <a16:creationId xmlns:a16="http://schemas.microsoft.com/office/drawing/2014/main" id="{6F818BEB-17EB-4CB9-B3C5-AE48487E111D}"/>
                </a:ext>
              </a:extLst>
            </p:cNvPr>
            <p:cNvSpPr/>
            <p:nvPr/>
          </p:nvSpPr>
          <p:spPr>
            <a:xfrm>
              <a:off x="4132118" y="1951413"/>
              <a:ext cx="913512" cy="913512"/>
            </a:xfrm>
            <a:prstGeom prst="flowChartDocumen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" name="îṣļidê">
              <a:extLst>
                <a:ext uri="{FF2B5EF4-FFF2-40B4-BE49-F238E27FC236}">
                  <a16:creationId xmlns:a16="http://schemas.microsoft.com/office/drawing/2014/main" id="{019C31D1-2CDB-4341-A3C3-53B18146AE84}"/>
                </a:ext>
              </a:extLst>
            </p:cNvPr>
            <p:cNvSpPr/>
            <p:nvPr/>
          </p:nvSpPr>
          <p:spPr>
            <a:xfrm>
              <a:off x="5153000" y="1951413"/>
              <a:ext cx="913512" cy="913512"/>
            </a:xfrm>
            <a:prstGeom prst="flowChartDocumen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" name="î$ľíḑè">
              <a:extLst>
                <a:ext uri="{FF2B5EF4-FFF2-40B4-BE49-F238E27FC236}">
                  <a16:creationId xmlns:a16="http://schemas.microsoft.com/office/drawing/2014/main" id="{0217AE0A-694C-4716-8D30-A3801D541061}"/>
                </a:ext>
              </a:extLst>
            </p:cNvPr>
            <p:cNvSpPr/>
            <p:nvPr/>
          </p:nvSpPr>
          <p:spPr>
            <a:xfrm flipH="1">
              <a:off x="6159758" y="1951413"/>
              <a:ext cx="913512" cy="913512"/>
            </a:xfrm>
            <a:prstGeom prst="flowChartDocumen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0" name="ïS1ïḑé">
              <a:extLst>
                <a:ext uri="{FF2B5EF4-FFF2-40B4-BE49-F238E27FC236}">
                  <a16:creationId xmlns:a16="http://schemas.microsoft.com/office/drawing/2014/main" id="{EA077C9E-A894-4272-93A7-26B702B2307E}"/>
                </a:ext>
              </a:extLst>
            </p:cNvPr>
            <p:cNvSpPr/>
            <p:nvPr/>
          </p:nvSpPr>
          <p:spPr>
            <a:xfrm flipH="1">
              <a:off x="7159432" y="1951413"/>
              <a:ext cx="913512" cy="913512"/>
            </a:xfrm>
            <a:prstGeom prst="flowChartDocumen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íSľîḑè">
              <a:extLst>
                <a:ext uri="{FF2B5EF4-FFF2-40B4-BE49-F238E27FC236}">
                  <a16:creationId xmlns:a16="http://schemas.microsoft.com/office/drawing/2014/main" id="{8B4D6FF8-F8B8-4964-832D-5FA48E3BD220}"/>
                </a:ext>
              </a:extLst>
            </p:cNvPr>
            <p:cNvSpPr/>
            <p:nvPr/>
          </p:nvSpPr>
          <p:spPr bwMode="auto">
            <a:xfrm>
              <a:off x="7444454" y="2246984"/>
              <a:ext cx="343468" cy="322370"/>
            </a:xfrm>
            <a:custGeom>
              <a:avLst/>
              <a:gdLst>
                <a:gd name="connsiteX0" fmla="*/ 171677 w 606580"/>
                <a:gd name="connsiteY0" fmla="*/ 318744 h 569322"/>
                <a:gd name="connsiteX1" fmla="*/ 228500 w 606580"/>
                <a:gd name="connsiteY1" fmla="*/ 375386 h 569322"/>
                <a:gd name="connsiteX2" fmla="*/ 227108 w 606580"/>
                <a:gd name="connsiteY2" fmla="*/ 387623 h 569322"/>
                <a:gd name="connsiteX3" fmla="*/ 356167 w 606580"/>
                <a:gd name="connsiteY3" fmla="*/ 468739 h 569322"/>
                <a:gd name="connsiteX4" fmla="*/ 391728 w 606580"/>
                <a:gd name="connsiteY4" fmla="*/ 455945 h 569322"/>
                <a:gd name="connsiteX5" fmla="*/ 419490 w 606580"/>
                <a:gd name="connsiteY5" fmla="*/ 463454 h 569322"/>
                <a:gd name="connsiteX6" fmla="*/ 497019 w 606580"/>
                <a:gd name="connsiteY6" fmla="*/ 395874 h 569322"/>
                <a:gd name="connsiteX7" fmla="*/ 493026 w 606580"/>
                <a:gd name="connsiteY7" fmla="*/ 375386 h 569322"/>
                <a:gd name="connsiteX8" fmla="*/ 549849 w 606580"/>
                <a:gd name="connsiteY8" fmla="*/ 318744 h 569322"/>
                <a:gd name="connsiteX9" fmla="*/ 606580 w 606580"/>
                <a:gd name="connsiteY9" fmla="*/ 375386 h 569322"/>
                <a:gd name="connsiteX10" fmla="*/ 549849 w 606580"/>
                <a:gd name="connsiteY10" fmla="*/ 432121 h 569322"/>
                <a:gd name="connsiteX11" fmla="*/ 521809 w 606580"/>
                <a:gd name="connsiteY11" fmla="*/ 424519 h 569322"/>
                <a:gd name="connsiteX12" fmla="*/ 444466 w 606580"/>
                <a:gd name="connsiteY12" fmla="*/ 491915 h 569322"/>
                <a:gd name="connsiteX13" fmla="*/ 448459 w 606580"/>
                <a:gd name="connsiteY13" fmla="*/ 512587 h 569322"/>
                <a:gd name="connsiteX14" fmla="*/ 391728 w 606580"/>
                <a:gd name="connsiteY14" fmla="*/ 569322 h 569322"/>
                <a:gd name="connsiteX15" fmla="*/ 334905 w 606580"/>
                <a:gd name="connsiteY15" fmla="*/ 512587 h 569322"/>
                <a:gd name="connsiteX16" fmla="*/ 336112 w 606580"/>
                <a:gd name="connsiteY16" fmla="*/ 500907 h 569322"/>
                <a:gd name="connsiteX17" fmla="*/ 206867 w 606580"/>
                <a:gd name="connsiteY17" fmla="*/ 419606 h 569322"/>
                <a:gd name="connsiteX18" fmla="*/ 171677 w 606580"/>
                <a:gd name="connsiteY18" fmla="*/ 432121 h 569322"/>
                <a:gd name="connsiteX19" fmla="*/ 152736 w 606580"/>
                <a:gd name="connsiteY19" fmla="*/ 428598 h 569322"/>
                <a:gd name="connsiteX20" fmla="*/ 105847 w 606580"/>
                <a:gd name="connsiteY20" fmla="*/ 484498 h 569322"/>
                <a:gd name="connsiteX21" fmla="*/ 113554 w 606580"/>
                <a:gd name="connsiteY21" fmla="*/ 512587 h 569322"/>
                <a:gd name="connsiteX22" fmla="*/ 56823 w 606580"/>
                <a:gd name="connsiteY22" fmla="*/ 569322 h 569322"/>
                <a:gd name="connsiteX23" fmla="*/ 0 w 606580"/>
                <a:gd name="connsiteY23" fmla="*/ 512587 h 569322"/>
                <a:gd name="connsiteX24" fmla="*/ 56823 w 606580"/>
                <a:gd name="connsiteY24" fmla="*/ 455945 h 569322"/>
                <a:gd name="connsiteX25" fmla="*/ 77157 w 606580"/>
                <a:gd name="connsiteY25" fmla="*/ 459839 h 569322"/>
                <a:gd name="connsiteX26" fmla="*/ 123303 w 606580"/>
                <a:gd name="connsiteY26" fmla="*/ 404773 h 569322"/>
                <a:gd name="connsiteX27" fmla="*/ 114854 w 606580"/>
                <a:gd name="connsiteY27" fmla="*/ 375386 h 569322"/>
                <a:gd name="connsiteX28" fmla="*/ 171677 w 606580"/>
                <a:gd name="connsiteY28" fmla="*/ 318744 h 569322"/>
                <a:gd name="connsiteX29" fmla="*/ 316484 w 606580"/>
                <a:gd name="connsiteY29" fmla="*/ 174937 h 569322"/>
                <a:gd name="connsiteX30" fmla="*/ 316577 w 606580"/>
                <a:gd name="connsiteY30" fmla="*/ 174991 h 569322"/>
                <a:gd name="connsiteX31" fmla="*/ 316577 w 606580"/>
                <a:gd name="connsiteY31" fmla="*/ 243818 h 569322"/>
                <a:gd name="connsiteX32" fmla="*/ 338115 w 606580"/>
                <a:gd name="connsiteY32" fmla="*/ 231488 h 569322"/>
                <a:gd name="connsiteX33" fmla="*/ 346378 w 606580"/>
                <a:gd name="connsiteY33" fmla="*/ 208497 h 569322"/>
                <a:gd name="connsiteX34" fmla="*/ 339415 w 606580"/>
                <a:gd name="connsiteY34" fmla="*/ 188102 h 569322"/>
                <a:gd name="connsiteX35" fmla="*/ 316577 w 606580"/>
                <a:gd name="connsiteY35" fmla="*/ 174991 h 569322"/>
                <a:gd name="connsiteX36" fmla="*/ 316577 w 606580"/>
                <a:gd name="connsiteY36" fmla="*/ 174937 h 569322"/>
                <a:gd name="connsiteX37" fmla="*/ 290954 w 606580"/>
                <a:gd name="connsiteY37" fmla="*/ 55995 h 569322"/>
                <a:gd name="connsiteX38" fmla="*/ 274243 w 606580"/>
                <a:gd name="connsiteY38" fmla="*/ 67954 h 569322"/>
                <a:gd name="connsiteX39" fmla="*/ 268116 w 606580"/>
                <a:gd name="connsiteY39" fmla="*/ 86681 h 569322"/>
                <a:gd name="connsiteX40" fmla="*/ 273779 w 606580"/>
                <a:gd name="connsiteY40" fmla="*/ 104109 h 569322"/>
                <a:gd name="connsiteX41" fmla="*/ 290954 w 606580"/>
                <a:gd name="connsiteY41" fmla="*/ 117088 h 569322"/>
                <a:gd name="connsiteX42" fmla="*/ 290861 w 606580"/>
                <a:gd name="connsiteY42" fmla="*/ 0 h 569322"/>
                <a:gd name="connsiteX43" fmla="*/ 316484 w 606580"/>
                <a:gd name="connsiteY43" fmla="*/ 0 h 569322"/>
                <a:gd name="connsiteX44" fmla="*/ 316484 w 606580"/>
                <a:gd name="connsiteY44" fmla="*/ 17522 h 569322"/>
                <a:gd name="connsiteX45" fmla="*/ 361232 w 606580"/>
                <a:gd name="connsiteY45" fmla="*/ 36619 h 569322"/>
                <a:gd name="connsiteX46" fmla="*/ 382492 w 606580"/>
                <a:gd name="connsiteY46" fmla="*/ 78893 h 569322"/>
                <a:gd name="connsiteX47" fmla="*/ 337744 w 606580"/>
                <a:gd name="connsiteY47" fmla="*/ 84734 h 569322"/>
                <a:gd name="connsiteX48" fmla="*/ 316484 w 606580"/>
                <a:gd name="connsiteY48" fmla="*/ 56458 h 569322"/>
                <a:gd name="connsiteX49" fmla="*/ 316484 w 606580"/>
                <a:gd name="connsiteY49" fmla="*/ 125525 h 569322"/>
                <a:gd name="connsiteX50" fmla="*/ 374322 w 606580"/>
                <a:gd name="connsiteY50" fmla="*/ 155283 h 569322"/>
                <a:gd name="connsiteX51" fmla="*/ 389733 w 606580"/>
                <a:gd name="connsiteY51" fmla="*/ 202193 h 569322"/>
                <a:gd name="connsiteX52" fmla="*/ 370330 w 606580"/>
                <a:gd name="connsiteY52" fmla="*/ 255963 h 569322"/>
                <a:gd name="connsiteX53" fmla="*/ 316484 w 606580"/>
                <a:gd name="connsiteY53" fmla="*/ 282755 h 569322"/>
                <a:gd name="connsiteX54" fmla="*/ 316484 w 606580"/>
                <a:gd name="connsiteY54" fmla="*/ 315851 h 569322"/>
                <a:gd name="connsiteX55" fmla="*/ 290861 w 606580"/>
                <a:gd name="connsiteY55" fmla="*/ 315851 h 569322"/>
                <a:gd name="connsiteX56" fmla="*/ 290861 w 606580"/>
                <a:gd name="connsiteY56" fmla="*/ 283682 h 569322"/>
                <a:gd name="connsiteX57" fmla="*/ 241193 w 606580"/>
                <a:gd name="connsiteY57" fmla="*/ 260876 h 569322"/>
                <a:gd name="connsiteX58" fmla="*/ 216777 w 606580"/>
                <a:gd name="connsiteY58" fmla="*/ 207106 h 569322"/>
                <a:gd name="connsiteX59" fmla="*/ 262917 w 606580"/>
                <a:gd name="connsiteY59" fmla="*/ 202100 h 569322"/>
                <a:gd name="connsiteX60" fmla="*/ 273593 w 606580"/>
                <a:gd name="connsiteY60" fmla="*/ 226482 h 569322"/>
                <a:gd name="connsiteX61" fmla="*/ 290861 w 606580"/>
                <a:gd name="connsiteY61" fmla="*/ 241315 h 569322"/>
                <a:gd name="connsiteX62" fmla="*/ 290861 w 606580"/>
                <a:gd name="connsiteY62" fmla="*/ 167335 h 569322"/>
                <a:gd name="connsiteX63" fmla="*/ 240079 w 606580"/>
                <a:gd name="connsiteY63" fmla="*/ 137484 h 569322"/>
                <a:gd name="connsiteX64" fmla="*/ 223833 w 606580"/>
                <a:gd name="connsiteY64" fmla="*/ 88813 h 569322"/>
                <a:gd name="connsiteX65" fmla="*/ 242214 w 606580"/>
                <a:gd name="connsiteY65" fmla="*/ 40142 h 569322"/>
                <a:gd name="connsiteX66" fmla="*/ 290861 w 606580"/>
                <a:gd name="connsiteY66" fmla="*/ 17522 h 56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606580" h="569322">
                  <a:moveTo>
                    <a:pt x="171677" y="318744"/>
                  </a:moveTo>
                  <a:cubicBezTo>
                    <a:pt x="203060" y="318744"/>
                    <a:pt x="228500" y="344145"/>
                    <a:pt x="228500" y="375386"/>
                  </a:cubicBezTo>
                  <a:cubicBezTo>
                    <a:pt x="228500" y="379650"/>
                    <a:pt x="227943" y="383729"/>
                    <a:pt x="227108" y="387623"/>
                  </a:cubicBezTo>
                  <a:lnTo>
                    <a:pt x="356167" y="468739"/>
                  </a:lnTo>
                  <a:cubicBezTo>
                    <a:pt x="365916" y="460859"/>
                    <a:pt x="378172" y="455945"/>
                    <a:pt x="391728" y="455945"/>
                  </a:cubicBezTo>
                  <a:cubicBezTo>
                    <a:pt x="401849" y="455945"/>
                    <a:pt x="411227" y="458819"/>
                    <a:pt x="419490" y="463454"/>
                  </a:cubicBezTo>
                  <a:lnTo>
                    <a:pt x="497019" y="395874"/>
                  </a:lnTo>
                  <a:cubicBezTo>
                    <a:pt x="494512" y="389570"/>
                    <a:pt x="493026" y="382617"/>
                    <a:pt x="493026" y="375386"/>
                  </a:cubicBezTo>
                  <a:cubicBezTo>
                    <a:pt x="493026" y="344052"/>
                    <a:pt x="518467" y="318744"/>
                    <a:pt x="549849" y="318744"/>
                  </a:cubicBezTo>
                  <a:cubicBezTo>
                    <a:pt x="581232" y="318744"/>
                    <a:pt x="606580" y="344052"/>
                    <a:pt x="606580" y="375386"/>
                  </a:cubicBezTo>
                  <a:cubicBezTo>
                    <a:pt x="606580" y="406720"/>
                    <a:pt x="581232" y="432121"/>
                    <a:pt x="549849" y="432121"/>
                  </a:cubicBezTo>
                  <a:cubicBezTo>
                    <a:pt x="539636" y="432121"/>
                    <a:pt x="530166" y="429154"/>
                    <a:pt x="521809" y="424519"/>
                  </a:cubicBezTo>
                  <a:lnTo>
                    <a:pt x="444466" y="491915"/>
                  </a:lnTo>
                  <a:cubicBezTo>
                    <a:pt x="446973" y="498311"/>
                    <a:pt x="448459" y="505264"/>
                    <a:pt x="448459" y="512587"/>
                  </a:cubicBezTo>
                  <a:cubicBezTo>
                    <a:pt x="448459" y="543921"/>
                    <a:pt x="423111" y="569322"/>
                    <a:pt x="391728" y="569322"/>
                  </a:cubicBezTo>
                  <a:cubicBezTo>
                    <a:pt x="360345" y="569322"/>
                    <a:pt x="334905" y="543921"/>
                    <a:pt x="334905" y="512587"/>
                  </a:cubicBezTo>
                  <a:cubicBezTo>
                    <a:pt x="334905" y="508601"/>
                    <a:pt x="335369" y="504708"/>
                    <a:pt x="336112" y="500907"/>
                  </a:cubicBezTo>
                  <a:lnTo>
                    <a:pt x="206867" y="419606"/>
                  </a:lnTo>
                  <a:cubicBezTo>
                    <a:pt x="197118" y="427300"/>
                    <a:pt x="185047" y="432121"/>
                    <a:pt x="171677" y="432121"/>
                  </a:cubicBezTo>
                  <a:cubicBezTo>
                    <a:pt x="164992" y="432121"/>
                    <a:pt x="158678" y="430730"/>
                    <a:pt x="152736" y="428598"/>
                  </a:cubicBezTo>
                  <a:lnTo>
                    <a:pt x="105847" y="484498"/>
                  </a:lnTo>
                  <a:cubicBezTo>
                    <a:pt x="110676" y="492842"/>
                    <a:pt x="113554" y="502390"/>
                    <a:pt x="113554" y="512587"/>
                  </a:cubicBezTo>
                  <a:cubicBezTo>
                    <a:pt x="113554" y="543921"/>
                    <a:pt x="88206" y="569322"/>
                    <a:pt x="56823" y="569322"/>
                  </a:cubicBezTo>
                  <a:cubicBezTo>
                    <a:pt x="25441" y="569322"/>
                    <a:pt x="0" y="543921"/>
                    <a:pt x="0" y="512587"/>
                  </a:cubicBezTo>
                  <a:cubicBezTo>
                    <a:pt x="0" y="481346"/>
                    <a:pt x="25441" y="455945"/>
                    <a:pt x="56823" y="455945"/>
                  </a:cubicBezTo>
                  <a:cubicBezTo>
                    <a:pt x="63973" y="455945"/>
                    <a:pt x="70843" y="457429"/>
                    <a:pt x="77157" y="459839"/>
                  </a:cubicBezTo>
                  <a:lnTo>
                    <a:pt x="123303" y="404773"/>
                  </a:lnTo>
                  <a:cubicBezTo>
                    <a:pt x="118103" y="396152"/>
                    <a:pt x="114854" y="386232"/>
                    <a:pt x="114854" y="375386"/>
                  </a:cubicBezTo>
                  <a:cubicBezTo>
                    <a:pt x="114854" y="344145"/>
                    <a:pt x="140294" y="318744"/>
                    <a:pt x="171677" y="318744"/>
                  </a:cubicBezTo>
                  <a:close/>
                  <a:moveTo>
                    <a:pt x="316484" y="174937"/>
                  </a:moveTo>
                  <a:lnTo>
                    <a:pt x="316577" y="174991"/>
                  </a:lnTo>
                  <a:lnTo>
                    <a:pt x="316577" y="243818"/>
                  </a:lnTo>
                  <a:cubicBezTo>
                    <a:pt x="325397" y="242149"/>
                    <a:pt x="332545" y="238070"/>
                    <a:pt x="338115" y="231488"/>
                  </a:cubicBezTo>
                  <a:cubicBezTo>
                    <a:pt x="343593" y="224999"/>
                    <a:pt x="346378" y="217304"/>
                    <a:pt x="346378" y="208497"/>
                  </a:cubicBezTo>
                  <a:cubicBezTo>
                    <a:pt x="346378" y="200617"/>
                    <a:pt x="344057" y="193757"/>
                    <a:pt x="339415" y="188102"/>
                  </a:cubicBezTo>
                  <a:lnTo>
                    <a:pt x="316577" y="174991"/>
                  </a:lnTo>
                  <a:lnTo>
                    <a:pt x="316577" y="174937"/>
                  </a:lnTo>
                  <a:close/>
                  <a:moveTo>
                    <a:pt x="290954" y="55995"/>
                  </a:moveTo>
                  <a:cubicBezTo>
                    <a:pt x="283991" y="58312"/>
                    <a:pt x="278421" y="62299"/>
                    <a:pt x="274243" y="67954"/>
                  </a:cubicBezTo>
                  <a:cubicBezTo>
                    <a:pt x="270158" y="73609"/>
                    <a:pt x="268116" y="79913"/>
                    <a:pt x="268116" y="86681"/>
                  </a:cubicBezTo>
                  <a:cubicBezTo>
                    <a:pt x="268116" y="92892"/>
                    <a:pt x="269973" y="98732"/>
                    <a:pt x="273779" y="104109"/>
                  </a:cubicBezTo>
                  <a:cubicBezTo>
                    <a:pt x="277493" y="109394"/>
                    <a:pt x="283249" y="113751"/>
                    <a:pt x="290954" y="117088"/>
                  </a:cubicBezTo>
                  <a:close/>
                  <a:moveTo>
                    <a:pt x="290861" y="0"/>
                  </a:moveTo>
                  <a:lnTo>
                    <a:pt x="316484" y="0"/>
                  </a:lnTo>
                  <a:lnTo>
                    <a:pt x="316484" y="17522"/>
                  </a:lnTo>
                  <a:cubicBezTo>
                    <a:pt x="335237" y="19747"/>
                    <a:pt x="350184" y="26143"/>
                    <a:pt x="361232" y="36619"/>
                  </a:cubicBezTo>
                  <a:cubicBezTo>
                    <a:pt x="372280" y="47188"/>
                    <a:pt x="379428" y="61279"/>
                    <a:pt x="382492" y="78893"/>
                  </a:cubicBezTo>
                  <a:lnTo>
                    <a:pt x="337744" y="84734"/>
                  </a:lnTo>
                  <a:cubicBezTo>
                    <a:pt x="335052" y="70828"/>
                    <a:pt x="327903" y="61464"/>
                    <a:pt x="316484" y="56458"/>
                  </a:cubicBezTo>
                  <a:lnTo>
                    <a:pt x="316484" y="125525"/>
                  </a:lnTo>
                  <a:cubicBezTo>
                    <a:pt x="344800" y="133219"/>
                    <a:pt x="364110" y="143139"/>
                    <a:pt x="374322" y="155283"/>
                  </a:cubicBezTo>
                  <a:cubicBezTo>
                    <a:pt x="384534" y="167428"/>
                    <a:pt x="389733" y="183095"/>
                    <a:pt x="389733" y="202193"/>
                  </a:cubicBezTo>
                  <a:cubicBezTo>
                    <a:pt x="389733" y="223423"/>
                    <a:pt x="383234" y="241408"/>
                    <a:pt x="370330" y="255963"/>
                  </a:cubicBezTo>
                  <a:cubicBezTo>
                    <a:pt x="357426" y="270610"/>
                    <a:pt x="339508" y="279510"/>
                    <a:pt x="316484" y="282755"/>
                  </a:cubicBezTo>
                  <a:lnTo>
                    <a:pt x="316484" y="315851"/>
                  </a:lnTo>
                  <a:lnTo>
                    <a:pt x="290861" y="315851"/>
                  </a:lnTo>
                  <a:lnTo>
                    <a:pt x="290861" y="283682"/>
                  </a:lnTo>
                  <a:cubicBezTo>
                    <a:pt x="270530" y="281179"/>
                    <a:pt x="253912" y="273577"/>
                    <a:pt x="241193" y="260876"/>
                  </a:cubicBezTo>
                  <a:cubicBezTo>
                    <a:pt x="228475" y="248175"/>
                    <a:pt x="220398" y="230283"/>
                    <a:pt x="216777" y="207106"/>
                  </a:cubicBezTo>
                  <a:lnTo>
                    <a:pt x="262917" y="202100"/>
                  </a:lnTo>
                  <a:cubicBezTo>
                    <a:pt x="264867" y="211556"/>
                    <a:pt x="268395" y="219714"/>
                    <a:pt x="273593" y="226482"/>
                  </a:cubicBezTo>
                  <a:cubicBezTo>
                    <a:pt x="278792" y="233342"/>
                    <a:pt x="284548" y="238256"/>
                    <a:pt x="290861" y="241315"/>
                  </a:cubicBezTo>
                  <a:lnTo>
                    <a:pt x="290861" y="167335"/>
                  </a:lnTo>
                  <a:cubicBezTo>
                    <a:pt x="267745" y="160753"/>
                    <a:pt x="250848" y="150834"/>
                    <a:pt x="240079" y="137484"/>
                  </a:cubicBezTo>
                  <a:cubicBezTo>
                    <a:pt x="229310" y="124041"/>
                    <a:pt x="223833" y="107910"/>
                    <a:pt x="223833" y="88813"/>
                  </a:cubicBezTo>
                  <a:cubicBezTo>
                    <a:pt x="223833" y="69530"/>
                    <a:pt x="229960" y="53306"/>
                    <a:pt x="242214" y="40142"/>
                  </a:cubicBezTo>
                  <a:cubicBezTo>
                    <a:pt x="254376" y="27070"/>
                    <a:pt x="270623" y="19468"/>
                    <a:pt x="290861" y="1752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" name="ïṣ1íḑé">
              <a:extLst>
                <a:ext uri="{FF2B5EF4-FFF2-40B4-BE49-F238E27FC236}">
                  <a16:creationId xmlns:a16="http://schemas.microsoft.com/office/drawing/2014/main" id="{2001E6AF-0705-4AF0-A593-2AD2F890D124}"/>
                </a:ext>
              </a:extLst>
            </p:cNvPr>
            <p:cNvSpPr/>
            <p:nvPr/>
          </p:nvSpPr>
          <p:spPr bwMode="auto">
            <a:xfrm>
              <a:off x="4417140" y="2246984"/>
              <a:ext cx="343468" cy="322370"/>
            </a:xfrm>
            <a:custGeom>
              <a:avLst/>
              <a:gdLst>
                <a:gd name="connsiteX0" fmla="*/ 171677 w 606580"/>
                <a:gd name="connsiteY0" fmla="*/ 318744 h 569322"/>
                <a:gd name="connsiteX1" fmla="*/ 228500 w 606580"/>
                <a:gd name="connsiteY1" fmla="*/ 375386 h 569322"/>
                <a:gd name="connsiteX2" fmla="*/ 227108 w 606580"/>
                <a:gd name="connsiteY2" fmla="*/ 387623 h 569322"/>
                <a:gd name="connsiteX3" fmla="*/ 356167 w 606580"/>
                <a:gd name="connsiteY3" fmla="*/ 468739 h 569322"/>
                <a:gd name="connsiteX4" fmla="*/ 391728 w 606580"/>
                <a:gd name="connsiteY4" fmla="*/ 455945 h 569322"/>
                <a:gd name="connsiteX5" fmla="*/ 419490 w 606580"/>
                <a:gd name="connsiteY5" fmla="*/ 463454 h 569322"/>
                <a:gd name="connsiteX6" fmla="*/ 497019 w 606580"/>
                <a:gd name="connsiteY6" fmla="*/ 395874 h 569322"/>
                <a:gd name="connsiteX7" fmla="*/ 493026 w 606580"/>
                <a:gd name="connsiteY7" fmla="*/ 375386 h 569322"/>
                <a:gd name="connsiteX8" fmla="*/ 549849 w 606580"/>
                <a:gd name="connsiteY8" fmla="*/ 318744 h 569322"/>
                <a:gd name="connsiteX9" fmla="*/ 606580 w 606580"/>
                <a:gd name="connsiteY9" fmla="*/ 375386 h 569322"/>
                <a:gd name="connsiteX10" fmla="*/ 549849 w 606580"/>
                <a:gd name="connsiteY10" fmla="*/ 432121 h 569322"/>
                <a:gd name="connsiteX11" fmla="*/ 521809 w 606580"/>
                <a:gd name="connsiteY11" fmla="*/ 424519 h 569322"/>
                <a:gd name="connsiteX12" fmla="*/ 444466 w 606580"/>
                <a:gd name="connsiteY12" fmla="*/ 491915 h 569322"/>
                <a:gd name="connsiteX13" fmla="*/ 448459 w 606580"/>
                <a:gd name="connsiteY13" fmla="*/ 512587 h 569322"/>
                <a:gd name="connsiteX14" fmla="*/ 391728 w 606580"/>
                <a:gd name="connsiteY14" fmla="*/ 569322 h 569322"/>
                <a:gd name="connsiteX15" fmla="*/ 334905 w 606580"/>
                <a:gd name="connsiteY15" fmla="*/ 512587 h 569322"/>
                <a:gd name="connsiteX16" fmla="*/ 336112 w 606580"/>
                <a:gd name="connsiteY16" fmla="*/ 500907 h 569322"/>
                <a:gd name="connsiteX17" fmla="*/ 206867 w 606580"/>
                <a:gd name="connsiteY17" fmla="*/ 419606 h 569322"/>
                <a:gd name="connsiteX18" fmla="*/ 171677 w 606580"/>
                <a:gd name="connsiteY18" fmla="*/ 432121 h 569322"/>
                <a:gd name="connsiteX19" fmla="*/ 152736 w 606580"/>
                <a:gd name="connsiteY19" fmla="*/ 428598 h 569322"/>
                <a:gd name="connsiteX20" fmla="*/ 105847 w 606580"/>
                <a:gd name="connsiteY20" fmla="*/ 484498 h 569322"/>
                <a:gd name="connsiteX21" fmla="*/ 113554 w 606580"/>
                <a:gd name="connsiteY21" fmla="*/ 512587 h 569322"/>
                <a:gd name="connsiteX22" fmla="*/ 56823 w 606580"/>
                <a:gd name="connsiteY22" fmla="*/ 569322 h 569322"/>
                <a:gd name="connsiteX23" fmla="*/ 0 w 606580"/>
                <a:gd name="connsiteY23" fmla="*/ 512587 h 569322"/>
                <a:gd name="connsiteX24" fmla="*/ 56823 w 606580"/>
                <a:gd name="connsiteY24" fmla="*/ 455945 h 569322"/>
                <a:gd name="connsiteX25" fmla="*/ 77157 w 606580"/>
                <a:gd name="connsiteY25" fmla="*/ 459839 h 569322"/>
                <a:gd name="connsiteX26" fmla="*/ 123303 w 606580"/>
                <a:gd name="connsiteY26" fmla="*/ 404773 h 569322"/>
                <a:gd name="connsiteX27" fmla="*/ 114854 w 606580"/>
                <a:gd name="connsiteY27" fmla="*/ 375386 h 569322"/>
                <a:gd name="connsiteX28" fmla="*/ 171677 w 606580"/>
                <a:gd name="connsiteY28" fmla="*/ 318744 h 569322"/>
                <a:gd name="connsiteX29" fmla="*/ 316484 w 606580"/>
                <a:gd name="connsiteY29" fmla="*/ 174937 h 569322"/>
                <a:gd name="connsiteX30" fmla="*/ 316577 w 606580"/>
                <a:gd name="connsiteY30" fmla="*/ 174991 h 569322"/>
                <a:gd name="connsiteX31" fmla="*/ 316577 w 606580"/>
                <a:gd name="connsiteY31" fmla="*/ 243818 h 569322"/>
                <a:gd name="connsiteX32" fmla="*/ 338115 w 606580"/>
                <a:gd name="connsiteY32" fmla="*/ 231488 h 569322"/>
                <a:gd name="connsiteX33" fmla="*/ 346378 w 606580"/>
                <a:gd name="connsiteY33" fmla="*/ 208497 h 569322"/>
                <a:gd name="connsiteX34" fmla="*/ 339415 w 606580"/>
                <a:gd name="connsiteY34" fmla="*/ 188102 h 569322"/>
                <a:gd name="connsiteX35" fmla="*/ 316577 w 606580"/>
                <a:gd name="connsiteY35" fmla="*/ 174991 h 569322"/>
                <a:gd name="connsiteX36" fmla="*/ 316577 w 606580"/>
                <a:gd name="connsiteY36" fmla="*/ 174937 h 569322"/>
                <a:gd name="connsiteX37" fmla="*/ 290954 w 606580"/>
                <a:gd name="connsiteY37" fmla="*/ 55995 h 569322"/>
                <a:gd name="connsiteX38" fmla="*/ 274243 w 606580"/>
                <a:gd name="connsiteY38" fmla="*/ 67954 h 569322"/>
                <a:gd name="connsiteX39" fmla="*/ 268116 w 606580"/>
                <a:gd name="connsiteY39" fmla="*/ 86681 h 569322"/>
                <a:gd name="connsiteX40" fmla="*/ 273779 w 606580"/>
                <a:gd name="connsiteY40" fmla="*/ 104109 h 569322"/>
                <a:gd name="connsiteX41" fmla="*/ 290954 w 606580"/>
                <a:gd name="connsiteY41" fmla="*/ 117088 h 569322"/>
                <a:gd name="connsiteX42" fmla="*/ 290861 w 606580"/>
                <a:gd name="connsiteY42" fmla="*/ 0 h 569322"/>
                <a:gd name="connsiteX43" fmla="*/ 316484 w 606580"/>
                <a:gd name="connsiteY43" fmla="*/ 0 h 569322"/>
                <a:gd name="connsiteX44" fmla="*/ 316484 w 606580"/>
                <a:gd name="connsiteY44" fmla="*/ 17522 h 569322"/>
                <a:gd name="connsiteX45" fmla="*/ 361232 w 606580"/>
                <a:gd name="connsiteY45" fmla="*/ 36619 h 569322"/>
                <a:gd name="connsiteX46" fmla="*/ 382492 w 606580"/>
                <a:gd name="connsiteY46" fmla="*/ 78893 h 569322"/>
                <a:gd name="connsiteX47" fmla="*/ 337744 w 606580"/>
                <a:gd name="connsiteY47" fmla="*/ 84734 h 569322"/>
                <a:gd name="connsiteX48" fmla="*/ 316484 w 606580"/>
                <a:gd name="connsiteY48" fmla="*/ 56458 h 569322"/>
                <a:gd name="connsiteX49" fmla="*/ 316484 w 606580"/>
                <a:gd name="connsiteY49" fmla="*/ 125525 h 569322"/>
                <a:gd name="connsiteX50" fmla="*/ 374322 w 606580"/>
                <a:gd name="connsiteY50" fmla="*/ 155283 h 569322"/>
                <a:gd name="connsiteX51" fmla="*/ 389733 w 606580"/>
                <a:gd name="connsiteY51" fmla="*/ 202193 h 569322"/>
                <a:gd name="connsiteX52" fmla="*/ 370330 w 606580"/>
                <a:gd name="connsiteY52" fmla="*/ 255963 h 569322"/>
                <a:gd name="connsiteX53" fmla="*/ 316484 w 606580"/>
                <a:gd name="connsiteY53" fmla="*/ 282755 h 569322"/>
                <a:gd name="connsiteX54" fmla="*/ 316484 w 606580"/>
                <a:gd name="connsiteY54" fmla="*/ 315851 h 569322"/>
                <a:gd name="connsiteX55" fmla="*/ 290861 w 606580"/>
                <a:gd name="connsiteY55" fmla="*/ 315851 h 569322"/>
                <a:gd name="connsiteX56" fmla="*/ 290861 w 606580"/>
                <a:gd name="connsiteY56" fmla="*/ 283682 h 569322"/>
                <a:gd name="connsiteX57" fmla="*/ 241193 w 606580"/>
                <a:gd name="connsiteY57" fmla="*/ 260876 h 569322"/>
                <a:gd name="connsiteX58" fmla="*/ 216777 w 606580"/>
                <a:gd name="connsiteY58" fmla="*/ 207106 h 569322"/>
                <a:gd name="connsiteX59" fmla="*/ 262917 w 606580"/>
                <a:gd name="connsiteY59" fmla="*/ 202100 h 569322"/>
                <a:gd name="connsiteX60" fmla="*/ 273593 w 606580"/>
                <a:gd name="connsiteY60" fmla="*/ 226482 h 569322"/>
                <a:gd name="connsiteX61" fmla="*/ 290861 w 606580"/>
                <a:gd name="connsiteY61" fmla="*/ 241315 h 569322"/>
                <a:gd name="connsiteX62" fmla="*/ 290861 w 606580"/>
                <a:gd name="connsiteY62" fmla="*/ 167335 h 569322"/>
                <a:gd name="connsiteX63" fmla="*/ 240079 w 606580"/>
                <a:gd name="connsiteY63" fmla="*/ 137484 h 569322"/>
                <a:gd name="connsiteX64" fmla="*/ 223833 w 606580"/>
                <a:gd name="connsiteY64" fmla="*/ 88813 h 569322"/>
                <a:gd name="connsiteX65" fmla="*/ 242214 w 606580"/>
                <a:gd name="connsiteY65" fmla="*/ 40142 h 569322"/>
                <a:gd name="connsiteX66" fmla="*/ 290861 w 606580"/>
                <a:gd name="connsiteY66" fmla="*/ 17522 h 56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606580" h="569322">
                  <a:moveTo>
                    <a:pt x="171677" y="318744"/>
                  </a:moveTo>
                  <a:cubicBezTo>
                    <a:pt x="203060" y="318744"/>
                    <a:pt x="228500" y="344145"/>
                    <a:pt x="228500" y="375386"/>
                  </a:cubicBezTo>
                  <a:cubicBezTo>
                    <a:pt x="228500" y="379650"/>
                    <a:pt x="227943" y="383729"/>
                    <a:pt x="227108" y="387623"/>
                  </a:cubicBezTo>
                  <a:lnTo>
                    <a:pt x="356167" y="468739"/>
                  </a:lnTo>
                  <a:cubicBezTo>
                    <a:pt x="365916" y="460859"/>
                    <a:pt x="378172" y="455945"/>
                    <a:pt x="391728" y="455945"/>
                  </a:cubicBezTo>
                  <a:cubicBezTo>
                    <a:pt x="401849" y="455945"/>
                    <a:pt x="411227" y="458819"/>
                    <a:pt x="419490" y="463454"/>
                  </a:cubicBezTo>
                  <a:lnTo>
                    <a:pt x="497019" y="395874"/>
                  </a:lnTo>
                  <a:cubicBezTo>
                    <a:pt x="494512" y="389570"/>
                    <a:pt x="493026" y="382617"/>
                    <a:pt x="493026" y="375386"/>
                  </a:cubicBezTo>
                  <a:cubicBezTo>
                    <a:pt x="493026" y="344052"/>
                    <a:pt x="518467" y="318744"/>
                    <a:pt x="549849" y="318744"/>
                  </a:cubicBezTo>
                  <a:cubicBezTo>
                    <a:pt x="581232" y="318744"/>
                    <a:pt x="606580" y="344052"/>
                    <a:pt x="606580" y="375386"/>
                  </a:cubicBezTo>
                  <a:cubicBezTo>
                    <a:pt x="606580" y="406720"/>
                    <a:pt x="581232" y="432121"/>
                    <a:pt x="549849" y="432121"/>
                  </a:cubicBezTo>
                  <a:cubicBezTo>
                    <a:pt x="539636" y="432121"/>
                    <a:pt x="530166" y="429154"/>
                    <a:pt x="521809" y="424519"/>
                  </a:cubicBezTo>
                  <a:lnTo>
                    <a:pt x="444466" y="491915"/>
                  </a:lnTo>
                  <a:cubicBezTo>
                    <a:pt x="446973" y="498311"/>
                    <a:pt x="448459" y="505264"/>
                    <a:pt x="448459" y="512587"/>
                  </a:cubicBezTo>
                  <a:cubicBezTo>
                    <a:pt x="448459" y="543921"/>
                    <a:pt x="423111" y="569322"/>
                    <a:pt x="391728" y="569322"/>
                  </a:cubicBezTo>
                  <a:cubicBezTo>
                    <a:pt x="360345" y="569322"/>
                    <a:pt x="334905" y="543921"/>
                    <a:pt x="334905" y="512587"/>
                  </a:cubicBezTo>
                  <a:cubicBezTo>
                    <a:pt x="334905" y="508601"/>
                    <a:pt x="335369" y="504708"/>
                    <a:pt x="336112" y="500907"/>
                  </a:cubicBezTo>
                  <a:lnTo>
                    <a:pt x="206867" y="419606"/>
                  </a:lnTo>
                  <a:cubicBezTo>
                    <a:pt x="197118" y="427300"/>
                    <a:pt x="185047" y="432121"/>
                    <a:pt x="171677" y="432121"/>
                  </a:cubicBezTo>
                  <a:cubicBezTo>
                    <a:pt x="164992" y="432121"/>
                    <a:pt x="158678" y="430730"/>
                    <a:pt x="152736" y="428598"/>
                  </a:cubicBezTo>
                  <a:lnTo>
                    <a:pt x="105847" y="484498"/>
                  </a:lnTo>
                  <a:cubicBezTo>
                    <a:pt x="110676" y="492842"/>
                    <a:pt x="113554" y="502390"/>
                    <a:pt x="113554" y="512587"/>
                  </a:cubicBezTo>
                  <a:cubicBezTo>
                    <a:pt x="113554" y="543921"/>
                    <a:pt x="88206" y="569322"/>
                    <a:pt x="56823" y="569322"/>
                  </a:cubicBezTo>
                  <a:cubicBezTo>
                    <a:pt x="25441" y="569322"/>
                    <a:pt x="0" y="543921"/>
                    <a:pt x="0" y="512587"/>
                  </a:cubicBezTo>
                  <a:cubicBezTo>
                    <a:pt x="0" y="481346"/>
                    <a:pt x="25441" y="455945"/>
                    <a:pt x="56823" y="455945"/>
                  </a:cubicBezTo>
                  <a:cubicBezTo>
                    <a:pt x="63973" y="455945"/>
                    <a:pt x="70843" y="457429"/>
                    <a:pt x="77157" y="459839"/>
                  </a:cubicBezTo>
                  <a:lnTo>
                    <a:pt x="123303" y="404773"/>
                  </a:lnTo>
                  <a:cubicBezTo>
                    <a:pt x="118103" y="396152"/>
                    <a:pt x="114854" y="386232"/>
                    <a:pt x="114854" y="375386"/>
                  </a:cubicBezTo>
                  <a:cubicBezTo>
                    <a:pt x="114854" y="344145"/>
                    <a:pt x="140294" y="318744"/>
                    <a:pt x="171677" y="318744"/>
                  </a:cubicBezTo>
                  <a:close/>
                  <a:moveTo>
                    <a:pt x="316484" y="174937"/>
                  </a:moveTo>
                  <a:lnTo>
                    <a:pt x="316577" y="174991"/>
                  </a:lnTo>
                  <a:lnTo>
                    <a:pt x="316577" y="243818"/>
                  </a:lnTo>
                  <a:cubicBezTo>
                    <a:pt x="325397" y="242149"/>
                    <a:pt x="332545" y="238070"/>
                    <a:pt x="338115" y="231488"/>
                  </a:cubicBezTo>
                  <a:cubicBezTo>
                    <a:pt x="343593" y="224999"/>
                    <a:pt x="346378" y="217304"/>
                    <a:pt x="346378" y="208497"/>
                  </a:cubicBezTo>
                  <a:cubicBezTo>
                    <a:pt x="346378" y="200617"/>
                    <a:pt x="344057" y="193757"/>
                    <a:pt x="339415" y="188102"/>
                  </a:cubicBezTo>
                  <a:lnTo>
                    <a:pt x="316577" y="174991"/>
                  </a:lnTo>
                  <a:lnTo>
                    <a:pt x="316577" y="174937"/>
                  </a:lnTo>
                  <a:close/>
                  <a:moveTo>
                    <a:pt x="290954" y="55995"/>
                  </a:moveTo>
                  <a:cubicBezTo>
                    <a:pt x="283991" y="58312"/>
                    <a:pt x="278421" y="62299"/>
                    <a:pt x="274243" y="67954"/>
                  </a:cubicBezTo>
                  <a:cubicBezTo>
                    <a:pt x="270158" y="73609"/>
                    <a:pt x="268116" y="79913"/>
                    <a:pt x="268116" y="86681"/>
                  </a:cubicBezTo>
                  <a:cubicBezTo>
                    <a:pt x="268116" y="92892"/>
                    <a:pt x="269973" y="98732"/>
                    <a:pt x="273779" y="104109"/>
                  </a:cubicBezTo>
                  <a:cubicBezTo>
                    <a:pt x="277493" y="109394"/>
                    <a:pt x="283249" y="113751"/>
                    <a:pt x="290954" y="117088"/>
                  </a:cubicBezTo>
                  <a:close/>
                  <a:moveTo>
                    <a:pt x="290861" y="0"/>
                  </a:moveTo>
                  <a:lnTo>
                    <a:pt x="316484" y="0"/>
                  </a:lnTo>
                  <a:lnTo>
                    <a:pt x="316484" y="17522"/>
                  </a:lnTo>
                  <a:cubicBezTo>
                    <a:pt x="335237" y="19747"/>
                    <a:pt x="350184" y="26143"/>
                    <a:pt x="361232" y="36619"/>
                  </a:cubicBezTo>
                  <a:cubicBezTo>
                    <a:pt x="372280" y="47188"/>
                    <a:pt x="379428" y="61279"/>
                    <a:pt x="382492" y="78893"/>
                  </a:cubicBezTo>
                  <a:lnTo>
                    <a:pt x="337744" y="84734"/>
                  </a:lnTo>
                  <a:cubicBezTo>
                    <a:pt x="335052" y="70828"/>
                    <a:pt x="327903" y="61464"/>
                    <a:pt x="316484" y="56458"/>
                  </a:cubicBezTo>
                  <a:lnTo>
                    <a:pt x="316484" y="125525"/>
                  </a:lnTo>
                  <a:cubicBezTo>
                    <a:pt x="344800" y="133219"/>
                    <a:pt x="364110" y="143139"/>
                    <a:pt x="374322" y="155283"/>
                  </a:cubicBezTo>
                  <a:cubicBezTo>
                    <a:pt x="384534" y="167428"/>
                    <a:pt x="389733" y="183095"/>
                    <a:pt x="389733" y="202193"/>
                  </a:cubicBezTo>
                  <a:cubicBezTo>
                    <a:pt x="389733" y="223423"/>
                    <a:pt x="383234" y="241408"/>
                    <a:pt x="370330" y="255963"/>
                  </a:cubicBezTo>
                  <a:cubicBezTo>
                    <a:pt x="357426" y="270610"/>
                    <a:pt x="339508" y="279510"/>
                    <a:pt x="316484" y="282755"/>
                  </a:cubicBezTo>
                  <a:lnTo>
                    <a:pt x="316484" y="315851"/>
                  </a:lnTo>
                  <a:lnTo>
                    <a:pt x="290861" y="315851"/>
                  </a:lnTo>
                  <a:lnTo>
                    <a:pt x="290861" y="283682"/>
                  </a:lnTo>
                  <a:cubicBezTo>
                    <a:pt x="270530" y="281179"/>
                    <a:pt x="253912" y="273577"/>
                    <a:pt x="241193" y="260876"/>
                  </a:cubicBezTo>
                  <a:cubicBezTo>
                    <a:pt x="228475" y="248175"/>
                    <a:pt x="220398" y="230283"/>
                    <a:pt x="216777" y="207106"/>
                  </a:cubicBezTo>
                  <a:lnTo>
                    <a:pt x="262917" y="202100"/>
                  </a:lnTo>
                  <a:cubicBezTo>
                    <a:pt x="264867" y="211556"/>
                    <a:pt x="268395" y="219714"/>
                    <a:pt x="273593" y="226482"/>
                  </a:cubicBezTo>
                  <a:cubicBezTo>
                    <a:pt x="278792" y="233342"/>
                    <a:pt x="284548" y="238256"/>
                    <a:pt x="290861" y="241315"/>
                  </a:cubicBezTo>
                  <a:lnTo>
                    <a:pt x="290861" y="167335"/>
                  </a:lnTo>
                  <a:cubicBezTo>
                    <a:pt x="267745" y="160753"/>
                    <a:pt x="250848" y="150834"/>
                    <a:pt x="240079" y="137484"/>
                  </a:cubicBezTo>
                  <a:cubicBezTo>
                    <a:pt x="229310" y="124041"/>
                    <a:pt x="223833" y="107910"/>
                    <a:pt x="223833" y="88813"/>
                  </a:cubicBezTo>
                  <a:cubicBezTo>
                    <a:pt x="223833" y="69530"/>
                    <a:pt x="229960" y="53306"/>
                    <a:pt x="242214" y="40142"/>
                  </a:cubicBezTo>
                  <a:cubicBezTo>
                    <a:pt x="254376" y="27070"/>
                    <a:pt x="270623" y="19468"/>
                    <a:pt x="290861" y="1752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3" name="ïSḻíḋè">
              <a:extLst>
                <a:ext uri="{FF2B5EF4-FFF2-40B4-BE49-F238E27FC236}">
                  <a16:creationId xmlns:a16="http://schemas.microsoft.com/office/drawing/2014/main" id="{FE48C97A-8ECC-4258-AB24-1158577F9D42}"/>
                </a:ext>
              </a:extLst>
            </p:cNvPr>
            <p:cNvSpPr/>
            <p:nvPr/>
          </p:nvSpPr>
          <p:spPr bwMode="auto">
            <a:xfrm>
              <a:off x="6435350" y="2246984"/>
              <a:ext cx="343468" cy="322370"/>
            </a:xfrm>
            <a:custGeom>
              <a:avLst/>
              <a:gdLst>
                <a:gd name="connsiteX0" fmla="*/ 171677 w 606580"/>
                <a:gd name="connsiteY0" fmla="*/ 318744 h 569322"/>
                <a:gd name="connsiteX1" fmla="*/ 228500 w 606580"/>
                <a:gd name="connsiteY1" fmla="*/ 375386 h 569322"/>
                <a:gd name="connsiteX2" fmla="*/ 227108 w 606580"/>
                <a:gd name="connsiteY2" fmla="*/ 387623 h 569322"/>
                <a:gd name="connsiteX3" fmla="*/ 356167 w 606580"/>
                <a:gd name="connsiteY3" fmla="*/ 468739 h 569322"/>
                <a:gd name="connsiteX4" fmla="*/ 391728 w 606580"/>
                <a:gd name="connsiteY4" fmla="*/ 455945 h 569322"/>
                <a:gd name="connsiteX5" fmla="*/ 419490 w 606580"/>
                <a:gd name="connsiteY5" fmla="*/ 463454 h 569322"/>
                <a:gd name="connsiteX6" fmla="*/ 497019 w 606580"/>
                <a:gd name="connsiteY6" fmla="*/ 395874 h 569322"/>
                <a:gd name="connsiteX7" fmla="*/ 493026 w 606580"/>
                <a:gd name="connsiteY7" fmla="*/ 375386 h 569322"/>
                <a:gd name="connsiteX8" fmla="*/ 549849 w 606580"/>
                <a:gd name="connsiteY8" fmla="*/ 318744 h 569322"/>
                <a:gd name="connsiteX9" fmla="*/ 606580 w 606580"/>
                <a:gd name="connsiteY9" fmla="*/ 375386 h 569322"/>
                <a:gd name="connsiteX10" fmla="*/ 549849 w 606580"/>
                <a:gd name="connsiteY10" fmla="*/ 432121 h 569322"/>
                <a:gd name="connsiteX11" fmla="*/ 521809 w 606580"/>
                <a:gd name="connsiteY11" fmla="*/ 424519 h 569322"/>
                <a:gd name="connsiteX12" fmla="*/ 444466 w 606580"/>
                <a:gd name="connsiteY12" fmla="*/ 491915 h 569322"/>
                <a:gd name="connsiteX13" fmla="*/ 448459 w 606580"/>
                <a:gd name="connsiteY13" fmla="*/ 512587 h 569322"/>
                <a:gd name="connsiteX14" fmla="*/ 391728 w 606580"/>
                <a:gd name="connsiteY14" fmla="*/ 569322 h 569322"/>
                <a:gd name="connsiteX15" fmla="*/ 334905 w 606580"/>
                <a:gd name="connsiteY15" fmla="*/ 512587 h 569322"/>
                <a:gd name="connsiteX16" fmla="*/ 336112 w 606580"/>
                <a:gd name="connsiteY16" fmla="*/ 500907 h 569322"/>
                <a:gd name="connsiteX17" fmla="*/ 206867 w 606580"/>
                <a:gd name="connsiteY17" fmla="*/ 419606 h 569322"/>
                <a:gd name="connsiteX18" fmla="*/ 171677 w 606580"/>
                <a:gd name="connsiteY18" fmla="*/ 432121 h 569322"/>
                <a:gd name="connsiteX19" fmla="*/ 152736 w 606580"/>
                <a:gd name="connsiteY19" fmla="*/ 428598 h 569322"/>
                <a:gd name="connsiteX20" fmla="*/ 105847 w 606580"/>
                <a:gd name="connsiteY20" fmla="*/ 484498 h 569322"/>
                <a:gd name="connsiteX21" fmla="*/ 113554 w 606580"/>
                <a:gd name="connsiteY21" fmla="*/ 512587 h 569322"/>
                <a:gd name="connsiteX22" fmla="*/ 56823 w 606580"/>
                <a:gd name="connsiteY22" fmla="*/ 569322 h 569322"/>
                <a:gd name="connsiteX23" fmla="*/ 0 w 606580"/>
                <a:gd name="connsiteY23" fmla="*/ 512587 h 569322"/>
                <a:gd name="connsiteX24" fmla="*/ 56823 w 606580"/>
                <a:gd name="connsiteY24" fmla="*/ 455945 h 569322"/>
                <a:gd name="connsiteX25" fmla="*/ 77157 w 606580"/>
                <a:gd name="connsiteY25" fmla="*/ 459839 h 569322"/>
                <a:gd name="connsiteX26" fmla="*/ 123303 w 606580"/>
                <a:gd name="connsiteY26" fmla="*/ 404773 h 569322"/>
                <a:gd name="connsiteX27" fmla="*/ 114854 w 606580"/>
                <a:gd name="connsiteY27" fmla="*/ 375386 h 569322"/>
                <a:gd name="connsiteX28" fmla="*/ 171677 w 606580"/>
                <a:gd name="connsiteY28" fmla="*/ 318744 h 569322"/>
                <a:gd name="connsiteX29" fmla="*/ 316484 w 606580"/>
                <a:gd name="connsiteY29" fmla="*/ 174937 h 569322"/>
                <a:gd name="connsiteX30" fmla="*/ 316577 w 606580"/>
                <a:gd name="connsiteY30" fmla="*/ 174991 h 569322"/>
                <a:gd name="connsiteX31" fmla="*/ 316577 w 606580"/>
                <a:gd name="connsiteY31" fmla="*/ 243818 h 569322"/>
                <a:gd name="connsiteX32" fmla="*/ 338115 w 606580"/>
                <a:gd name="connsiteY32" fmla="*/ 231488 h 569322"/>
                <a:gd name="connsiteX33" fmla="*/ 346378 w 606580"/>
                <a:gd name="connsiteY33" fmla="*/ 208497 h 569322"/>
                <a:gd name="connsiteX34" fmla="*/ 339415 w 606580"/>
                <a:gd name="connsiteY34" fmla="*/ 188102 h 569322"/>
                <a:gd name="connsiteX35" fmla="*/ 316577 w 606580"/>
                <a:gd name="connsiteY35" fmla="*/ 174991 h 569322"/>
                <a:gd name="connsiteX36" fmla="*/ 316577 w 606580"/>
                <a:gd name="connsiteY36" fmla="*/ 174937 h 569322"/>
                <a:gd name="connsiteX37" fmla="*/ 290954 w 606580"/>
                <a:gd name="connsiteY37" fmla="*/ 55995 h 569322"/>
                <a:gd name="connsiteX38" fmla="*/ 274243 w 606580"/>
                <a:gd name="connsiteY38" fmla="*/ 67954 h 569322"/>
                <a:gd name="connsiteX39" fmla="*/ 268116 w 606580"/>
                <a:gd name="connsiteY39" fmla="*/ 86681 h 569322"/>
                <a:gd name="connsiteX40" fmla="*/ 273779 w 606580"/>
                <a:gd name="connsiteY40" fmla="*/ 104109 h 569322"/>
                <a:gd name="connsiteX41" fmla="*/ 290954 w 606580"/>
                <a:gd name="connsiteY41" fmla="*/ 117088 h 569322"/>
                <a:gd name="connsiteX42" fmla="*/ 290861 w 606580"/>
                <a:gd name="connsiteY42" fmla="*/ 0 h 569322"/>
                <a:gd name="connsiteX43" fmla="*/ 316484 w 606580"/>
                <a:gd name="connsiteY43" fmla="*/ 0 h 569322"/>
                <a:gd name="connsiteX44" fmla="*/ 316484 w 606580"/>
                <a:gd name="connsiteY44" fmla="*/ 17522 h 569322"/>
                <a:gd name="connsiteX45" fmla="*/ 361232 w 606580"/>
                <a:gd name="connsiteY45" fmla="*/ 36619 h 569322"/>
                <a:gd name="connsiteX46" fmla="*/ 382492 w 606580"/>
                <a:gd name="connsiteY46" fmla="*/ 78893 h 569322"/>
                <a:gd name="connsiteX47" fmla="*/ 337744 w 606580"/>
                <a:gd name="connsiteY47" fmla="*/ 84734 h 569322"/>
                <a:gd name="connsiteX48" fmla="*/ 316484 w 606580"/>
                <a:gd name="connsiteY48" fmla="*/ 56458 h 569322"/>
                <a:gd name="connsiteX49" fmla="*/ 316484 w 606580"/>
                <a:gd name="connsiteY49" fmla="*/ 125525 h 569322"/>
                <a:gd name="connsiteX50" fmla="*/ 374322 w 606580"/>
                <a:gd name="connsiteY50" fmla="*/ 155283 h 569322"/>
                <a:gd name="connsiteX51" fmla="*/ 389733 w 606580"/>
                <a:gd name="connsiteY51" fmla="*/ 202193 h 569322"/>
                <a:gd name="connsiteX52" fmla="*/ 370330 w 606580"/>
                <a:gd name="connsiteY52" fmla="*/ 255963 h 569322"/>
                <a:gd name="connsiteX53" fmla="*/ 316484 w 606580"/>
                <a:gd name="connsiteY53" fmla="*/ 282755 h 569322"/>
                <a:gd name="connsiteX54" fmla="*/ 316484 w 606580"/>
                <a:gd name="connsiteY54" fmla="*/ 315851 h 569322"/>
                <a:gd name="connsiteX55" fmla="*/ 290861 w 606580"/>
                <a:gd name="connsiteY55" fmla="*/ 315851 h 569322"/>
                <a:gd name="connsiteX56" fmla="*/ 290861 w 606580"/>
                <a:gd name="connsiteY56" fmla="*/ 283682 h 569322"/>
                <a:gd name="connsiteX57" fmla="*/ 241193 w 606580"/>
                <a:gd name="connsiteY57" fmla="*/ 260876 h 569322"/>
                <a:gd name="connsiteX58" fmla="*/ 216777 w 606580"/>
                <a:gd name="connsiteY58" fmla="*/ 207106 h 569322"/>
                <a:gd name="connsiteX59" fmla="*/ 262917 w 606580"/>
                <a:gd name="connsiteY59" fmla="*/ 202100 h 569322"/>
                <a:gd name="connsiteX60" fmla="*/ 273593 w 606580"/>
                <a:gd name="connsiteY60" fmla="*/ 226482 h 569322"/>
                <a:gd name="connsiteX61" fmla="*/ 290861 w 606580"/>
                <a:gd name="connsiteY61" fmla="*/ 241315 h 569322"/>
                <a:gd name="connsiteX62" fmla="*/ 290861 w 606580"/>
                <a:gd name="connsiteY62" fmla="*/ 167335 h 569322"/>
                <a:gd name="connsiteX63" fmla="*/ 240079 w 606580"/>
                <a:gd name="connsiteY63" fmla="*/ 137484 h 569322"/>
                <a:gd name="connsiteX64" fmla="*/ 223833 w 606580"/>
                <a:gd name="connsiteY64" fmla="*/ 88813 h 569322"/>
                <a:gd name="connsiteX65" fmla="*/ 242214 w 606580"/>
                <a:gd name="connsiteY65" fmla="*/ 40142 h 569322"/>
                <a:gd name="connsiteX66" fmla="*/ 290861 w 606580"/>
                <a:gd name="connsiteY66" fmla="*/ 17522 h 56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606580" h="569322">
                  <a:moveTo>
                    <a:pt x="171677" y="318744"/>
                  </a:moveTo>
                  <a:cubicBezTo>
                    <a:pt x="203060" y="318744"/>
                    <a:pt x="228500" y="344145"/>
                    <a:pt x="228500" y="375386"/>
                  </a:cubicBezTo>
                  <a:cubicBezTo>
                    <a:pt x="228500" y="379650"/>
                    <a:pt x="227943" y="383729"/>
                    <a:pt x="227108" y="387623"/>
                  </a:cubicBezTo>
                  <a:lnTo>
                    <a:pt x="356167" y="468739"/>
                  </a:lnTo>
                  <a:cubicBezTo>
                    <a:pt x="365916" y="460859"/>
                    <a:pt x="378172" y="455945"/>
                    <a:pt x="391728" y="455945"/>
                  </a:cubicBezTo>
                  <a:cubicBezTo>
                    <a:pt x="401849" y="455945"/>
                    <a:pt x="411227" y="458819"/>
                    <a:pt x="419490" y="463454"/>
                  </a:cubicBezTo>
                  <a:lnTo>
                    <a:pt x="497019" y="395874"/>
                  </a:lnTo>
                  <a:cubicBezTo>
                    <a:pt x="494512" y="389570"/>
                    <a:pt x="493026" y="382617"/>
                    <a:pt x="493026" y="375386"/>
                  </a:cubicBezTo>
                  <a:cubicBezTo>
                    <a:pt x="493026" y="344052"/>
                    <a:pt x="518467" y="318744"/>
                    <a:pt x="549849" y="318744"/>
                  </a:cubicBezTo>
                  <a:cubicBezTo>
                    <a:pt x="581232" y="318744"/>
                    <a:pt x="606580" y="344052"/>
                    <a:pt x="606580" y="375386"/>
                  </a:cubicBezTo>
                  <a:cubicBezTo>
                    <a:pt x="606580" y="406720"/>
                    <a:pt x="581232" y="432121"/>
                    <a:pt x="549849" y="432121"/>
                  </a:cubicBezTo>
                  <a:cubicBezTo>
                    <a:pt x="539636" y="432121"/>
                    <a:pt x="530166" y="429154"/>
                    <a:pt x="521809" y="424519"/>
                  </a:cubicBezTo>
                  <a:lnTo>
                    <a:pt x="444466" y="491915"/>
                  </a:lnTo>
                  <a:cubicBezTo>
                    <a:pt x="446973" y="498311"/>
                    <a:pt x="448459" y="505264"/>
                    <a:pt x="448459" y="512587"/>
                  </a:cubicBezTo>
                  <a:cubicBezTo>
                    <a:pt x="448459" y="543921"/>
                    <a:pt x="423111" y="569322"/>
                    <a:pt x="391728" y="569322"/>
                  </a:cubicBezTo>
                  <a:cubicBezTo>
                    <a:pt x="360345" y="569322"/>
                    <a:pt x="334905" y="543921"/>
                    <a:pt x="334905" y="512587"/>
                  </a:cubicBezTo>
                  <a:cubicBezTo>
                    <a:pt x="334905" y="508601"/>
                    <a:pt x="335369" y="504708"/>
                    <a:pt x="336112" y="500907"/>
                  </a:cubicBezTo>
                  <a:lnTo>
                    <a:pt x="206867" y="419606"/>
                  </a:lnTo>
                  <a:cubicBezTo>
                    <a:pt x="197118" y="427300"/>
                    <a:pt x="185047" y="432121"/>
                    <a:pt x="171677" y="432121"/>
                  </a:cubicBezTo>
                  <a:cubicBezTo>
                    <a:pt x="164992" y="432121"/>
                    <a:pt x="158678" y="430730"/>
                    <a:pt x="152736" y="428598"/>
                  </a:cubicBezTo>
                  <a:lnTo>
                    <a:pt x="105847" y="484498"/>
                  </a:lnTo>
                  <a:cubicBezTo>
                    <a:pt x="110676" y="492842"/>
                    <a:pt x="113554" y="502390"/>
                    <a:pt x="113554" y="512587"/>
                  </a:cubicBezTo>
                  <a:cubicBezTo>
                    <a:pt x="113554" y="543921"/>
                    <a:pt x="88206" y="569322"/>
                    <a:pt x="56823" y="569322"/>
                  </a:cubicBezTo>
                  <a:cubicBezTo>
                    <a:pt x="25441" y="569322"/>
                    <a:pt x="0" y="543921"/>
                    <a:pt x="0" y="512587"/>
                  </a:cubicBezTo>
                  <a:cubicBezTo>
                    <a:pt x="0" y="481346"/>
                    <a:pt x="25441" y="455945"/>
                    <a:pt x="56823" y="455945"/>
                  </a:cubicBezTo>
                  <a:cubicBezTo>
                    <a:pt x="63973" y="455945"/>
                    <a:pt x="70843" y="457429"/>
                    <a:pt x="77157" y="459839"/>
                  </a:cubicBezTo>
                  <a:lnTo>
                    <a:pt x="123303" y="404773"/>
                  </a:lnTo>
                  <a:cubicBezTo>
                    <a:pt x="118103" y="396152"/>
                    <a:pt x="114854" y="386232"/>
                    <a:pt x="114854" y="375386"/>
                  </a:cubicBezTo>
                  <a:cubicBezTo>
                    <a:pt x="114854" y="344145"/>
                    <a:pt x="140294" y="318744"/>
                    <a:pt x="171677" y="318744"/>
                  </a:cubicBezTo>
                  <a:close/>
                  <a:moveTo>
                    <a:pt x="316484" y="174937"/>
                  </a:moveTo>
                  <a:lnTo>
                    <a:pt x="316577" y="174991"/>
                  </a:lnTo>
                  <a:lnTo>
                    <a:pt x="316577" y="243818"/>
                  </a:lnTo>
                  <a:cubicBezTo>
                    <a:pt x="325397" y="242149"/>
                    <a:pt x="332545" y="238070"/>
                    <a:pt x="338115" y="231488"/>
                  </a:cubicBezTo>
                  <a:cubicBezTo>
                    <a:pt x="343593" y="224999"/>
                    <a:pt x="346378" y="217304"/>
                    <a:pt x="346378" y="208497"/>
                  </a:cubicBezTo>
                  <a:cubicBezTo>
                    <a:pt x="346378" y="200617"/>
                    <a:pt x="344057" y="193757"/>
                    <a:pt x="339415" y="188102"/>
                  </a:cubicBezTo>
                  <a:lnTo>
                    <a:pt x="316577" y="174991"/>
                  </a:lnTo>
                  <a:lnTo>
                    <a:pt x="316577" y="174937"/>
                  </a:lnTo>
                  <a:close/>
                  <a:moveTo>
                    <a:pt x="290954" y="55995"/>
                  </a:moveTo>
                  <a:cubicBezTo>
                    <a:pt x="283991" y="58312"/>
                    <a:pt x="278421" y="62299"/>
                    <a:pt x="274243" y="67954"/>
                  </a:cubicBezTo>
                  <a:cubicBezTo>
                    <a:pt x="270158" y="73609"/>
                    <a:pt x="268116" y="79913"/>
                    <a:pt x="268116" y="86681"/>
                  </a:cubicBezTo>
                  <a:cubicBezTo>
                    <a:pt x="268116" y="92892"/>
                    <a:pt x="269973" y="98732"/>
                    <a:pt x="273779" y="104109"/>
                  </a:cubicBezTo>
                  <a:cubicBezTo>
                    <a:pt x="277493" y="109394"/>
                    <a:pt x="283249" y="113751"/>
                    <a:pt x="290954" y="117088"/>
                  </a:cubicBezTo>
                  <a:close/>
                  <a:moveTo>
                    <a:pt x="290861" y="0"/>
                  </a:moveTo>
                  <a:lnTo>
                    <a:pt x="316484" y="0"/>
                  </a:lnTo>
                  <a:lnTo>
                    <a:pt x="316484" y="17522"/>
                  </a:lnTo>
                  <a:cubicBezTo>
                    <a:pt x="335237" y="19747"/>
                    <a:pt x="350184" y="26143"/>
                    <a:pt x="361232" y="36619"/>
                  </a:cubicBezTo>
                  <a:cubicBezTo>
                    <a:pt x="372280" y="47188"/>
                    <a:pt x="379428" y="61279"/>
                    <a:pt x="382492" y="78893"/>
                  </a:cubicBezTo>
                  <a:lnTo>
                    <a:pt x="337744" y="84734"/>
                  </a:lnTo>
                  <a:cubicBezTo>
                    <a:pt x="335052" y="70828"/>
                    <a:pt x="327903" y="61464"/>
                    <a:pt x="316484" y="56458"/>
                  </a:cubicBezTo>
                  <a:lnTo>
                    <a:pt x="316484" y="125525"/>
                  </a:lnTo>
                  <a:cubicBezTo>
                    <a:pt x="344800" y="133219"/>
                    <a:pt x="364110" y="143139"/>
                    <a:pt x="374322" y="155283"/>
                  </a:cubicBezTo>
                  <a:cubicBezTo>
                    <a:pt x="384534" y="167428"/>
                    <a:pt x="389733" y="183095"/>
                    <a:pt x="389733" y="202193"/>
                  </a:cubicBezTo>
                  <a:cubicBezTo>
                    <a:pt x="389733" y="223423"/>
                    <a:pt x="383234" y="241408"/>
                    <a:pt x="370330" y="255963"/>
                  </a:cubicBezTo>
                  <a:cubicBezTo>
                    <a:pt x="357426" y="270610"/>
                    <a:pt x="339508" y="279510"/>
                    <a:pt x="316484" y="282755"/>
                  </a:cubicBezTo>
                  <a:lnTo>
                    <a:pt x="316484" y="315851"/>
                  </a:lnTo>
                  <a:lnTo>
                    <a:pt x="290861" y="315851"/>
                  </a:lnTo>
                  <a:lnTo>
                    <a:pt x="290861" y="283682"/>
                  </a:lnTo>
                  <a:cubicBezTo>
                    <a:pt x="270530" y="281179"/>
                    <a:pt x="253912" y="273577"/>
                    <a:pt x="241193" y="260876"/>
                  </a:cubicBezTo>
                  <a:cubicBezTo>
                    <a:pt x="228475" y="248175"/>
                    <a:pt x="220398" y="230283"/>
                    <a:pt x="216777" y="207106"/>
                  </a:cubicBezTo>
                  <a:lnTo>
                    <a:pt x="262917" y="202100"/>
                  </a:lnTo>
                  <a:cubicBezTo>
                    <a:pt x="264867" y="211556"/>
                    <a:pt x="268395" y="219714"/>
                    <a:pt x="273593" y="226482"/>
                  </a:cubicBezTo>
                  <a:cubicBezTo>
                    <a:pt x="278792" y="233342"/>
                    <a:pt x="284548" y="238256"/>
                    <a:pt x="290861" y="241315"/>
                  </a:cubicBezTo>
                  <a:lnTo>
                    <a:pt x="290861" y="167335"/>
                  </a:lnTo>
                  <a:cubicBezTo>
                    <a:pt x="267745" y="160753"/>
                    <a:pt x="250848" y="150834"/>
                    <a:pt x="240079" y="137484"/>
                  </a:cubicBezTo>
                  <a:cubicBezTo>
                    <a:pt x="229310" y="124041"/>
                    <a:pt x="223833" y="107910"/>
                    <a:pt x="223833" y="88813"/>
                  </a:cubicBezTo>
                  <a:cubicBezTo>
                    <a:pt x="223833" y="69530"/>
                    <a:pt x="229960" y="53306"/>
                    <a:pt x="242214" y="40142"/>
                  </a:cubicBezTo>
                  <a:cubicBezTo>
                    <a:pt x="254376" y="27070"/>
                    <a:pt x="270623" y="19468"/>
                    <a:pt x="290861" y="1752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4" name="iSľîḑè">
              <a:extLst>
                <a:ext uri="{FF2B5EF4-FFF2-40B4-BE49-F238E27FC236}">
                  <a16:creationId xmlns:a16="http://schemas.microsoft.com/office/drawing/2014/main" id="{50FE241E-51F8-4BD5-B8A7-3BD6E065384F}"/>
                </a:ext>
              </a:extLst>
            </p:cNvPr>
            <p:cNvSpPr/>
            <p:nvPr/>
          </p:nvSpPr>
          <p:spPr bwMode="auto">
            <a:xfrm>
              <a:off x="5426245" y="2246984"/>
              <a:ext cx="343468" cy="322370"/>
            </a:xfrm>
            <a:custGeom>
              <a:avLst/>
              <a:gdLst>
                <a:gd name="connsiteX0" fmla="*/ 171677 w 606580"/>
                <a:gd name="connsiteY0" fmla="*/ 318744 h 569322"/>
                <a:gd name="connsiteX1" fmla="*/ 228500 w 606580"/>
                <a:gd name="connsiteY1" fmla="*/ 375386 h 569322"/>
                <a:gd name="connsiteX2" fmla="*/ 227108 w 606580"/>
                <a:gd name="connsiteY2" fmla="*/ 387623 h 569322"/>
                <a:gd name="connsiteX3" fmla="*/ 356167 w 606580"/>
                <a:gd name="connsiteY3" fmla="*/ 468739 h 569322"/>
                <a:gd name="connsiteX4" fmla="*/ 391728 w 606580"/>
                <a:gd name="connsiteY4" fmla="*/ 455945 h 569322"/>
                <a:gd name="connsiteX5" fmla="*/ 419490 w 606580"/>
                <a:gd name="connsiteY5" fmla="*/ 463454 h 569322"/>
                <a:gd name="connsiteX6" fmla="*/ 497019 w 606580"/>
                <a:gd name="connsiteY6" fmla="*/ 395874 h 569322"/>
                <a:gd name="connsiteX7" fmla="*/ 493026 w 606580"/>
                <a:gd name="connsiteY7" fmla="*/ 375386 h 569322"/>
                <a:gd name="connsiteX8" fmla="*/ 549849 w 606580"/>
                <a:gd name="connsiteY8" fmla="*/ 318744 h 569322"/>
                <a:gd name="connsiteX9" fmla="*/ 606580 w 606580"/>
                <a:gd name="connsiteY9" fmla="*/ 375386 h 569322"/>
                <a:gd name="connsiteX10" fmla="*/ 549849 w 606580"/>
                <a:gd name="connsiteY10" fmla="*/ 432121 h 569322"/>
                <a:gd name="connsiteX11" fmla="*/ 521809 w 606580"/>
                <a:gd name="connsiteY11" fmla="*/ 424519 h 569322"/>
                <a:gd name="connsiteX12" fmla="*/ 444466 w 606580"/>
                <a:gd name="connsiteY12" fmla="*/ 491915 h 569322"/>
                <a:gd name="connsiteX13" fmla="*/ 448459 w 606580"/>
                <a:gd name="connsiteY13" fmla="*/ 512587 h 569322"/>
                <a:gd name="connsiteX14" fmla="*/ 391728 w 606580"/>
                <a:gd name="connsiteY14" fmla="*/ 569322 h 569322"/>
                <a:gd name="connsiteX15" fmla="*/ 334905 w 606580"/>
                <a:gd name="connsiteY15" fmla="*/ 512587 h 569322"/>
                <a:gd name="connsiteX16" fmla="*/ 336112 w 606580"/>
                <a:gd name="connsiteY16" fmla="*/ 500907 h 569322"/>
                <a:gd name="connsiteX17" fmla="*/ 206867 w 606580"/>
                <a:gd name="connsiteY17" fmla="*/ 419606 h 569322"/>
                <a:gd name="connsiteX18" fmla="*/ 171677 w 606580"/>
                <a:gd name="connsiteY18" fmla="*/ 432121 h 569322"/>
                <a:gd name="connsiteX19" fmla="*/ 152736 w 606580"/>
                <a:gd name="connsiteY19" fmla="*/ 428598 h 569322"/>
                <a:gd name="connsiteX20" fmla="*/ 105847 w 606580"/>
                <a:gd name="connsiteY20" fmla="*/ 484498 h 569322"/>
                <a:gd name="connsiteX21" fmla="*/ 113554 w 606580"/>
                <a:gd name="connsiteY21" fmla="*/ 512587 h 569322"/>
                <a:gd name="connsiteX22" fmla="*/ 56823 w 606580"/>
                <a:gd name="connsiteY22" fmla="*/ 569322 h 569322"/>
                <a:gd name="connsiteX23" fmla="*/ 0 w 606580"/>
                <a:gd name="connsiteY23" fmla="*/ 512587 h 569322"/>
                <a:gd name="connsiteX24" fmla="*/ 56823 w 606580"/>
                <a:gd name="connsiteY24" fmla="*/ 455945 h 569322"/>
                <a:gd name="connsiteX25" fmla="*/ 77157 w 606580"/>
                <a:gd name="connsiteY25" fmla="*/ 459839 h 569322"/>
                <a:gd name="connsiteX26" fmla="*/ 123303 w 606580"/>
                <a:gd name="connsiteY26" fmla="*/ 404773 h 569322"/>
                <a:gd name="connsiteX27" fmla="*/ 114854 w 606580"/>
                <a:gd name="connsiteY27" fmla="*/ 375386 h 569322"/>
                <a:gd name="connsiteX28" fmla="*/ 171677 w 606580"/>
                <a:gd name="connsiteY28" fmla="*/ 318744 h 569322"/>
                <a:gd name="connsiteX29" fmla="*/ 316484 w 606580"/>
                <a:gd name="connsiteY29" fmla="*/ 174937 h 569322"/>
                <a:gd name="connsiteX30" fmla="*/ 316577 w 606580"/>
                <a:gd name="connsiteY30" fmla="*/ 174991 h 569322"/>
                <a:gd name="connsiteX31" fmla="*/ 316577 w 606580"/>
                <a:gd name="connsiteY31" fmla="*/ 243818 h 569322"/>
                <a:gd name="connsiteX32" fmla="*/ 338115 w 606580"/>
                <a:gd name="connsiteY32" fmla="*/ 231488 h 569322"/>
                <a:gd name="connsiteX33" fmla="*/ 346378 w 606580"/>
                <a:gd name="connsiteY33" fmla="*/ 208497 h 569322"/>
                <a:gd name="connsiteX34" fmla="*/ 339415 w 606580"/>
                <a:gd name="connsiteY34" fmla="*/ 188102 h 569322"/>
                <a:gd name="connsiteX35" fmla="*/ 316577 w 606580"/>
                <a:gd name="connsiteY35" fmla="*/ 174991 h 569322"/>
                <a:gd name="connsiteX36" fmla="*/ 316577 w 606580"/>
                <a:gd name="connsiteY36" fmla="*/ 174937 h 569322"/>
                <a:gd name="connsiteX37" fmla="*/ 290954 w 606580"/>
                <a:gd name="connsiteY37" fmla="*/ 55995 h 569322"/>
                <a:gd name="connsiteX38" fmla="*/ 274243 w 606580"/>
                <a:gd name="connsiteY38" fmla="*/ 67954 h 569322"/>
                <a:gd name="connsiteX39" fmla="*/ 268116 w 606580"/>
                <a:gd name="connsiteY39" fmla="*/ 86681 h 569322"/>
                <a:gd name="connsiteX40" fmla="*/ 273779 w 606580"/>
                <a:gd name="connsiteY40" fmla="*/ 104109 h 569322"/>
                <a:gd name="connsiteX41" fmla="*/ 290954 w 606580"/>
                <a:gd name="connsiteY41" fmla="*/ 117088 h 569322"/>
                <a:gd name="connsiteX42" fmla="*/ 290861 w 606580"/>
                <a:gd name="connsiteY42" fmla="*/ 0 h 569322"/>
                <a:gd name="connsiteX43" fmla="*/ 316484 w 606580"/>
                <a:gd name="connsiteY43" fmla="*/ 0 h 569322"/>
                <a:gd name="connsiteX44" fmla="*/ 316484 w 606580"/>
                <a:gd name="connsiteY44" fmla="*/ 17522 h 569322"/>
                <a:gd name="connsiteX45" fmla="*/ 361232 w 606580"/>
                <a:gd name="connsiteY45" fmla="*/ 36619 h 569322"/>
                <a:gd name="connsiteX46" fmla="*/ 382492 w 606580"/>
                <a:gd name="connsiteY46" fmla="*/ 78893 h 569322"/>
                <a:gd name="connsiteX47" fmla="*/ 337744 w 606580"/>
                <a:gd name="connsiteY47" fmla="*/ 84734 h 569322"/>
                <a:gd name="connsiteX48" fmla="*/ 316484 w 606580"/>
                <a:gd name="connsiteY48" fmla="*/ 56458 h 569322"/>
                <a:gd name="connsiteX49" fmla="*/ 316484 w 606580"/>
                <a:gd name="connsiteY49" fmla="*/ 125525 h 569322"/>
                <a:gd name="connsiteX50" fmla="*/ 374322 w 606580"/>
                <a:gd name="connsiteY50" fmla="*/ 155283 h 569322"/>
                <a:gd name="connsiteX51" fmla="*/ 389733 w 606580"/>
                <a:gd name="connsiteY51" fmla="*/ 202193 h 569322"/>
                <a:gd name="connsiteX52" fmla="*/ 370330 w 606580"/>
                <a:gd name="connsiteY52" fmla="*/ 255963 h 569322"/>
                <a:gd name="connsiteX53" fmla="*/ 316484 w 606580"/>
                <a:gd name="connsiteY53" fmla="*/ 282755 h 569322"/>
                <a:gd name="connsiteX54" fmla="*/ 316484 w 606580"/>
                <a:gd name="connsiteY54" fmla="*/ 315851 h 569322"/>
                <a:gd name="connsiteX55" fmla="*/ 290861 w 606580"/>
                <a:gd name="connsiteY55" fmla="*/ 315851 h 569322"/>
                <a:gd name="connsiteX56" fmla="*/ 290861 w 606580"/>
                <a:gd name="connsiteY56" fmla="*/ 283682 h 569322"/>
                <a:gd name="connsiteX57" fmla="*/ 241193 w 606580"/>
                <a:gd name="connsiteY57" fmla="*/ 260876 h 569322"/>
                <a:gd name="connsiteX58" fmla="*/ 216777 w 606580"/>
                <a:gd name="connsiteY58" fmla="*/ 207106 h 569322"/>
                <a:gd name="connsiteX59" fmla="*/ 262917 w 606580"/>
                <a:gd name="connsiteY59" fmla="*/ 202100 h 569322"/>
                <a:gd name="connsiteX60" fmla="*/ 273593 w 606580"/>
                <a:gd name="connsiteY60" fmla="*/ 226482 h 569322"/>
                <a:gd name="connsiteX61" fmla="*/ 290861 w 606580"/>
                <a:gd name="connsiteY61" fmla="*/ 241315 h 569322"/>
                <a:gd name="connsiteX62" fmla="*/ 290861 w 606580"/>
                <a:gd name="connsiteY62" fmla="*/ 167335 h 569322"/>
                <a:gd name="connsiteX63" fmla="*/ 240079 w 606580"/>
                <a:gd name="connsiteY63" fmla="*/ 137484 h 569322"/>
                <a:gd name="connsiteX64" fmla="*/ 223833 w 606580"/>
                <a:gd name="connsiteY64" fmla="*/ 88813 h 569322"/>
                <a:gd name="connsiteX65" fmla="*/ 242214 w 606580"/>
                <a:gd name="connsiteY65" fmla="*/ 40142 h 569322"/>
                <a:gd name="connsiteX66" fmla="*/ 290861 w 606580"/>
                <a:gd name="connsiteY66" fmla="*/ 17522 h 569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</a:cxnLst>
              <a:rect l="l" t="t" r="r" b="b"/>
              <a:pathLst>
                <a:path w="606580" h="569322">
                  <a:moveTo>
                    <a:pt x="171677" y="318744"/>
                  </a:moveTo>
                  <a:cubicBezTo>
                    <a:pt x="203060" y="318744"/>
                    <a:pt x="228500" y="344145"/>
                    <a:pt x="228500" y="375386"/>
                  </a:cubicBezTo>
                  <a:cubicBezTo>
                    <a:pt x="228500" y="379650"/>
                    <a:pt x="227943" y="383729"/>
                    <a:pt x="227108" y="387623"/>
                  </a:cubicBezTo>
                  <a:lnTo>
                    <a:pt x="356167" y="468739"/>
                  </a:lnTo>
                  <a:cubicBezTo>
                    <a:pt x="365916" y="460859"/>
                    <a:pt x="378172" y="455945"/>
                    <a:pt x="391728" y="455945"/>
                  </a:cubicBezTo>
                  <a:cubicBezTo>
                    <a:pt x="401849" y="455945"/>
                    <a:pt x="411227" y="458819"/>
                    <a:pt x="419490" y="463454"/>
                  </a:cubicBezTo>
                  <a:lnTo>
                    <a:pt x="497019" y="395874"/>
                  </a:lnTo>
                  <a:cubicBezTo>
                    <a:pt x="494512" y="389570"/>
                    <a:pt x="493026" y="382617"/>
                    <a:pt x="493026" y="375386"/>
                  </a:cubicBezTo>
                  <a:cubicBezTo>
                    <a:pt x="493026" y="344052"/>
                    <a:pt x="518467" y="318744"/>
                    <a:pt x="549849" y="318744"/>
                  </a:cubicBezTo>
                  <a:cubicBezTo>
                    <a:pt x="581232" y="318744"/>
                    <a:pt x="606580" y="344052"/>
                    <a:pt x="606580" y="375386"/>
                  </a:cubicBezTo>
                  <a:cubicBezTo>
                    <a:pt x="606580" y="406720"/>
                    <a:pt x="581232" y="432121"/>
                    <a:pt x="549849" y="432121"/>
                  </a:cubicBezTo>
                  <a:cubicBezTo>
                    <a:pt x="539636" y="432121"/>
                    <a:pt x="530166" y="429154"/>
                    <a:pt x="521809" y="424519"/>
                  </a:cubicBezTo>
                  <a:lnTo>
                    <a:pt x="444466" y="491915"/>
                  </a:lnTo>
                  <a:cubicBezTo>
                    <a:pt x="446973" y="498311"/>
                    <a:pt x="448459" y="505264"/>
                    <a:pt x="448459" y="512587"/>
                  </a:cubicBezTo>
                  <a:cubicBezTo>
                    <a:pt x="448459" y="543921"/>
                    <a:pt x="423111" y="569322"/>
                    <a:pt x="391728" y="569322"/>
                  </a:cubicBezTo>
                  <a:cubicBezTo>
                    <a:pt x="360345" y="569322"/>
                    <a:pt x="334905" y="543921"/>
                    <a:pt x="334905" y="512587"/>
                  </a:cubicBezTo>
                  <a:cubicBezTo>
                    <a:pt x="334905" y="508601"/>
                    <a:pt x="335369" y="504708"/>
                    <a:pt x="336112" y="500907"/>
                  </a:cubicBezTo>
                  <a:lnTo>
                    <a:pt x="206867" y="419606"/>
                  </a:lnTo>
                  <a:cubicBezTo>
                    <a:pt x="197118" y="427300"/>
                    <a:pt x="185047" y="432121"/>
                    <a:pt x="171677" y="432121"/>
                  </a:cubicBezTo>
                  <a:cubicBezTo>
                    <a:pt x="164992" y="432121"/>
                    <a:pt x="158678" y="430730"/>
                    <a:pt x="152736" y="428598"/>
                  </a:cubicBezTo>
                  <a:lnTo>
                    <a:pt x="105847" y="484498"/>
                  </a:lnTo>
                  <a:cubicBezTo>
                    <a:pt x="110676" y="492842"/>
                    <a:pt x="113554" y="502390"/>
                    <a:pt x="113554" y="512587"/>
                  </a:cubicBezTo>
                  <a:cubicBezTo>
                    <a:pt x="113554" y="543921"/>
                    <a:pt x="88206" y="569322"/>
                    <a:pt x="56823" y="569322"/>
                  </a:cubicBezTo>
                  <a:cubicBezTo>
                    <a:pt x="25441" y="569322"/>
                    <a:pt x="0" y="543921"/>
                    <a:pt x="0" y="512587"/>
                  </a:cubicBezTo>
                  <a:cubicBezTo>
                    <a:pt x="0" y="481346"/>
                    <a:pt x="25441" y="455945"/>
                    <a:pt x="56823" y="455945"/>
                  </a:cubicBezTo>
                  <a:cubicBezTo>
                    <a:pt x="63973" y="455945"/>
                    <a:pt x="70843" y="457429"/>
                    <a:pt x="77157" y="459839"/>
                  </a:cubicBezTo>
                  <a:lnTo>
                    <a:pt x="123303" y="404773"/>
                  </a:lnTo>
                  <a:cubicBezTo>
                    <a:pt x="118103" y="396152"/>
                    <a:pt x="114854" y="386232"/>
                    <a:pt x="114854" y="375386"/>
                  </a:cubicBezTo>
                  <a:cubicBezTo>
                    <a:pt x="114854" y="344145"/>
                    <a:pt x="140294" y="318744"/>
                    <a:pt x="171677" y="318744"/>
                  </a:cubicBezTo>
                  <a:close/>
                  <a:moveTo>
                    <a:pt x="316484" y="174937"/>
                  </a:moveTo>
                  <a:lnTo>
                    <a:pt x="316577" y="174991"/>
                  </a:lnTo>
                  <a:lnTo>
                    <a:pt x="316577" y="243818"/>
                  </a:lnTo>
                  <a:cubicBezTo>
                    <a:pt x="325397" y="242149"/>
                    <a:pt x="332545" y="238070"/>
                    <a:pt x="338115" y="231488"/>
                  </a:cubicBezTo>
                  <a:cubicBezTo>
                    <a:pt x="343593" y="224999"/>
                    <a:pt x="346378" y="217304"/>
                    <a:pt x="346378" y="208497"/>
                  </a:cubicBezTo>
                  <a:cubicBezTo>
                    <a:pt x="346378" y="200617"/>
                    <a:pt x="344057" y="193757"/>
                    <a:pt x="339415" y="188102"/>
                  </a:cubicBezTo>
                  <a:lnTo>
                    <a:pt x="316577" y="174991"/>
                  </a:lnTo>
                  <a:lnTo>
                    <a:pt x="316577" y="174937"/>
                  </a:lnTo>
                  <a:close/>
                  <a:moveTo>
                    <a:pt x="290954" y="55995"/>
                  </a:moveTo>
                  <a:cubicBezTo>
                    <a:pt x="283991" y="58312"/>
                    <a:pt x="278421" y="62299"/>
                    <a:pt x="274243" y="67954"/>
                  </a:cubicBezTo>
                  <a:cubicBezTo>
                    <a:pt x="270158" y="73609"/>
                    <a:pt x="268116" y="79913"/>
                    <a:pt x="268116" y="86681"/>
                  </a:cubicBezTo>
                  <a:cubicBezTo>
                    <a:pt x="268116" y="92892"/>
                    <a:pt x="269973" y="98732"/>
                    <a:pt x="273779" y="104109"/>
                  </a:cubicBezTo>
                  <a:cubicBezTo>
                    <a:pt x="277493" y="109394"/>
                    <a:pt x="283249" y="113751"/>
                    <a:pt x="290954" y="117088"/>
                  </a:cubicBezTo>
                  <a:close/>
                  <a:moveTo>
                    <a:pt x="290861" y="0"/>
                  </a:moveTo>
                  <a:lnTo>
                    <a:pt x="316484" y="0"/>
                  </a:lnTo>
                  <a:lnTo>
                    <a:pt x="316484" y="17522"/>
                  </a:lnTo>
                  <a:cubicBezTo>
                    <a:pt x="335237" y="19747"/>
                    <a:pt x="350184" y="26143"/>
                    <a:pt x="361232" y="36619"/>
                  </a:cubicBezTo>
                  <a:cubicBezTo>
                    <a:pt x="372280" y="47188"/>
                    <a:pt x="379428" y="61279"/>
                    <a:pt x="382492" y="78893"/>
                  </a:cubicBezTo>
                  <a:lnTo>
                    <a:pt x="337744" y="84734"/>
                  </a:lnTo>
                  <a:cubicBezTo>
                    <a:pt x="335052" y="70828"/>
                    <a:pt x="327903" y="61464"/>
                    <a:pt x="316484" y="56458"/>
                  </a:cubicBezTo>
                  <a:lnTo>
                    <a:pt x="316484" y="125525"/>
                  </a:lnTo>
                  <a:cubicBezTo>
                    <a:pt x="344800" y="133219"/>
                    <a:pt x="364110" y="143139"/>
                    <a:pt x="374322" y="155283"/>
                  </a:cubicBezTo>
                  <a:cubicBezTo>
                    <a:pt x="384534" y="167428"/>
                    <a:pt x="389733" y="183095"/>
                    <a:pt x="389733" y="202193"/>
                  </a:cubicBezTo>
                  <a:cubicBezTo>
                    <a:pt x="389733" y="223423"/>
                    <a:pt x="383234" y="241408"/>
                    <a:pt x="370330" y="255963"/>
                  </a:cubicBezTo>
                  <a:cubicBezTo>
                    <a:pt x="357426" y="270610"/>
                    <a:pt x="339508" y="279510"/>
                    <a:pt x="316484" y="282755"/>
                  </a:cubicBezTo>
                  <a:lnTo>
                    <a:pt x="316484" y="315851"/>
                  </a:lnTo>
                  <a:lnTo>
                    <a:pt x="290861" y="315851"/>
                  </a:lnTo>
                  <a:lnTo>
                    <a:pt x="290861" y="283682"/>
                  </a:lnTo>
                  <a:cubicBezTo>
                    <a:pt x="270530" y="281179"/>
                    <a:pt x="253912" y="273577"/>
                    <a:pt x="241193" y="260876"/>
                  </a:cubicBezTo>
                  <a:cubicBezTo>
                    <a:pt x="228475" y="248175"/>
                    <a:pt x="220398" y="230283"/>
                    <a:pt x="216777" y="207106"/>
                  </a:cubicBezTo>
                  <a:lnTo>
                    <a:pt x="262917" y="202100"/>
                  </a:lnTo>
                  <a:cubicBezTo>
                    <a:pt x="264867" y="211556"/>
                    <a:pt x="268395" y="219714"/>
                    <a:pt x="273593" y="226482"/>
                  </a:cubicBezTo>
                  <a:cubicBezTo>
                    <a:pt x="278792" y="233342"/>
                    <a:pt x="284548" y="238256"/>
                    <a:pt x="290861" y="241315"/>
                  </a:cubicBezTo>
                  <a:lnTo>
                    <a:pt x="290861" y="167335"/>
                  </a:lnTo>
                  <a:cubicBezTo>
                    <a:pt x="267745" y="160753"/>
                    <a:pt x="250848" y="150834"/>
                    <a:pt x="240079" y="137484"/>
                  </a:cubicBezTo>
                  <a:cubicBezTo>
                    <a:pt x="229310" y="124041"/>
                    <a:pt x="223833" y="107910"/>
                    <a:pt x="223833" y="88813"/>
                  </a:cubicBezTo>
                  <a:cubicBezTo>
                    <a:pt x="223833" y="69530"/>
                    <a:pt x="229960" y="53306"/>
                    <a:pt x="242214" y="40142"/>
                  </a:cubicBezTo>
                  <a:cubicBezTo>
                    <a:pt x="254376" y="27070"/>
                    <a:pt x="270623" y="19468"/>
                    <a:pt x="290861" y="1752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5" name="îṣľîḓé">
              <a:extLst>
                <a:ext uri="{FF2B5EF4-FFF2-40B4-BE49-F238E27FC236}">
                  <a16:creationId xmlns:a16="http://schemas.microsoft.com/office/drawing/2014/main" id="{CD055267-FD60-4694-9FF0-D1ACC5F5D5B5}"/>
                </a:ext>
              </a:extLst>
            </p:cNvPr>
            <p:cNvSpPr/>
            <p:nvPr/>
          </p:nvSpPr>
          <p:spPr>
            <a:xfrm>
              <a:off x="4143666" y="1520629"/>
              <a:ext cx="890416" cy="359954"/>
            </a:xfrm>
            <a:prstGeom prst="rect">
              <a:avLst/>
            </a:prstGeom>
            <a:noFill/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6800" rIns="90000" bIns="4680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400"/>
              <a:r>
                <a:rPr lang="en-US" altLang="zh-CN" sz="1200" b="1">
                  <a:solidFill>
                    <a:schemeClr val="tx1"/>
                  </a:solidFill>
                </a:rPr>
                <a:t>T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200" b="1">
                  <a:solidFill>
                    <a:schemeClr val="tx1"/>
                  </a:solidFill>
                </a:rPr>
                <a:t>ext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ïšḷiḓé">
              <a:extLst>
                <a:ext uri="{FF2B5EF4-FFF2-40B4-BE49-F238E27FC236}">
                  <a16:creationId xmlns:a16="http://schemas.microsoft.com/office/drawing/2014/main" id="{F71B629C-A6E4-438A-846F-89EF9CCE1745}"/>
                </a:ext>
              </a:extLst>
            </p:cNvPr>
            <p:cNvSpPr/>
            <p:nvPr/>
          </p:nvSpPr>
          <p:spPr>
            <a:xfrm>
              <a:off x="5161214" y="1520629"/>
              <a:ext cx="890416" cy="359954"/>
            </a:xfrm>
            <a:prstGeom prst="rect">
              <a:avLst/>
            </a:prstGeom>
            <a:noFill/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6800" rIns="90000" bIns="4680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400"/>
              <a:r>
                <a:rPr lang="en-US" altLang="zh-CN" sz="1200" b="1">
                  <a:solidFill>
                    <a:schemeClr val="tx1"/>
                  </a:solidFill>
                </a:rPr>
                <a:t>T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200" b="1">
                  <a:solidFill>
                    <a:schemeClr val="tx1"/>
                  </a:solidFill>
                </a:rPr>
                <a:t>ext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ís1iḋè">
              <a:extLst>
                <a:ext uri="{FF2B5EF4-FFF2-40B4-BE49-F238E27FC236}">
                  <a16:creationId xmlns:a16="http://schemas.microsoft.com/office/drawing/2014/main" id="{AFBB36AC-3F11-46AF-B735-FC42AD85B0F0}"/>
                </a:ext>
              </a:extLst>
            </p:cNvPr>
            <p:cNvSpPr/>
            <p:nvPr/>
          </p:nvSpPr>
          <p:spPr>
            <a:xfrm>
              <a:off x="6178762" y="1520629"/>
              <a:ext cx="890416" cy="359954"/>
            </a:xfrm>
            <a:prstGeom prst="rect">
              <a:avLst/>
            </a:prstGeom>
            <a:noFill/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6800" rIns="90000" bIns="4680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400"/>
              <a:r>
                <a:rPr lang="en-US" altLang="zh-CN" sz="1200" b="1">
                  <a:solidFill>
                    <a:schemeClr val="tx1"/>
                  </a:solidFill>
                </a:rPr>
                <a:t>T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200" b="1">
                  <a:solidFill>
                    <a:schemeClr val="tx1"/>
                  </a:solidFill>
                </a:rPr>
                <a:t>ext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î$ḷîḋè">
              <a:extLst>
                <a:ext uri="{FF2B5EF4-FFF2-40B4-BE49-F238E27FC236}">
                  <a16:creationId xmlns:a16="http://schemas.microsoft.com/office/drawing/2014/main" id="{9CBAA440-A880-468D-8C8D-9D6D019FED42}"/>
                </a:ext>
              </a:extLst>
            </p:cNvPr>
            <p:cNvSpPr/>
            <p:nvPr/>
          </p:nvSpPr>
          <p:spPr>
            <a:xfrm>
              <a:off x="7168375" y="1520629"/>
              <a:ext cx="890416" cy="359954"/>
            </a:xfrm>
            <a:prstGeom prst="rect">
              <a:avLst/>
            </a:prstGeom>
            <a:noFill/>
            <a:ln w="571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6800" rIns="90000" bIns="4680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 defTabSz="914400"/>
              <a:r>
                <a:rPr lang="en-US" altLang="zh-CN" sz="1200" b="1">
                  <a:solidFill>
                    <a:schemeClr val="tx1"/>
                  </a:solidFill>
                </a:rPr>
                <a:t>T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200" b="1">
                  <a:solidFill>
                    <a:schemeClr val="tx1"/>
                  </a:solidFill>
                </a:rPr>
                <a:t>ext</a:t>
              </a:r>
              <a:endParaRPr lang="zh-CN" altLang="en-US" sz="12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964FCBAE-D002-432B-8B8D-FDEC0D88AC81}"/>
                </a:ext>
              </a:extLst>
            </p:cNvPr>
            <p:cNvCxnSpPr/>
            <p:nvPr/>
          </p:nvCxnSpPr>
          <p:spPr>
            <a:xfrm>
              <a:off x="669925" y="3938584"/>
              <a:ext cx="10850563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isļiḑe">
              <a:extLst>
                <a:ext uri="{FF2B5EF4-FFF2-40B4-BE49-F238E27FC236}">
                  <a16:creationId xmlns:a16="http://schemas.microsoft.com/office/drawing/2014/main" id="{774CCB19-5F2D-499C-B0DD-CA96F6E20EBC}"/>
                </a:ext>
              </a:extLst>
            </p:cNvPr>
            <p:cNvGrpSpPr/>
            <p:nvPr/>
          </p:nvGrpSpPr>
          <p:grpSpPr>
            <a:xfrm>
              <a:off x="1249383" y="3429000"/>
              <a:ext cx="1849411" cy="2157131"/>
              <a:chOff x="2016535" y="3202770"/>
              <a:chExt cx="1849411" cy="2157131"/>
            </a:xfrm>
          </p:grpSpPr>
          <p:sp>
            <p:nvSpPr>
              <p:cNvPr id="36" name="íśḷîḓè">
                <a:extLst>
                  <a:ext uri="{FF2B5EF4-FFF2-40B4-BE49-F238E27FC236}">
                    <a16:creationId xmlns:a16="http://schemas.microsoft.com/office/drawing/2014/main" id="{0C8D1053-6BB2-4ED9-BE41-45D637D05ABD}"/>
                  </a:ext>
                </a:extLst>
              </p:cNvPr>
              <p:cNvSpPr/>
              <p:nvPr/>
            </p:nvSpPr>
            <p:spPr>
              <a:xfrm>
                <a:off x="2865041" y="3636154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iṧļiďê">
                <a:extLst>
                  <a:ext uri="{FF2B5EF4-FFF2-40B4-BE49-F238E27FC236}">
                    <a16:creationId xmlns:a16="http://schemas.microsoft.com/office/drawing/2014/main" id="{ABBD5E3E-60FF-4104-8D01-40DAE2DB0BE6}"/>
                  </a:ext>
                </a:extLst>
              </p:cNvPr>
              <p:cNvSpPr/>
              <p:nvPr/>
            </p:nvSpPr>
            <p:spPr bwMode="auto">
              <a:xfrm>
                <a:off x="2016535" y="3202770"/>
                <a:ext cx="1849411" cy="379554"/>
              </a:xfrm>
              <a:prstGeom prst="rect">
                <a:avLst/>
              </a:prstGeom>
              <a:solidFill>
                <a:schemeClr val="accent1"/>
              </a:solidFill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>
                    <a:solidFill>
                      <a:schemeClr val="bg1"/>
                    </a:solidFill>
                  </a:rPr>
                  <a:t>... </a:t>
                </a:r>
                <a:r>
                  <a:rPr lang="zh-CN" altLang="en-US" sz="1600" b="1" kern="0">
                    <a:solidFill>
                      <a:schemeClr val="bg1"/>
                    </a:solidFill>
                  </a:rPr>
                  <a:t>￥</a:t>
                </a:r>
                <a:r>
                  <a:rPr lang="zh-CN" altLang="en-US" sz="100" b="1" kern="0">
                    <a:solidFill>
                      <a:schemeClr val="bg1"/>
                    </a:solidFill>
                  </a:rPr>
                  <a:t> </a:t>
                </a:r>
                <a:r>
                  <a:rPr lang="zh-CN" altLang="en-US" sz="1600" b="1" kern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600" b="1" kern="0">
                    <a:solidFill>
                      <a:schemeClr val="bg1"/>
                    </a:solidFill>
                  </a:rPr>
                  <a:t>| 27 %</a:t>
                </a:r>
                <a:endParaRPr lang="en-US" altLang="zh-CN" sz="1600" b="1" kern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isḷîḓé">
                <a:extLst>
                  <a:ext uri="{FF2B5EF4-FFF2-40B4-BE49-F238E27FC236}">
                    <a16:creationId xmlns:a16="http://schemas.microsoft.com/office/drawing/2014/main" id="{9EC8E45C-9107-4295-981B-013160F475CC}"/>
                  </a:ext>
                </a:extLst>
              </p:cNvPr>
              <p:cNvSpPr/>
              <p:nvPr/>
            </p:nvSpPr>
            <p:spPr>
              <a:xfrm>
                <a:off x="2016535" y="3918584"/>
                <a:ext cx="1849411" cy="617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text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39" name="ïṧliḋe">
                <a:extLst>
                  <a:ext uri="{FF2B5EF4-FFF2-40B4-BE49-F238E27FC236}">
                    <a16:creationId xmlns:a16="http://schemas.microsoft.com/office/drawing/2014/main" id="{911CC5AD-8B8B-4E99-8725-04E2B403C02B}"/>
                  </a:ext>
                </a:extLst>
              </p:cNvPr>
              <p:cNvSpPr/>
              <p:nvPr/>
            </p:nvSpPr>
            <p:spPr>
              <a:xfrm>
                <a:off x="2016535" y="4742229"/>
                <a:ext cx="1849411" cy="617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text her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e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21" name="íṡľïḍe">
              <a:extLst>
                <a:ext uri="{FF2B5EF4-FFF2-40B4-BE49-F238E27FC236}">
                  <a16:creationId xmlns:a16="http://schemas.microsoft.com/office/drawing/2014/main" id="{2D5DE4E9-2B5F-4991-A35D-3AF77D55F59C}"/>
                </a:ext>
              </a:extLst>
            </p:cNvPr>
            <p:cNvGrpSpPr/>
            <p:nvPr/>
          </p:nvGrpSpPr>
          <p:grpSpPr>
            <a:xfrm>
              <a:off x="3863991" y="3429000"/>
              <a:ext cx="1849411" cy="2157131"/>
              <a:chOff x="2016535" y="3202770"/>
              <a:chExt cx="1849411" cy="2157131"/>
            </a:xfrm>
          </p:grpSpPr>
          <p:sp>
            <p:nvSpPr>
              <p:cNvPr id="32" name="íSḷiďè">
                <a:extLst>
                  <a:ext uri="{FF2B5EF4-FFF2-40B4-BE49-F238E27FC236}">
                    <a16:creationId xmlns:a16="http://schemas.microsoft.com/office/drawing/2014/main" id="{5BADC0BE-8B86-43D9-B265-9CFD5289C1F9}"/>
                  </a:ext>
                </a:extLst>
              </p:cNvPr>
              <p:cNvSpPr/>
              <p:nvPr/>
            </p:nvSpPr>
            <p:spPr>
              <a:xfrm>
                <a:off x="2865041" y="3636154"/>
                <a:ext cx="152400" cy="1524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îšľïḍé">
                <a:extLst>
                  <a:ext uri="{FF2B5EF4-FFF2-40B4-BE49-F238E27FC236}">
                    <a16:creationId xmlns:a16="http://schemas.microsoft.com/office/drawing/2014/main" id="{711AAC06-39A4-4A72-A08F-243C6AC573ED}"/>
                  </a:ext>
                </a:extLst>
              </p:cNvPr>
              <p:cNvSpPr/>
              <p:nvPr/>
            </p:nvSpPr>
            <p:spPr bwMode="auto">
              <a:xfrm>
                <a:off x="2016535" y="3202770"/>
                <a:ext cx="1849411" cy="379554"/>
              </a:xfrm>
              <a:prstGeom prst="rect">
                <a:avLst/>
              </a:prstGeom>
              <a:solidFill>
                <a:schemeClr val="accent2"/>
              </a:solidFill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>
                    <a:solidFill>
                      <a:schemeClr val="bg1"/>
                    </a:solidFill>
                  </a:rPr>
                  <a:t>... </a:t>
                </a:r>
                <a:r>
                  <a:rPr lang="zh-CN" altLang="en-US" sz="1600" b="1" kern="0">
                    <a:solidFill>
                      <a:schemeClr val="bg1"/>
                    </a:solidFill>
                  </a:rPr>
                  <a:t>￥ </a:t>
                </a:r>
                <a:r>
                  <a:rPr lang="en-US" altLang="zh-CN" sz="1600" b="1" kern="0">
                    <a:solidFill>
                      <a:schemeClr val="bg1"/>
                    </a:solidFill>
                  </a:rPr>
                  <a:t>| 2</a:t>
                </a:r>
                <a:r>
                  <a:rPr lang="en-US" altLang="zh-CN" sz="100" b="1" kern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600" b="1" kern="0">
                    <a:solidFill>
                      <a:schemeClr val="bg1"/>
                    </a:solidFill>
                  </a:rPr>
                  <a:t>7 %</a:t>
                </a:r>
                <a:endParaRPr lang="en-US" altLang="zh-CN" sz="1600" b="1" kern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ïs1íďê">
                <a:extLst>
                  <a:ext uri="{FF2B5EF4-FFF2-40B4-BE49-F238E27FC236}">
                    <a16:creationId xmlns:a16="http://schemas.microsoft.com/office/drawing/2014/main" id="{F430DC69-485E-46B3-A7DE-F78579364FC5}"/>
                  </a:ext>
                </a:extLst>
              </p:cNvPr>
              <p:cNvSpPr/>
              <p:nvPr/>
            </p:nvSpPr>
            <p:spPr>
              <a:xfrm>
                <a:off x="2016535" y="3918584"/>
                <a:ext cx="1849411" cy="617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text her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e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35" name="islide">
                <a:extLst>
                  <a:ext uri="{FF2B5EF4-FFF2-40B4-BE49-F238E27FC236}">
                    <a16:creationId xmlns:a16="http://schemas.microsoft.com/office/drawing/2014/main" id="{7FDBB429-8B3E-41E8-AF94-B30676AFF150}"/>
                  </a:ext>
                </a:extLst>
              </p:cNvPr>
              <p:cNvSpPr/>
              <p:nvPr/>
            </p:nvSpPr>
            <p:spPr>
              <a:xfrm>
                <a:off x="2016535" y="4742229"/>
                <a:ext cx="1849411" cy="617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text her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e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22" name="îšlïḑe">
              <a:extLst>
                <a:ext uri="{FF2B5EF4-FFF2-40B4-BE49-F238E27FC236}">
                  <a16:creationId xmlns:a16="http://schemas.microsoft.com/office/drawing/2014/main" id="{501D9D7D-FACC-4F61-A2AE-F41BD52A4942}"/>
                </a:ext>
              </a:extLst>
            </p:cNvPr>
            <p:cNvGrpSpPr/>
            <p:nvPr/>
          </p:nvGrpSpPr>
          <p:grpSpPr>
            <a:xfrm>
              <a:off x="6478599" y="3429000"/>
              <a:ext cx="1849411" cy="2157131"/>
              <a:chOff x="2016535" y="3202770"/>
              <a:chExt cx="1849411" cy="2157131"/>
            </a:xfrm>
          </p:grpSpPr>
          <p:sp>
            <p:nvSpPr>
              <p:cNvPr id="28" name="îsľïḓè">
                <a:extLst>
                  <a:ext uri="{FF2B5EF4-FFF2-40B4-BE49-F238E27FC236}">
                    <a16:creationId xmlns:a16="http://schemas.microsoft.com/office/drawing/2014/main" id="{5737D30D-7716-468E-B607-EA38CE7D4E55}"/>
                  </a:ext>
                </a:extLst>
              </p:cNvPr>
              <p:cNvSpPr/>
              <p:nvPr/>
            </p:nvSpPr>
            <p:spPr>
              <a:xfrm>
                <a:off x="2865041" y="3636154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i$1îḋé">
                <a:extLst>
                  <a:ext uri="{FF2B5EF4-FFF2-40B4-BE49-F238E27FC236}">
                    <a16:creationId xmlns:a16="http://schemas.microsoft.com/office/drawing/2014/main" id="{8464F40D-30D2-4998-BD01-8D6B01A7C947}"/>
                  </a:ext>
                </a:extLst>
              </p:cNvPr>
              <p:cNvSpPr/>
              <p:nvPr/>
            </p:nvSpPr>
            <p:spPr bwMode="auto">
              <a:xfrm>
                <a:off x="2016535" y="3202770"/>
                <a:ext cx="1849411" cy="379554"/>
              </a:xfrm>
              <a:prstGeom prst="rect">
                <a:avLst/>
              </a:prstGeom>
              <a:solidFill>
                <a:schemeClr val="accent1"/>
              </a:solidFill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>
                    <a:solidFill>
                      <a:schemeClr val="bg1"/>
                    </a:solidFill>
                  </a:rPr>
                  <a:t>... </a:t>
                </a:r>
                <a:r>
                  <a:rPr lang="zh-CN" altLang="en-US" sz="1600" b="1" kern="0">
                    <a:solidFill>
                      <a:schemeClr val="bg1"/>
                    </a:solidFill>
                  </a:rPr>
                  <a:t>￥ </a:t>
                </a:r>
                <a:r>
                  <a:rPr lang="en-US" altLang="zh-CN" sz="1600" b="1" kern="0">
                    <a:solidFill>
                      <a:schemeClr val="bg1"/>
                    </a:solidFill>
                  </a:rPr>
                  <a:t>|</a:t>
                </a:r>
                <a:r>
                  <a:rPr lang="en-US" altLang="zh-CN" sz="100" b="1" kern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600" b="1" kern="0">
                    <a:solidFill>
                      <a:schemeClr val="bg1"/>
                    </a:solidFill>
                  </a:rPr>
                  <a:t> 27 %</a:t>
                </a:r>
                <a:endParaRPr lang="en-US" altLang="zh-CN" sz="1600" b="1" kern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î$ḻiḑe">
                <a:extLst>
                  <a:ext uri="{FF2B5EF4-FFF2-40B4-BE49-F238E27FC236}">
                    <a16:creationId xmlns:a16="http://schemas.microsoft.com/office/drawing/2014/main" id="{E1410CB9-C39B-49A7-B267-166DC89F2582}"/>
                  </a:ext>
                </a:extLst>
              </p:cNvPr>
              <p:cNvSpPr/>
              <p:nvPr/>
            </p:nvSpPr>
            <p:spPr>
              <a:xfrm>
                <a:off x="2016535" y="3918584"/>
                <a:ext cx="1849411" cy="617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 text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31" name="îSḷíḓé">
                <a:extLst>
                  <a:ext uri="{FF2B5EF4-FFF2-40B4-BE49-F238E27FC236}">
                    <a16:creationId xmlns:a16="http://schemas.microsoft.com/office/drawing/2014/main" id="{2FABB1BE-CA67-44B1-9968-D1E6CA6E0615}"/>
                  </a:ext>
                </a:extLst>
              </p:cNvPr>
              <p:cNvSpPr/>
              <p:nvPr/>
            </p:nvSpPr>
            <p:spPr>
              <a:xfrm>
                <a:off x="2016535" y="4742229"/>
                <a:ext cx="1849411" cy="617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 text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23" name="ïşḻiḋê">
              <a:extLst>
                <a:ext uri="{FF2B5EF4-FFF2-40B4-BE49-F238E27FC236}">
                  <a16:creationId xmlns:a16="http://schemas.microsoft.com/office/drawing/2014/main" id="{C31149A6-3435-4FDA-BA01-972D5C0AE9BC}"/>
                </a:ext>
              </a:extLst>
            </p:cNvPr>
            <p:cNvGrpSpPr/>
            <p:nvPr/>
          </p:nvGrpSpPr>
          <p:grpSpPr>
            <a:xfrm>
              <a:off x="9093206" y="3429000"/>
              <a:ext cx="1849411" cy="2157131"/>
              <a:chOff x="2016535" y="3202770"/>
              <a:chExt cx="1849411" cy="2157131"/>
            </a:xfrm>
          </p:grpSpPr>
          <p:sp>
            <p:nvSpPr>
              <p:cNvPr id="24" name="îṣḻíďe">
                <a:extLst>
                  <a:ext uri="{FF2B5EF4-FFF2-40B4-BE49-F238E27FC236}">
                    <a16:creationId xmlns:a16="http://schemas.microsoft.com/office/drawing/2014/main" id="{C8841C94-1DA3-410F-B0D7-F5B8758C5D0A}"/>
                  </a:ext>
                </a:extLst>
              </p:cNvPr>
              <p:cNvSpPr/>
              <p:nvPr/>
            </p:nvSpPr>
            <p:spPr>
              <a:xfrm>
                <a:off x="2865041" y="3636154"/>
                <a:ext cx="152400" cy="152400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ï$ḻîḍê">
                <a:extLst>
                  <a:ext uri="{FF2B5EF4-FFF2-40B4-BE49-F238E27FC236}">
                    <a16:creationId xmlns:a16="http://schemas.microsoft.com/office/drawing/2014/main" id="{BBDDC4BF-EA17-4812-8F2D-B1B64C4703F7}"/>
                  </a:ext>
                </a:extLst>
              </p:cNvPr>
              <p:cNvSpPr/>
              <p:nvPr/>
            </p:nvSpPr>
            <p:spPr bwMode="auto">
              <a:xfrm>
                <a:off x="2016535" y="3202770"/>
                <a:ext cx="1849411" cy="379554"/>
              </a:xfrm>
              <a:prstGeom prst="rect">
                <a:avLst/>
              </a:prstGeom>
              <a:solidFill>
                <a:schemeClr val="accent2"/>
              </a:solidFill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>
                    <a:solidFill>
                      <a:schemeClr val="bg1"/>
                    </a:solidFill>
                  </a:rPr>
                  <a:t>... </a:t>
                </a:r>
                <a:r>
                  <a:rPr lang="zh-CN" altLang="en-US" sz="1600" b="1" kern="0">
                    <a:solidFill>
                      <a:schemeClr val="bg1"/>
                    </a:solidFill>
                  </a:rPr>
                  <a:t>￥ </a:t>
                </a:r>
                <a:r>
                  <a:rPr lang="en-US" altLang="zh-CN" sz="1600" b="1" kern="0">
                    <a:solidFill>
                      <a:schemeClr val="bg1"/>
                    </a:solidFill>
                  </a:rPr>
                  <a:t>|</a:t>
                </a:r>
                <a:r>
                  <a:rPr lang="en-US" altLang="zh-CN" sz="100" b="1" kern="0">
                    <a:solidFill>
                      <a:schemeClr val="bg1"/>
                    </a:solidFill>
                  </a:rPr>
                  <a:t> </a:t>
                </a:r>
                <a:r>
                  <a:rPr lang="en-US" altLang="zh-CN" sz="1600" b="1" kern="0">
                    <a:solidFill>
                      <a:schemeClr val="bg1"/>
                    </a:solidFill>
                  </a:rPr>
                  <a:t> 27 %</a:t>
                </a:r>
                <a:endParaRPr lang="en-US" altLang="zh-CN" sz="1600" b="1" kern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ïŝ1ïḓe">
                <a:extLst>
                  <a:ext uri="{FF2B5EF4-FFF2-40B4-BE49-F238E27FC236}">
                    <a16:creationId xmlns:a16="http://schemas.microsoft.com/office/drawing/2014/main" id="{E4E26D76-4A1B-4A94-926E-6756CE022C9E}"/>
                  </a:ext>
                </a:extLst>
              </p:cNvPr>
              <p:cNvSpPr/>
              <p:nvPr/>
            </p:nvSpPr>
            <p:spPr>
              <a:xfrm>
                <a:off x="2016535" y="3918584"/>
                <a:ext cx="1849411" cy="617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upporting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27" name="íśḷíḓé">
                <a:extLst>
                  <a:ext uri="{FF2B5EF4-FFF2-40B4-BE49-F238E27FC236}">
                    <a16:creationId xmlns:a16="http://schemas.microsoft.com/office/drawing/2014/main" id="{58EF0D10-D216-4790-814B-5FCD965A9876}"/>
                  </a:ext>
                </a:extLst>
              </p:cNvPr>
              <p:cNvSpPr/>
              <p:nvPr/>
            </p:nvSpPr>
            <p:spPr>
              <a:xfrm>
                <a:off x="2016535" y="4742229"/>
                <a:ext cx="1849411" cy="61767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upporting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706064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7AE36F-7613-45EC-8307-6C3EC58F6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31BE5F-09D2-42D0-9DC8-0F31C1A18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</a:t>
            </a:r>
            <a:r>
              <a:rPr lang="zh-CN" altLang="en-US" sz="100"/>
              <a:t> </a:t>
            </a:r>
            <a:r>
              <a:rPr lang="zh-CN" altLang="en-US"/>
              <a:t>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431CC-7A09-4B24-91CA-02001BE35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19</a:t>
            </a:fld>
            <a:r>
              <a:rPr lang="zh-CN" altLang="en-US" sz="100"/>
              <a:t> </a:t>
            </a:r>
          </a:p>
        </p:txBody>
      </p:sp>
      <p:grpSp>
        <p:nvGrpSpPr>
          <p:cNvPr id="5" name="27766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A421BF83-A513-423F-A18C-68FAB320ECE0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130300"/>
            <a:ext cx="10845800" cy="5016500"/>
            <a:chOff x="673100" y="1130300"/>
            <a:chExt cx="10845800" cy="5016500"/>
          </a:xfrm>
        </p:grpSpPr>
        <p:grpSp>
          <p:nvGrpSpPr>
            <p:cNvPr id="6" name="îślïḓè">
              <a:extLst>
                <a:ext uri="{FF2B5EF4-FFF2-40B4-BE49-F238E27FC236}">
                  <a16:creationId xmlns:a16="http://schemas.microsoft.com/office/drawing/2014/main" id="{F26618F6-5F2D-4456-B2AE-E670FD62A811}"/>
                </a:ext>
              </a:extLst>
            </p:cNvPr>
            <p:cNvGrpSpPr/>
            <p:nvPr/>
          </p:nvGrpSpPr>
          <p:grpSpPr>
            <a:xfrm>
              <a:off x="1979977" y="2828745"/>
              <a:ext cx="8232046" cy="3318055"/>
              <a:chOff x="1979977" y="2828745"/>
              <a:chExt cx="8232046" cy="3318055"/>
            </a:xfrm>
          </p:grpSpPr>
          <p:grpSp>
            <p:nvGrpSpPr>
              <p:cNvPr id="22" name="îṩľiḑê">
                <a:extLst>
                  <a:ext uri="{FF2B5EF4-FFF2-40B4-BE49-F238E27FC236}">
                    <a16:creationId xmlns:a16="http://schemas.microsoft.com/office/drawing/2014/main" id="{63CAE93B-C462-4A0A-AFA2-FD6847FA971E}"/>
                  </a:ext>
                </a:extLst>
              </p:cNvPr>
              <p:cNvGrpSpPr/>
              <p:nvPr/>
            </p:nvGrpSpPr>
            <p:grpSpPr>
              <a:xfrm>
                <a:off x="2939385" y="2989483"/>
                <a:ext cx="6313230" cy="3157317"/>
                <a:chOff x="2959509" y="2989483"/>
                <a:chExt cx="6313230" cy="3157317"/>
              </a:xfrm>
            </p:grpSpPr>
            <p:sp>
              <p:nvSpPr>
                <p:cNvPr id="40" name="íṩḷíḑe">
                  <a:extLst>
                    <a:ext uri="{FF2B5EF4-FFF2-40B4-BE49-F238E27FC236}">
                      <a16:creationId xmlns:a16="http://schemas.microsoft.com/office/drawing/2014/main" id="{EEDCD493-6F92-45E1-A653-8B4F72533A0E}"/>
                    </a:ext>
                  </a:extLst>
                </p:cNvPr>
                <p:cNvSpPr/>
                <p:nvPr/>
              </p:nvSpPr>
              <p:spPr>
                <a:xfrm>
                  <a:off x="6139295" y="2989483"/>
                  <a:ext cx="1453105" cy="489212"/>
                </a:xfrm>
                <a:custGeom>
                  <a:avLst/>
                  <a:gdLst>
                    <a:gd name="connsiteX0" fmla="*/ 0 w 1274955"/>
                    <a:gd name="connsiteY0" fmla="*/ 0 h 429235"/>
                    <a:gd name="connsiteX1" fmla="*/ 132791 w 1274955"/>
                    <a:gd name="connsiteY1" fmla="*/ 3672 h 429235"/>
                    <a:gd name="connsiteX2" fmla="*/ 1146443 w 1274955"/>
                    <a:gd name="connsiteY2" fmla="*/ 257839 h 429235"/>
                    <a:gd name="connsiteX3" fmla="*/ 1274955 w 1274955"/>
                    <a:gd name="connsiteY3" fmla="*/ 322674 h 429235"/>
                    <a:gd name="connsiteX4" fmla="*/ 1213432 w 1274955"/>
                    <a:gd name="connsiteY4" fmla="*/ 429235 h 429235"/>
                    <a:gd name="connsiteX5" fmla="*/ 1094514 w 1274955"/>
                    <a:gd name="connsiteY5" fmla="*/ 369241 h 429235"/>
                    <a:gd name="connsiteX6" fmla="*/ 125878 w 1274955"/>
                    <a:gd name="connsiteY6" fmla="*/ 126361 h 429235"/>
                    <a:gd name="connsiteX7" fmla="*/ 0 w 1274955"/>
                    <a:gd name="connsiteY7" fmla="*/ 122880 h 429235"/>
                    <a:gd name="connsiteX8" fmla="*/ 0 w 1274955"/>
                    <a:gd name="connsiteY8" fmla="*/ 0 h 4292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4955" h="429235">
                      <a:moveTo>
                        <a:pt x="0" y="0"/>
                      </a:moveTo>
                      <a:lnTo>
                        <a:pt x="132791" y="3672"/>
                      </a:lnTo>
                      <a:cubicBezTo>
                        <a:pt x="493432" y="23669"/>
                        <a:pt x="835651" y="112726"/>
                        <a:pt x="1146443" y="257839"/>
                      </a:cubicBezTo>
                      <a:lnTo>
                        <a:pt x="1274955" y="322674"/>
                      </a:lnTo>
                      <a:lnTo>
                        <a:pt x="1213432" y="429235"/>
                      </a:lnTo>
                      <a:lnTo>
                        <a:pt x="1094514" y="369241"/>
                      </a:lnTo>
                      <a:cubicBezTo>
                        <a:pt x="797524" y="230572"/>
                        <a:pt x="470503" y="145470"/>
                        <a:pt x="125878" y="126361"/>
                      </a:cubicBezTo>
                      <a:lnTo>
                        <a:pt x="0" y="1228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1" name="îSļîḑé">
                  <a:extLst>
                    <a:ext uri="{FF2B5EF4-FFF2-40B4-BE49-F238E27FC236}">
                      <a16:creationId xmlns:a16="http://schemas.microsoft.com/office/drawing/2014/main" id="{B7E150BD-1DB5-4264-BD2A-59B0DF7BDDA3}"/>
                    </a:ext>
                  </a:extLst>
                </p:cNvPr>
                <p:cNvSpPr/>
                <p:nvPr/>
              </p:nvSpPr>
              <p:spPr>
                <a:xfrm>
                  <a:off x="6128463" y="3227893"/>
                  <a:ext cx="1345220" cy="452891"/>
                </a:xfrm>
                <a:custGeom>
                  <a:avLst/>
                  <a:gdLst>
                    <a:gd name="connsiteX0" fmla="*/ 0 w 1274955"/>
                    <a:gd name="connsiteY0" fmla="*/ 0 h 429235"/>
                    <a:gd name="connsiteX1" fmla="*/ 132791 w 1274955"/>
                    <a:gd name="connsiteY1" fmla="*/ 3672 h 429235"/>
                    <a:gd name="connsiteX2" fmla="*/ 1146443 w 1274955"/>
                    <a:gd name="connsiteY2" fmla="*/ 257839 h 429235"/>
                    <a:gd name="connsiteX3" fmla="*/ 1274955 w 1274955"/>
                    <a:gd name="connsiteY3" fmla="*/ 322674 h 429235"/>
                    <a:gd name="connsiteX4" fmla="*/ 1213432 w 1274955"/>
                    <a:gd name="connsiteY4" fmla="*/ 429235 h 429235"/>
                    <a:gd name="connsiteX5" fmla="*/ 1094514 w 1274955"/>
                    <a:gd name="connsiteY5" fmla="*/ 369241 h 429235"/>
                    <a:gd name="connsiteX6" fmla="*/ 125878 w 1274955"/>
                    <a:gd name="connsiteY6" fmla="*/ 126361 h 429235"/>
                    <a:gd name="connsiteX7" fmla="*/ 0 w 1274955"/>
                    <a:gd name="connsiteY7" fmla="*/ 122880 h 429235"/>
                    <a:gd name="connsiteX8" fmla="*/ 0 w 1274955"/>
                    <a:gd name="connsiteY8" fmla="*/ 0 h 4292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4955" h="429235">
                      <a:moveTo>
                        <a:pt x="0" y="0"/>
                      </a:moveTo>
                      <a:lnTo>
                        <a:pt x="132791" y="3672"/>
                      </a:lnTo>
                      <a:cubicBezTo>
                        <a:pt x="493432" y="23669"/>
                        <a:pt x="835651" y="112726"/>
                        <a:pt x="1146443" y="257839"/>
                      </a:cubicBezTo>
                      <a:lnTo>
                        <a:pt x="1274955" y="322674"/>
                      </a:lnTo>
                      <a:lnTo>
                        <a:pt x="1213432" y="429235"/>
                      </a:lnTo>
                      <a:lnTo>
                        <a:pt x="1094514" y="369241"/>
                      </a:lnTo>
                      <a:cubicBezTo>
                        <a:pt x="797524" y="230572"/>
                        <a:pt x="470503" y="145470"/>
                        <a:pt x="125878" y="126361"/>
                      </a:cubicBezTo>
                      <a:lnTo>
                        <a:pt x="0" y="1228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2" name="îśļïḍê">
                  <a:extLst>
                    <a:ext uri="{FF2B5EF4-FFF2-40B4-BE49-F238E27FC236}">
                      <a16:creationId xmlns:a16="http://schemas.microsoft.com/office/drawing/2014/main" id="{ECDE1DB7-286A-40F6-A9A8-2B5198A7AB75}"/>
                    </a:ext>
                  </a:extLst>
                </p:cNvPr>
                <p:cNvSpPr/>
                <p:nvPr/>
              </p:nvSpPr>
              <p:spPr>
                <a:xfrm>
                  <a:off x="4638859" y="2990072"/>
                  <a:ext cx="1448323" cy="486944"/>
                </a:xfrm>
                <a:custGeom>
                  <a:avLst/>
                  <a:gdLst>
                    <a:gd name="connsiteX0" fmla="*/ 1270760 w 1270760"/>
                    <a:gd name="connsiteY0" fmla="*/ 0 h 427246"/>
                    <a:gd name="connsiteX1" fmla="*/ 1270760 w 1270760"/>
                    <a:gd name="connsiteY1" fmla="*/ 122880 h 427246"/>
                    <a:gd name="connsiteX2" fmla="*/ 1023265 w 1270760"/>
                    <a:gd name="connsiteY2" fmla="*/ 135378 h 427246"/>
                    <a:gd name="connsiteX3" fmla="*/ 89842 w 1270760"/>
                    <a:gd name="connsiteY3" fmla="*/ 411001 h 427246"/>
                    <a:gd name="connsiteX4" fmla="*/ 61388 w 1270760"/>
                    <a:gd name="connsiteY4" fmla="*/ 427246 h 427246"/>
                    <a:gd name="connsiteX5" fmla="*/ 0 w 1270760"/>
                    <a:gd name="connsiteY5" fmla="*/ 320918 h 427246"/>
                    <a:gd name="connsiteX6" fmla="*/ 33900 w 1270760"/>
                    <a:gd name="connsiteY6" fmla="*/ 301564 h 427246"/>
                    <a:gd name="connsiteX7" fmla="*/ 1010702 w 1270760"/>
                    <a:gd name="connsiteY7" fmla="*/ 13132 h 427246"/>
                    <a:gd name="connsiteX8" fmla="*/ 1270760 w 1270760"/>
                    <a:gd name="connsiteY8" fmla="*/ 0 h 427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0760" h="427246">
                      <a:moveTo>
                        <a:pt x="1270760" y="0"/>
                      </a:moveTo>
                      <a:lnTo>
                        <a:pt x="1270760" y="122880"/>
                      </a:lnTo>
                      <a:lnTo>
                        <a:pt x="1023265" y="135378"/>
                      </a:lnTo>
                      <a:cubicBezTo>
                        <a:pt x="689926" y="169231"/>
                        <a:pt x="374892" y="264999"/>
                        <a:pt x="89842" y="411001"/>
                      </a:cubicBezTo>
                      <a:lnTo>
                        <a:pt x="61388" y="427246"/>
                      </a:lnTo>
                      <a:lnTo>
                        <a:pt x="0" y="320918"/>
                      </a:lnTo>
                      <a:lnTo>
                        <a:pt x="33900" y="301564"/>
                      </a:lnTo>
                      <a:cubicBezTo>
                        <a:pt x="332197" y="148777"/>
                        <a:pt x="661872" y="48558"/>
                        <a:pt x="1010702" y="13132"/>
                      </a:cubicBezTo>
                      <a:lnTo>
                        <a:pt x="127076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3" name="íṡḻíḍe">
                  <a:extLst>
                    <a:ext uri="{FF2B5EF4-FFF2-40B4-BE49-F238E27FC236}">
                      <a16:creationId xmlns:a16="http://schemas.microsoft.com/office/drawing/2014/main" id="{9E4B0F8A-2958-402A-B65A-28FF40933246}"/>
                    </a:ext>
                  </a:extLst>
                </p:cNvPr>
                <p:cNvSpPr/>
                <p:nvPr/>
              </p:nvSpPr>
              <p:spPr>
                <a:xfrm>
                  <a:off x="4739426" y="3228437"/>
                  <a:ext cx="1340794" cy="450791"/>
                </a:xfrm>
                <a:custGeom>
                  <a:avLst/>
                  <a:gdLst>
                    <a:gd name="connsiteX0" fmla="*/ 1270760 w 1270760"/>
                    <a:gd name="connsiteY0" fmla="*/ 0 h 427246"/>
                    <a:gd name="connsiteX1" fmla="*/ 1270760 w 1270760"/>
                    <a:gd name="connsiteY1" fmla="*/ 122880 h 427246"/>
                    <a:gd name="connsiteX2" fmla="*/ 1023265 w 1270760"/>
                    <a:gd name="connsiteY2" fmla="*/ 135378 h 427246"/>
                    <a:gd name="connsiteX3" fmla="*/ 89842 w 1270760"/>
                    <a:gd name="connsiteY3" fmla="*/ 411001 h 427246"/>
                    <a:gd name="connsiteX4" fmla="*/ 61388 w 1270760"/>
                    <a:gd name="connsiteY4" fmla="*/ 427246 h 427246"/>
                    <a:gd name="connsiteX5" fmla="*/ 0 w 1270760"/>
                    <a:gd name="connsiteY5" fmla="*/ 320918 h 427246"/>
                    <a:gd name="connsiteX6" fmla="*/ 33900 w 1270760"/>
                    <a:gd name="connsiteY6" fmla="*/ 301564 h 427246"/>
                    <a:gd name="connsiteX7" fmla="*/ 1010702 w 1270760"/>
                    <a:gd name="connsiteY7" fmla="*/ 13132 h 427246"/>
                    <a:gd name="connsiteX8" fmla="*/ 1270760 w 1270760"/>
                    <a:gd name="connsiteY8" fmla="*/ 0 h 4272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270760" h="427246">
                      <a:moveTo>
                        <a:pt x="1270760" y="0"/>
                      </a:moveTo>
                      <a:lnTo>
                        <a:pt x="1270760" y="122880"/>
                      </a:lnTo>
                      <a:lnTo>
                        <a:pt x="1023265" y="135378"/>
                      </a:lnTo>
                      <a:cubicBezTo>
                        <a:pt x="689926" y="169231"/>
                        <a:pt x="374892" y="264999"/>
                        <a:pt x="89842" y="411001"/>
                      </a:cubicBezTo>
                      <a:lnTo>
                        <a:pt x="61388" y="427246"/>
                      </a:lnTo>
                      <a:lnTo>
                        <a:pt x="0" y="320918"/>
                      </a:lnTo>
                      <a:lnTo>
                        <a:pt x="33900" y="301564"/>
                      </a:lnTo>
                      <a:cubicBezTo>
                        <a:pt x="332197" y="148777"/>
                        <a:pt x="661872" y="48558"/>
                        <a:pt x="1010702" y="13132"/>
                      </a:cubicBezTo>
                      <a:lnTo>
                        <a:pt x="1270760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4" name="ïṩlïḋé">
                  <a:extLst>
                    <a:ext uri="{FF2B5EF4-FFF2-40B4-BE49-F238E27FC236}">
                      <a16:creationId xmlns:a16="http://schemas.microsoft.com/office/drawing/2014/main" id="{2371F039-8113-4EDB-9AD6-F01FE6800060}"/>
                    </a:ext>
                  </a:extLst>
                </p:cNvPr>
                <p:cNvSpPr/>
                <p:nvPr/>
              </p:nvSpPr>
              <p:spPr>
                <a:xfrm>
                  <a:off x="3480345" y="3381667"/>
                  <a:ext cx="1183228" cy="1095692"/>
                </a:xfrm>
                <a:custGeom>
                  <a:avLst/>
                  <a:gdLst>
                    <a:gd name="connsiteX0" fmla="*/ 976777 w 1038165"/>
                    <a:gd name="connsiteY0" fmla="*/ 0 h 961362"/>
                    <a:gd name="connsiteX1" fmla="*/ 1038165 w 1038165"/>
                    <a:gd name="connsiteY1" fmla="*/ 106327 h 961362"/>
                    <a:gd name="connsiteX2" fmla="*/ 898342 w 1038165"/>
                    <a:gd name="connsiteY2" fmla="*/ 186153 h 961362"/>
                    <a:gd name="connsiteX3" fmla="*/ 182909 w 1038165"/>
                    <a:gd name="connsiteY3" fmla="*/ 851433 h 961362"/>
                    <a:gd name="connsiteX4" fmla="*/ 106738 w 1038165"/>
                    <a:gd name="connsiteY4" fmla="*/ 961362 h 961362"/>
                    <a:gd name="connsiteX5" fmla="*/ 0 w 1038165"/>
                    <a:gd name="connsiteY5" fmla="*/ 899737 h 961362"/>
                    <a:gd name="connsiteX6" fmla="*/ 84055 w 1038165"/>
                    <a:gd name="connsiteY6" fmla="*/ 778430 h 961362"/>
                    <a:gd name="connsiteX7" fmla="*/ 832735 w 1038165"/>
                    <a:gd name="connsiteY7" fmla="*/ 82234 h 961362"/>
                    <a:gd name="connsiteX8" fmla="*/ 976777 w 1038165"/>
                    <a:gd name="connsiteY8" fmla="*/ 0 h 961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38165" h="961362">
                      <a:moveTo>
                        <a:pt x="976777" y="0"/>
                      </a:moveTo>
                      <a:lnTo>
                        <a:pt x="1038165" y="106327"/>
                      </a:lnTo>
                      <a:lnTo>
                        <a:pt x="898342" y="186153"/>
                      </a:lnTo>
                      <a:cubicBezTo>
                        <a:pt x="620599" y="361867"/>
                        <a:pt x="377851" y="587897"/>
                        <a:pt x="182909" y="851433"/>
                      </a:cubicBezTo>
                      <a:lnTo>
                        <a:pt x="106738" y="961362"/>
                      </a:lnTo>
                      <a:lnTo>
                        <a:pt x="0" y="899737"/>
                      </a:lnTo>
                      <a:lnTo>
                        <a:pt x="84055" y="778430"/>
                      </a:lnTo>
                      <a:cubicBezTo>
                        <a:pt x="288056" y="502648"/>
                        <a:pt x="542085" y="266114"/>
                        <a:pt x="832735" y="82234"/>
                      </a:cubicBezTo>
                      <a:lnTo>
                        <a:pt x="976777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5" name="ïṥļiḓè">
                  <a:extLst>
                    <a:ext uri="{FF2B5EF4-FFF2-40B4-BE49-F238E27FC236}">
                      <a16:creationId xmlns:a16="http://schemas.microsoft.com/office/drawing/2014/main" id="{EEA6CB7A-6A06-44F9-8FD4-DEC59F555EB3}"/>
                    </a:ext>
                  </a:extLst>
                </p:cNvPr>
                <p:cNvSpPr/>
                <p:nvPr/>
              </p:nvSpPr>
              <p:spPr>
                <a:xfrm>
                  <a:off x="3666925" y="3590959"/>
                  <a:ext cx="1095379" cy="1014343"/>
                </a:xfrm>
                <a:custGeom>
                  <a:avLst/>
                  <a:gdLst>
                    <a:gd name="connsiteX0" fmla="*/ 976777 w 1038165"/>
                    <a:gd name="connsiteY0" fmla="*/ 0 h 961362"/>
                    <a:gd name="connsiteX1" fmla="*/ 1038165 w 1038165"/>
                    <a:gd name="connsiteY1" fmla="*/ 106327 h 961362"/>
                    <a:gd name="connsiteX2" fmla="*/ 898342 w 1038165"/>
                    <a:gd name="connsiteY2" fmla="*/ 186153 h 961362"/>
                    <a:gd name="connsiteX3" fmla="*/ 182909 w 1038165"/>
                    <a:gd name="connsiteY3" fmla="*/ 851433 h 961362"/>
                    <a:gd name="connsiteX4" fmla="*/ 106738 w 1038165"/>
                    <a:gd name="connsiteY4" fmla="*/ 961362 h 961362"/>
                    <a:gd name="connsiteX5" fmla="*/ 0 w 1038165"/>
                    <a:gd name="connsiteY5" fmla="*/ 899737 h 961362"/>
                    <a:gd name="connsiteX6" fmla="*/ 84055 w 1038165"/>
                    <a:gd name="connsiteY6" fmla="*/ 778430 h 961362"/>
                    <a:gd name="connsiteX7" fmla="*/ 832735 w 1038165"/>
                    <a:gd name="connsiteY7" fmla="*/ 82234 h 961362"/>
                    <a:gd name="connsiteX8" fmla="*/ 976777 w 1038165"/>
                    <a:gd name="connsiteY8" fmla="*/ 0 h 9613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38165" h="961362">
                      <a:moveTo>
                        <a:pt x="976777" y="0"/>
                      </a:moveTo>
                      <a:lnTo>
                        <a:pt x="1038165" y="106327"/>
                      </a:lnTo>
                      <a:lnTo>
                        <a:pt x="898342" y="186153"/>
                      </a:lnTo>
                      <a:cubicBezTo>
                        <a:pt x="620599" y="361867"/>
                        <a:pt x="377851" y="587897"/>
                        <a:pt x="182909" y="851433"/>
                      </a:cubicBezTo>
                      <a:lnTo>
                        <a:pt x="106738" y="961362"/>
                      </a:lnTo>
                      <a:lnTo>
                        <a:pt x="0" y="899737"/>
                      </a:lnTo>
                      <a:lnTo>
                        <a:pt x="84055" y="778430"/>
                      </a:lnTo>
                      <a:cubicBezTo>
                        <a:pt x="288056" y="502648"/>
                        <a:pt x="542085" y="266114"/>
                        <a:pt x="832735" y="82234"/>
                      </a:cubicBezTo>
                      <a:lnTo>
                        <a:pt x="976777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6" name="îş1îde">
                  <a:extLst>
                    <a:ext uri="{FF2B5EF4-FFF2-40B4-BE49-F238E27FC236}">
                      <a16:creationId xmlns:a16="http://schemas.microsoft.com/office/drawing/2014/main" id="{3538F3FC-553F-4713-BB95-047032D5B2BE}"/>
                    </a:ext>
                  </a:extLst>
                </p:cNvPr>
                <p:cNvSpPr/>
                <p:nvPr/>
              </p:nvSpPr>
              <p:spPr>
                <a:xfrm>
                  <a:off x="2959509" y="4450870"/>
                  <a:ext cx="613664" cy="1691613"/>
                </a:xfrm>
                <a:custGeom>
                  <a:avLst/>
                  <a:gdLst>
                    <a:gd name="connsiteX0" fmla="*/ 432025 w 538429"/>
                    <a:gd name="connsiteY0" fmla="*/ 0 h 1484224"/>
                    <a:gd name="connsiteX1" fmla="*/ 538429 w 538429"/>
                    <a:gd name="connsiteY1" fmla="*/ 61432 h 1484224"/>
                    <a:gd name="connsiteX2" fmla="*/ 461359 w 538429"/>
                    <a:gd name="connsiteY2" fmla="*/ 188876 h 1484224"/>
                    <a:gd name="connsiteX3" fmla="*/ 122880 w 538429"/>
                    <a:gd name="connsiteY3" fmla="*/ 1484223 h 1484224"/>
                    <a:gd name="connsiteX4" fmla="*/ 122880 w 538429"/>
                    <a:gd name="connsiteY4" fmla="*/ 1484224 h 1484224"/>
                    <a:gd name="connsiteX5" fmla="*/ 0 w 538429"/>
                    <a:gd name="connsiteY5" fmla="*/ 1484224 h 1484224"/>
                    <a:gd name="connsiteX6" fmla="*/ 354208 w 538429"/>
                    <a:gd name="connsiteY6" fmla="*/ 128679 h 1484224"/>
                    <a:gd name="connsiteX7" fmla="*/ 432025 w 538429"/>
                    <a:gd name="connsiteY7" fmla="*/ 0 h 14842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8429" h="1484224">
                      <a:moveTo>
                        <a:pt x="432025" y="0"/>
                      </a:moveTo>
                      <a:lnTo>
                        <a:pt x="538429" y="61432"/>
                      </a:lnTo>
                      <a:lnTo>
                        <a:pt x="461359" y="188876"/>
                      </a:lnTo>
                      <a:cubicBezTo>
                        <a:pt x="245829" y="571697"/>
                        <a:pt x="122880" y="1013602"/>
                        <a:pt x="122880" y="1484223"/>
                      </a:cubicBezTo>
                      <a:lnTo>
                        <a:pt x="122880" y="1484224"/>
                      </a:lnTo>
                      <a:lnTo>
                        <a:pt x="0" y="1484224"/>
                      </a:lnTo>
                      <a:cubicBezTo>
                        <a:pt x="0" y="991732"/>
                        <a:pt x="128663" y="529291"/>
                        <a:pt x="354208" y="128679"/>
                      </a:cubicBezTo>
                      <a:lnTo>
                        <a:pt x="432025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7" name="íṩļiḓe">
                  <a:extLst>
                    <a:ext uri="{FF2B5EF4-FFF2-40B4-BE49-F238E27FC236}">
                      <a16:creationId xmlns:a16="http://schemas.microsoft.com/office/drawing/2014/main" id="{03C7DEFE-CEF6-45D9-A97C-4A14F441D5FB}"/>
                    </a:ext>
                  </a:extLst>
                </p:cNvPr>
                <p:cNvSpPr/>
                <p:nvPr/>
              </p:nvSpPr>
              <p:spPr>
                <a:xfrm>
                  <a:off x="3184758" y="4580780"/>
                  <a:ext cx="568103" cy="1566020"/>
                </a:xfrm>
                <a:custGeom>
                  <a:avLst/>
                  <a:gdLst>
                    <a:gd name="connsiteX0" fmla="*/ 432025 w 538429"/>
                    <a:gd name="connsiteY0" fmla="*/ 0 h 1484224"/>
                    <a:gd name="connsiteX1" fmla="*/ 538429 w 538429"/>
                    <a:gd name="connsiteY1" fmla="*/ 61432 h 1484224"/>
                    <a:gd name="connsiteX2" fmla="*/ 461359 w 538429"/>
                    <a:gd name="connsiteY2" fmla="*/ 188876 h 1484224"/>
                    <a:gd name="connsiteX3" fmla="*/ 122880 w 538429"/>
                    <a:gd name="connsiteY3" fmla="*/ 1484223 h 1484224"/>
                    <a:gd name="connsiteX4" fmla="*/ 122880 w 538429"/>
                    <a:gd name="connsiteY4" fmla="*/ 1484224 h 1484224"/>
                    <a:gd name="connsiteX5" fmla="*/ 0 w 538429"/>
                    <a:gd name="connsiteY5" fmla="*/ 1484224 h 1484224"/>
                    <a:gd name="connsiteX6" fmla="*/ 354208 w 538429"/>
                    <a:gd name="connsiteY6" fmla="*/ 128679 h 1484224"/>
                    <a:gd name="connsiteX7" fmla="*/ 432025 w 538429"/>
                    <a:gd name="connsiteY7" fmla="*/ 0 h 14842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8429" h="1484224">
                      <a:moveTo>
                        <a:pt x="432025" y="0"/>
                      </a:moveTo>
                      <a:lnTo>
                        <a:pt x="538429" y="61432"/>
                      </a:lnTo>
                      <a:lnTo>
                        <a:pt x="461359" y="188876"/>
                      </a:lnTo>
                      <a:cubicBezTo>
                        <a:pt x="245829" y="571697"/>
                        <a:pt x="122880" y="1013602"/>
                        <a:pt x="122880" y="1484223"/>
                      </a:cubicBezTo>
                      <a:lnTo>
                        <a:pt x="122880" y="1484224"/>
                      </a:lnTo>
                      <a:lnTo>
                        <a:pt x="0" y="1484224"/>
                      </a:lnTo>
                      <a:cubicBezTo>
                        <a:pt x="0" y="991732"/>
                        <a:pt x="128663" y="529291"/>
                        <a:pt x="354208" y="128679"/>
                      </a:cubicBezTo>
                      <a:lnTo>
                        <a:pt x="432025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8" name="íṣľiḓé">
                  <a:extLst>
                    <a:ext uri="{FF2B5EF4-FFF2-40B4-BE49-F238E27FC236}">
                      <a16:creationId xmlns:a16="http://schemas.microsoft.com/office/drawing/2014/main" id="{EE779894-F567-4702-B9F5-ED7EAD1DBDD7}"/>
                    </a:ext>
                  </a:extLst>
                </p:cNvPr>
                <p:cNvSpPr/>
                <p:nvPr/>
              </p:nvSpPr>
              <p:spPr>
                <a:xfrm>
                  <a:off x="7568221" y="3382067"/>
                  <a:ext cx="1178759" cy="1097764"/>
                </a:xfrm>
                <a:custGeom>
                  <a:avLst/>
                  <a:gdLst>
                    <a:gd name="connsiteX0" fmla="*/ 61423 w 1034244"/>
                    <a:gd name="connsiteY0" fmla="*/ 0 h 963179"/>
                    <a:gd name="connsiteX1" fmla="*/ 186642 w 1034244"/>
                    <a:gd name="connsiteY1" fmla="*/ 73008 h 963179"/>
                    <a:gd name="connsiteX2" fmla="*/ 1017905 w 1034244"/>
                    <a:gd name="connsiteY2" fmla="*/ 874890 h 963179"/>
                    <a:gd name="connsiteX3" fmla="*/ 1034244 w 1034244"/>
                    <a:gd name="connsiteY3" fmla="*/ 901785 h 963179"/>
                    <a:gd name="connsiteX4" fmla="*/ 927907 w 1034244"/>
                    <a:gd name="connsiteY4" fmla="*/ 963179 h 963179"/>
                    <a:gd name="connsiteX5" fmla="*/ 916008 w 1034244"/>
                    <a:gd name="connsiteY5" fmla="*/ 943593 h 963179"/>
                    <a:gd name="connsiteX6" fmla="*/ 121660 w 1034244"/>
                    <a:gd name="connsiteY6" fmla="*/ 177321 h 963179"/>
                    <a:gd name="connsiteX7" fmla="*/ 0 w 1034244"/>
                    <a:gd name="connsiteY7" fmla="*/ 106388 h 963179"/>
                    <a:gd name="connsiteX8" fmla="*/ 61423 w 1034244"/>
                    <a:gd name="connsiteY8" fmla="*/ 0 h 963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34244" h="963179">
                      <a:moveTo>
                        <a:pt x="61423" y="0"/>
                      </a:moveTo>
                      <a:lnTo>
                        <a:pt x="186642" y="73008"/>
                      </a:lnTo>
                      <a:cubicBezTo>
                        <a:pt x="516793" y="279104"/>
                        <a:pt x="800352" y="552869"/>
                        <a:pt x="1017905" y="874890"/>
                      </a:cubicBezTo>
                      <a:lnTo>
                        <a:pt x="1034244" y="901785"/>
                      </a:lnTo>
                      <a:lnTo>
                        <a:pt x="927907" y="963179"/>
                      </a:lnTo>
                      <a:lnTo>
                        <a:pt x="916008" y="943593"/>
                      </a:lnTo>
                      <a:cubicBezTo>
                        <a:pt x="708116" y="635872"/>
                        <a:pt x="437150" y="374265"/>
                        <a:pt x="121660" y="177321"/>
                      </a:cubicBezTo>
                      <a:lnTo>
                        <a:pt x="0" y="106388"/>
                      </a:lnTo>
                      <a:lnTo>
                        <a:pt x="61423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49" name="iş1îḋe">
                  <a:extLst>
                    <a:ext uri="{FF2B5EF4-FFF2-40B4-BE49-F238E27FC236}">
                      <a16:creationId xmlns:a16="http://schemas.microsoft.com/office/drawing/2014/main" id="{584E3345-D392-469E-9CFC-0ADB627C221E}"/>
                    </a:ext>
                  </a:extLst>
                </p:cNvPr>
                <p:cNvSpPr/>
                <p:nvPr/>
              </p:nvSpPr>
              <p:spPr>
                <a:xfrm>
                  <a:off x="7451300" y="3591329"/>
                  <a:ext cx="1091243" cy="1016262"/>
                </a:xfrm>
                <a:custGeom>
                  <a:avLst/>
                  <a:gdLst>
                    <a:gd name="connsiteX0" fmla="*/ 61423 w 1034244"/>
                    <a:gd name="connsiteY0" fmla="*/ 0 h 963179"/>
                    <a:gd name="connsiteX1" fmla="*/ 186642 w 1034244"/>
                    <a:gd name="connsiteY1" fmla="*/ 73008 h 963179"/>
                    <a:gd name="connsiteX2" fmla="*/ 1017905 w 1034244"/>
                    <a:gd name="connsiteY2" fmla="*/ 874890 h 963179"/>
                    <a:gd name="connsiteX3" fmla="*/ 1034244 w 1034244"/>
                    <a:gd name="connsiteY3" fmla="*/ 901785 h 963179"/>
                    <a:gd name="connsiteX4" fmla="*/ 927907 w 1034244"/>
                    <a:gd name="connsiteY4" fmla="*/ 963179 h 963179"/>
                    <a:gd name="connsiteX5" fmla="*/ 916008 w 1034244"/>
                    <a:gd name="connsiteY5" fmla="*/ 943593 h 963179"/>
                    <a:gd name="connsiteX6" fmla="*/ 121660 w 1034244"/>
                    <a:gd name="connsiteY6" fmla="*/ 177321 h 963179"/>
                    <a:gd name="connsiteX7" fmla="*/ 0 w 1034244"/>
                    <a:gd name="connsiteY7" fmla="*/ 106388 h 963179"/>
                    <a:gd name="connsiteX8" fmla="*/ 61423 w 1034244"/>
                    <a:gd name="connsiteY8" fmla="*/ 0 h 963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034244" h="963179">
                      <a:moveTo>
                        <a:pt x="61423" y="0"/>
                      </a:moveTo>
                      <a:lnTo>
                        <a:pt x="186642" y="73008"/>
                      </a:lnTo>
                      <a:cubicBezTo>
                        <a:pt x="516793" y="279104"/>
                        <a:pt x="800352" y="552869"/>
                        <a:pt x="1017905" y="874890"/>
                      </a:cubicBezTo>
                      <a:lnTo>
                        <a:pt x="1034244" y="901785"/>
                      </a:lnTo>
                      <a:lnTo>
                        <a:pt x="927907" y="963179"/>
                      </a:lnTo>
                      <a:lnTo>
                        <a:pt x="916008" y="943593"/>
                      </a:lnTo>
                      <a:cubicBezTo>
                        <a:pt x="708116" y="635872"/>
                        <a:pt x="437150" y="374265"/>
                        <a:pt x="121660" y="177321"/>
                      </a:cubicBezTo>
                      <a:lnTo>
                        <a:pt x="0" y="106388"/>
                      </a:lnTo>
                      <a:lnTo>
                        <a:pt x="61423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50" name="ïŝḻïḑê">
                  <a:extLst>
                    <a:ext uri="{FF2B5EF4-FFF2-40B4-BE49-F238E27FC236}">
                      <a16:creationId xmlns:a16="http://schemas.microsoft.com/office/drawing/2014/main" id="{08C95C3A-175C-4B91-94DD-20F101241B98}"/>
                    </a:ext>
                  </a:extLst>
                </p:cNvPr>
                <p:cNvSpPr/>
                <p:nvPr/>
              </p:nvSpPr>
              <p:spPr>
                <a:xfrm>
                  <a:off x="8658621" y="4450869"/>
                  <a:ext cx="614118" cy="1688080"/>
                </a:xfrm>
                <a:custGeom>
                  <a:avLst/>
                  <a:gdLst>
                    <a:gd name="connsiteX0" fmla="*/ 106337 w 538828"/>
                    <a:gd name="connsiteY0" fmla="*/ 0 h 1481124"/>
                    <a:gd name="connsiteX1" fmla="*/ 204856 w 538828"/>
                    <a:gd name="connsiteY1" fmla="*/ 162168 h 1481124"/>
                    <a:gd name="connsiteX2" fmla="*/ 538828 w 538828"/>
                    <a:gd name="connsiteY2" fmla="*/ 1481124 h 1481124"/>
                    <a:gd name="connsiteX3" fmla="*/ 415945 w 538828"/>
                    <a:gd name="connsiteY3" fmla="*/ 1481124 h 1481124"/>
                    <a:gd name="connsiteX4" fmla="*/ 415945 w 538828"/>
                    <a:gd name="connsiteY4" fmla="*/ 1481123 h 1481124"/>
                    <a:gd name="connsiteX5" fmla="*/ 96804 w 538828"/>
                    <a:gd name="connsiteY5" fmla="*/ 220739 h 1481124"/>
                    <a:gd name="connsiteX6" fmla="*/ 0 w 538828"/>
                    <a:gd name="connsiteY6" fmla="*/ 61394 h 1481124"/>
                    <a:gd name="connsiteX7" fmla="*/ 106337 w 538828"/>
                    <a:gd name="connsiteY7" fmla="*/ 0 h 1481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8828" h="1481124">
                      <a:moveTo>
                        <a:pt x="106337" y="0"/>
                      </a:moveTo>
                      <a:lnTo>
                        <a:pt x="204856" y="162168"/>
                      </a:lnTo>
                      <a:cubicBezTo>
                        <a:pt x="417845" y="554245"/>
                        <a:pt x="538828" y="1003556"/>
                        <a:pt x="538828" y="1481124"/>
                      </a:cubicBezTo>
                      <a:lnTo>
                        <a:pt x="415945" y="1481124"/>
                      </a:lnTo>
                      <a:lnTo>
                        <a:pt x="415945" y="1481123"/>
                      </a:lnTo>
                      <a:cubicBezTo>
                        <a:pt x="415945" y="1024763"/>
                        <a:pt x="300335" y="595405"/>
                        <a:pt x="96804" y="220739"/>
                      </a:cubicBezTo>
                      <a:lnTo>
                        <a:pt x="0" y="61394"/>
                      </a:lnTo>
                      <a:lnTo>
                        <a:pt x="106337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  <p:sp>
              <p:nvSpPr>
                <p:cNvPr id="51" name="iṥļiḋè">
                  <a:extLst>
                    <a:ext uri="{FF2B5EF4-FFF2-40B4-BE49-F238E27FC236}">
                      <a16:creationId xmlns:a16="http://schemas.microsoft.com/office/drawing/2014/main" id="{65942BC4-C93F-46D4-9307-A340F03F3AA3}"/>
                    </a:ext>
                  </a:extLst>
                </p:cNvPr>
                <p:cNvSpPr/>
                <p:nvPr/>
              </p:nvSpPr>
              <p:spPr>
                <a:xfrm>
                  <a:off x="8460745" y="4580779"/>
                  <a:ext cx="568523" cy="1562750"/>
                </a:xfrm>
                <a:custGeom>
                  <a:avLst/>
                  <a:gdLst>
                    <a:gd name="connsiteX0" fmla="*/ 106337 w 538828"/>
                    <a:gd name="connsiteY0" fmla="*/ 0 h 1481124"/>
                    <a:gd name="connsiteX1" fmla="*/ 204856 w 538828"/>
                    <a:gd name="connsiteY1" fmla="*/ 162168 h 1481124"/>
                    <a:gd name="connsiteX2" fmla="*/ 538828 w 538828"/>
                    <a:gd name="connsiteY2" fmla="*/ 1481124 h 1481124"/>
                    <a:gd name="connsiteX3" fmla="*/ 415945 w 538828"/>
                    <a:gd name="connsiteY3" fmla="*/ 1481124 h 1481124"/>
                    <a:gd name="connsiteX4" fmla="*/ 415945 w 538828"/>
                    <a:gd name="connsiteY4" fmla="*/ 1481123 h 1481124"/>
                    <a:gd name="connsiteX5" fmla="*/ 96804 w 538828"/>
                    <a:gd name="connsiteY5" fmla="*/ 220739 h 1481124"/>
                    <a:gd name="connsiteX6" fmla="*/ 0 w 538828"/>
                    <a:gd name="connsiteY6" fmla="*/ 61394 h 1481124"/>
                    <a:gd name="connsiteX7" fmla="*/ 106337 w 538828"/>
                    <a:gd name="connsiteY7" fmla="*/ 0 h 1481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538828" h="1481124">
                      <a:moveTo>
                        <a:pt x="106337" y="0"/>
                      </a:moveTo>
                      <a:lnTo>
                        <a:pt x="204856" y="162168"/>
                      </a:lnTo>
                      <a:cubicBezTo>
                        <a:pt x="417845" y="554245"/>
                        <a:pt x="538828" y="1003556"/>
                        <a:pt x="538828" y="1481124"/>
                      </a:cubicBezTo>
                      <a:lnTo>
                        <a:pt x="415945" y="1481124"/>
                      </a:lnTo>
                      <a:lnTo>
                        <a:pt x="415945" y="1481123"/>
                      </a:lnTo>
                      <a:cubicBezTo>
                        <a:pt x="415945" y="1024763"/>
                        <a:pt x="300335" y="595405"/>
                        <a:pt x="96804" y="220739"/>
                      </a:cubicBezTo>
                      <a:lnTo>
                        <a:pt x="0" y="61394"/>
                      </a:lnTo>
                      <a:lnTo>
                        <a:pt x="106337" y="0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en-US"/>
                </a:p>
              </p:txBody>
            </p:sp>
          </p:grp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484EBAD6-D9EE-47F4-A4E3-8B33EECA5C7C}"/>
                  </a:ext>
                </a:extLst>
              </p:cNvPr>
              <p:cNvCxnSpPr/>
              <p:nvPr/>
            </p:nvCxnSpPr>
            <p:spPr>
              <a:xfrm>
                <a:off x="1979977" y="6146800"/>
                <a:ext cx="8232046" cy="0"/>
              </a:xfrm>
              <a:prstGeom prst="line">
                <a:avLst/>
              </a:prstGeom>
              <a:ln w="28575">
                <a:solidFill>
                  <a:schemeClr val="bg1">
                    <a:lumMod val="75000"/>
                  </a:schemeClr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îšlîďê">
                <a:extLst>
                  <a:ext uri="{FF2B5EF4-FFF2-40B4-BE49-F238E27FC236}">
                    <a16:creationId xmlns:a16="http://schemas.microsoft.com/office/drawing/2014/main" id="{7A218143-5D27-4554-9130-FACC2B7D57EE}"/>
                  </a:ext>
                </a:extLst>
              </p:cNvPr>
              <p:cNvSpPr/>
              <p:nvPr/>
            </p:nvSpPr>
            <p:spPr bwMode="auto">
              <a:xfrm>
                <a:off x="5238751" y="3923464"/>
                <a:ext cx="1714500" cy="2223336"/>
              </a:xfrm>
              <a:custGeom>
                <a:avLst/>
                <a:gdLst>
                  <a:gd name="T0" fmla="*/ 128 w 2496"/>
                  <a:gd name="T1" fmla="*/ 576 h 3243"/>
                  <a:gd name="T2" fmla="*/ 102 w 2496"/>
                  <a:gd name="T3" fmla="*/ 528 h 3243"/>
                  <a:gd name="T4" fmla="*/ 96 w 2496"/>
                  <a:gd name="T5" fmla="*/ 491 h 3243"/>
                  <a:gd name="T6" fmla="*/ 48 w 2496"/>
                  <a:gd name="T7" fmla="*/ 427 h 3243"/>
                  <a:gd name="T8" fmla="*/ 96 w 2496"/>
                  <a:gd name="T9" fmla="*/ 411 h 3243"/>
                  <a:gd name="T10" fmla="*/ 198 w 2496"/>
                  <a:gd name="T11" fmla="*/ 459 h 3243"/>
                  <a:gd name="T12" fmla="*/ 235 w 2496"/>
                  <a:gd name="T13" fmla="*/ 400 h 3243"/>
                  <a:gd name="T14" fmla="*/ 288 w 2496"/>
                  <a:gd name="T15" fmla="*/ 549 h 3243"/>
                  <a:gd name="T16" fmla="*/ 342 w 2496"/>
                  <a:gd name="T17" fmla="*/ 565 h 3243"/>
                  <a:gd name="T18" fmla="*/ 598 w 2496"/>
                  <a:gd name="T19" fmla="*/ 683 h 3243"/>
                  <a:gd name="T20" fmla="*/ 779 w 2496"/>
                  <a:gd name="T21" fmla="*/ 731 h 3243"/>
                  <a:gd name="T22" fmla="*/ 907 w 2496"/>
                  <a:gd name="T23" fmla="*/ 704 h 3243"/>
                  <a:gd name="T24" fmla="*/ 1136 w 2496"/>
                  <a:gd name="T25" fmla="*/ 677 h 3243"/>
                  <a:gd name="T26" fmla="*/ 1104 w 2496"/>
                  <a:gd name="T27" fmla="*/ 565 h 3243"/>
                  <a:gd name="T28" fmla="*/ 1104 w 2496"/>
                  <a:gd name="T29" fmla="*/ 261 h 3243"/>
                  <a:gd name="T30" fmla="*/ 1312 w 2496"/>
                  <a:gd name="T31" fmla="*/ 389 h 3243"/>
                  <a:gd name="T32" fmla="*/ 1318 w 2496"/>
                  <a:gd name="T33" fmla="*/ 560 h 3243"/>
                  <a:gd name="T34" fmla="*/ 1483 w 2496"/>
                  <a:gd name="T35" fmla="*/ 517 h 3243"/>
                  <a:gd name="T36" fmla="*/ 1755 w 2496"/>
                  <a:gd name="T37" fmla="*/ 528 h 3243"/>
                  <a:gd name="T38" fmla="*/ 2080 w 2496"/>
                  <a:gd name="T39" fmla="*/ 325 h 3243"/>
                  <a:gd name="T40" fmla="*/ 2203 w 2496"/>
                  <a:gd name="T41" fmla="*/ 128 h 3243"/>
                  <a:gd name="T42" fmla="*/ 2235 w 2496"/>
                  <a:gd name="T43" fmla="*/ 101 h 3243"/>
                  <a:gd name="T44" fmla="*/ 2411 w 2496"/>
                  <a:gd name="T45" fmla="*/ 0 h 3243"/>
                  <a:gd name="T46" fmla="*/ 2352 w 2496"/>
                  <a:gd name="T47" fmla="*/ 96 h 3243"/>
                  <a:gd name="T48" fmla="*/ 2470 w 2496"/>
                  <a:gd name="T49" fmla="*/ 32 h 3243"/>
                  <a:gd name="T50" fmla="*/ 2448 w 2496"/>
                  <a:gd name="T51" fmla="*/ 85 h 3243"/>
                  <a:gd name="T52" fmla="*/ 2390 w 2496"/>
                  <a:gd name="T53" fmla="*/ 165 h 3243"/>
                  <a:gd name="T54" fmla="*/ 2480 w 2496"/>
                  <a:gd name="T55" fmla="*/ 165 h 3243"/>
                  <a:gd name="T56" fmla="*/ 2267 w 2496"/>
                  <a:gd name="T57" fmla="*/ 299 h 3243"/>
                  <a:gd name="T58" fmla="*/ 2208 w 2496"/>
                  <a:gd name="T59" fmla="*/ 416 h 3243"/>
                  <a:gd name="T60" fmla="*/ 1936 w 2496"/>
                  <a:gd name="T61" fmla="*/ 651 h 3243"/>
                  <a:gd name="T62" fmla="*/ 1654 w 2496"/>
                  <a:gd name="T63" fmla="*/ 992 h 3243"/>
                  <a:gd name="T64" fmla="*/ 1718 w 2496"/>
                  <a:gd name="T65" fmla="*/ 1605 h 3243"/>
                  <a:gd name="T66" fmla="*/ 1579 w 2496"/>
                  <a:gd name="T67" fmla="*/ 1595 h 3243"/>
                  <a:gd name="T68" fmla="*/ 1606 w 2496"/>
                  <a:gd name="T69" fmla="*/ 2235 h 3243"/>
                  <a:gd name="T70" fmla="*/ 1648 w 2496"/>
                  <a:gd name="T71" fmla="*/ 2709 h 3243"/>
                  <a:gd name="T72" fmla="*/ 1659 w 2496"/>
                  <a:gd name="T73" fmla="*/ 3029 h 3243"/>
                  <a:gd name="T74" fmla="*/ 1520 w 2496"/>
                  <a:gd name="T75" fmla="*/ 3200 h 3243"/>
                  <a:gd name="T76" fmla="*/ 1451 w 2496"/>
                  <a:gd name="T77" fmla="*/ 2987 h 3243"/>
                  <a:gd name="T78" fmla="*/ 1419 w 2496"/>
                  <a:gd name="T79" fmla="*/ 2485 h 3243"/>
                  <a:gd name="T80" fmla="*/ 1291 w 2496"/>
                  <a:gd name="T81" fmla="*/ 1931 h 3243"/>
                  <a:gd name="T82" fmla="*/ 1264 w 2496"/>
                  <a:gd name="T83" fmla="*/ 2400 h 3243"/>
                  <a:gd name="T84" fmla="*/ 1344 w 2496"/>
                  <a:gd name="T85" fmla="*/ 2928 h 3243"/>
                  <a:gd name="T86" fmla="*/ 1323 w 2496"/>
                  <a:gd name="T87" fmla="*/ 3131 h 3243"/>
                  <a:gd name="T88" fmla="*/ 992 w 2496"/>
                  <a:gd name="T89" fmla="*/ 3109 h 3243"/>
                  <a:gd name="T90" fmla="*/ 1142 w 2496"/>
                  <a:gd name="T91" fmla="*/ 2907 h 3243"/>
                  <a:gd name="T92" fmla="*/ 1078 w 2496"/>
                  <a:gd name="T93" fmla="*/ 2517 h 3243"/>
                  <a:gd name="T94" fmla="*/ 1003 w 2496"/>
                  <a:gd name="T95" fmla="*/ 2027 h 3243"/>
                  <a:gd name="T96" fmla="*/ 779 w 2496"/>
                  <a:gd name="T97" fmla="*/ 1653 h 3243"/>
                  <a:gd name="T98" fmla="*/ 848 w 2496"/>
                  <a:gd name="T99" fmla="*/ 923 h 3243"/>
                  <a:gd name="T100" fmla="*/ 267 w 2496"/>
                  <a:gd name="T101" fmla="*/ 640 h 32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496" h="3243">
                    <a:moveTo>
                      <a:pt x="256" y="629"/>
                    </a:moveTo>
                    <a:cubicBezTo>
                      <a:pt x="256" y="629"/>
                      <a:pt x="240" y="592"/>
                      <a:pt x="198" y="597"/>
                    </a:cubicBezTo>
                    <a:cubicBezTo>
                      <a:pt x="198" y="597"/>
                      <a:pt x="144" y="587"/>
                      <a:pt x="128" y="576"/>
                    </a:cubicBezTo>
                    <a:cubicBezTo>
                      <a:pt x="112" y="565"/>
                      <a:pt x="32" y="555"/>
                      <a:pt x="32" y="544"/>
                    </a:cubicBezTo>
                    <a:cubicBezTo>
                      <a:pt x="32" y="544"/>
                      <a:pt x="32" y="528"/>
                      <a:pt x="64" y="533"/>
                    </a:cubicBezTo>
                    <a:cubicBezTo>
                      <a:pt x="64" y="533"/>
                      <a:pt x="150" y="555"/>
                      <a:pt x="102" y="528"/>
                    </a:cubicBezTo>
                    <a:cubicBezTo>
                      <a:pt x="27" y="491"/>
                      <a:pt x="27" y="491"/>
                      <a:pt x="27" y="491"/>
                    </a:cubicBezTo>
                    <a:cubicBezTo>
                      <a:pt x="27" y="491"/>
                      <a:pt x="0" y="459"/>
                      <a:pt x="38" y="469"/>
                    </a:cubicBezTo>
                    <a:cubicBezTo>
                      <a:pt x="96" y="491"/>
                      <a:pt x="96" y="491"/>
                      <a:pt x="96" y="491"/>
                    </a:cubicBezTo>
                    <a:cubicBezTo>
                      <a:pt x="96" y="491"/>
                      <a:pt x="112" y="480"/>
                      <a:pt x="86" y="469"/>
                    </a:cubicBezTo>
                    <a:cubicBezTo>
                      <a:pt x="38" y="443"/>
                      <a:pt x="38" y="443"/>
                      <a:pt x="38" y="443"/>
                    </a:cubicBezTo>
                    <a:cubicBezTo>
                      <a:pt x="38" y="443"/>
                      <a:pt x="22" y="416"/>
                      <a:pt x="48" y="427"/>
                    </a:cubicBezTo>
                    <a:cubicBezTo>
                      <a:pt x="112" y="459"/>
                      <a:pt x="112" y="459"/>
                      <a:pt x="112" y="459"/>
                    </a:cubicBezTo>
                    <a:cubicBezTo>
                      <a:pt x="112" y="459"/>
                      <a:pt x="160" y="464"/>
                      <a:pt x="128" y="443"/>
                    </a:cubicBezTo>
                    <a:cubicBezTo>
                      <a:pt x="96" y="411"/>
                      <a:pt x="96" y="411"/>
                      <a:pt x="96" y="411"/>
                    </a:cubicBezTo>
                    <a:cubicBezTo>
                      <a:pt x="96" y="411"/>
                      <a:pt x="70" y="373"/>
                      <a:pt x="107" y="395"/>
                    </a:cubicBezTo>
                    <a:cubicBezTo>
                      <a:pt x="107" y="395"/>
                      <a:pt x="139" y="416"/>
                      <a:pt x="160" y="437"/>
                    </a:cubicBezTo>
                    <a:cubicBezTo>
                      <a:pt x="182" y="459"/>
                      <a:pt x="187" y="464"/>
                      <a:pt x="198" y="459"/>
                    </a:cubicBezTo>
                    <a:cubicBezTo>
                      <a:pt x="214" y="459"/>
                      <a:pt x="214" y="448"/>
                      <a:pt x="214" y="437"/>
                    </a:cubicBezTo>
                    <a:cubicBezTo>
                      <a:pt x="214" y="427"/>
                      <a:pt x="203" y="400"/>
                      <a:pt x="219" y="389"/>
                    </a:cubicBezTo>
                    <a:cubicBezTo>
                      <a:pt x="235" y="379"/>
                      <a:pt x="235" y="373"/>
                      <a:pt x="235" y="400"/>
                    </a:cubicBezTo>
                    <a:cubicBezTo>
                      <a:pt x="240" y="427"/>
                      <a:pt x="240" y="443"/>
                      <a:pt x="256" y="459"/>
                    </a:cubicBezTo>
                    <a:cubicBezTo>
                      <a:pt x="267" y="475"/>
                      <a:pt x="262" y="485"/>
                      <a:pt x="267" y="507"/>
                    </a:cubicBezTo>
                    <a:cubicBezTo>
                      <a:pt x="267" y="533"/>
                      <a:pt x="272" y="544"/>
                      <a:pt x="288" y="549"/>
                    </a:cubicBezTo>
                    <a:cubicBezTo>
                      <a:pt x="304" y="560"/>
                      <a:pt x="310" y="565"/>
                      <a:pt x="310" y="565"/>
                    </a:cubicBezTo>
                    <a:cubicBezTo>
                      <a:pt x="326" y="560"/>
                      <a:pt x="326" y="560"/>
                      <a:pt x="326" y="560"/>
                    </a:cubicBezTo>
                    <a:cubicBezTo>
                      <a:pt x="342" y="565"/>
                      <a:pt x="342" y="565"/>
                      <a:pt x="342" y="565"/>
                    </a:cubicBezTo>
                    <a:cubicBezTo>
                      <a:pt x="342" y="565"/>
                      <a:pt x="448" y="619"/>
                      <a:pt x="475" y="640"/>
                    </a:cubicBezTo>
                    <a:cubicBezTo>
                      <a:pt x="502" y="656"/>
                      <a:pt x="507" y="667"/>
                      <a:pt x="528" y="672"/>
                    </a:cubicBezTo>
                    <a:cubicBezTo>
                      <a:pt x="555" y="677"/>
                      <a:pt x="571" y="667"/>
                      <a:pt x="598" y="683"/>
                    </a:cubicBezTo>
                    <a:cubicBezTo>
                      <a:pt x="630" y="699"/>
                      <a:pt x="656" y="715"/>
                      <a:pt x="672" y="720"/>
                    </a:cubicBezTo>
                    <a:cubicBezTo>
                      <a:pt x="694" y="725"/>
                      <a:pt x="731" y="731"/>
                      <a:pt x="742" y="725"/>
                    </a:cubicBezTo>
                    <a:cubicBezTo>
                      <a:pt x="758" y="720"/>
                      <a:pt x="763" y="725"/>
                      <a:pt x="779" y="731"/>
                    </a:cubicBezTo>
                    <a:cubicBezTo>
                      <a:pt x="790" y="741"/>
                      <a:pt x="800" y="736"/>
                      <a:pt x="822" y="731"/>
                    </a:cubicBezTo>
                    <a:cubicBezTo>
                      <a:pt x="843" y="725"/>
                      <a:pt x="843" y="731"/>
                      <a:pt x="859" y="736"/>
                    </a:cubicBezTo>
                    <a:cubicBezTo>
                      <a:pt x="870" y="741"/>
                      <a:pt x="896" y="715"/>
                      <a:pt x="907" y="704"/>
                    </a:cubicBezTo>
                    <a:cubicBezTo>
                      <a:pt x="918" y="693"/>
                      <a:pt x="902" y="640"/>
                      <a:pt x="971" y="645"/>
                    </a:cubicBezTo>
                    <a:cubicBezTo>
                      <a:pt x="1040" y="645"/>
                      <a:pt x="1046" y="661"/>
                      <a:pt x="1078" y="667"/>
                    </a:cubicBezTo>
                    <a:cubicBezTo>
                      <a:pt x="1110" y="677"/>
                      <a:pt x="1120" y="699"/>
                      <a:pt x="1136" y="677"/>
                    </a:cubicBezTo>
                    <a:cubicBezTo>
                      <a:pt x="1152" y="656"/>
                      <a:pt x="1152" y="656"/>
                      <a:pt x="1152" y="656"/>
                    </a:cubicBezTo>
                    <a:cubicBezTo>
                      <a:pt x="1152" y="656"/>
                      <a:pt x="1131" y="619"/>
                      <a:pt x="1131" y="603"/>
                    </a:cubicBezTo>
                    <a:cubicBezTo>
                      <a:pt x="1131" y="581"/>
                      <a:pt x="1115" y="576"/>
                      <a:pt x="1104" y="565"/>
                    </a:cubicBezTo>
                    <a:cubicBezTo>
                      <a:pt x="1094" y="549"/>
                      <a:pt x="1003" y="464"/>
                      <a:pt x="1051" y="469"/>
                    </a:cubicBezTo>
                    <a:cubicBezTo>
                      <a:pt x="1051" y="469"/>
                      <a:pt x="1008" y="405"/>
                      <a:pt x="1035" y="357"/>
                    </a:cubicBezTo>
                    <a:cubicBezTo>
                      <a:pt x="1056" y="304"/>
                      <a:pt x="1051" y="272"/>
                      <a:pt x="1104" y="261"/>
                    </a:cubicBezTo>
                    <a:cubicBezTo>
                      <a:pt x="1158" y="251"/>
                      <a:pt x="1168" y="224"/>
                      <a:pt x="1216" y="256"/>
                    </a:cubicBezTo>
                    <a:cubicBezTo>
                      <a:pt x="1264" y="283"/>
                      <a:pt x="1280" y="293"/>
                      <a:pt x="1291" y="315"/>
                    </a:cubicBezTo>
                    <a:cubicBezTo>
                      <a:pt x="1302" y="336"/>
                      <a:pt x="1302" y="373"/>
                      <a:pt x="1312" y="389"/>
                    </a:cubicBezTo>
                    <a:cubicBezTo>
                      <a:pt x="1323" y="411"/>
                      <a:pt x="1344" y="421"/>
                      <a:pt x="1328" y="464"/>
                    </a:cubicBezTo>
                    <a:cubicBezTo>
                      <a:pt x="1328" y="464"/>
                      <a:pt x="1323" y="496"/>
                      <a:pt x="1312" y="501"/>
                    </a:cubicBezTo>
                    <a:cubicBezTo>
                      <a:pt x="1312" y="501"/>
                      <a:pt x="1318" y="544"/>
                      <a:pt x="1318" y="560"/>
                    </a:cubicBezTo>
                    <a:cubicBezTo>
                      <a:pt x="1355" y="597"/>
                      <a:pt x="1355" y="597"/>
                      <a:pt x="1355" y="597"/>
                    </a:cubicBezTo>
                    <a:cubicBezTo>
                      <a:pt x="1355" y="597"/>
                      <a:pt x="1403" y="619"/>
                      <a:pt x="1424" y="597"/>
                    </a:cubicBezTo>
                    <a:cubicBezTo>
                      <a:pt x="1451" y="581"/>
                      <a:pt x="1440" y="512"/>
                      <a:pt x="1483" y="517"/>
                    </a:cubicBezTo>
                    <a:cubicBezTo>
                      <a:pt x="1526" y="517"/>
                      <a:pt x="1526" y="544"/>
                      <a:pt x="1568" y="560"/>
                    </a:cubicBezTo>
                    <a:cubicBezTo>
                      <a:pt x="1606" y="571"/>
                      <a:pt x="1638" y="576"/>
                      <a:pt x="1670" y="565"/>
                    </a:cubicBezTo>
                    <a:cubicBezTo>
                      <a:pt x="1707" y="549"/>
                      <a:pt x="1744" y="539"/>
                      <a:pt x="1755" y="528"/>
                    </a:cubicBezTo>
                    <a:cubicBezTo>
                      <a:pt x="1771" y="517"/>
                      <a:pt x="1819" y="501"/>
                      <a:pt x="1846" y="496"/>
                    </a:cubicBezTo>
                    <a:cubicBezTo>
                      <a:pt x="1872" y="485"/>
                      <a:pt x="1931" y="459"/>
                      <a:pt x="1968" y="416"/>
                    </a:cubicBezTo>
                    <a:cubicBezTo>
                      <a:pt x="2011" y="368"/>
                      <a:pt x="2064" y="341"/>
                      <a:pt x="2080" y="325"/>
                    </a:cubicBezTo>
                    <a:cubicBezTo>
                      <a:pt x="2102" y="309"/>
                      <a:pt x="2139" y="261"/>
                      <a:pt x="2155" y="261"/>
                    </a:cubicBezTo>
                    <a:cubicBezTo>
                      <a:pt x="2155" y="261"/>
                      <a:pt x="2203" y="240"/>
                      <a:pt x="2203" y="213"/>
                    </a:cubicBezTo>
                    <a:cubicBezTo>
                      <a:pt x="2203" y="213"/>
                      <a:pt x="2192" y="144"/>
                      <a:pt x="2203" y="128"/>
                    </a:cubicBezTo>
                    <a:cubicBezTo>
                      <a:pt x="2208" y="107"/>
                      <a:pt x="2203" y="85"/>
                      <a:pt x="2198" y="75"/>
                    </a:cubicBezTo>
                    <a:cubicBezTo>
                      <a:pt x="2198" y="59"/>
                      <a:pt x="2182" y="32"/>
                      <a:pt x="2214" y="48"/>
                    </a:cubicBezTo>
                    <a:cubicBezTo>
                      <a:pt x="2246" y="69"/>
                      <a:pt x="2246" y="80"/>
                      <a:pt x="2235" y="101"/>
                    </a:cubicBezTo>
                    <a:cubicBezTo>
                      <a:pt x="2235" y="101"/>
                      <a:pt x="2235" y="123"/>
                      <a:pt x="2251" y="117"/>
                    </a:cubicBezTo>
                    <a:cubicBezTo>
                      <a:pt x="2262" y="112"/>
                      <a:pt x="2304" y="91"/>
                      <a:pt x="2315" y="85"/>
                    </a:cubicBezTo>
                    <a:cubicBezTo>
                      <a:pt x="2326" y="75"/>
                      <a:pt x="2384" y="0"/>
                      <a:pt x="2411" y="0"/>
                    </a:cubicBezTo>
                    <a:cubicBezTo>
                      <a:pt x="2432" y="5"/>
                      <a:pt x="2416" y="11"/>
                      <a:pt x="2411" y="21"/>
                    </a:cubicBezTo>
                    <a:cubicBezTo>
                      <a:pt x="2400" y="32"/>
                      <a:pt x="2384" y="48"/>
                      <a:pt x="2374" y="59"/>
                    </a:cubicBezTo>
                    <a:cubicBezTo>
                      <a:pt x="2363" y="64"/>
                      <a:pt x="2352" y="96"/>
                      <a:pt x="2352" y="96"/>
                    </a:cubicBezTo>
                    <a:cubicBezTo>
                      <a:pt x="2352" y="96"/>
                      <a:pt x="2368" y="85"/>
                      <a:pt x="2384" y="75"/>
                    </a:cubicBezTo>
                    <a:cubicBezTo>
                      <a:pt x="2400" y="64"/>
                      <a:pt x="2422" y="48"/>
                      <a:pt x="2438" y="43"/>
                    </a:cubicBezTo>
                    <a:cubicBezTo>
                      <a:pt x="2448" y="37"/>
                      <a:pt x="2459" y="21"/>
                      <a:pt x="2470" y="32"/>
                    </a:cubicBezTo>
                    <a:cubicBezTo>
                      <a:pt x="2480" y="43"/>
                      <a:pt x="2475" y="48"/>
                      <a:pt x="2459" y="59"/>
                    </a:cubicBezTo>
                    <a:cubicBezTo>
                      <a:pt x="2443" y="69"/>
                      <a:pt x="2374" y="123"/>
                      <a:pt x="2374" y="133"/>
                    </a:cubicBezTo>
                    <a:cubicBezTo>
                      <a:pt x="2379" y="144"/>
                      <a:pt x="2432" y="96"/>
                      <a:pt x="2448" y="85"/>
                    </a:cubicBezTo>
                    <a:cubicBezTo>
                      <a:pt x="2464" y="80"/>
                      <a:pt x="2480" y="64"/>
                      <a:pt x="2486" y="75"/>
                    </a:cubicBezTo>
                    <a:cubicBezTo>
                      <a:pt x="2486" y="85"/>
                      <a:pt x="2491" y="91"/>
                      <a:pt x="2464" y="107"/>
                    </a:cubicBezTo>
                    <a:cubicBezTo>
                      <a:pt x="2443" y="123"/>
                      <a:pt x="2395" y="149"/>
                      <a:pt x="2390" y="165"/>
                    </a:cubicBezTo>
                    <a:cubicBezTo>
                      <a:pt x="2379" y="181"/>
                      <a:pt x="2390" y="181"/>
                      <a:pt x="2406" y="181"/>
                    </a:cubicBezTo>
                    <a:cubicBezTo>
                      <a:pt x="2416" y="181"/>
                      <a:pt x="2438" y="171"/>
                      <a:pt x="2454" y="160"/>
                    </a:cubicBezTo>
                    <a:cubicBezTo>
                      <a:pt x="2470" y="149"/>
                      <a:pt x="2496" y="149"/>
                      <a:pt x="2480" y="165"/>
                    </a:cubicBezTo>
                    <a:cubicBezTo>
                      <a:pt x="2470" y="181"/>
                      <a:pt x="2448" y="192"/>
                      <a:pt x="2422" y="203"/>
                    </a:cubicBezTo>
                    <a:cubicBezTo>
                      <a:pt x="2390" y="213"/>
                      <a:pt x="2379" y="213"/>
                      <a:pt x="2352" y="235"/>
                    </a:cubicBezTo>
                    <a:cubicBezTo>
                      <a:pt x="2320" y="256"/>
                      <a:pt x="2294" y="288"/>
                      <a:pt x="2267" y="299"/>
                    </a:cubicBezTo>
                    <a:cubicBezTo>
                      <a:pt x="2240" y="309"/>
                      <a:pt x="2251" y="288"/>
                      <a:pt x="2240" y="320"/>
                    </a:cubicBezTo>
                    <a:cubicBezTo>
                      <a:pt x="2230" y="357"/>
                      <a:pt x="2251" y="373"/>
                      <a:pt x="2251" y="373"/>
                    </a:cubicBezTo>
                    <a:cubicBezTo>
                      <a:pt x="2251" y="373"/>
                      <a:pt x="2256" y="373"/>
                      <a:pt x="2208" y="416"/>
                    </a:cubicBezTo>
                    <a:cubicBezTo>
                      <a:pt x="2160" y="459"/>
                      <a:pt x="2091" y="539"/>
                      <a:pt x="2064" y="560"/>
                    </a:cubicBezTo>
                    <a:cubicBezTo>
                      <a:pt x="2043" y="581"/>
                      <a:pt x="2006" y="581"/>
                      <a:pt x="1984" y="608"/>
                    </a:cubicBezTo>
                    <a:cubicBezTo>
                      <a:pt x="1958" y="629"/>
                      <a:pt x="1958" y="635"/>
                      <a:pt x="1936" y="651"/>
                    </a:cubicBezTo>
                    <a:cubicBezTo>
                      <a:pt x="1920" y="667"/>
                      <a:pt x="1819" y="704"/>
                      <a:pt x="1776" y="725"/>
                    </a:cubicBezTo>
                    <a:cubicBezTo>
                      <a:pt x="1734" y="747"/>
                      <a:pt x="1670" y="752"/>
                      <a:pt x="1654" y="811"/>
                    </a:cubicBezTo>
                    <a:cubicBezTo>
                      <a:pt x="1638" y="869"/>
                      <a:pt x="1643" y="912"/>
                      <a:pt x="1654" y="992"/>
                    </a:cubicBezTo>
                    <a:cubicBezTo>
                      <a:pt x="1659" y="1072"/>
                      <a:pt x="1686" y="1216"/>
                      <a:pt x="1691" y="1280"/>
                    </a:cubicBezTo>
                    <a:cubicBezTo>
                      <a:pt x="1696" y="1344"/>
                      <a:pt x="1696" y="1413"/>
                      <a:pt x="1702" y="1461"/>
                    </a:cubicBezTo>
                    <a:cubicBezTo>
                      <a:pt x="1707" y="1509"/>
                      <a:pt x="1718" y="1605"/>
                      <a:pt x="1718" y="1605"/>
                    </a:cubicBezTo>
                    <a:cubicBezTo>
                      <a:pt x="1718" y="1605"/>
                      <a:pt x="1664" y="1643"/>
                      <a:pt x="1643" y="1579"/>
                    </a:cubicBezTo>
                    <a:cubicBezTo>
                      <a:pt x="1616" y="1509"/>
                      <a:pt x="1643" y="1568"/>
                      <a:pt x="1643" y="1568"/>
                    </a:cubicBezTo>
                    <a:cubicBezTo>
                      <a:pt x="1643" y="1568"/>
                      <a:pt x="1595" y="1595"/>
                      <a:pt x="1579" y="1595"/>
                    </a:cubicBezTo>
                    <a:cubicBezTo>
                      <a:pt x="1579" y="1595"/>
                      <a:pt x="1574" y="1653"/>
                      <a:pt x="1584" y="1707"/>
                    </a:cubicBezTo>
                    <a:cubicBezTo>
                      <a:pt x="1595" y="1765"/>
                      <a:pt x="1590" y="1883"/>
                      <a:pt x="1600" y="1979"/>
                    </a:cubicBezTo>
                    <a:cubicBezTo>
                      <a:pt x="1611" y="2080"/>
                      <a:pt x="1600" y="2160"/>
                      <a:pt x="1606" y="2235"/>
                    </a:cubicBezTo>
                    <a:cubicBezTo>
                      <a:pt x="1611" y="2309"/>
                      <a:pt x="1584" y="2283"/>
                      <a:pt x="1600" y="2352"/>
                    </a:cubicBezTo>
                    <a:cubicBezTo>
                      <a:pt x="1622" y="2427"/>
                      <a:pt x="1632" y="2485"/>
                      <a:pt x="1643" y="2560"/>
                    </a:cubicBezTo>
                    <a:cubicBezTo>
                      <a:pt x="1654" y="2629"/>
                      <a:pt x="1654" y="2661"/>
                      <a:pt x="1648" y="2709"/>
                    </a:cubicBezTo>
                    <a:cubicBezTo>
                      <a:pt x="1643" y="2757"/>
                      <a:pt x="1643" y="2832"/>
                      <a:pt x="1638" y="2880"/>
                    </a:cubicBezTo>
                    <a:cubicBezTo>
                      <a:pt x="1638" y="2928"/>
                      <a:pt x="1632" y="2944"/>
                      <a:pt x="1659" y="2976"/>
                    </a:cubicBezTo>
                    <a:cubicBezTo>
                      <a:pt x="1686" y="3008"/>
                      <a:pt x="1670" y="3008"/>
                      <a:pt x="1659" y="3029"/>
                    </a:cubicBezTo>
                    <a:cubicBezTo>
                      <a:pt x="1648" y="3056"/>
                      <a:pt x="1632" y="3083"/>
                      <a:pt x="1632" y="3083"/>
                    </a:cubicBezTo>
                    <a:cubicBezTo>
                      <a:pt x="1632" y="3083"/>
                      <a:pt x="1696" y="3173"/>
                      <a:pt x="1664" y="3211"/>
                    </a:cubicBezTo>
                    <a:cubicBezTo>
                      <a:pt x="1664" y="3211"/>
                      <a:pt x="1542" y="3243"/>
                      <a:pt x="1520" y="3200"/>
                    </a:cubicBezTo>
                    <a:cubicBezTo>
                      <a:pt x="1520" y="3200"/>
                      <a:pt x="1494" y="3141"/>
                      <a:pt x="1504" y="3109"/>
                    </a:cubicBezTo>
                    <a:cubicBezTo>
                      <a:pt x="1504" y="3109"/>
                      <a:pt x="1467" y="3051"/>
                      <a:pt x="1451" y="3029"/>
                    </a:cubicBezTo>
                    <a:cubicBezTo>
                      <a:pt x="1440" y="3013"/>
                      <a:pt x="1430" y="2997"/>
                      <a:pt x="1451" y="2987"/>
                    </a:cubicBezTo>
                    <a:cubicBezTo>
                      <a:pt x="1472" y="2976"/>
                      <a:pt x="1472" y="2971"/>
                      <a:pt x="1462" y="2928"/>
                    </a:cubicBezTo>
                    <a:cubicBezTo>
                      <a:pt x="1456" y="2880"/>
                      <a:pt x="1435" y="2720"/>
                      <a:pt x="1430" y="2661"/>
                    </a:cubicBezTo>
                    <a:cubicBezTo>
                      <a:pt x="1430" y="2603"/>
                      <a:pt x="1419" y="2544"/>
                      <a:pt x="1419" y="2485"/>
                    </a:cubicBezTo>
                    <a:cubicBezTo>
                      <a:pt x="1414" y="2427"/>
                      <a:pt x="1414" y="2395"/>
                      <a:pt x="1398" y="2331"/>
                    </a:cubicBezTo>
                    <a:cubicBezTo>
                      <a:pt x="1387" y="2261"/>
                      <a:pt x="1355" y="2139"/>
                      <a:pt x="1344" y="2096"/>
                    </a:cubicBezTo>
                    <a:cubicBezTo>
                      <a:pt x="1334" y="2048"/>
                      <a:pt x="1302" y="1861"/>
                      <a:pt x="1291" y="1931"/>
                    </a:cubicBezTo>
                    <a:cubicBezTo>
                      <a:pt x="1291" y="1931"/>
                      <a:pt x="1270" y="2091"/>
                      <a:pt x="1275" y="2165"/>
                    </a:cubicBezTo>
                    <a:cubicBezTo>
                      <a:pt x="1280" y="2240"/>
                      <a:pt x="1270" y="2277"/>
                      <a:pt x="1264" y="2309"/>
                    </a:cubicBezTo>
                    <a:cubicBezTo>
                      <a:pt x="1254" y="2347"/>
                      <a:pt x="1254" y="2347"/>
                      <a:pt x="1264" y="2400"/>
                    </a:cubicBezTo>
                    <a:cubicBezTo>
                      <a:pt x="1275" y="2459"/>
                      <a:pt x="1286" y="2539"/>
                      <a:pt x="1291" y="2597"/>
                    </a:cubicBezTo>
                    <a:cubicBezTo>
                      <a:pt x="1302" y="2656"/>
                      <a:pt x="1296" y="2779"/>
                      <a:pt x="1312" y="2832"/>
                    </a:cubicBezTo>
                    <a:cubicBezTo>
                      <a:pt x="1334" y="2880"/>
                      <a:pt x="1355" y="2896"/>
                      <a:pt x="1344" y="2928"/>
                    </a:cubicBezTo>
                    <a:cubicBezTo>
                      <a:pt x="1339" y="2965"/>
                      <a:pt x="1318" y="2960"/>
                      <a:pt x="1323" y="2981"/>
                    </a:cubicBezTo>
                    <a:cubicBezTo>
                      <a:pt x="1328" y="3003"/>
                      <a:pt x="1339" y="3019"/>
                      <a:pt x="1339" y="3035"/>
                    </a:cubicBezTo>
                    <a:cubicBezTo>
                      <a:pt x="1339" y="3051"/>
                      <a:pt x="1344" y="3115"/>
                      <a:pt x="1323" y="3131"/>
                    </a:cubicBezTo>
                    <a:cubicBezTo>
                      <a:pt x="1323" y="3131"/>
                      <a:pt x="1216" y="3120"/>
                      <a:pt x="1174" y="3136"/>
                    </a:cubicBezTo>
                    <a:cubicBezTo>
                      <a:pt x="1174" y="3136"/>
                      <a:pt x="1003" y="3168"/>
                      <a:pt x="955" y="3131"/>
                    </a:cubicBezTo>
                    <a:cubicBezTo>
                      <a:pt x="955" y="3131"/>
                      <a:pt x="912" y="3104"/>
                      <a:pt x="992" y="3109"/>
                    </a:cubicBezTo>
                    <a:cubicBezTo>
                      <a:pt x="992" y="3109"/>
                      <a:pt x="1019" y="3115"/>
                      <a:pt x="1067" y="3067"/>
                    </a:cubicBezTo>
                    <a:cubicBezTo>
                      <a:pt x="1120" y="3019"/>
                      <a:pt x="1115" y="3029"/>
                      <a:pt x="1131" y="2997"/>
                    </a:cubicBezTo>
                    <a:cubicBezTo>
                      <a:pt x="1147" y="2965"/>
                      <a:pt x="1120" y="2917"/>
                      <a:pt x="1142" y="2907"/>
                    </a:cubicBezTo>
                    <a:cubicBezTo>
                      <a:pt x="1158" y="2896"/>
                      <a:pt x="1142" y="2885"/>
                      <a:pt x="1142" y="2859"/>
                    </a:cubicBezTo>
                    <a:cubicBezTo>
                      <a:pt x="1142" y="2827"/>
                      <a:pt x="1104" y="2677"/>
                      <a:pt x="1094" y="2635"/>
                    </a:cubicBezTo>
                    <a:cubicBezTo>
                      <a:pt x="1083" y="2592"/>
                      <a:pt x="1083" y="2555"/>
                      <a:pt x="1078" y="2517"/>
                    </a:cubicBezTo>
                    <a:cubicBezTo>
                      <a:pt x="1072" y="2480"/>
                      <a:pt x="1051" y="2491"/>
                      <a:pt x="1056" y="2448"/>
                    </a:cubicBezTo>
                    <a:cubicBezTo>
                      <a:pt x="1067" y="2405"/>
                      <a:pt x="1051" y="2288"/>
                      <a:pt x="1040" y="2219"/>
                    </a:cubicBezTo>
                    <a:cubicBezTo>
                      <a:pt x="1030" y="2155"/>
                      <a:pt x="1003" y="2091"/>
                      <a:pt x="1003" y="2027"/>
                    </a:cubicBezTo>
                    <a:cubicBezTo>
                      <a:pt x="1003" y="1963"/>
                      <a:pt x="976" y="1739"/>
                      <a:pt x="992" y="1696"/>
                    </a:cubicBezTo>
                    <a:cubicBezTo>
                      <a:pt x="870" y="1728"/>
                      <a:pt x="870" y="1728"/>
                      <a:pt x="870" y="1728"/>
                    </a:cubicBezTo>
                    <a:cubicBezTo>
                      <a:pt x="870" y="1728"/>
                      <a:pt x="768" y="1749"/>
                      <a:pt x="779" y="1653"/>
                    </a:cubicBezTo>
                    <a:cubicBezTo>
                      <a:pt x="790" y="1557"/>
                      <a:pt x="795" y="1520"/>
                      <a:pt x="806" y="1483"/>
                    </a:cubicBezTo>
                    <a:cubicBezTo>
                      <a:pt x="816" y="1451"/>
                      <a:pt x="822" y="1232"/>
                      <a:pt x="827" y="1173"/>
                    </a:cubicBezTo>
                    <a:cubicBezTo>
                      <a:pt x="832" y="1109"/>
                      <a:pt x="859" y="939"/>
                      <a:pt x="848" y="923"/>
                    </a:cubicBezTo>
                    <a:cubicBezTo>
                      <a:pt x="848" y="923"/>
                      <a:pt x="747" y="917"/>
                      <a:pt x="710" y="901"/>
                    </a:cubicBezTo>
                    <a:cubicBezTo>
                      <a:pt x="667" y="885"/>
                      <a:pt x="320" y="747"/>
                      <a:pt x="272" y="688"/>
                    </a:cubicBezTo>
                    <a:cubicBezTo>
                      <a:pt x="272" y="688"/>
                      <a:pt x="256" y="651"/>
                      <a:pt x="267" y="640"/>
                    </a:cubicBezTo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rm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5" name="ïş1íḋè">
                <a:extLst>
                  <a:ext uri="{FF2B5EF4-FFF2-40B4-BE49-F238E27FC236}">
                    <a16:creationId xmlns:a16="http://schemas.microsoft.com/office/drawing/2014/main" id="{FD606CFF-7F46-498F-B4A1-8853732EBCC4}"/>
                  </a:ext>
                </a:extLst>
              </p:cNvPr>
              <p:cNvGrpSpPr/>
              <p:nvPr/>
            </p:nvGrpSpPr>
            <p:grpSpPr>
              <a:xfrm>
                <a:off x="3283624" y="4193233"/>
                <a:ext cx="636881" cy="636880"/>
                <a:chOff x="3283623" y="4193233"/>
                <a:chExt cx="636881" cy="636880"/>
              </a:xfrm>
            </p:grpSpPr>
            <p:sp>
              <p:nvSpPr>
                <p:cNvPr id="38" name="îŝļiḑé">
                  <a:extLst>
                    <a:ext uri="{FF2B5EF4-FFF2-40B4-BE49-F238E27FC236}">
                      <a16:creationId xmlns:a16="http://schemas.microsoft.com/office/drawing/2014/main" id="{2E1EC303-AD44-4A3D-98C9-E70C18CFF9BB}"/>
                    </a:ext>
                  </a:extLst>
                </p:cNvPr>
                <p:cNvSpPr/>
                <p:nvPr/>
              </p:nvSpPr>
              <p:spPr>
                <a:xfrm>
                  <a:off x="3283623" y="4193233"/>
                  <a:ext cx="636881" cy="636880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id-ID"/>
                </a:p>
              </p:txBody>
            </p:sp>
            <p:sp>
              <p:nvSpPr>
                <p:cNvPr id="39" name="íṧḷiḓê">
                  <a:extLst>
                    <a:ext uri="{FF2B5EF4-FFF2-40B4-BE49-F238E27FC236}">
                      <a16:creationId xmlns:a16="http://schemas.microsoft.com/office/drawing/2014/main" id="{6740BA6F-4495-4CAC-8E30-F896F5D2B906}"/>
                    </a:ext>
                  </a:extLst>
                </p:cNvPr>
                <p:cNvSpPr/>
                <p:nvPr/>
              </p:nvSpPr>
              <p:spPr>
                <a:xfrm>
                  <a:off x="3469340" y="4372734"/>
                  <a:ext cx="265446" cy="277878"/>
                </a:xfrm>
                <a:custGeom>
                  <a:avLst/>
                  <a:gdLst>
                    <a:gd name="T0" fmla="*/ 4199 w 4494"/>
                    <a:gd name="T1" fmla="*/ 3838 h 4712"/>
                    <a:gd name="T2" fmla="*/ 3932 w 4494"/>
                    <a:gd name="T3" fmla="*/ 2881 h 4712"/>
                    <a:gd name="T4" fmla="*/ 2447 w 4494"/>
                    <a:gd name="T5" fmla="*/ 2438 h 4712"/>
                    <a:gd name="T6" fmla="*/ 3263 w 4494"/>
                    <a:gd name="T7" fmla="*/ 2440 h 4712"/>
                    <a:gd name="T8" fmla="*/ 3263 w 4494"/>
                    <a:gd name="T9" fmla="*/ 897 h 4712"/>
                    <a:gd name="T10" fmla="*/ 2194 w 4494"/>
                    <a:gd name="T11" fmla="*/ 0 h 4712"/>
                    <a:gd name="T12" fmla="*/ 460 w 4494"/>
                    <a:gd name="T13" fmla="*/ 1619 h 4712"/>
                    <a:gd name="T14" fmla="*/ 2047 w 4494"/>
                    <a:gd name="T15" fmla="*/ 2438 h 4712"/>
                    <a:gd name="T16" fmla="*/ 562 w 4494"/>
                    <a:gd name="T17" fmla="*/ 2881 h 4712"/>
                    <a:gd name="T18" fmla="*/ 296 w 4494"/>
                    <a:gd name="T19" fmla="*/ 3838 h 4712"/>
                    <a:gd name="T20" fmla="*/ 0 w 4494"/>
                    <a:gd name="T21" fmla="*/ 3971 h 4712"/>
                    <a:gd name="T22" fmla="*/ 134 w 4494"/>
                    <a:gd name="T23" fmla="*/ 4712 h 4712"/>
                    <a:gd name="T24" fmla="*/ 991 w 4494"/>
                    <a:gd name="T25" fmla="*/ 4579 h 4712"/>
                    <a:gd name="T26" fmla="*/ 858 w 4494"/>
                    <a:gd name="T27" fmla="*/ 3838 h 4712"/>
                    <a:gd name="T28" fmla="*/ 696 w 4494"/>
                    <a:gd name="T29" fmla="*/ 3281 h 4712"/>
                    <a:gd name="T30" fmla="*/ 2047 w 4494"/>
                    <a:gd name="T31" fmla="*/ 3838 h 4712"/>
                    <a:gd name="T32" fmla="*/ 1752 w 4494"/>
                    <a:gd name="T33" fmla="*/ 3971 h 4712"/>
                    <a:gd name="T34" fmla="*/ 1885 w 4494"/>
                    <a:gd name="T35" fmla="*/ 4712 h 4712"/>
                    <a:gd name="T36" fmla="*/ 2742 w 4494"/>
                    <a:gd name="T37" fmla="*/ 4579 h 4712"/>
                    <a:gd name="T38" fmla="*/ 2609 w 4494"/>
                    <a:gd name="T39" fmla="*/ 3838 h 4712"/>
                    <a:gd name="T40" fmla="*/ 2447 w 4494"/>
                    <a:gd name="T41" fmla="*/ 3281 h 4712"/>
                    <a:gd name="T42" fmla="*/ 3799 w 4494"/>
                    <a:gd name="T43" fmla="*/ 3838 h 4712"/>
                    <a:gd name="T44" fmla="*/ 3503 w 4494"/>
                    <a:gd name="T45" fmla="*/ 3971 h 4712"/>
                    <a:gd name="T46" fmla="*/ 3637 w 4494"/>
                    <a:gd name="T47" fmla="*/ 4712 h 4712"/>
                    <a:gd name="T48" fmla="*/ 4494 w 4494"/>
                    <a:gd name="T49" fmla="*/ 4579 h 4712"/>
                    <a:gd name="T50" fmla="*/ 4360 w 4494"/>
                    <a:gd name="T51" fmla="*/ 3838 h 4712"/>
                    <a:gd name="T52" fmla="*/ 1278 w 4494"/>
                    <a:gd name="T53" fmla="*/ 1201 h 4712"/>
                    <a:gd name="T54" fmla="*/ 1288 w 4494"/>
                    <a:gd name="T55" fmla="*/ 1201 h 4712"/>
                    <a:gd name="T56" fmla="*/ 1311 w 4494"/>
                    <a:gd name="T57" fmla="*/ 1202 h 4712"/>
                    <a:gd name="T58" fmla="*/ 2194 w 4494"/>
                    <a:gd name="T59" fmla="*/ 400 h 4712"/>
                    <a:gd name="T60" fmla="*/ 2858 w 4494"/>
                    <a:gd name="T61" fmla="*/ 1073 h 4712"/>
                    <a:gd name="T62" fmla="*/ 2915 w 4494"/>
                    <a:gd name="T63" fmla="*/ 1252 h 4712"/>
                    <a:gd name="T64" fmla="*/ 3148 w 4494"/>
                    <a:gd name="T65" fmla="*/ 1315 h 4712"/>
                    <a:gd name="T66" fmla="*/ 3634 w 4494"/>
                    <a:gd name="T67" fmla="*/ 1668 h 4712"/>
                    <a:gd name="T68" fmla="*/ 2832 w 4494"/>
                    <a:gd name="T69" fmla="*/ 2039 h 4712"/>
                    <a:gd name="T70" fmla="*/ 1278 w 4494"/>
                    <a:gd name="T71" fmla="*/ 2038 h 4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494" h="4712">
                      <a:moveTo>
                        <a:pt x="4360" y="3838"/>
                      </a:moveTo>
                      <a:lnTo>
                        <a:pt x="4199" y="3838"/>
                      </a:lnTo>
                      <a:lnTo>
                        <a:pt x="4199" y="3148"/>
                      </a:lnTo>
                      <a:cubicBezTo>
                        <a:pt x="4199" y="3001"/>
                        <a:pt x="4079" y="2881"/>
                        <a:pt x="3932" y="2881"/>
                      </a:cubicBezTo>
                      <a:lnTo>
                        <a:pt x="2447" y="2881"/>
                      </a:lnTo>
                      <a:lnTo>
                        <a:pt x="2447" y="2438"/>
                      </a:lnTo>
                      <a:cubicBezTo>
                        <a:pt x="2520" y="2438"/>
                        <a:pt x="2675" y="2438"/>
                        <a:pt x="2831" y="2439"/>
                      </a:cubicBezTo>
                      <a:cubicBezTo>
                        <a:pt x="3043" y="2439"/>
                        <a:pt x="3256" y="2440"/>
                        <a:pt x="3263" y="2440"/>
                      </a:cubicBezTo>
                      <a:cubicBezTo>
                        <a:pt x="3688" y="2440"/>
                        <a:pt x="4034" y="2094"/>
                        <a:pt x="4034" y="1668"/>
                      </a:cubicBezTo>
                      <a:cubicBezTo>
                        <a:pt x="4034" y="1243"/>
                        <a:pt x="3688" y="897"/>
                        <a:pt x="3263" y="897"/>
                      </a:cubicBezTo>
                      <a:cubicBezTo>
                        <a:pt x="3257" y="897"/>
                        <a:pt x="3251" y="897"/>
                        <a:pt x="3245" y="897"/>
                      </a:cubicBezTo>
                      <a:cubicBezTo>
                        <a:pt x="3165" y="389"/>
                        <a:pt x="2724" y="0"/>
                        <a:pt x="2194" y="0"/>
                      </a:cubicBezTo>
                      <a:cubicBezTo>
                        <a:pt x="1698" y="0"/>
                        <a:pt x="1276" y="339"/>
                        <a:pt x="1161" y="809"/>
                      </a:cubicBezTo>
                      <a:cubicBezTo>
                        <a:pt x="765" y="866"/>
                        <a:pt x="460" y="1208"/>
                        <a:pt x="460" y="1619"/>
                      </a:cubicBezTo>
                      <a:cubicBezTo>
                        <a:pt x="460" y="2071"/>
                        <a:pt x="827" y="2438"/>
                        <a:pt x="1278" y="2438"/>
                      </a:cubicBezTo>
                      <a:lnTo>
                        <a:pt x="2047" y="2438"/>
                      </a:lnTo>
                      <a:lnTo>
                        <a:pt x="2047" y="2881"/>
                      </a:lnTo>
                      <a:lnTo>
                        <a:pt x="562" y="2881"/>
                      </a:lnTo>
                      <a:cubicBezTo>
                        <a:pt x="415" y="2881"/>
                        <a:pt x="296" y="3001"/>
                        <a:pt x="296" y="3148"/>
                      </a:cubicBezTo>
                      <a:lnTo>
                        <a:pt x="296" y="3838"/>
                      </a:lnTo>
                      <a:lnTo>
                        <a:pt x="134" y="3838"/>
                      </a:lnTo>
                      <a:cubicBezTo>
                        <a:pt x="60" y="3838"/>
                        <a:pt x="0" y="3897"/>
                        <a:pt x="0" y="3971"/>
                      </a:cubicBezTo>
                      <a:lnTo>
                        <a:pt x="0" y="4579"/>
                      </a:lnTo>
                      <a:cubicBezTo>
                        <a:pt x="0" y="4652"/>
                        <a:pt x="60" y="4712"/>
                        <a:pt x="134" y="4712"/>
                      </a:cubicBezTo>
                      <a:lnTo>
                        <a:pt x="858" y="4712"/>
                      </a:lnTo>
                      <a:cubicBezTo>
                        <a:pt x="931" y="4712"/>
                        <a:pt x="991" y="4652"/>
                        <a:pt x="991" y="4579"/>
                      </a:cubicBezTo>
                      <a:lnTo>
                        <a:pt x="991" y="3971"/>
                      </a:lnTo>
                      <a:cubicBezTo>
                        <a:pt x="991" y="3897"/>
                        <a:pt x="931" y="3838"/>
                        <a:pt x="858" y="3838"/>
                      </a:cubicBezTo>
                      <a:lnTo>
                        <a:pt x="696" y="3838"/>
                      </a:lnTo>
                      <a:lnTo>
                        <a:pt x="696" y="3281"/>
                      </a:lnTo>
                      <a:lnTo>
                        <a:pt x="2047" y="3281"/>
                      </a:lnTo>
                      <a:lnTo>
                        <a:pt x="2047" y="3838"/>
                      </a:lnTo>
                      <a:lnTo>
                        <a:pt x="1885" y="3838"/>
                      </a:lnTo>
                      <a:cubicBezTo>
                        <a:pt x="1812" y="3838"/>
                        <a:pt x="1752" y="3897"/>
                        <a:pt x="1752" y="3971"/>
                      </a:cubicBezTo>
                      <a:lnTo>
                        <a:pt x="1752" y="4579"/>
                      </a:lnTo>
                      <a:cubicBezTo>
                        <a:pt x="1752" y="4652"/>
                        <a:pt x="1812" y="4712"/>
                        <a:pt x="1885" y="4712"/>
                      </a:cubicBezTo>
                      <a:lnTo>
                        <a:pt x="2609" y="4712"/>
                      </a:lnTo>
                      <a:cubicBezTo>
                        <a:pt x="2682" y="4712"/>
                        <a:pt x="2742" y="4652"/>
                        <a:pt x="2742" y="4579"/>
                      </a:cubicBezTo>
                      <a:lnTo>
                        <a:pt x="2742" y="3971"/>
                      </a:lnTo>
                      <a:cubicBezTo>
                        <a:pt x="2742" y="3897"/>
                        <a:pt x="2682" y="3838"/>
                        <a:pt x="2609" y="3838"/>
                      </a:cubicBezTo>
                      <a:lnTo>
                        <a:pt x="2447" y="3838"/>
                      </a:lnTo>
                      <a:lnTo>
                        <a:pt x="2447" y="3281"/>
                      </a:lnTo>
                      <a:lnTo>
                        <a:pt x="3799" y="3281"/>
                      </a:lnTo>
                      <a:lnTo>
                        <a:pt x="3799" y="3838"/>
                      </a:lnTo>
                      <a:lnTo>
                        <a:pt x="3637" y="3838"/>
                      </a:lnTo>
                      <a:cubicBezTo>
                        <a:pt x="3563" y="3838"/>
                        <a:pt x="3503" y="3897"/>
                        <a:pt x="3503" y="3971"/>
                      </a:cubicBezTo>
                      <a:lnTo>
                        <a:pt x="3503" y="4579"/>
                      </a:lnTo>
                      <a:cubicBezTo>
                        <a:pt x="3503" y="4652"/>
                        <a:pt x="3563" y="4712"/>
                        <a:pt x="3637" y="4712"/>
                      </a:cubicBezTo>
                      <a:lnTo>
                        <a:pt x="4360" y="4712"/>
                      </a:lnTo>
                      <a:cubicBezTo>
                        <a:pt x="4434" y="4712"/>
                        <a:pt x="4494" y="4652"/>
                        <a:pt x="4494" y="4579"/>
                      </a:cubicBezTo>
                      <a:lnTo>
                        <a:pt x="4494" y="3971"/>
                      </a:lnTo>
                      <a:cubicBezTo>
                        <a:pt x="4494" y="3897"/>
                        <a:pt x="4434" y="3838"/>
                        <a:pt x="4360" y="3838"/>
                      </a:cubicBezTo>
                      <a:close/>
                      <a:moveTo>
                        <a:pt x="860" y="1619"/>
                      </a:moveTo>
                      <a:cubicBezTo>
                        <a:pt x="860" y="1389"/>
                        <a:pt x="1048" y="1201"/>
                        <a:pt x="1278" y="1201"/>
                      </a:cubicBezTo>
                      <a:lnTo>
                        <a:pt x="1283" y="1201"/>
                      </a:lnTo>
                      <a:cubicBezTo>
                        <a:pt x="1284" y="1201"/>
                        <a:pt x="1286" y="1201"/>
                        <a:pt x="1288" y="1201"/>
                      </a:cubicBezTo>
                      <a:cubicBezTo>
                        <a:pt x="1288" y="1201"/>
                        <a:pt x="1289" y="1201"/>
                        <a:pt x="1290" y="1201"/>
                      </a:cubicBezTo>
                      <a:cubicBezTo>
                        <a:pt x="1297" y="1202"/>
                        <a:pt x="1304" y="1202"/>
                        <a:pt x="1311" y="1202"/>
                      </a:cubicBezTo>
                      <a:cubicBezTo>
                        <a:pt x="1408" y="1202"/>
                        <a:pt x="1519" y="1136"/>
                        <a:pt x="1534" y="992"/>
                      </a:cubicBezTo>
                      <a:cubicBezTo>
                        <a:pt x="1571" y="654"/>
                        <a:pt x="1854" y="400"/>
                        <a:pt x="2194" y="400"/>
                      </a:cubicBezTo>
                      <a:cubicBezTo>
                        <a:pt x="2560" y="400"/>
                        <a:pt x="2858" y="698"/>
                        <a:pt x="2858" y="1064"/>
                      </a:cubicBezTo>
                      <a:lnTo>
                        <a:pt x="2858" y="1073"/>
                      </a:lnTo>
                      <a:cubicBezTo>
                        <a:pt x="2858" y="1074"/>
                        <a:pt x="2858" y="1076"/>
                        <a:pt x="2858" y="1078"/>
                      </a:cubicBezTo>
                      <a:cubicBezTo>
                        <a:pt x="2853" y="1144"/>
                        <a:pt x="2873" y="1205"/>
                        <a:pt x="2915" y="1252"/>
                      </a:cubicBezTo>
                      <a:cubicBezTo>
                        <a:pt x="2957" y="1299"/>
                        <a:pt x="3017" y="1325"/>
                        <a:pt x="3080" y="1325"/>
                      </a:cubicBezTo>
                      <a:cubicBezTo>
                        <a:pt x="3103" y="1325"/>
                        <a:pt x="3126" y="1322"/>
                        <a:pt x="3148" y="1315"/>
                      </a:cubicBezTo>
                      <a:cubicBezTo>
                        <a:pt x="3185" y="1303"/>
                        <a:pt x="3224" y="1297"/>
                        <a:pt x="3263" y="1297"/>
                      </a:cubicBezTo>
                      <a:cubicBezTo>
                        <a:pt x="3468" y="1297"/>
                        <a:pt x="3634" y="1463"/>
                        <a:pt x="3634" y="1668"/>
                      </a:cubicBezTo>
                      <a:cubicBezTo>
                        <a:pt x="3634" y="1873"/>
                        <a:pt x="3468" y="2040"/>
                        <a:pt x="3263" y="2040"/>
                      </a:cubicBezTo>
                      <a:cubicBezTo>
                        <a:pt x="3255" y="2040"/>
                        <a:pt x="3043" y="2039"/>
                        <a:pt x="2832" y="2039"/>
                      </a:cubicBezTo>
                      <a:cubicBezTo>
                        <a:pt x="2621" y="2038"/>
                        <a:pt x="2411" y="2038"/>
                        <a:pt x="2405" y="2038"/>
                      </a:cubicBezTo>
                      <a:lnTo>
                        <a:pt x="1278" y="2038"/>
                      </a:lnTo>
                      <a:cubicBezTo>
                        <a:pt x="1048" y="2038"/>
                        <a:pt x="860" y="1850"/>
                        <a:pt x="860" y="16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6" name="ï$ḷïḑé">
                <a:extLst>
                  <a:ext uri="{FF2B5EF4-FFF2-40B4-BE49-F238E27FC236}">
                    <a16:creationId xmlns:a16="http://schemas.microsoft.com/office/drawing/2014/main" id="{B7AE58E6-22FD-43F6-A07A-D6CAF6E77582}"/>
                  </a:ext>
                </a:extLst>
              </p:cNvPr>
              <p:cNvGrpSpPr/>
              <p:nvPr/>
            </p:nvGrpSpPr>
            <p:grpSpPr>
              <a:xfrm>
                <a:off x="4369000" y="3186045"/>
                <a:ext cx="636881" cy="636880"/>
                <a:chOff x="4368999" y="3186045"/>
                <a:chExt cx="636881" cy="636880"/>
              </a:xfrm>
            </p:grpSpPr>
            <p:sp>
              <p:nvSpPr>
                <p:cNvPr id="36" name="íSḷiḑè">
                  <a:extLst>
                    <a:ext uri="{FF2B5EF4-FFF2-40B4-BE49-F238E27FC236}">
                      <a16:creationId xmlns:a16="http://schemas.microsoft.com/office/drawing/2014/main" id="{2378DDCC-8904-41A7-94A6-14BC937D7BFC}"/>
                    </a:ext>
                  </a:extLst>
                </p:cNvPr>
                <p:cNvSpPr/>
                <p:nvPr/>
              </p:nvSpPr>
              <p:spPr>
                <a:xfrm>
                  <a:off x="4368999" y="3186045"/>
                  <a:ext cx="636881" cy="636880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id-ID"/>
                </a:p>
              </p:txBody>
            </p:sp>
            <p:sp>
              <p:nvSpPr>
                <p:cNvPr id="37" name="íṣḻîdè">
                  <a:extLst>
                    <a:ext uri="{FF2B5EF4-FFF2-40B4-BE49-F238E27FC236}">
                      <a16:creationId xmlns:a16="http://schemas.microsoft.com/office/drawing/2014/main" id="{02C8CD2E-1B3E-4429-8290-D8EC9D654D76}"/>
                    </a:ext>
                  </a:extLst>
                </p:cNvPr>
                <p:cNvSpPr/>
                <p:nvPr/>
              </p:nvSpPr>
              <p:spPr>
                <a:xfrm>
                  <a:off x="4554716" y="3365546"/>
                  <a:ext cx="265446" cy="277878"/>
                </a:xfrm>
                <a:custGeom>
                  <a:avLst/>
                  <a:gdLst>
                    <a:gd name="T0" fmla="*/ 4199 w 4494"/>
                    <a:gd name="T1" fmla="*/ 3838 h 4712"/>
                    <a:gd name="T2" fmla="*/ 3932 w 4494"/>
                    <a:gd name="T3" fmla="*/ 2881 h 4712"/>
                    <a:gd name="T4" fmla="*/ 2447 w 4494"/>
                    <a:gd name="T5" fmla="*/ 2438 h 4712"/>
                    <a:gd name="T6" fmla="*/ 3263 w 4494"/>
                    <a:gd name="T7" fmla="*/ 2440 h 4712"/>
                    <a:gd name="T8" fmla="*/ 3263 w 4494"/>
                    <a:gd name="T9" fmla="*/ 897 h 4712"/>
                    <a:gd name="T10" fmla="*/ 2194 w 4494"/>
                    <a:gd name="T11" fmla="*/ 0 h 4712"/>
                    <a:gd name="T12" fmla="*/ 460 w 4494"/>
                    <a:gd name="T13" fmla="*/ 1619 h 4712"/>
                    <a:gd name="T14" fmla="*/ 2047 w 4494"/>
                    <a:gd name="T15" fmla="*/ 2438 h 4712"/>
                    <a:gd name="T16" fmla="*/ 562 w 4494"/>
                    <a:gd name="T17" fmla="*/ 2881 h 4712"/>
                    <a:gd name="T18" fmla="*/ 296 w 4494"/>
                    <a:gd name="T19" fmla="*/ 3838 h 4712"/>
                    <a:gd name="T20" fmla="*/ 0 w 4494"/>
                    <a:gd name="T21" fmla="*/ 3971 h 4712"/>
                    <a:gd name="T22" fmla="*/ 134 w 4494"/>
                    <a:gd name="T23" fmla="*/ 4712 h 4712"/>
                    <a:gd name="T24" fmla="*/ 991 w 4494"/>
                    <a:gd name="T25" fmla="*/ 4579 h 4712"/>
                    <a:gd name="T26" fmla="*/ 858 w 4494"/>
                    <a:gd name="T27" fmla="*/ 3838 h 4712"/>
                    <a:gd name="T28" fmla="*/ 696 w 4494"/>
                    <a:gd name="T29" fmla="*/ 3281 h 4712"/>
                    <a:gd name="T30" fmla="*/ 2047 w 4494"/>
                    <a:gd name="T31" fmla="*/ 3838 h 4712"/>
                    <a:gd name="T32" fmla="*/ 1752 w 4494"/>
                    <a:gd name="T33" fmla="*/ 3971 h 4712"/>
                    <a:gd name="T34" fmla="*/ 1885 w 4494"/>
                    <a:gd name="T35" fmla="*/ 4712 h 4712"/>
                    <a:gd name="T36" fmla="*/ 2742 w 4494"/>
                    <a:gd name="T37" fmla="*/ 4579 h 4712"/>
                    <a:gd name="T38" fmla="*/ 2609 w 4494"/>
                    <a:gd name="T39" fmla="*/ 3838 h 4712"/>
                    <a:gd name="T40" fmla="*/ 2447 w 4494"/>
                    <a:gd name="T41" fmla="*/ 3281 h 4712"/>
                    <a:gd name="T42" fmla="*/ 3799 w 4494"/>
                    <a:gd name="T43" fmla="*/ 3838 h 4712"/>
                    <a:gd name="T44" fmla="*/ 3503 w 4494"/>
                    <a:gd name="T45" fmla="*/ 3971 h 4712"/>
                    <a:gd name="T46" fmla="*/ 3637 w 4494"/>
                    <a:gd name="T47" fmla="*/ 4712 h 4712"/>
                    <a:gd name="T48" fmla="*/ 4494 w 4494"/>
                    <a:gd name="T49" fmla="*/ 4579 h 4712"/>
                    <a:gd name="T50" fmla="*/ 4360 w 4494"/>
                    <a:gd name="T51" fmla="*/ 3838 h 4712"/>
                    <a:gd name="T52" fmla="*/ 1278 w 4494"/>
                    <a:gd name="T53" fmla="*/ 1201 h 4712"/>
                    <a:gd name="T54" fmla="*/ 1288 w 4494"/>
                    <a:gd name="T55" fmla="*/ 1201 h 4712"/>
                    <a:gd name="T56" fmla="*/ 1311 w 4494"/>
                    <a:gd name="T57" fmla="*/ 1202 h 4712"/>
                    <a:gd name="T58" fmla="*/ 2194 w 4494"/>
                    <a:gd name="T59" fmla="*/ 400 h 4712"/>
                    <a:gd name="T60" fmla="*/ 2858 w 4494"/>
                    <a:gd name="T61" fmla="*/ 1073 h 4712"/>
                    <a:gd name="T62" fmla="*/ 2915 w 4494"/>
                    <a:gd name="T63" fmla="*/ 1252 h 4712"/>
                    <a:gd name="T64" fmla="*/ 3148 w 4494"/>
                    <a:gd name="T65" fmla="*/ 1315 h 4712"/>
                    <a:gd name="T66" fmla="*/ 3634 w 4494"/>
                    <a:gd name="T67" fmla="*/ 1668 h 4712"/>
                    <a:gd name="T68" fmla="*/ 2832 w 4494"/>
                    <a:gd name="T69" fmla="*/ 2039 h 4712"/>
                    <a:gd name="T70" fmla="*/ 1278 w 4494"/>
                    <a:gd name="T71" fmla="*/ 2038 h 4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494" h="4712">
                      <a:moveTo>
                        <a:pt x="4360" y="3838"/>
                      </a:moveTo>
                      <a:lnTo>
                        <a:pt x="4199" y="3838"/>
                      </a:lnTo>
                      <a:lnTo>
                        <a:pt x="4199" y="3148"/>
                      </a:lnTo>
                      <a:cubicBezTo>
                        <a:pt x="4199" y="3001"/>
                        <a:pt x="4079" y="2881"/>
                        <a:pt x="3932" y="2881"/>
                      </a:cubicBezTo>
                      <a:lnTo>
                        <a:pt x="2447" y="2881"/>
                      </a:lnTo>
                      <a:lnTo>
                        <a:pt x="2447" y="2438"/>
                      </a:lnTo>
                      <a:cubicBezTo>
                        <a:pt x="2520" y="2438"/>
                        <a:pt x="2675" y="2438"/>
                        <a:pt x="2831" y="2439"/>
                      </a:cubicBezTo>
                      <a:cubicBezTo>
                        <a:pt x="3043" y="2439"/>
                        <a:pt x="3256" y="2440"/>
                        <a:pt x="3263" y="2440"/>
                      </a:cubicBezTo>
                      <a:cubicBezTo>
                        <a:pt x="3688" y="2440"/>
                        <a:pt x="4034" y="2094"/>
                        <a:pt x="4034" y="1668"/>
                      </a:cubicBezTo>
                      <a:cubicBezTo>
                        <a:pt x="4034" y="1243"/>
                        <a:pt x="3688" y="897"/>
                        <a:pt x="3263" y="897"/>
                      </a:cubicBezTo>
                      <a:cubicBezTo>
                        <a:pt x="3257" y="897"/>
                        <a:pt x="3251" y="897"/>
                        <a:pt x="3245" y="897"/>
                      </a:cubicBezTo>
                      <a:cubicBezTo>
                        <a:pt x="3165" y="389"/>
                        <a:pt x="2724" y="0"/>
                        <a:pt x="2194" y="0"/>
                      </a:cubicBezTo>
                      <a:cubicBezTo>
                        <a:pt x="1698" y="0"/>
                        <a:pt x="1276" y="339"/>
                        <a:pt x="1161" y="809"/>
                      </a:cubicBezTo>
                      <a:cubicBezTo>
                        <a:pt x="765" y="866"/>
                        <a:pt x="460" y="1208"/>
                        <a:pt x="460" y="1619"/>
                      </a:cubicBezTo>
                      <a:cubicBezTo>
                        <a:pt x="460" y="2071"/>
                        <a:pt x="827" y="2438"/>
                        <a:pt x="1278" y="2438"/>
                      </a:cubicBezTo>
                      <a:lnTo>
                        <a:pt x="2047" y="2438"/>
                      </a:lnTo>
                      <a:lnTo>
                        <a:pt x="2047" y="2881"/>
                      </a:lnTo>
                      <a:lnTo>
                        <a:pt x="562" y="2881"/>
                      </a:lnTo>
                      <a:cubicBezTo>
                        <a:pt x="415" y="2881"/>
                        <a:pt x="296" y="3001"/>
                        <a:pt x="296" y="3148"/>
                      </a:cubicBezTo>
                      <a:lnTo>
                        <a:pt x="296" y="3838"/>
                      </a:lnTo>
                      <a:lnTo>
                        <a:pt x="134" y="3838"/>
                      </a:lnTo>
                      <a:cubicBezTo>
                        <a:pt x="60" y="3838"/>
                        <a:pt x="0" y="3897"/>
                        <a:pt x="0" y="3971"/>
                      </a:cubicBezTo>
                      <a:lnTo>
                        <a:pt x="0" y="4579"/>
                      </a:lnTo>
                      <a:cubicBezTo>
                        <a:pt x="0" y="4652"/>
                        <a:pt x="60" y="4712"/>
                        <a:pt x="134" y="4712"/>
                      </a:cubicBezTo>
                      <a:lnTo>
                        <a:pt x="858" y="4712"/>
                      </a:lnTo>
                      <a:cubicBezTo>
                        <a:pt x="931" y="4712"/>
                        <a:pt x="991" y="4652"/>
                        <a:pt x="991" y="4579"/>
                      </a:cubicBezTo>
                      <a:lnTo>
                        <a:pt x="991" y="3971"/>
                      </a:lnTo>
                      <a:cubicBezTo>
                        <a:pt x="991" y="3897"/>
                        <a:pt x="931" y="3838"/>
                        <a:pt x="858" y="3838"/>
                      </a:cubicBezTo>
                      <a:lnTo>
                        <a:pt x="696" y="3838"/>
                      </a:lnTo>
                      <a:lnTo>
                        <a:pt x="696" y="3281"/>
                      </a:lnTo>
                      <a:lnTo>
                        <a:pt x="2047" y="3281"/>
                      </a:lnTo>
                      <a:lnTo>
                        <a:pt x="2047" y="3838"/>
                      </a:lnTo>
                      <a:lnTo>
                        <a:pt x="1885" y="3838"/>
                      </a:lnTo>
                      <a:cubicBezTo>
                        <a:pt x="1812" y="3838"/>
                        <a:pt x="1752" y="3897"/>
                        <a:pt x="1752" y="3971"/>
                      </a:cubicBezTo>
                      <a:lnTo>
                        <a:pt x="1752" y="4579"/>
                      </a:lnTo>
                      <a:cubicBezTo>
                        <a:pt x="1752" y="4652"/>
                        <a:pt x="1812" y="4712"/>
                        <a:pt x="1885" y="4712"/>
                      </a:cubicBezTo>
                      <a:lnTo>
                        <a:pt x="2609" y="4712"/>
                      </a:lnTo>
                      <a:cubicBezTo>
                        <a:pt x="2682" y="4712"/>
                        <a:pt x="2742" y="4652"/>
                        <a:pt x="2742" y="4579"/>
                      </a:cubicBezTo>
                      <a:lnTo>
                        <a:pt x="2742" y="3971"/>
                      </a:lnTo>
                      <a:cubicBezTo>
                        <a:pt x="2742" y="3897"/>
                        <a:pt x="2682" y="3838"/>
                        <a:pt x="2609" y="3838"/>
                      </a:cubicBezTo>
                      <a:lnTo>
                        <a:pt x="2447" y="3838"/>
                      </a:lnTo>
                      <a:lnTo>
                        <a:pt x="2447" y="3281"/>
                      </a:lnTo>
                      <a:lnTo>
                        <a:pt x="3799" y="3281"/>
                      </a:lnTo>
                      <a:lnTo>
                        <a:pt x="3799" y="3838"/>
                      </a:lnTo>
                      <a:lnTo>
                        <a:pt x="3637" y="3838"/>
                      </a:lnTo>
                      <a:cubicBezTo>
                        <a:pt x="3563" y="3838"/>
                        <a:pt x="3503" y="3897"/>
                        <a:pt x="3503" y="3971"/>
                      </a:cubicBezTo>
                      <a:lnTo>
                        <a:pt x="3503" y="4579"/>
                      </a:lnTo>
                      <a:cubicBezTo>
                        <a:pt x="3503" y="4652"/>
                        <a:pt x="3563" y="4712"/>
                        <a:pt x="3637" y="4712"/>
                      </a:cubicBezTo>
                      <a:lnTo>
                        <a:pt x="4360" y="4712"/>
                      </a:lnTo>
                      <a:cubicBezTo>
                        <a:pt x="4434" y="4712"/>
                        <a:pt x="4494" y="4652"/>
                        <a:pt x="4494" y="4579"/>
                      </a:cubicBezTo>
                      <a:lnTo>
                        <a:pt x="4494" y="3971"/>
                      </a:lnTo>
                      <a:cubicBezTo>
                        <a:pt x="4494" y="3897"/>
                        <a:pt x="4434" y="3838"/>
                        <a:pt x="4360" y="3838"/>
                      </a:cubicBezTo>
                      <a:close/>
                      <a:moveTo>
                        <a:pt x="860" y="1619"/>
                      </a:moveTo>
                      <a:cubicBezTo>
                        <a:pt x="860" y="1389"/>
                        <a:pt x="1048" y="1201"/>
                        <a:pt x="1278" y="1201"/>
                      </a:cubicBezTo>
                      <a:lnTo>
                        <a:pt x="1283" y="1201"/>
                      </a:lnTo>
                      <a:cubicBezTo>
                        <a:pt x="1284" y="1201"/>
                        <a:pt x="1286" y="1201"/>
                        <a:pt x="1288" y="1201"/>
                      </a:cubicBezTo>
                      <a:cubicBezTo>
                        <a:pt x="1288" y="1201"/>
                        <a:pt x="1289" y="1201"/>
                        <a:pt x="1290" y="1201"/>
                      </a:cubicBezTo>
                      <a:cubicBezTo>
                        <a:pt x="1297" y="1202"/>
                        <a:pt x="1304" y="1202"/>
                        <a:pt x="1311" y="1202"/>
                      </a:cubicBezTo>
                      <a:cubicBezTo>
                        <a:pt x="1408" y="1202"/>
                        <a:pt x="1519" y="1136"/>
                        <a:pt x="1534" y="992"/>
                      </a:cubicBezTo>
                      <a:cubicBezTo>
                        <a:pt x="1571" y="654"/>
                        <a:pt x="1854" y="400"/>
                        <a:pt x="2194" y="400"/>
                      </a:cubicBezTo>
                      <a:cubicBezTo>
                        <a:pt x="2560" y="400"/>
                        <a:pt x="2858" y="698"/>
                        <a:pt x="2858" y="1064"/>
                      </a:cubicBezTo>
                      <a:lnTo>
                        <a:pt x="2858" y="1073"/>
                      </a:lnTo>
                      <a:cubicBezTo>
                        <a:pt x="2858" y="1074"/>
                        <a:pt x="2858" y="1076"/>
                        <a:pt x="2858" y="1078"/>
                      </a:cubicBezTo>
                      <a:cubicBezTo>
                        <a:pt x="2853" y="1144"/>
                        <a:pt x="2873" y="1205"/>
                        <a:pt x="2915" y="1252"/>
                      </a:cubicBezTo>
                      <a:cubicBezTo>
                        <a:pt x="2957" y="1299"/>
                        <a:pt x="3017" y="1325"/>
                        <a:pt x="3080" y="1325"/>
                      </a:cubicBezTo>
                      <a:cubicBezTo>
                        <a:pt x="3103" y="1325"/>
                        <a:pt x="3126" y="1322"/>
                        <a:pt x="3148" y="1315"/>
                      </a:cubicBezTo>
                      <a:cubicBezTo>
                        <a:pt x="3185" y="1303"/>
                        <a:pt x="3224" y="1297"/>
                        <a:pt x="3263" y="1297"/>
                      </a:cubicBezTo>
                      <a:cubicBezTo>
                        <a:pt x="3468" y="1297"/>
                        <a:pt x="3634" y="1463"/>
                        <a:pt x="3634" y="1668"/>
                      </a:cubicBezTo>
                      <a:cubicBezTo>
                        <a:pt x="3634" y="1873"/>
                        <a:pt x="3468" y="2040"/>
                        <a:pt x="3263" y="2040"/>
                      </a:cubicBezTo>
                      <a:cubicBezTo>
                        <a:pt x="3255" y="2040"/>
                        <a:pt x="3043" y="2039"/>
                        <a:pt x="2832" y="2039"/>
                      </a:cubicBezTo>
                      <a:cubicBezTo>
                        <a:pt x="2621" y="2038"/>
                        <a:pt x="2411" y="2038"/>
                        <a:pt x="2405" y="2038"/>
                      </a:cubicBezTo>
                      <a:lnTo>
                        <a:pt x="1278" y="2038"/>
                      </a:lnTo>
                      <a:cubicBezTo>
                        <a:pt x="1048" y="2038"/>
                        <a:pt x="860" y="1850"/>
                        <a:pt x="860" y="16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7" name="ísliḑé">
                <a:extLst>
                  <a:ext uri="{FF2B5EF4-FFF2-40B4-BE49-F238E27FC236}">
                    <a16:creationId xmlns:a16="http://schemas.microsoft.com/office/drawing/2014/main" id="{0B56B7ED-F7F7-41FB-8EB0-6D13A98728B8}"/>
                  </a:ext>
                </a:extLst>
              </p:cNvPr>
              <p:cNvGrpSpPr/>
              <p:nvPr/>
            </p:nvGrpSpPr>
            <p:grpSpPr>
              <a:xfrm>
                <a:off x="5777561" y="2828745"/>
                <a:ext cx="636880" cy="636880"/>
                <a:chOff x="5777560" y="2828745"/>
                <a:chExt cx="636880" cy="636880"/>
              </a:xfrm>
            </p:grpSpPr>
            <p:sp>
              <p:nvSpPr>
                <p:cNvPr id="34" name="îsľïḍê">
                  <a:extLst>
                    <a:ext uri="{FF2B5EF4-FFF2-40B4-BE49-F238E27FC236}">
                      <a16:creationId xmlns:a16="http://schemas.microsoft.com/office/drawing/2014/main" id="{FE555724-4A26-4680-AEC2-D89EDCD34C65}"/>
                    </a:ext>
                  </a:extLst>
                </p:cNvPr>
                <p:cNvSpPr/>
                <p:nvPr/>
              </p:nvSpPr>
              <p:spPr>
                <a:xfrm>
                  <a:off x="5777560" y="2828745"/>
                  <a:ext cx="636880" cy="636880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endParaRPr lang="id-ID"/>
                </a:p>
              </p:txBody>
            </p:sp>
            <p:sp>
              <p:nvSpPr>
                <p:cNvPr id="35" name="iṥ1iďé">
                  <a:extLst>
                    <a:ext uri="{FF2B5EF4-FFF2-40B4-BE49-F238E27FC236}">
                      <a16:creationId xmlns:a16="http://schemas.microsoft.com/office/drawing/2014/main" id="{A9D5C389-7168-4D67-8E37-2E84DC0FC17F}"/>
                    </a:ext>
                  </a:extLst>
                </p:cNvPr>
                <p:cNvSpPr/>
                <p:nvPr/>
              </p:nvSpPr>
              <p:spPr>
                <a:xfrm>
                  <a:off x="5963277" y="3008246"/>
                  <a:ext cx="265446" cy="277878"/>
                </a:xfrm>
                <a:custGeom>
                  <a:avLst/>
                  <a:gdLst>
                    <a:gd name="T0" fmla="*/ 4199 w 4494"/>
                    <a:gd name="T1" fmla="*/ 3838 h 4712"/>
                    <a:gd name="T2" fmla="*/ 3932 w 4494"/>
                    <a:gd name="T3" fmla="*/ 2881 h 4712"/>
                    <a:gd name="T4" fmla="*/ 2447 w 4494"/>
                    <a:gd name="T5" fmla="*/ 2438 h 4712"/>
                    <a:gd name="T6" fmla="*/ 3263 w 4494"/>
                    <a:gd name="T7" fmla="*/ 2440 h 4712"/>
                    <a:gd name="T8" fmla="*/ 3263 w 4494"/>
                    <a:gd name="T9" fmla="*/ 897 h 4712"/>
                    <a:gd name="T10" fmla="*/ 2194 w 4494"/>
                    <a:gd name="T11" fmla="*/ 0 h 4712"/>
                    <a:gd name="T12" fmla="*/ 460 w 4494"/>
                    <a:gd name="T13" fmla="*/ 1619 h 4712"/>
                    <a:gd name="T14" fmla="*/ 2047 w 4494"/>
                    <a:gd name="T15" fmla="*/ 2438 h 4712"/>
                    <a:gd name="T16" fmla="*/ 562 w 4494"/>
                    <a:gd name="T17" fmla="*/ 2881 h 4712"/>
                    <a:gd name="T18" fmla="*/ 296 w 4494"/>
                    <a:gd name="T19" fmla="*/ 3838 h 4712"/>
                    <a:gd name="T20" fmla="*/ 0 w 4494"/>
                    <a:gd name="T21" fmla="*/ 3971 h 4712"/>
                    <a:gd name="T22" fmla="*/ 134 w 4494"/>
                    <a:gd name="T23" fmla="*/ 4712 h 4712"/>
                    <a:gd name="T24" fmla="*/ 991 w 4494"/>
                    <a:gd name="T25" fmla="*/ 4579 h 4712"/>
                    <a:gd name="T26" fmla="*/ 858 w 4494"/>
                    <a:gd name="T27" fmla="*/ 3838 h 4712"/>
                    <a:gd name="T28" fmla="*/ 696 w 4494"/>
                    <a:gd name="T29" fmla="*/ 3281 h 4712"/>
                    <a:gd name="T30" fmla="*/ 2047 w 4494"/>
                    <a:gd name="T31" fmla="*/ 3838 h 4712"/>
                    <a:gd name="T32" fmla="*/ 1752 w 4494"/>
                    <a:gd name="T33" fmla="*/ 3971 h 4712"/>
                    <a:gd name="T34" fmla="*/ 1885 w 4494"/>
                    <a:gd name="T35" fmla="*/ 4712 h 4712"/>
                    <a:gd name="T36" fmla="*/ 2742 w 4494"/>
                    <a:gd name="T37" fmla="*/ 4579 h 4712"/>
                    <a:gd name="T38" fmla="*/ 2609 w 4494"/>
                    <a:gd name="T39" fmla="*/ 3838 h 4712"/>
                    <a:gd name="T40" fmla="*/ 2447 w 4494"/>
                    <a:gd name="T41" fmla="*/ 3281 h 4712"/>
                    <a:gd name="T42" fmla="*/ 3799 w 4494"/>
                    <a:gd name="T43" fmla="*/ 3838 h 4712"/>
                    <a:gd name="T44" fmla="*/ 3503 w 4494"/>
                    <a:gd name="T45" fmla="*/ 3971 h 4712"/>
                    <a:gd name="T46" fmla="*/ 3637 w 4494"/>
                    <a:gd name="T47" fmla="*/ 4712 h 4712"/>
                    <a:gd name="T48" fmla="*/ 4494 w 4494"/>
                    <a:gd name="T49" fmla="*/ 4579 h 4712"/>
                    <a:gd name="T50" fmla="*/ 4360 w 4494"/>
                    <a:gd name="T51" fmla="*/ 3838 h 4712"/>
                    <a:gd name="T52" fmla="*/ 1278 w 4494"/>
                    <a:gd name="T53" fmla="*/ 1201 h 4712"/>
                    <a:gd name="T54" fmla="*/ 1288 w 4494"/>
                    <a:gd name="T55" fmla="*/ 1201 h 4712"/>
                    <a:gd name="T56" fmla="*/ 1311 w 4494"/>
                    <a:gd name="T57" fmla="*/ 1202 h 4712"/>
                    <a:gd name="T58" fmla="*/ 2194 w 4494"/>
                    <a:gd name="T59" fmla="*/ 400 h 4712"/>
                    <a:gd name="T60" fmla="*/ 2858 w 4494"/>
                    <a:gd name="T61" fmla="*/ 1073 h 4712"/>
                    <a:gd name="T62" fmla="*/ 2915 w 4494"/>
                    <a:gd name="T63" fmla="*/ 1252 h 4712"/>
                    <a:gd name="T64" fmla="*/ 3148 w 4494"/>
                    <a:gd name="T65" fmla="*/ 1315 h 4712"/>
                    <a:gd name="T66" fmla="*/ 3634 w 4494"/>
                    <a:gd name="T67" fmla="*/ 1668 h 4712"/>
                    <a:gd name="T68" fmla="*/ 2832 w 4494"/>
                    <a:gd name="T69" fmla="*/ 2039 h 4712"/>
                    <a:gd name="T70" fmla="*/ 1278 w 4494"/>
                    <a:gd name="T71" fmla="*/ 2038 h 4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494" h="4712">
                      <a:moveTo>
                        <a:pt x="4360" y="3838"/>
                      </a:moveTo>
                      <a:lnTo>
                        <a:pt x="4199" y="3838"/>
                      </a:lnTo>
                      <a:lnTo>
                        <a:pt x="4199" y="3148"/>
                      </a:lnTo>
                      <a:cubicBezTo>
                        <a:pt x="4199" y="3001"/>
                        <a:pt x="4079" y="2881"/>
                        <a:pt x="3932" y="2881"/>
                      </a:cubicBezTo>
                      <a:lnTo>
                        <a:pt x="2447" y="2881"/>
                      </a:lnTo>
                      <a:lnTo>
                        <a:pt x="2447" y="2438"/>
                      </a:lnTo>
                      <a:cubicBezTo>
                        <a:pt x="2520" y="2438"/>
                        <a:pt x="2675" y="2438"/>
                        <a:pt x="2831" y="2439"/>
                      </a:cubicBezTo>
                      <a:cubicBezTo>
                        <a:pt x="3043" y="2439"/>
                        <a:pt x="3256" y="2440"/>
                        <a:pt x="3263" y="2440"/>
                      </a:cubicBezTo>
                      <a:cubicBezTo>
                        <a:pt x="3688" y="2440"/>
                        <a:pt x="4034" y="2094"/>
                        <a:pt x="4034" y="1668"/>
                      </a:cubicBezTo>
                      <a:cubicBezTo>
                        <a:pt x="4034" y="1243"/>
                        <a:pt x="3688" y="897"/>
                        <a:pt x="3263" y="897"/>
                      </a:cubicBezTo>
                      <a:cubicBezTo>
                        <a:pt x="3257" y="897"/>
                        <a:pt x="3251" y="897"/>
                        <a:pt x="3245" y="897"/>
                      </a:cubicBezTo>
                      <a:cubicBezTo>
                        <a:pt x="3165" y="389"/>
                        <a:pt x="2724" y="0"/>
                        <a:pt x="2194" y="0"/>
                      </a:cubicBezTo>
                      <a:cubicBezTo>
                        <a:pt x="1698" y="0"/>
                        <a:pt x="1276" y="339"/>
                        <a:pt x="1161" y="809"/>
                      </a:cubicBezTo>
                      <a:cubicBezTo>
                        <a:pt x="765" y="866"/>
                        <a:pt x="460" y="1208"/>
                        <a:pt x="460" y="1619"/>
                      </a:cubicBezTo>
                      <a:cubicBezTo>
                        <a:pt x="460" y="2071"/>
                        <a:pt x="827" y="2438"/>
                        <a:pt x="1278" y="2438"/>
                      </a:cubicBezTo>
                      <a:lnTo>
                        <a:pt x="2047" y="2438"/>
                      </a:lnTo>
                      <a:lnTo>
                        <a:pt x="2047" y="2881"/>
                      </a:lnTo>
                      <a:lnTo>
                        <a:pt x="562" y="2881"/>
                      </a:lnTo>
                      <a:cubicBezTo>
                        <a:pt x="415" y="2881"/>
                        <a:pt x="296" y="3001"/>
                        <a:pt x="296" y="3148"/>
                      </a:cubicBezTo>
                      <a:lnTo>
                        <a:pt x="296" y="3838"/>
                      </a:lnTo>
                      <a:lnTo>
                        <a:pt x="134" y="3838"/>
                      </a:lnTo>
                      <a:cubicBezTo>
                        <a:pt x="60" y="3838"/>
                        <a:pt x="0" y="3897"/>
                        <a:pt x="0" y="3971"/>
                      </a:cubicBezTo>
                      <a:lnTo>
                        <a:pt x="0" y="4579"/>
                      </a:lnTo>
                      <a:cubicBezTo>
                        <a:pt x="0" y="4652"/>
                        <a:pt x="60" y="4712"/>
                        <a:pt x="134" y="4712"/>
                      </a:cubicBezTo>
                      <a:lnTo>
                        <a:pt x="858" y="4712"/>
                      </a:lnTo>
                      <a:cubicBezTo>
                        <a:pt x="931" y="4712"/>
                        <a:pt x="991" y="4652"/>
                        <a:pt x="991" y="4579"/>
                      </a:cubicBezTo>
                      <a:lnTo>
                        <a:pt x="991" y="3971"/>
                      </a:lnTo>
                      <a:cubicBezTo>
                        <a:pt x="991" y="3897"/>
                        <a:pt x="931" y="3838"/>
                        <a:pt x="858" y="3838"/>
                      </a:cubicBezTo>
                      <a:lnTo>
                        <a:pt x="696" y="3838"/>
                      </a:lnTo>
                      <a:lnTo>
                        <a:pt x="696" y="3281"/>
                      </a:lnTo>
                      <a:lnTo>
                        <a:pt x="2047" y="3281"/>
                      </a:lnTo>
                      <a:lnTo>
                        <a:pt x="2047" y="3838"/>
                      </a:lnTo>
                      <a:lnTo>
                        <a:pt x="1885" y="3838"/>
                      </a:lnTo>
                      <a:cubicBezTo>
                        <a:pt x="1812" y="3838"/>
                        <a:pt x="1752" y="3897"/>
                        <a:pt x="1752" y="3971"/>
                      </a:cubicBezTo>
                      <a:lnTo>
                        <a:pt x="1752" y="4579"/>
                      </a:lnTo>
                      <a:cubicBezTo>
                        <a:pt x="1752" y="4652"/>
                        <a:pt x="1812" y="4712"/>
                        <a:pt x="1885" y="4712"/>
                      </a:cubicBezTo>
                      <a:lnTo>
                        <a:pt x="2609" y="4712"/>
                      </a:lnTo>
                      <a:cubicBezTo>
                        <a:pt x="2682" y="4712"/>
                        <a:pt x="2742" y="4652"/>
                        <a:pt x="2742" y="4579"/>
                      </a:cubicBezTo>
                      <a:lnTo>
                        <a:pt x="2742" y="3971"/>
                      </a:lnTo>
                      <a:cubicBezTo>
                        <a:pt x="2742" y="3897"/>
                        <a:pt x="2682" y="3838"/>
                        <a:pt x="2609" y="3838"/>
                      </a:cubicBezTo>
                      <a:lnTo>
                        <a:pt x="2447" y="3838"/>
                      </a:lnTo>
                      <a:lnTo>
                        <a:pt x="2447" y="3281"/>
                      </a:lnTo>
                      <a:lnTo>
                        <a:pt x="3799" y="3281"/>
                      </a:lnTo>
                      <a:lnTo>
                        <a:pt x="3799" y="3838"/>
                      </a:lnTo>
                      <a:lnTo>
                        <a:pt x="3637" y="3838"/>
                      </a:lnTo>
                      <a:cubicBezTo>
                        <a:pt x="3563" y="3838"/>
                        <a:pt x="3503" y="3897"/>
                        <a:pt x="3503" y="3971"/>
                      </a:cubicBezTo>
                      <a:lnTo>
                        <a:pt x="3503" y="4579"/>
                      </a:lnTo>
                      <a:cubicBezTo>
                        <a:pt x="3503" y="4652"/>
                        <a:pt x="3563" y="4712"/>
                        <a:pt x="3637" y="4712"/>
                      </a:cubicBezTo>
                      <a:lnTo>
                        <a:pt x="4360" y="4712"/>
                      </a:lnTo>
                      <a:cubicBezTo>
                        <a:pt x="4434" y="4712"/>
                        <a:pt x="4494" y="4652"/>
                        <a:pt x="4494" y="4579"/>
                      </a:cubicBezTo>
                      <a:lnTo>
                        <a:pt x="4494" y="3971"/>
                      </a:lnTo>
                      <a:cubicBezTo>
                        <a:pt x="4494" y="3897"/>
                        <a:pt x="4434" y="3838"/>
                        <a:pt x="4360" y="3838"/>
                      </a:cubicBezTo>
                      <a:close/>
                      <a:moveTo>
                        <a:pt x="860" y="1619"/>
                      </a:moveTo>
                      <a:cubicBezTo>
                        <a:pt x="860" y="1389"/>
                        <a:pt x="1048" y="1201"/>
                        <a:pt x="1278" y="1201"/>
                      </a:cubicBezTo>
                      <a:lnTo>
                        <a:pt x="1283" y="1201"/>
                      </a:lnTo>
                      <a:cubicBezTo>
                        <a:pt x="1284" y="1201"/>
                        <a:pt x="1286" y="1201"/>
                        <a:pt x="1288" y="1201"/>
                      </a:cubicBezTo>
                      <a:cubicBezTo>
                        <a:pt x="1288" y="1201"/>
                        <a:pt x="1289" y="1201"/>
                        <a:pt x="1290" y="1201"/>
                      </a:cubicBezTo>
                      <a:cubicBezTo>
                        <a:pt x="1297" y="1202"/>
                        <a:pt x="1304" y="1202"/>
                        <a:pt x="1311" y="1202"/>
                      </a:cubicBezTo>
                      <a:cubicBezTo>
                        <a:pt x="1408" y="1202"/>
                        <a:pt x="1519" y="1136"/>
                        <a:pt x="1534" y="992"/>
                      </a:cubicBezTo>
                      <a:cubicBezTo>
                        <a:pt x="1571" y="654"/>
                        <a:pt x="1854" y="400"/>
                        <a:pt x="2194" y="400"/>
                      </a:cubicBezTo>
                      <a:cubicBezTo>
                        <a:pt x="2560" y="400"/>
                        <a:pt x="2858" y="698"/>
                        <a:pt x="2858" y="1064"/>
                      </a:cubicBezTo>
                      <a:lnTo>
                        <a:pt x="2858" y="1073"/>
                      </a:lnTo>
                      <a:cubicBezTo>
                        <a:pt x="2858" y="1074"/>
                        <a:pt x="2858" y="1076"/>
                        <a:pt x="2858" y="1078"/>
                      </a:cubicBezTo>
                      <a:cubicBezTo>
                        <a:pt x="2853" y="1144"/>
                        <a:pt x="2873" y="1205"/>
                        <a:pt x="2915" y="1252"/>
                      </a:cubicBezTo>
                      <a:cubicBezTo>
                        <a:pt x="2957" y="1299"/>
                        <a:pt x="3017" y="1325"/>
                        <a:pt x="3080" y="1325"/>
                      </a:cubicBezTo>
                      <a:cubicBezTo>
                        <a:pt x="3103" y="1325"/>
                        <a:pt x="3126" y="1322"/>
                        <a:pt x="3148" y="1315"/>
                      </a:cubicBezTo>
                      <a:cubicBezTo>
                        <a:pt x="3185" y="1303"/>
                        <a:pt x="3224" y="1297"/>
                        <a:pt x="3263" y="1297"/>
                      </a:cubicBezTo>
                      <a:cubicBezTo>
                        <a:pt x="3468" y="1297"/>
                        <a:pt x="3634" y="1463"/>
                        <a:pt x="3634" y="1668"/>
                      </a:cubicBezTo>
                      <a:cubicBezTo>
                        <a:pt x="3634" y="1873"/>
                        <a:pt x="3468" y="2040"/>
                        <a:pt x="3263" y="2040"/>
                      </a:cubicBezTo>
                      <a:cubicBezTo>
                        <a:pt x="3255" y="2040"/>
                        <a:pt x="3043" y="2039"/>
                        <a:pt x="2832" y="2039"/>
                      </a:cubicBezTo>
                      <a:cubicBezTo>
                        <a:pt x="2621" y="2038"/>
                        <a:pt x="2411" y="2038"/>
                        <a:pt x="2405" y="2038"/>
                      </a:cubicBezTo>
                      <a:lnTo>
                        <a:pt x="1278" y="2038"/>
                      </a:lnTo>
                      <a:cubicBezTo>
                        <a:pt x="1048" y="2038"/>
                        <a:pt x="860" y="1850"/>
                        <a:pt x="860" y="16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8" name="íŝlïďê">
                <a:extLst>
                  <a:ext uri="{FF2B5EF4-FFF2-40B4-BE49-F238E27FC236}">
                    <a16:creationId xmlns:a16="http://schemas.microsoft.com/office/drawing/2014/main" id="{C5D91A81-17DB-4231-A496-18FBA9164AB7}"/>
                  </a:ext>
                </a:extLst>
              </p:cNvPr>
              <p:cNvGrpSpPr/>
              <p:nvPr/>
            </p:nvGrpSpPr>
            <p:grpSpPr>
              <a:xfrm>
                <a:off x="7186120" y="3186045"/>
                <a:ext cx="636880" cy="636880"/>
                <a:chOff x="7186119" y="3186045"/>
                <a:chExt cx="636880" cy="636880"/>
              </a:xfrm>
            </p:grpSpPr>
            <p:sp>
              <p:nvSpPr>
                <p:cNvPr id="32" name="íŝlíḍê">
                  <a:extLst>
                    <a:ext uri="{FF2B5EF4-FFF2-40B4-BE49-F238E27FC236}">
                      <a16:creationId xmlns:a16="http://schemas.microsoft.com/office/drawing/2014/main" id="{F55679FF-571B-46B1-9504-F40DBDCBFB15}"/>
                    </a:ext>
                  </a:extLst>
                </p:cNvPr>
                <p:cNvSpPr/>
                <p:nvPr/>
              </p:nvSpPr>
              <p:spPr>
                <a:xfrm>
                  <a:off x="7186119" y="3186045"/>
                  <a:ext cx="636880" cy="636880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endParaRPr lang="id-ID"/>
                </a:p>
              </p:txBody>
            </p:sp>
            <p:sp>
              <p:nvSpPr>
                <p:cNvPr id="33" name="iSḷïďè">
                  <a:extLst>
                    <a:ext uri="{FF2B5EF4-FFF2-40B4-BE49-F238E27FC236}">
                      <a16:creationId xmlns:a16="http://schemas.microsoft.com/office/drawing/2014/main" id="{9A727459-0456-43BD-8C85-500EF7427F90}"/>
                    </a:ext>
                  </a:extLst>
                </p:cNvPr>
                <p:cNvSpPr/>
                <p:nvPr/>
              </p:nvSpPr>
              <p:spPr>
                <a:xfrm>
                  <a:off x="7371836" y="3365546"/>
                  <a:ext cx="265446" cy="277878"/>
                </a:xfrm>
                <a:custGeom>
                  <a:avLst/>
                  <a:gdLst>
                    <a:gd name="T0" fmla="*/ 4199 w 4494"/>
                    <a:gd name="T1" fmla="*/ 3838 h 4712"/>
                    <a:gd name="T2" fmla="*/ 3932 w 4494"/>
                    <a:gd name="T3" fmla="*/ 2881 h 4712"/>
                    <a:gd name="T4" fmla="*/ 2447 w 4494"/>
                    <a:gd name="T5" fmla="*/ 2438 h 4712"/>
                    <a:gd name="T6" fmla="*/ 3263 w 4494"/>
                    <a:gd name="T7" fmla="*/ 2440 h 4712"/>
                    <a:gd name="T8" fmla="*/ 3263 w 4494"/>
                    <a:gd name="T9" fmla="*/ 897 h 4712"/>
                    <a:gd name="T10" fmla="*/ 2194 w 4494"/>
                    <a:gd name="T11" fmla="*/ 0 h 4712"/>
                    <a:gd name="T12" fmla="*/ 460 w 4494"/>
                    <a:gd name="T13" fmla="*/ 1619 h 4712"/>
                    <a:gd name="T14" fmla="*/ 2047 w 4494"/>
                    <a:gd name="T15" fmla="*/ 2438 h 4712"/>
                    <a:gd name="T16" fmla="*/ 562 w 4494"/>
                    <a:gd name="T17" fmla="*/ 2881 h 4712"/>
                    <a:gd name="T18" fmla="*/ 296 w 4494"/>
                    <a:gd name="T19" fmla="*/ 3838 h 4712"/>
                    <a:gd name="T20" fmla="*/ 0 w 4494"/>
                    <a:gd name="T21" fmla="*/ 3971 h 4712"/>
                    <a:gd name="T22" fmla="*/ 134 w 4494"/>
                    <a:gd name="T23" fmla="*/ 4712 h 4712"/>
                    <a:gd name="T24" fmla="*/ 991 w 4494"/>
                    <a:gd name="T25" fmla="*/ 4579 h 4712"/>
                    <a:gd name="T26" fmla="*/ 858 w 4494"/>
                    <a:gd name="T27" fmla="*/ 3838 h 4712"/>
                    <a:gd name="T28" fmla="*/ 696 w 4494"/>
                    <a:gd name="T29" fmla="*/ 3281 h 4712"/>
                    <a:gd name="T30" fmla="*/ 2047 w 4494"/>
                    <a:gd name="T31" fmla="*/ 3838 h 4712"/>
                    <a:gd name="T32" fmla="*/ 1752 w 4494"/>
                    <a:gd name="T33" fmla="*/ 3971 h 4712"/>
                    <a:gd name="T34" fmla="*/ 1885 w 4494"/>
                    <a:gd name="T35" fmla="*/ 4712 h 4712"/>
                    <a:gd name="T36" fmla="*/ 2742 w 4494"/>
                    <a:gd name="T37" fmla="*/ 4579 h 4712"/>
                    <a:gd name="T38" fmla="*/ 2609 w 4494"/>
                    <a:gd name="T39" fmla="*/ 3838 h 4712"/>
                    <a:gd name="T40" fmla="*/ 2447 w 4494"/>
                    <a:gd name="T41" fmla="*/ 3281 h 4712"/>
                    <a:gd name="T42" fmla="*/ 3799 w 4494"/>
                    <a:gd name="T43" fmla="*/ 3838 h 4712"/>
                    <a:gd name="T44" fmla="*/ 3503 w 4494"/>
                    <a:gd name="T45" fmla="*/ 3971 h 4712"/>
                    <a:gd name="T46" fmla="*/ 3637 w 4494"/>
                    <a:gd name="T47" fmla="*/ 4712 h 4712"/>
                    <a:gd name="T48" fmla="*/ 4494 w 4494"/>
                    <a:gd name="T49" fmla="*/ 4579 h 4712"/>
                    <a:gd name="T50" fmla="*/ 4360 w 4494"/>
                    <a:gd name="T51" fmla="*/ 3838 h 4712"/>
                    <a:gd name="T52" fmla="*/ 1278 w 4494"/>
                    <a:gd name="T53" fmla="*/ 1201 h 4712"/>
                    <a:gd name="T54" fmla="*/ 1288 w 4494"/>
                    <a:gd name="T55" fmla="*/ 1201 h 4712"/>
                    <a:gd name="T56" fmla="*/ 1311 w 4494"/>
                    <a:gd name="T57" fmla="*/ 1202 h 4712"/>
                    <a:gd name="T58" fmla="*/ 2194 w 4494"/>
                    <a:gd name="T59" fmla="*/ 400 h 4712"/>
                    <a:gd name="T60" fmla="*/ 2858 w 4494"/>
                    <a:gd name="T61" fmla="*/ 1073 h 4712"/>
                    <a:gd name="T62" fmla="*/ 2915 w 4494"/>
                    <a:gd name="T63" fmla="*/ 1252 h 4712"/>
                    <a:gd name="T64" fmla="*/ 3148 w 4494"/>
                    <a:gd name="T65" fmla="*/ 1315 h 4712"/>
                    <a:gd name="T66" fmla="*/ 3634 w 4494"/>
                    <a:gd name="T67" fmla="*/ 1668 h 4712"/>
                    <a:gd name="T68" fmla="*/ 2832 w 4494"/>
                    <a:gd name="T69" fmla="*/ 2039 h 4712"/>
                    <a:gd name="T70" fmla="*/ 1278 w 4494"/>
                    <a:gd name="T71" fmla="*/ 2038 h 4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494" h="4712">
                      <a:moveTo>
                        <a:pt x="4360" y="3838"/>
                      </a:moveTo>
                      <a:lnTo>
                        <a:pt x="4199" y="3838"/>
                      </a:lnTo>
                      <a:lnTo>
                        <a:pt x="4199" y="3148"/>
                      </a:lnTo>
                      <a:cubicBezTo>
                        <a:pt x="4199" y="3001"/>
                        <a:pt x="4079" y="2881"/>
                        <a:pt x="3932" y="2881"/>
                      </a:cubicBezTo>
                      <a:lnTo>
                        <a:pt x="2447" y="2881"/>
                      </a:lnTo>
                      <a:lnTo>
                        <a:pt x="2447" y="2438"/>
                      </a:lnTo>
                      <a:cubicBezTo>
                        <a:pt x="2520" y="2438"/>
                        <a:pt x="2675" y="2438"/>
                        <a:pt x="2831" y="2439"/>
                      </a:cubicBezTo>
                      <a:cubicBezTo>
                        <a:pt x="3043" y="2439"/>
                        <a:pt x="3256" y="2440"/>
                        <a:pt x="3263" y="2440"/>
                      </a:cubicBezTo>
                      <a:cubicBezTo>
                        <a:pt x="3688" y="2440"/>
                        <a:pt x="4034" y="2094"/>
                        <a:pt x="4034" y="1668"/>
                      </a:cubicBezTo>
                      <a:cubicBezTo>
                        <a:pt x="4034" y="1243"/>
                        <a:pt x="3688" y="897"/>
                        <a:pt x="3263" y="897"/>
                      </a:cubicBezTo>
                      <a:cubicBezTo>
                        <a:pt x="3257" y="897"/>
                        <a:pt x="3251" y="897"/>
                        <a:pt x="3245" y="897"/>
                      </a:cubicBezTo>
                      <a:cubicBezTo>
                        <a:pt x="3165" y="389"/>
                        <a:pt x="2724" y="0"/>
                        <a:pt x="2194" y="0"/>
                      </a:cubicBezTo>
                      <a:cubicBezTo>
                        <a:pt x="1698" y="0"/>
                        <a:pt x="1276" y="339"/>
                        <a:pt x="1161" y="809"/>
                      </a:cubicBezTo>
                      <a:cubicBezTo>
                        <a:pt x="765" y="866"/>
                        <a:pt x="460" y="1208"/>
                        <a:pt x="460" y="1619"/>
                      </a:cubicBezTo>
                      <a:cubicBezTo>
                        <a:pt x="460" y="2071"/>
                        <a:pt x="827" y="2438"/>
                        <a:pt x="1278" y="2438"/>
                      </a:cubicBezTo>
                      <a:lnTo>
                        <a:pt x="2047" y="2438"/>
                      </a:lnTo>
                      <a:lnTo>
                        <a:pt x="2047" y="2881"/>
                      </a:lnTo>
                      <a:lnTo>
                        <a:pt x="562" y="2881"/>
                      </a:lnTo>
                      <a:cubicBezTo>
                        <a:pt x="415" y="2881"/>
                        <a:pt x="296" y="3001"/>
                        <a:pt x="296" y="3148"/>
                      </a:cubicBezTo>
                      <a:lnTo>
                        <a:pt x="296" y="3838"/>
                      </a:lnTo>
                      <a:lnTo>
                        <a:pt x="134" y="3838"/>
                      </a:lnTo>
                      <a:cubicBezTo>
                        <a:pt x="60" y="3838"/>
                        <a:pt x="0" y="3897"/>
                        <a:pt x="0" y="3971"/>
                      </a:cubicBezTo>
                      <a:lnTo>
                        <a:pt x="0" y="4579"/>
                      </a:lnTo>
                      <a:cubicBezTo>
                        <a:pt x="0" y="4652"/>
                        <a:pt x="60" y="4712"/>
                        <a:pt x="134" y="4712"/>
                      </a:cubicBezTo>
                      <a:lnTo>
                        <a:pt x="858" y="4712"/>
                      </a:lnTo>
                      <a:cubicBezTo>
                        <a:pt x="931" y="4712"/>
                        <a:pt x="991" y="4652"/>
                        <a:pt x="991" y="4579"/>
                      </a:cubicBezTo>
                      <a:lnTo>
                        <a:pt x="991" y="3971"/>
                      </a:lnTo>
                      <a:cubicBezTo>
                        <a:pt x="991" y="3897"/>
                        <a:pt x="931" y="3838"/>
                        <a:pt x="858" y="3838"/>
                      </a:cubicBezTo>
                      <a:lnTo>
                        <a:pt x="696" y="3838"/>
                      </a:lnTo>
                      <a:lnTo>
                        <a:pt x="696" y="3281"/>
                      </a:lnTo>
                      <a:lnTo>
                        <a:pt x="2047" y="3281"/>
                      </a:lnTo>
                      <a:lnTo>
                        <a:pt x="2047" y="3838"/>
                      </a:lnTo>
                      <a:lnTo>
                        <a:pt x="1885" y="3838"/>
                      </a:lnTo>
                      <a:cubicBezTo>
                        <a:pt x="1812" y="3838"/>
                        <a:pt x="1752" y="3897"/>
                        <a:pt x="1752" y="3971"/>
                      </a:cubicBezTo>
                      <a:lnTo>
                        <a:pt x="1752" y="4579"/>
                      </a:lnTo>
                      <a:cubicBezTo>
                        <a:pt x="1752" y="4652"/>
                        <a:pt x="1812" y="4712"/>
                        <a:pt x="1885" y="4712"/>
                      </a:cubicBezTo>
                      <a:lnTo>
                        <a:pt x="2609" y="4712"/>
                      </a:lnTo>
                      <a:cubicBezTo>
                        <a:pt x="2682" y="4712"/>
                        <a:pt x="2742" y="4652"/>
                        <a:pt x="2742" y="4579"/>
                      </a:cubicBezTo>
                      <a:lnTo>
                        <a:pt x="2742" y="3971"/>
                      </a:lnTo>
                      <a:cubicBezTo>
                        <a:pt x="2742" y="3897"/>
                        <a:pt x="2682" y="3838"/>
                        <a:pt x="2609" y="3838"/>
                      </a:cubicBezTo>
                      <a:lnTo>
                        <a:pt x="2447" y="3838"/>
                      </a:lnTo>
                      <a:lnTo>
                        <a:pt x="2447" y="3281"/>
                      </a:lnTo>
                      <a:lnTo>
                        <a:pt x="3799" y="3281"/>
                      </a:lnTo>
                      <a:lnTo>
                        <a:pt x="3799" y="3838"/>
                      </a:lnTo>
                      <a:lnTo>
                        <a:pt x="3637" y="3838"/>
                      </a:lnTo>
                      <a:cubicBezTo>
                        <a:pt x="3563" y="3838"/>
                        <a:pt x="3503" y="3897"/>
                        <a:pt x="3503" y="3971"/>
                      </a:cubicBezTo>
                      <a:lnTo>
                        <a:pt x="3503" y="4579"/>
                      </a:lnTo>
                      <a:cubicBezTo>
                        <a:pt x="3503" y="4652"/>
                        <a:pt x="3563" y="4712"/>
                        <a:pt x="3637" y="4712"/>
                      </a:cubicBezTo>
                      <a:lnTo>
                        <a:pt x="4360" y="4712"/>
                      </a:lnTo>
                      <a:cubicBezTo>
                        <a:pt x="4434" y="4712"/>
                        <a:pt x="4494" y="4652"/>
                        <a:pt x="4494" y="4579"/>
                      </a:cubicBezTo>
                      <a:lnTo>
                        <a:pt x="4494" y="3971"/>
                      </a:lnTo>
                      <a:cubicBezTo>
                        <a:pt x="4494" y="3897"/>
                        <a:pt x="4434" y="3838"/>
                        <a:pt x="4360" y="3838"/>
                      </a:cubicBezTo>
                      <a:close/>
                      <a:moveTo>
                        <a:pt x="860" y="1619"/>
                      </a:moveTo>
                      <a:cubicBezTo>
                        <a:pt x="860" y="1389"/>
                        <a:pt x="1048" y="1201"/>
                        <a:pt x="1278" y="1201"/>
                      </a:cubicBezTo>
                      <a:lnTo>
                        <a:pt x="1283" y="1201"/>
                      </a:lnTo>
                      <a:cubicBezTo>
                        <a:pt x="1284" y="1201"/>
                        <a:pt x="1286" y="1201"/>
                        <a:pt x="1288" y="1201"/>
                      </a:cubicBezTo>
                      <a:cubicBezTo>
                        <a:pt x="1288" y="1201"/>
                        <a:pt x="1289" y="1201"/>
                        <a:pt x="1290" y="1201"/>
                      </a:cubicBezTo>
                      <a:cubicBezTo>
                        <a:pt x="1297" y="1202"/>
                        <a:pt x="1304" y="1202"/>
                        <a:pt x="1311" y="1202"/>
                      </a:cubicBezTo>
                      <a:cubicBezTo>
                        <a:pt x="1408" y="1202"/>
                        <a:pt x="1519" y="1136"/>
                        <a:pt x="1534" y="992"/>
                      </a:cubicBezTo>
                      <a:cubicBezTo>
                        <a:pt x="1571" y="654"/>
                        <a:pt x="1854" y="400"/>
                        <a:pt x="2194" y="400"/>
                      </a:cubicBezTo>
                      <a:cubicBezTo>
                        <a:pt x="2560" y="400"/>
                        <a:pt x="2858" y="698"/>
                        <a:pt x="2858" y="1064"/>
                      </a:cubicBezTo>
                      <a:lnTo>
                        <a:pt x="2858" y="1073"/>
                      </a:lnTo>
                      <a:cubicBezTo>
                        <a:pt x="2858" y="1074"/>
                        <a:pt x="2858" y="1076"/>
                        <a:pt x="2858" y="1078"/>
                      </a:cubicBezTo>
                      <a:cubicBezTo>
                        <a:pt x="2853" y="1144"/>
                        <a:pt x="2873" y="1205"/>
                        <a:pt x="2915" y="1252"/>
                      </a:cubicBezTo>
                      <a:cubicBezTo>
                        <a:pt x="2957" y="1299"/>
                        <a:pt x="3017" y="1325"/>
                        <a:pt x="3080" y="1325"/>
                      </a:cubicBezTo>
                      <a:cubicBezTo>
                        <a:pt x="3103" y="1325"/>
                        <a:pt x="3126" y="1322"/>
                        <a:pt x="3148" y="1315"/>
                      </a:cubicBezTo>
                      <a:cubicBezTo>
                        <a:pt x="3185" y="1303"/>
                        <a:pt x="3224" y="1297"/>
                        <a:pt x="3263" y="1297"/>
                      </a:cubicBezTo>
                      <a:cubicBezTo>
                        <a:pt x="3468" y="1297"/>
                        <a:pt x="3634" y="1463"/>
                        <a:pt x="3634" y="1668"/>
                      </a:cubicBezTo>
                      <a:cubicBezTo>
                        <a:pt x="3634" y="1873"/>
                        <a:pt x="3468" y="2040"/>
                        <a:pt x="3263" y="2040"/>
                      </a:cubicBezTo>
                      <a:cubicBezTo>
                        <a:pt x="3255" y="2040"/>
                        <a:pt x="3043" y="2039"/>
                        <a:pt x="2832" y="2039"/>
                      </a:cubicBezTo>
                      <a:cubicBezTo>
                        <a:pt x="2621" y="2038"/>
                        <a:pt x="2411" y="2038"/>
                        <a:pt x="2405" y="2038"/>
                      </a:cubicBezTo>
                      <a:lnTo>
                        <a:pt x="1278" y="2038"/>
                      </a:lnTo>
                      <a:cubicBezTo>
                        <a:pt x="1048" y="2038"/>
                        <a:pt x="860" y="1850"/>
                        <a:pt x="860" y="16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îś1îḍé">
                <a:extLst>
                  <a:ext uri="{FF2B5EF4-FFF2-40B4-BE49-F238E27FC236}">
                    <a16:creationId xmlns:a16="http://schemas.microsoft.com/office/drawing/2014/main" id="{72615891-654C-43B0-8242-5AC1171C23CD}"/>
                  </a:ext>
                </a:extLst>
              </p:cNvPr>
              <p:cNvGrpSpPr/>
              <p:nvPr/>
            </p:nvGrpSpPr>
            <p:grpSpPr>
              <a:xfrm>
                <a:off x="8271497" y="4193233"/>
                <a:ext cx="636880" cy="636880"/>
                <a:chOff x="8271496" y="4193233"/>
                <a:chExt cx="636880" cy="636880"/>
              </a:xfrm>
            </p:grpSpPr>
            <p:sp>
              <p:nvSpPr>
                <p:cNvPr id="30" name="ïŝliḍè">
                  <a:extLst>
                    <a:ext uri="{FF2B5EF4-FFF2-40B4-BE49-F238E27FC236}">
                      <a16:creationId xmlns:a16="http://schemas.microsoft.com/office/drawing/2014/main" id="{615C1C7C-6984-48E2-B586-1738AE75E27E}"/>
                    </a:ext>
                  </a:extLst>
                </p:cNvPr>
                <p:cNvSpPr/>
                <p:nvPr/>
              </p:nvSpPr>
              <p:spPr>
                <a:xfrm>
                  <a:off x="8271496" y="4193233"/>
                  <a:ext cx="636880" cy="636880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>
                  <a:normAutofit/>
                </a:bodyPr>
                <a:lstStyle/>
                <a:p>
                  <a:pPr algn="ctr"/>
                  <a:endParaRPr lang="id-ID"/>
                </a:p>
              </p:txBody>
            </p:sp>
            <p:sp>
              <p:nvSpPr>
                <p:cNvPr id="31" name="ïšļíḓè">
                  <a:extLst>
                    <a:ext uri="{FF2B5EF4-FFF2-40B4-BE49-F238E27FC236}">
                      <a16:creationId xmlns:a16="http://schemas.microsoft.com/office/drawing/2014/main" id="{FFEDBD5A-C7AA-4FAF-89A7-11A6A6271D92}"/>
                    </a:ext>
                  </a:extLst>
                </p:cNvPr>
                <p:cNvSpPr/>
                <p:nvPr/>
              </p:nvSpPr>
              <p:spPr>
                <a:xfrm>
                  <a:off x="8457213" y="4372734"/>
                  <a:ext cx="265446" cy="277878"/>
                </a:xfrm>
                <a:custGeom>
                  <a:avLst/>
                  <a:gdLst>
                    <a:gd name="T0" fmla="*/ 4199 w 4494"/>
                    <a:gd name="T1" fmla="*/ 3838 h 4712"/>
                    <a:gd name="T2" fmla="*/ 3932 w 4494"/>
                    <a:gd name="T3" fmla="*/ 2881 h 4712"/>
                    <a:gd name="T4" fmla="*/ 2447 w 4494"/>
                    <a:gd name="T5" fmla="*/ 2438 h 4712"/>
                    <a:gd name="T6" fmla="*/ 3263 w 4494"/>
                    <a:gd name="T7" fmla="*/ 2440 h 4712"/>
                    <a:gd name="T8" fmla="*/ 3263 w 4494"/>
                    <a:gd name="T9" fmla="*/ 897 h 4712"/>
                    <a:gd name="T10" fmla="*/ 2194 w 4494"/>
                    <a:gd name="T11" fmla="*/ 0 h 4712"/>
                    <a:gd name="T12" fmla="*/ 460 w 4494"/>
                    <a:gd name="T13" fmla="*/ 1619 h 4712"/>
                    <a:gd name="T14" fmla="*/ 2047 w 4494"/>
                    <a:gd name="T15" fmla="*/ 2438 h 4712"/>
                    <a:gd name="T16" fmla="*/ 562 w 4494"/>
                    <a:gd name="T17" fmla="*/ 2881 h 4712"/>
                    <a:gd name="T18" fmla="*/ 296 w 4494"/>
                    <a:gd name="T19" fmla="*/ 3838 h 4712"/>
                    <a:gd name="T20" fmla="*/ 0 w 4494"/>
                    <a:gd name="T21" fmla="*/ 3971 h 4712"/>
                    <a:gd name="T22" fmla="*/ 134 w 4494"/>
                    <a:gd name="T23" fmla="*/ 4712 h 4712"/>
                    <a:gd name="T24" fmla="*/ 991 w 4494"/>
                    <a:gd name="T25" fmla="*/ 4579 h 4712"/>
                    <a:gd name="T26" fmla="*/ 858 w 4494"/>
                    <a:gd name="T27" fmla="*/ 3838 h 4712"/>
                    <a:gd name="T28" fmla="*/ 696 w 4494"/>
                    <a:gd name="T29" fmla="*/ 3281 h 4712"/>
                    <a:gd name="T30" fmla="*/ 2047 w 4494"/>
                    <a:gd name="T31" fmla="*/ 3838 h 4712"/>
                    <a:gd name="T32" fmla="*/ 1752 w 4494"/>
                    <a:gd name="T33" fmla="*/ 3971 h 4712"/>
                    <a:gd name="T34" fmla="*/ 1885 w 4494"/>
                    <a:gd name="T35" fmla="*/ 4712 h 4712"/>
                    <a:gd name="T36" fmla="*/ 2742 w 4494"/>
                    <a:gd name="T37" fmla="*/ 4579 h 4712"/>
                    <a:gd name="T38" fmla="*/ 2609 w 4494"/>
                    <a:gd name="T39" fmla="*/ 3838 h 4712"/>
                    <a:gd name="T40" fmla="*/ 2447 w 4494"/>
                    <a:gd name="T41" fmla="*/ 3281 h 4712"/>
                    <a:gd name="T42" fmla="*/ 3799 w 4494"/>
                    <a:gd name="T43" fmla="*/ 3838 h 4712"/>
                    <a:gd name="T44" fmla="*/ 3503 w 4494"/>
                    <a:gd name="T45" fmla="*/ 3971 h 4712"/>
                    <a:gd name="T46" fmla="*/ 3637 w 4494"/>
                    <a:gd name="T47" fmla="*/ 4712 h 4712"/>
                    <a:gd name="T48" fmla="*/ 4494 w 4494"/>
                    <a:gd name="T49" fmla="*/ 4579 h 4712"/>
                    <a:gd name="T50" fmla="*/ 4360 w 4494"/>
                    <a:gd name="T51" fmla="*/ 3838 h 4712"/>
                    <a:gd name="T52" fmla="*/ 1278 w 4494"/>
                    <a:gd name="T53" fmla="*/ 1201 h 4712"/>
                    <a:gd name="T54" fmla="*/ 1288 w 4494"/>
                    <a:gd name="T55" fmla="*/ 1201 h 4712"/>
                    <a:gd name="T56" fmla="*/ 1311 w 4494"/>
                    <a:gd name="T57" fmla="*/ 1202 h 4712"/>
                    <a:gd name="T58" fmla="*/ 2194 w 4494"/>
                    <a:gd name="T59" fmla="*/ 400 h 4712"/>
                    <a:gd name="T60" fmla="*/ 2858 w 4494"/>
                    <a:gd name="T61" fmla="*/ 1073 h 4712"/>
                    <a:gd name="T62" fmla="*/ 2915 w 4494"/>
                    <a:gd name="T63" fmla="*/ 1252 h 4712"/>
                    <a:gd name="T64" fmla="*/ 3148 w 4494"/>
                    <a:gd name="T65" fmla="*/ 1315 h 4712"/>
                    <a:gd name="T66" fmla="*/ 3634 w 4494"/>
                    <a:gd name="T67" fmla="*/ 1668 h 4712"/>
                    <a:gd name="T68" fmla="*/ 2832 w 4494"/>
                    <a:gd name="T69" fmla="*/ 2039 h 4712"/>
                    <a:gd name="T70" fmla="*/ 1278 w 4494"/>
                    <a:gd name="T71" fmla="*/ 2038 h 47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</a:cxnLst>
                  <a:rect l="0" t="0" r="r" b="b"/>
                  <a:pathLst>
                    <a:path w="4494" h="4712">
                      <a:moveTo>
                        <a:pt x="4360" y="3838"/>
                      </a:moveTo>
                      <a:lnTo>
                        <a:pt x="4199" y="3838"/>
                      </a:lnTo>
                      <a:lnTo>
                        <a:pt x="4199" y="3148"/>
                      </a:lnTo>
                      <a:cubicBezTo>
                        <a:pt x="4199" y="3001"/>
                        <a:pt x="4079" y="2881"/>
                        <a:pt x="3932" y="2881"/>
                      </a:cubicBezTo>
                      <a:lnTo>
                        <a:pt x="2447" y="2881"/>
                      </a:lnTo>
                      <a:lnTo>
                        <a:pt x="2447" y="2438"/>
                      </a:lnTo>
                      <a:cubicBezTo>
                        <a:pt x="2520" y="2438"/>
                        <a:pt x="2675" y="2438"/>
                        <a:pt x="2831" y="2439"/>
                      </a:cubicBezTo>
                      <a:cubicBezTo>
                        <a:pt x="3043" y="2439"/>
                        <a:pt x="3256" y="2440"/>
                        <a:pt x="3263" y="2440"/>
                      </a:cubicBezTo>
                      <a:cubicBezTo>
                        <a:pt x="3688" y="2440"/>
                        <a:pt x="4034" y="2094"/>
                        <a:pt x="4034" y="1668"/>
                      </a:cubicBezTo>
                      <a:cubicBezTo>
                        <a:pt x="4034" y="1243"/>
                        <a:pt x="3688" y="897"/>
                        <a:pt x="3263" y="897"/>
                      </a:cubicBezTo>
                      <a:cubicBezTo>
                        <a:pt x="3257" y="897"/>
                        <a:pt x="3251" y="897"/>
                        <a:pt x="3245" y="897"/>
                      </a:cubicBezTo>
                      <a:cubicBezTo>
                        <a:pt x="3165" y="389"/>
                        <a:pt x="2724" y="0"/>
                        <a:pt x="2194" y="0"/>
                      </a:cubicBezTo>
                      <a:cubicBezTo>
                        <a:pt x="1698" y="0"/>
                        <a:pt x="1276" y="339"/>
                        <a:pt x="1161" y="809"/>
                      </a:cubicBezTo>
                      <a:cubicBezTo>
                        <a:pt x="765" y="866"/>
                        <a:pt x="460" y="1208"/>
                        <a:pt x="460" y="1619"/>
                      </a:cubicBezTo>
                      <a:cubicBezTo>
                        <a:pt x="460" y="2071"/>
                        <a:pt x="827" y="2438"/>
                        <a:pt x="1278" y="2438"/>
                      </a:cubicBezTo>
                      <a:lnTo>
                        <a:pt x="2047" y="2438"/>
                      </a:lnTo>
                      <a:lnTo>
                        <a:pt x="2047" y="2881"/>
                      </a:lnTo>
                      <a:lnTo>
                        <a:pt x="562" y="2881"/>
                      </a:lnTo>
                      <a:cubicBezTo>
                        <a:pt x="415" y="2881"/>
                        <a:pt x="296" y="3001"/>
                        <a:pt x="296" y="3148"/>
                      </a:cubicBezTo>
                      <a:lnTo>
                        <a:pt x="296" y="3838"/>
                      </a:lnTo>
                      <a:lnTo>
                        <a:pt x="134" y="3838"/>
                      </a:lnTo>
                      <a:cubicBezTo>
                        <a:pt x="60" y="3838"/>
                        <a:pt x="0" y="3897"/>
                        <a:pt x="0" y="3971"/>
                      </a:cubicBezTo>
                      <a:lnTo>
                        <a:pt x="0" y="4579"/>
                      </a:lnTo>
                      <a:cubicBezTo>
                        <a:pt x="0" y="4652"/>
                        <a:pt x="60" y="4712"/>
                        <a:pt x="134" y="4712"/>
                      </a:cubicBezTo>
                      <a:lnTo>
                        <a:pt x="858" y="4712"/>
                      </a:lnTo>
                      <a:cubicBezTo>
                        <a:pt x="931" y="4712"/>
                        <a:pt x="991" y="4652"/>
                        <a:pt x="991" y="4579"/>
                      </a:cubicBezTo>
                      <a:lnTo>
                        <a:pt x="991" y="3971"/>
                      </a:lnTo>
                      <a:cubicBezTo>
                        <a:pt x="991" y="3897"/>
                        <a:pt x="931" y="3838"/>
                        <a:pt x="858" y="3838"/>
                      </a:cubicBezTo>
                      <a:lnTo>
                        <a:pt x="696" y="3838"/>
                      </a:lnTo>
                      <a:lnTo>
                        <a:pt x="696" y="3281"/>
                      </a:lnTo>
                      <a:lnTo>
                        <a:pt x="2047" y="3281"/>
                      </a:lnTo>
                      <a:lnTo>
                        <a:pt x="2047" y="3838"/>
                      </a:lnTo>
                      <a:lnTo>
                        <a:pt x="1885" y="3838"/>
                      </a:lnTo>
                      <a:cubicBezTo>
                        <a:pt x="1812" y="3838"/>
                        <a:pt x="1752" y="3897"/>
                        <a:pt x="1752" y="3971"/>
                      </a:cubicBezTo>
                      <a:lnTo>
                        <a:pt x="1752" y="4579"/>
                      </a:lnTo>
                      <a:cubicBezTo>
                        <a:pt x="1752" y="4652"/>
                        <a:pt x="1812" y="4712"/>
                        <a:pt x="1885" y="4712"/>
                      </a:cubicBezTo>
                      <a:lnTo>
                        <a:pt x="2609" y="4712"/>
                      </a:lnTo>
                      <a:cubicBezTo>
                        <a:pt x="2682" y="4712"/>
                        <a:pt x="2742" y="4652"/>
                        <a:pt x="2742" y="4579"/>
                      </a:cubicBezTo>
                      <a:lnTo>
                        <a:pt x="2742" y="3971"/>
                      </a:lnTo>
                      <a:cubicBezTo>
                        <a:pt x="2742" y="3897"/>
                        <a:pt x="2682" y="3838"/>
                        <a:pt x="2609" y="3838"/>
                      </a:cubicBezTo>
                      <a:lnTo>
                        <a:pt x="2447" y="3838"/>
                      </a:lnTo>
                      <a:lnTo>
                        <a:pt x="2447" y="3281"/>
                      </a:lnTo>
                      <a:lnTo>
                        <a:pt x="3799" y="3281"/>
                      </a:lnTo>
                      <a:lnTo>
                        <a:pt x="3799" y="3838"/>
                      </a:lnTo>
                      <a:lnTo>
                        <a:pt x="3637" y="3838"/>
                      </a:lnTo>
                      <a:cubicBezTo>
                        <a:pt x="3563" y="3838"/>
                        <a:pt x="3503" y="3897"/>
                        <a:pt x="3503" y="3971"/>
                      </a:cubicBezTo>
                      <a:lnTo>
                        <a:pt x="3503" y="4579"/>
                      </a:lnTo>
                      <a:cubicBezTo>
                        <a:pt x="3503" y="4652"/>
                        <a:pt x="3563" y="4712"/>
                        <a:pt x="3637" y="4712"/>
                      </a:cubicBezTo>
                      <a:lnTo>
                        <a:pt x="4360" y="4712"/>
                      </a:lnTo>
                      <a:cubicBezTo>
                        <a:pt x="4434" y="4712"/>
                        <a:pt x="4494" y="4652"/>
                        <a:pt x="4494" y="4579"/>
                      </a:cubicBezTo>
                      <a:lnTo>
                        <a:pt x="4494" y="3971"/>
                      </a:lnTo>
                      <a:cubicBezTo>
                        <a:pt x="4494" y="3897"/>
                        <a:pt x="4434" y="3838"/>
                        <a:pt x="4360" y="3838"/>
                      </a:cubicBezTo>
                      <a:close/>
                      <a:moveTo>
                        <a:pt x="860" y="1619"/>
                      </a:moveTo>
                      <a:cubicBezTo>
                        <a:pt x="860" y="1389"/>
                        <a:pt x="1048" y="1201"/>
                        <a:pt x="1278" y="1201"/>
                      </a:cubicBezTo>
                      <a:lnTo>
                        <a:pt x="1283" y="1201"/>
                      </a:lnTo>
                      <a:cubicBezTo>
                        <a:pt x="1284" y="1201"/>
                        <a:pt x="1286" y="1201"/>
                        <a:pt x="1288" y="1201"/>
                      </a:cubicBezTo>
                      <a:cubicBezTo>
                        <a:pt x="1288" y="1201"/>
                        <a:pt x="1289" y="1201"/>
                        <a:pt x="1290" y="1201"/>
                      </a:cubicBezTo>
                      <a:cubicBezTo>
                        <a:pt x="1297" y="1202"/>
                        <a:pt x="1304" y="1202"/>
                        <a:pt x="1311" y="1202"/>
                      </a:cubicBezTo>
                      <a:cubicBezTo>
                        <a:pt x="1408" y="1202"/>
                        <a:pt x="1519" y="1136"/>
                        <a:pt x="1534" y="992"/>
                      </a:cubicBezTo>
                      <a:cubicBezTo>
                        <a:pt x="1571" y="654"/>
                        <a:pt x="1854" y="400"/>
                        <a:pt x="2194" y="400"/>
                      </a:cubicBezTo>
                      <a:cubicBezTo>
                        <a:pt x="2560" y="400"/>
                        <a:pt x="2858" y="698"/>
                        <a:pt x="2858" y="1064"/>
                      </a:cubicBezTo>
                      <a:lnTo>
                        <a:pt x="2858" y="1073"/>
                      </a:lnTo>
                      <a:cubicBezTo>
                        <a:pt x="2858" y="1074"/>
                        <a:pt x="2858" y="1076"/>
                        <a:pt x="2858" y="1078"/>
                      </a:cubicBezTo>
                      <a:cubicBezTo>
                        <a:pt x="2853" y="1144"/>
                        <a:pt x="2873" y="1205"/>
                        <a:pt x="2915" y="1252"/>
                      </a:cubicBezTo>
                      <a:cubicBezTo>
                        <a:pt x="2957" y="1299"/>
                        <a:pt x="3017" y="1325"/>
                        <a:pt x="3080" y="1325"/>
                      </a:cubicBezTo>
                      <a:cubicBezTo>
                        <a:pt x="3103" y="1325"/>
                        <a:pt x="3126" y="1322"/>
                        <a:pt x="3148" y="1315"/>
                      </a:cubicBezTo>
                      <a:cubicBezTo>
                        <a:pt x="3185" y="1303"/>
                        <a:pt x="3224" y="1297"/>
                        <a:pt x="3263" y="1297"/>
                      </a:cubicBezTo>
                      <a:cubicBezTo>
                        <a:pt x="3468" y="1297"/>
                        <a:pt x="3634" y="1463"/>
                        <a:pt x="3634" y="1668"/>
                      </a:cubicBezTo>
                      <a:cubicBezTo>
                        <a:pt x="3634" y="1873"/>
                        <a:pt x="3468" y="2040"/>
                        <a:pt x="3263" y="2040"/>
                      </a:cubicBezTo>
                      <a:cubicBezTo>
                        <a:pt x="3255" y="2040"/>
                        <a:pt x="3043" y="2039"/>
                        <a:pt x="2832" y="2039"/>
                      </a:cubicBezTo>
                      <a:cubicBezTo>
                        <a:pt x="2621" y="2038"/>
                        <a:pt x="2411" y="2038"/>
                        <a:pt x="2405" y="2038"/>
                      </a:cubicBezTo>
                      <a:lnTo>
                        <a:pt x="1278" y="2038"/>
                      </a:lnTo>
                      <a:cubicBezTo>
                        <a:pt x="1048" y="2038"/>
                        <a:pt x="860" y="1850"/>
                        <a:pt x="860" y="1619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  <a:prstDash val="solid"/>
                  <a:round/>
                  <a:headEnd/>
                  <a:tailE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rmAutofit fontScale="70000" lnSpcReduction="20000"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 defTabSz="914354"/>
                  <a:endParaRPr lang="zh-CN" altLang="en-US" sz="2000" b="1" i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" name="ïŝḻïdé">
              <a:extLst>
                <a:ext uri="{FF2B5EF4-FFF2-40B4-BE49-F238E27FC236}">
                  <a16:creationId xmlns:a16="http://schemas.microsoft.com/office/drawing/2014/main" id="{E56C9D23-6CC7-43F9-9BE1-B09C78BDB91C}"/>
                </a:ext>
              </a:extLst>
            </p:cNvPr>
            <p:cNvGrpSpPr/>
            <p:nvPr/>
          </p:nvGrpSpPr>
          <p:grpSpPr>
            <a:xfrm>
              <a:off x="673100" y="1130300"/>
              <a:ext cx="2264235" cy="4855136"/>
              <a:chOff x="673100" y="1130300"/>
              <a:chExt cx="2264235" cy="4855136"/>
            </a:xfrm>
          </p:grpSpPr>
          <p:sp>
            <p:nvSpPr>
              <p:cNvPr id="17" name="iṡlïďè">
                <a:extLst>
                  <a:ext uri="{FF2B5EF4-FFF2-40B4-BE49-F238E27FC236}">
                    <a16:creationId xmlns:a16="http://schemas.microsoft.com/office/drawing/2014/main" id="{618CA86F-AEAD-441F-9245-82C2754CD31D}"/>
                  </a:ext>
                </a:extLst>
              </p:cNvPr>
              <p:cNvSpPr/>
              <p:nvPr/>
            </p:nvSpPr>
            <p:spPr bwMode="auto">
              <a:xfrm>
                <a:off x="673100" y="5450542"/>
                <a:ext cx="2264235" cy="534894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/>
                  <a:t>Tex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t </a:t>
                </a:r>
                <a:r>
                  <a:rPr lang="en-US" altLang="zh-CN" sz="1600" b="1" kern="0" dirty="0"/>
                  <a:t>here</a:t>
                </a:r>
                <a:endParaRPr lang="zh-CN" altLang="en-US" sz="1600" b="1" kern="0" dirty="0"/>
              </a:p>
            </p:txBody>
          </p:sp>
          <p:sp>
            <p:nvSpPr>
              <p:cNvPr id="18" name="îs1iḑê">
                <a:extLst>
                  <a:ext uri="{FF2B5EF4-FFF2-40B4-BE49-F238E27FC236}">
                    <a16:creationId xmlns:a16="http://schemas.microsoft.com/office/drawing/2014/main" id="{F2473EE4-861F-4E02-A418-4D6DA0CEA540}"/>
                  </a:ext>
                </a:extLst>
              </p:cNvPr>
              <p:cNvSpPr/>
              <p:nvPr/>
            </p:nvSpPr>
            <p:spPr>
              <a:xfrm>
                <a:off x="673100" y="1130300"/>
                <a:ext cx="2264235" cy="718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text 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here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</p:txBody>
          </p:sp>
          <p:sp>
            <p:nvSpPr>
              <p:cNvPr id="19" name="iS1iḍe">
                <a:extLst>
                  <a:ext uri="{FF2B5EF4-FFF2-40B4-BE49-F238E27FC236}">
                    <a16:creationId xmlns:a16="http://schemas.microsoft.com/office/drawing/2014/main" id="{F2473EE4-861F-4E02-A418-4D6DA0CEA540}"/>
                  </a:ext>
                </a:extLst>
              </p:cNvPr>
              <p:cNvSpPr/>
              <p:nvPr/>
            </p:nvSpPr>
            <p:spPr>
              <a:xfrm>
                <a:off x="673100" y="2210361"/>
                <a:ext cx="2264235" cy="718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text 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here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</p:txBody>
          </p:sp>
          <p:sp>
            <p:nvSpPr>
              <p:cNvPr id="20" name="îŝlidê">
                <a:extLst>
                  <a:ext uri="{FF2B5EF4-FFF2-40B4-BE49-F238E27FC236}">
                    <a16:creationId xmlns:a16="http://schemas.microsoft.com/office/drawing/2014/main" id="{F2473EE4-861F-4E02-A418-4D6DA0CEA540}"/>
                  </a:ext>
                </a:extLst>
              </p:cNvPr>
              <p:cNvSpPr/>
              <p:nvPr/>
            </p:nvSpPr>
            <p:spPr>
              <a:xfrm>
                <a:off x="673100" y="3290422"/>
                <a:ext cx="2264235" cy="718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text 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here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</p:txBody>
          </p:sp>
          <p:sp>
            <p:nvSpPr>
              <p:cNvPr id="21" name="îslïḋe">
                <a:extLst>
                  <a:ext uri="{FF2B5EF4-FFF2-40B4-BE49-F238E27FC236}">
                    <a16:creationId xmlns:a16="http://schemas.microsoft.com/office/drawing/2014/main" id="{F2473EE4-861F-4E02-A418-4D6DA0CEA540}"/>
                  </a:ext>
                </a:extLst>
              </p:cNvPr>
              <p:cNvSpPr/>
              <p:nvPr/>
            </p:nvSpPr>
            <p:spPr>
              <a:xfrm>
                <a:off x="673100" y="4370483"/>
                <a:ext cx="2264235" cy="718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text 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here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</p:txBody>
          </p:sp>
        </p:grpSp>
        <p:grpSp>
          <p:nvGrpSpPr>
            <p:cNvPr id="8" name="iṡḻiḑé">
              <a:extLst>
                <a:ext uri="{FF2B5EF4-FFF2-40B4-BE49-F238E27FC236}">
                  <a16:creationId xmlns:a16="http://schemas.microsoft.com/office/drawing/2014/main" id="{FF75255F-B365-47D8-B35C-5A7E94E8A56C}"/>
                </a:ext>
              </a:extLst>
            </p:cNvPr>
            <p:cNvGrpSpPr/>
            <p:nvPr/>
          </p:nvGrpSpPr>
          <p:grpSpPr>
            <a:xfrm>
              <a:off x="9254665" y="1130300"/>
              <a:ext cx="2264235" cy="4855136"/>
              <a:chOff x="673100" y="1130300"/>
              <a:chExt cx="2264235" cy="4855136"/>
            </a:xfrm>
          </p:grpSpPr>
          <p:sp>
            <p:nvSpPr>
              <p:cNvPr id="12" name="is1îde">
                <a:extLst>
                  <a:ext uri="{FF2B5EF4-FFF2-40B4-BE49-F238E27FC236}">
                    <a16:creationId xmlns:a16="http://schemas.microsoft.com/office/drawing/2014/main" id="{618CA86F-AEAD-441F-9245-82C2754CD31D}"/>
                  </a:ext>
                </a:extLst>
              </p:cNvPr>
              <p:cNvSpPr/>
              <p:nvPr/>
            </p:nvSpPr>
            <p:spPr bwMode="auto">
              <a:xfrm>
                <a:off x="673100" y="5450542"/>
                <a:ext cx="2264235" cy="534894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/>
                  <a:t>Te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xt </a:t>
                </a:r>
                <a:r>
                  <a:rPr lang="en-US" altLang="zh-CN" sz="1600" b="1" kern="0" dirty="0"/>
                  <a:t>here</a:t>
                </a:r>
                <a:endParaRPr lang="zh-CN" altLang="en-US" sz="1600" b="1" kern="0" dirty="0"/>
              </a:p>
            </p:txBody>
          </p:sp>
          <p:sp>
            <p:nvSpPr>
              <p:cNvPr id="13" name="íślídé">
                <a:extLst>
                  <a:ext uri="{FF2B5EF4-FFF2-40B4-BE49-F238E27FC236}">
                    <a16:creationId xmlns:a16="http://schemas.microsoft.com/office/drawing/2014/main" id="{F2473EE4-861F-4E02-A418-4D6DA0CEA540}"/>
                  </a:ext>
                </a:extLst>
              </p:cNvPr>
              <p:cNvSpPr/>
              <p:nvPr/>
            </p:nvSpPr>
            <p:spPr>
              <a:xfrm>
                <a:off x="673100" y="1130300"/>
                <a:ext cx="2264235" cy="718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000">
                    <a:solidFill>
                      <a:schemeClr val="tx1"/>
                    </a:solidFill>
                  </a:rPr>
                  <a:t>Supportin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g 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</p:txBody>
          </p:sp>
          <p:sp>
            <p:nvSpPr>
              <p:cNvPr id="14" name="iṧ1íďè">
                <a:extLst>
                  <a:ext uri="{FF2B5EF4-FFF2-40B4-BE49-F238E27FC236}">
                    <a16:creationId xmlns:a16="http://schemas.microsoft.com/office/drawing/2014/main" id="{F2473EE4-861F-4E02-A418-4D6DA0CEA540}"/>
                  </a:ext>
                </a:extLst>
              </p:cNvPr>
              <p:cNvSpPr/>
              <p:nvPr/>
            </p:nvSpPr>
            <p:spPr>
              <a:xfrm>
                <a:off x="673100" y="2210361"/>
                <a:ext cx="2264235" cy="718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000">
                    <a:solidFill>
                      <a:schemeClr val="tx1"/>
                    </a:solidFill>
                  </a:rPr>
                  <a:t>Supportin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g 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</p:txBody>
          </p:sp>
          <p:sp>
            <p:nvSpPr>
              <p:cNvPr id="15" name="išľîḓê">
                <a:extLst>
                  <a:ext uri="{FF2B5EF4-FFF2-40B4-BE49-F238E27FC236}">
                    <a16:creationId xmlns:a16="http://schemas.microsoft.com/office/drawing/2014/main" id="{F2473EE4-861F-4E02-A418-4D6DA0CEA540}"/>
                  </a:ext>
                </a:extLst>
              </p:cNvPr>
              <p:cNvSpPr/>
              <p:nvPr/>
            </p:nvSpPr>
            <p:spPr>
              <a:xfrm>
                <a:off x="673100" y="3290422"/>
                <a:ext cx="2264235" cy="718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000">
                    <a:solidFill>
                      <a:schemeClr val="tx1"/>
                    </a:solidFill>
                  </a:rPr>
                  <a:t>Supportin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g 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</p:txBody>
          </p:sp>
          <p:sp>
            <p:nvSpPr>
              <p:cNvPr id="16" name="islîḋé">
                <a:extLst>
                  <a:ext uri="{FF2B5EF4-FFF2-40B4-BE49-F238E27FC236}">
                    <a16:creationId xmlns:a16="http://schemas.microsoft.com/office/drawing/2014/main" id="{F2473EE4-861F-4E02-A418-4D6DA0CEA540}"/>
                  </a:ext>
                </a:extLst>
              </p:cNvPr>
              <p:cNvSpPr/>
              <p:nvPr/>
            </p:nvSpPr>
            <p:spPr>
              <a:xfrm>
                <a:off x="673100" y="4370483"/>
                <a:ext cx="2264235" cy="718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000">
                    <a:solidFill>
                      <a:schemeClr val="tx1"/>
                    </a:solidFill>
                  </a:rPr>
                  <a:t>Su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pporting 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text here.</a:t>
                </a:r>
              </a:p>
            </p:txBody>
          </p:sp>
        </p:grpSp>
        <p:sp>
          <p:nvSpPr>
            <p:cNvPr id="9" name="iṧḻidè">
              <a:extLst>
                <a:ext uri="{FF2B5EF4-FFF2-40B4-BE49-F238E27FC236}">
                  <a16:creationId xmlns:a16="http://schemas.microsoft.com/office/drawing/2014/main" id="{618CA86F-AEAD-441F-9245-82C2754CD31D}"/>
                </a:ext>
              </a:extLst>
            </p:cNvPr>
            <p:cNvSpPr/>
            <p:nvPr/>
          </p:nvSpPr>
          <p:spPr bwMode="auto">
            <a:xfrm>
              <a:off x="3325597" y="1821807"/>
              <a:ext cx="1492866" cy="534894"/>
            </a:xfrm>
            <a:prstGeom prst="rect">
              <a:avLst/>
            </a:prstGeom>
            <a:noFill/>
            <a:ln w="3175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sz="1400" kern="0"/>
                <a:t>Te</a:t>
              </a:r>
              <a:r>
                <a:rPr lang="en-US" altLang="zh-CN" sz="100" kern="0"/>
                <a:t> </a:t>
              </a:r>
              <a:r>
                <a:rPr lang="en-US" altLang="zh-CN" sz="1400" kern="0"/>
                <a:t>xt</a:t>
              </a:r>
              <a:endParaRPr lang="zh-CN" altLang="en-US" sz="1400" kern="0" dirty="0"/>
            </a:p>
          </p:txBody>
        </p:sp>
        <p:sp>
          <p:nvSpPr>
            <p:cNvPr id="10" name="ïṡḻiḑe">
              <a:extLst>
                <a:ext uri="{FF2B5EF4-FFF2-40B4-BE49-F238E27FC236}">
                  <a16:creationId xmlns:a16="http://schemas.microsoft.com/office/drawing/2014/main" id="{618CA86F-AEAD-441F-9245-82C2754CD31D}"/>
                </a:ext>
              </a:extLst>
            </p:cNvPr>
            <p:cNvSpPr/>
            <p:nvPr/>
          </p:nvSpPr>
          <p:spPr bwMode="auto">
            <a:xfrm>
              <a:off x="5349567" y="1821807"/>
              <a:ext cx="1492866" cy="534894"/>
            </a:xfrm>
            <a:prstGeom prst="rect">
              <a:avLst/>
            </a:prstGeom>
            <a:noFill/>
            <a:ln w="3175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sz="1400" kern="0"/>
                <a:t>Te</a:t>
              </a:r>
              <a:r>
                <a:rPr lang="en-US" altLang="zh-CN" sz="100" kern="0"/>
                <a:t> </a:t>
              </a:r>
              <a:r>
                <a:rPr lang="en-US" altLang="zh-CN" sz="1400" kern="0"/>
                <a:t>xt</a:t>
              </a:r>
              <a:endParaRPr lang="zh-CN" altLang="en-US" sz="1400" kern="0" dirty="0"/>
            </a:p>
          </p:txBody>
        </p:sp>
        <p:sp>
          <p:nvSpPr>
            <p:cNvPr id="11" name="ïsļîďè">
              <a:extLst>
                <a:ext uri="{FF2B5EF4-FFF2-40B4-BE49-F238E27FC236}">
                  <a16:creationId xmlns:a16="http://schemas.microsoft.com/office/drawing/2014/main" id="{618CA86F-AEAD-441F-9245-82C2754CD31D}"/>
                </a:ext>
              </a:extLst>
            </p:cNvPr>
            <p:cNvSpPr/>
            <p:nvPr/>
          </p:nvSpPr>
          <p:spPr bwMode="auto">
            <a:xfrm>
              <a:off x="7373537" y="1821807"/>
              <a:ext cx="1492866" cy="534894"/>
            </a:xfrm>
            <a:prstGeom prst="rect">
              <a:avLst/>
            </a:prstGeom>
            <a:noFill/>
            <a:ln w="3175" algn="ctr">
              <a:solidFill>
                <a:schemeClr val="bg1">
                  <a:lumMod val="75000"/>
                </a:schemeClr>
              </a:solidFill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914400"/>
              <a:r>
                <a:rPr lang="en-US" altLang="zh-CN" sz="1400" kern="0"/>
                <a:t>Te</a:t>
              </a:r>
              <a:r>
                <a:rPr lang="en-US" altLang="zh-CN" sz="100" kern="0"/>
                <a:t> </a:t>
              </a:r>
              <a:r>
                <a:rPr lang="en-US" altLang="zh-CN" sz="1400" kern="0"/>
                <a:t>xt</a:t>
              </a:r>
              <a:endParaRPr lang="zh-CN" altLang="en-US" sz="1400" kern="0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62604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5C4CE8-FB4A-4B0C-A243-1625A986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485E46-02C6-4DB0-A575-2F06EE91E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</a:t>
            </a:r>
            <a:r>
              <a:rPr lang="zh-CN" altLang="en-US" sz="100"/>
              <a:t> </a:t>
            </a:r>
            <a:r>
              <a:rPr lang="zh-CN" altLang="en-US"/>
              <a:t>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550D1F-ADA2-4A7A-9790-81DA6E3E2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20</a:t>
            </a:fld>
            <a:r>
              <a:rPr lang="zh-CN" altLang="en-US" sz="100"/>
              <a:t> </a:t>
            </a:r>
          </a:p>
        </p:txBody>
      </p:sp>
      <p:grpSp>
        <p:nvGrpSpPr>
          <p:cNvPr id="5" name="27752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75B1B1C0-BEDF-493A-9409-4C65E94EF781}"/>
              </a:ext>
            </a:extLst>
          </p:cNvPr>
          <p:cNvGrpSpPr>
            <a:grpSpLocks noChangeAspect="1"/>
          </p:cNvGrpSpPr>
          <p:nvPr/>
        </p:nvGrpSpPr>
        <p:grpSpPr>
          <a:xfrm>
            <a:off x="688681" y="1406023"/>
            <a:ext cx="10831807" cy="4465055"/>
            <a:chOff x="688681" y="1406023"/>
            <a:chExt cx="10831807" cy="4465055"/>
          </a:xfrm>
        </p:grpSpPr>
        <p:sp>
          <p:nvSpPr>
            <p:cNvPr id="6" name="íṣḷîḋe">
              <a:extLst>
                <a:ext uri="{FF2B5EF4-FFF2-40B4-BE49-F238E27FC236}">
                  <a16:creationId xmlns:a16="http://schemas.microsoft.com/office/drawing/2014/main" id="{C8522ECE-78B5-40C4-8152-E80DAAE5C26B}"/>
                </a:ext>
              </a:extLst>
            </p:cNvPr>
            <p:cNvSpPr/>
            <p:nvPr/>
          </p:nvSpPr>
          <p:spPr>
            <a:xfrm>
              <a:off x="5873727" y="2174463"/>
              <a:ext cx="2470174" cy="2470974"/>
            </a:xfrm>
            <a:custGeom>
              <a:avLst/>
              <a:gdLst>
                <a:gd name="connsiteX0" fmla="*/ 1484938 w 2970838"/>
                <a:gd name="connsiteY0" fmla="*/ 0 h 2971800"/>
                <a:gd name="connsiteX1" fmla="*/ 2970838 w 2970838"/>
                <a:gd name="connsiteY1" fmla="*/ 1485900 h 2971800"/>
                <a:gd name="connsiteX2" fmla="*/ 1484938 w 2970838"/>
                <a:gd name="connsiteY2" fmla="*/ 2971800 h 2971800"/>
                <a:gd name="connsiteX3" fmla="*/ 6710 w 2970838"/>
                <a:gd name="connsiteY3" fmla="*/ 1637825 h 2971800"/>
                <a:gd name="connsiteX4" fmla="*/ 0 w 2970838"/>
                <a:gd name="connsiteY4" fmla="*/ 1504951 h 2971800"/>
                <a:gd name="connsiteX5" fmla="*/ 533765 w 2970838"/>
                <a:gd name="connsiteY5" fmla="*/ 1504951 h 2971800"/>
                <a:gd name="connsiteX6" fmla="*/ 537719 w 2970838"/>
                <a:gd name="connsiteY6" fmla="*/ 1583250 h 2971800"/>
                <a:gd name="connsiteX7" fmla="*/ 1484938 w 2970838"/>
                <a:gd name="connsiteY7" fmla="*/ 2438035 h 2971800"/>
                <a:gd name="connsiteX8" fmla="*/ 2437073 w 2970838"/>
                <a:gd name="connsiteY8" fmla="*/ 1485900 h 2971800"/>
                <a:gd name="connsiteX9" fmla="*/ 1484938 w 2970838"/>
                <a:gd name="connsiteY9" fmla="*/ 533765 h 2971800"/>
                <a:gd name="connsiteX10" fmla="*/ 811677 w 2970838"/>
                <a:gd name="connsiteY10" fmla="*/ 812639 h 2971800"/>
                <a:gd name="connsiteX11" fmla="*/ 745820 w 2970838"/>
                <a:gd name="connsiteY11" fmla="*/ 892459 h 2971800"/>
                <a:gd name="connsiteX12" fmla="*/ 366414 w 2970838"/>
                <a:gd name="connsiteY12" fmla="*/ 509846 h 2971800"/>
                <a:gd name="connsiteX13" fmla="*/ 434248 w 2970838"/>
                <a:gd name="connsiteY13" fmla="*/ 435210 h 2971800"/>
                <a:gd name="connsiteX14" fmla="*/ 1484938 w 2970838"/>
                <a:gd name="connsiteY14" fmla="*/ 0 h 297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70838" h="2971800">
                  <a:moveTo>
                    <a:pt x="1484938" y="0"/>
                  </a:moveTo>
                  <a:cubicBezTo>
                    <a:pt x="2305578" y="0"/>
                    <a:pt x="2970838" y="665260"/>
                    <a:pt x="2970838" y="1485900"/>
                  </a:cubicBezTo>
                  <a:cubicBezTo>
                    <a:pt x="2970838" y="2306540"/>
                    <a:pt x="2305578" y="2971800"/>
                    <a:pt x="1484938" y="2971800"/>
                  </a:cubicBezTo>
                  <a:cubicBezTo>
                    <a:pt x="715588" y="2971800"/>
                    <a:pt x="82803" y="2387099"/>
                    <a:pt x="6710" y="1637825"/>
                  </a:cubicBezTo>
                  <a:lnTo>
                    <a:pt x="0" y="1504951"/>
                  </a:lnTo>
                  <a:lnTo>
                    <a:pt x="533765" y="1504951"/>
                  </a:lnTo>
                  <a:lnTo>
                    <a:pt x="537719" y="1583250"/>
                  </a:lnTo>
                  <a:cubicBezTo>
                    <a:pt x="586478" y="2063371"/>
                    <a:pt x="991954" y="2438035"/>
                    <a:pt x="1484938" y="2438035"/>
                  </a:cubicBezTo>
                  <a:cubicBezTo>
                    <a:pt x="2010788" y="2438035"/>
                    <a:pt x="2437073" y="2011750"/>
                    <a:pt x="2437073" y="1485900"/>
                  </a:cubicBezTo>
                  <a:cubicBezTo>
                    <a:pt x="2437073" y="960050"/>
                    <a:pt x="2010788" y="533765"/>
                    <a:pt x="1484938" y="533765"/>
                  </a:cubicBezTo>
                  <a:cubicBezTo>
                    <a:pt x="1222013" y="533765"/>
                    <a:pt x="983979" y="640336"/>
                    <a:pt x="811677" y="812639"/>
                  </a:cubicBezTo>
                  <a:lnTo>
                    <a:pt x="745820" y="892459"/>
                  </a:lnTo>
                  <a:lnTo>
                    <a:pt x="366414" y="509846"/>
                  </a:lnTo>
                  <a:lnTo>
                    <a:pt x="434248" y="435210"/>
                  </a:lnTo>
                  <a:cubicBezTo>
                    <a:pt x="703143" y="166315"/>
                    <a:pt x="1074618" y="0"/>
                    <a:pt x="1484938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7" name="íSḷiḍe">
              <a:extLst>
                <a:ext uri="{FF2B5EF4-FFF2-40B4-BE49-F238E27FC236}">
                  <a16:creationId xmlns:a16="http://schemas.microsoft.com/office/drawing/2014/main" id="{6ED0FEC7-96F9-40AA-817D-1713C6891DB9}"/>
                </a:ext>
              </a:extLst>
            </p:cNvPr>
            <p:cNvSpPr/>
            <p:nvPr/>
          </p:nvSpPr>
          <p:spPr>
            <a:xfrm flipV="1">
              <a:off x="3848100" y="2174463"/>
              <a:ext cx="2470974" cy="2470974"/>
            </a:xfrm>
            <a:custGeom>
              <a:avLst/>
              <a:gdLst>
                <a:gd name="connsiteX0" fmla="*/ 1485900 w 2971800"/>
                <a:gd name="connsiteY0" fmla="*/ 2971800 h 2971800"/>
                <a:gd name="connsiteX1" fmla="*/ 2971800 w 2971800"/>
                <a:gd name="connsiteY1" fmla="*/ 1485900 h 2971800"/>
                <a:gd name="connsiteX2" fmla="*/ 2970838 w 2971800"/>
                <a:gd name="connsiteY2" fmla="*/ 1466849 h 2971800"/>
                <a:gd name="connsiteX3" fmla="*/ 2437073 w 2971800"/>
                <a:gd name="connsiteY3" fmla="*/ 1466849 h 2971800"/>
                <a:gd name="connsiteX4" fmla="*/ 2438035 w 2971800"/>
                <a:gd name="connsiteY4" fmla="*/ 1485900 h 2971800"/>
                <a:gd name="connsiteX5" fmla="*/ 1485900 w 2971800"/>
                <a:gd name="connsiteY5" fmla="*/ 2438035 h 2971800"/>
                <a:gd name="connsiteX6" fmla="*/ 533765 w 2971800"/>
                <a:gd name="connsiteY6" fmla="*/ 1485900 h 2971800"/>
                <a:gd name="connsiteX7" fmla="*/ 1485900 w 2971800"/>
                <a:gd name="connsiteY7" fmla="*/ 533765 h 2971800"/>
                <a:gd name="connsiteX8" fmla="*/ 2159161 w 2971800"/>
                <a:gd name="connsiteY8" fmla="*/ 812639 h 2971800"/>
                <a:gd name="connsiteX9" fmla="*/ 2207859 w 2971800"/>
                <a:gd name="connsiteY9" fmla="*/ 871662 h 2971800"/>
                <a:gd name="connsiteX10" fmla="*/ 2586355 w 2971800"/>
                <a:gd name="connsiteY10" fmla="*/ 489966 h 2971800"/>
                <a:gd name="connsiteX11" fmla="*/ 2536590 w 2971800"/>
                <a:gd name="connsiteY11" fmla="*/ 435210 h 2971800"/>
                <a:gd name="connsiteX12" fmla="*/ 1485900 w 2971800"/>
                <a:gd name="connsiteY12" fmla="*/ 0 h 2971800"/>
                <a:gd name="connsiteX13" fmla="*/ 0 w 2971800"/>
                <a:gd name="connsiteY13" fmla="*/ 1485900 h 2971800"/>
                <a:gd name="connsiteX14" fmla="*/ 1485900 w 2971800"/>
                <a:gd name="connsiteY14" fmla="*/ 2971800 h 2971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71800" h="2971800">
                  <a:moveTo>
                    <a:pt x="1485900" y="2971800"/>
                  </a:moveTo>
                  <a:cubicBezTo>
                    <a:pt x="2306540" y="2971800"/>
                    <a:pt x="2971800" y="2306540"/>
                    <a:pt x="2971800" y="1485900"/>
                  </a:cubicBezTo>
                  <a:lnTo>
                    <a:pt x="2970838" y="1466849"/>
                  </a:lnTo>
                  <a:lnTo>
                    <a:pt x="2437073" y="1466849"/>
                  </a:lnTo>
                  <a:lnTo>
                    <a:pt x="2438035" y="1485900"/>
                  </a:lnTo>
                  <a:cubicBezTo>
                    <a:pt x="2438035" y="2011750"/>
                    <a:pt x="2011750" y="2438035"/>
                    <a:pt x="1485900" y="2438035"/>
                  </a:cubicBezTo>
                  <a:cubicBezTo>
                    <a:pt x="960050" y="2438035"/>
                    <a:pt x="533765" y="2011750"/>
                    <a:pt x="533765" y="1485900"/>
                  </a:cubicBezTo>
                  <a:cubicBezTo>
                    <a:pt x="533765" y="960050"/>
                    <a:pt x="960050" y="533765"/>
                    <a:pt x="1485900" y="533765"/>
                  </a:cubicBezTo>
                  <a:cubicBezTo>
                    <a:pt x="1748825" y="533765"/>
                    <a:pt x="1986859" y="640336"/>
                    <a:pt x="2159161" y="812639"/>
                  </a:cubicBezTo>
                  <a:lnTo>
                    <a:pt x="2207859" y="871662"/>
                  </a:lnTo>
                  <a:lnTo>
                    <a:pt x="2586355" y="489966"/>
                  </a:lnTo>
                  <a:lnTo>
                    <a:pt x="2536590" y="435210"/>
                  </a:lnTo>
                  <a:cubicBezTo>
                    <a:pt x="2267695" y="166315"/>
                    <a:pt x="1896220" y="0"/>
                    <a:pt x="1485900" y="0"/>
                  </a:cubicBezTo>
                  <a:cubicBezTo>
                    <a:pt x="665260" y="0"/>
                    <a:pt x="0" y="665260"/>
                    <a:pt x="0" y="1485900"/>
                  </a:cubicBezTo>
                  <a:cubicBezTo>
                    <a:pt x="0" y="2306540"/>
                    <a:pt x="665260" y="2971800"/>
                    <a:pt x="1485900" y="297180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8" name="iślíḋè">
              <a:extLst>
                <a:ext uri="{FF2B5EF4-FFF2-40B4-BE49-F238E27FC236}">
                  <a16:creationId xmlns:a16="http://schemas.microsoft.com/office/drawing/2014/main" id="{1D1EF363-2B8E-4CE5-91A7-E0A9F0046047}"/>
                </a:ext>
              </a:extLst>
            </p:cNvPr>
            <p:cNvSpPr/>
            <p:nvPr/>
          </p:nvSpPr>
          <p:spPr bwMode="auto">
            <a:xfrm>
              <a:off x="4935879" y="3035866"/>
              <a:ext cx="295416" cy="372328"/>
            </a:xfrm>
            <a:custGeom>
              <a:avLst/>
              <a:gdLst>
                <a:gd name="connsiteX0" fmla="*/ 179388 w 268288"/>
                <a:gd name="connsiteY0" fmla="*/ 166688 h 338138"/>
                <a:gd name="connsiteX1" fmla="*/ 203200 w 268288"/>
                <a:gd name="connsiteY1" fmla="*/ 190443 h 338138"/>
                <a:gd name="connsiteX2" fmla="*/ 203200 w 268288"/>
                <a:gd name="connsiteY2" fmla="*/ 252471 h 338138"/>
                <a:gd name="connsiteX3" fmla="*/ 179388 w 268288"/>
                <a:gd name="connsiteY3" fmla="*/ 276226 h 338138"/>
                <a:gd name="connsiteX4" fmla="*/ 155575 w 268288"/>
                <a:gd name="connsiteY4" fmla="*/ 252471 h 338138"/>
                <a:gd name="connsiteX5" fmla="*/ 155575 w 268288"/>
                <a:gd name="connsiteY5" fmla="*/ 190443 h 338138"/>
                <a:gd name="connsiteX6" fmla="*/ 179388 w 268288"/>
                <a:gd name="connsiteY6" fmla="*/ 166688 h 338138"/>
                <a:gd name="connsiteX7" fmla="*/ 179388 w 268288"/>
                <a:gd name="connsiteY7" fmla="*/ 150813 h 338138"/>
                <a:gd name="connsiteX8" fmla="*/ 139700 w 268288"/>
                <a:gd name="connsiteY8" fmla="*/ 190427 h 338138"/>
                <a:gd name="connsiteX9" fmla="*/ 139700 w 268288"/>
                <a:gd name="connsiteY9" fmla="*/ 252488 h 338138"/>
                <a:gd name="connsiteX10" fmla="*/ 179388 w 268288"/>
                <a:gd name="connsiteY10" fmla="*/ 292101 h 338138"/>
                <a:gd name="connsiteX11" fmla="*/ 219075 w 268288"/>
                <a:gd name="connsiteY11" fmla="*/ 252488 h 338138"/>
                <a:gd name="connsiteX12" fmla="*/ 219075 w 268288"/>
                <a:gd name="connsiteY12" fmla="*/ 190427 h 338138"/>
                <a:gd name="connsiteX13" fmla="*/ 179388 w 268288"/>
                <a:gd name="connsiteY13" fmla="*/ 150813 h 338138"/>
                <a:gd name="connsiteX14" fmla="*/ 57120 w 268288"/>
                <a:gd name="connsiteY14" fmla="*/ 150813 h 338138"/>
                <a:gd name="connsiteX15" fmla="*/ 49212 w 268288"/>
                <a:gd name="connsiteY15" fmla="*/ 158705 h 338138"/>
                <a:gd name="connsiteX16" fmla="*/ 57120 w 268288"/>
                <a:gd name="connsiteY16" fmla="*/ 166597 h 338138"/>
                <a:gd name="connsiteX17" fmla="*/ 80842 w 268288"/>
                <a:gd name="connsiteY17" fmla="*/ 166597 h 338138"/>
                <a:gd name="connsiteX18" fmla="*/ 103247 w 268288"/>
                <a:gd name="connsiteY18" fmla="*/ 188959 h 338138"/>
                <a:gd name="connsiteX19" fmla="*/ 103247 w 268288"/>
                <a:gd name="connsiteY19" fmla="*/ 190274 h 338138"/>
                <a:gd name="connsiteX20" fmla="*/ 80842 w 268288"/>
                <a:gd name="connsiteY20" fmla="*/ 212635 h 338138"/>
                <a:gd name="connsiteX21" fmla="*/ 57120 w 268288"/>
                <a:gd name="connsiteY21" fmla="*/ 212635 h 338138"/>
                <a:gd name="connsiteX22" fmla="*/ 49212 w 268288"/>
                <a:gd name="connsiteY22" fmla="*/ 220527 h 338138"/>
                <a:gd name="connsiteX23" fmla="*/ 57120 w 268288"/>
                <a:gd name="connsiteY23" fmla="*/ 228419 h 338138"/>
                <a:gd name="connsiteX24" fmla="*/ 80842 w 268288"/>
                <a:gd name="connsiteY24" fmla="*/ 228419 h 338138"/>
                <a:gd name="connsiteX25" fmla="*/ 103247 w 268288"/>
                <a:gd name="connsiteY25" fmla="*/ 250781 h 338138"/>
                <a:gd name="connsiteX26" fmla="*/ 80842 w 268288"/>
                <a:gd name="connsiteY26" fmla="*/ 273142 h 338138"/>
                <a:gd name="connsiteX27" fmla="*/ 57120 w 268288"/>
                <a:gd name="connsiteY27" fmla="*/ 273142 h 338138"/>
                <a:gd name="connsiteX28" fmla="*/ 49212 w 268288"/>
                <a:gd name="connsiteY28" fmla="*/ 281034 h 338138"/>
                <a:gd name="connsiteX29" fmla="*/ 57120 w 268288"/>
                <a:gd name="connsiteY29" fmla="*/ 288926 h 338138"/>
                <a:gd name="connsiteX30" fmla="*/ 80842 w 268288"/>
                <a:gd name="connsiteY30" fmla="*/ 288926 h 338138"/>
                <a:gd name="connsiteX31" fmla="*/ 119062 w 268288"/>
                <a:gd name="connsiteY31" fmla="*/ 250781 h 338138"/>
                <a:gd name="connsiteX32" fmla="*/ 103247 w 268288"/>
                <a:gd name="connsiteY32" fmla="*/ 220527 h 338138"/>
                <a:gd name="connsiteX33" fmla="*/ 119062 w 268288"/>
                <a:gd name="connsiteY33" fmla="*/ 190274 h 338138"/>
                <a:gd name="connsiteX34" fmla="*/ 119062 w 268288"/>
                <a:gd name="connsiteY34" fmla="*/ 188959 h 338138"/>
                <a:gd name="connsiteX35" fmla="*/ 80842 w 268288"/>
                <a:gd name="connsiteY35" fmla="*/ 150813 h 338138"/>
                <a:gd name="connsiteX36" fmla="*/ 57120 w 268288"/>
                <a:gd name="connsiteY36" fmla="*/ 150813 h 338138"/>
                <a:gd name="connsiteX37" fmla="*/ 46099 w 268288"/>
                <a:gd name="connsiteY37" fmla="*/ 47625 h 338138"/>
                <a:gd name="connsiteX38" fmla="*/ 15875 w 268288"/>
                <a:gd name="connsiteY38" fmla="*/ 79629 h 338138"/>
                <a:gd name="connsiteX39" fmla="*/ 15875 w 268288"/>
                <a:gd name="connsiteY39" fmla="*/ 114300 h 338138"/>
                <a:gd name="connsiteX40" fmla="*/ 252413 w 268288"/>
                <a:gd name="connsiteY40" fmla="*/ 114300 h 338138"/>
                <a:gd name="connsiteX41" fmla="*/ 252413 w 268288"/>
                <a:gd name="connsiteY41" fmla="*/ 79629 h 338138"/>
                <a:gd name="connsiteX42" fmla="*/ 222189 w 268288"/>
                <a:gd name="connsiteY42" fmla="*/ 47625 h 338138"/>
                <a:gd name="connsiteX43" fmla="*/ 210362 w 268288"/>
                <a:gd name="connsiteY43" fmla="*/ 47625 h 338138"/>
                <a:gd name="connsiteX44" fmla="*/ 210362 w 268288"/>
                <a:gd name="connsiteY44" fmla="*/ 71628 h 338138"/>
                <a:gd name="connsiteX45" fmla="*/ 202477 w 268288"/>
                <a:gd name="connsiteY45" fmla="*/ 79629 h 338138"/>
                <a:gd name="connsiteX46" fmla="*/ 194593 w 268288"/>
                <a:gd name="connsiteY46" fmla="*/ 71628 h 338138"/>
                <a:gd name="connsiteX47" fmla="*/ 194593 w 268288"/>
                <a:gd name="connsiteY47" fmla="*/ 47625 h 338138"/>
                <a:gd name="connsiteX48" fmla="*/ 73696 w 268288"/>
                <a:gd name="connsiteY48" fmla="*/ 47625 h 338138"/>
                <a:gd name="connsiteX49" fmla="*/ 73696 w 268288"/>
                <a:gd name="connsiteY49" fmla="*/ 71628 h 338138"/>
                <a:gd name="connsiteX50" fmla="*/ 65811 w 268288"/>
                <a:gd name="connsiteY50" fmla="*/ 79629 h 338138"/>
                <a:gd name="connsiteX51" fmla="*/ 57926 w 268288"/>
                <a:gd name="connsiteY51" fmla="*/ 71628 h 338138"/>
                <a:gd name="connsiteX52" fmla="*/ 57926 w 268288"/>
                <a:gd name="connsiteY52" fmla="*/ 47625 h 338138"/>
                <a:gd name="connsiteX53" fmla="*/ 46099 w 268288"/>
                <a:gd name="connsiteY53" fmla="*/ 47625 h 338138"/>
                <a:gd name="connsiteX54" fmla="*/ 65757 w 268288"/>
                <a:gd name="connsiteY54" fmla="*/ 0 h 338138"/>
                <a:gd name="connsiteX55" fmla="*/ 73648 w 268288"/>
                <a:gd name="connsiteY55" fmla="*/ 7925 h 338138"/>
                <a:gd name="connsiteX56" fmla="*/ 73648 w 268288"/>
                <a:gd name="connsiteY56" fmla="*/ 31700 h 338138"/>
                <a:gd name="connsiteX57" fmla="*/ 194640 w 268288"/>
                <a:gd name="connsiteY57" fmla="*/ 31700 h 338138"/>
                <a:gd name="connsiteX58" fmla="*/ 194640 w 268288"/>
                <a:gd name="connsiteY58" fmla="*/ 7925 h 338138"/>
                <a:gd name="connsiteX59" fmla="*/ 202531 w 268288"/>
                <a:gd name="connsiteY59" fmla="*/ 0 h 338138"/>
                <a:gd name="connsiteX60" fmla="*/ 210422 w 268288"/>
                <a:gd name="connsiteY60" fmla="*/ 7925 h 338138"/>
                <a:gd name="connsiteX61" fmla="*/ 210422 w 268288"/>
                <a:gd name="connsiteY61" fmla="*/ 31700 h 338138"/>
                <a:gd name="connsiteX62" fmla="*/ 222258 w 268288"/>
                <a:gd name="connsiteY62" fmla="*/ 31700 h 338138"/>
                <a:gd name="connsiteX63" fmla="*/ 268288 w 268288"/>
                <a:gd name="connsiteY63" fmla="*/ 79251 h 338138"/>
                <a:gd name="connsiteX64" fmla="*/ 268288 w 268288"/>
                <a:gd name="connsiteY64" fmla="*/ 290587 h 338138"/>
                <a:gd name="connsiteX65" fmla="*/ 222258 w 268288"/>
                <a:gd name="connsiteY65" fmla="*/ 338138 h 338138"/>
                <a:gd name="connsiteX66" fmla="*/ 46030 w 268288"/>
                <a:gd name="connsiteY66" fmla="*/ 338138 h 338138"/>
                <a:gd name="connsiteX67" fmla="*/ 0 w 268288"/>
                <a:gd name="connsiteY67" fmla="*/ 290587 h 338138"/>
                <a:gd name="connsiteX68" fmla="*/ 0 w 268288"/>
                <a:gd name="connsiteY68" fmla="*/ 79251 h 338138"/>
                <a:gd name="connsiteX69" fmla="*/ 46030 w 268288"/>
                <a:gd name="connsiteY69" fmla="*/ 31700 h 338138"/>
                <a:gd name="connsiteX70" fmla="*/ 57866 w 268288"/>
                <a:gd name="connsiteY70" fmla="*/ 31700 h 338138"/>
                <a:gd name="connsiteX71" fmla="*/ 57866 w 268288"/>
                <a:gd name="connsiteY71" fmla="*/ 7925 h 338138"/>
                <a:gd name="connsiteX72" fmla="*/ 65757 w 268288"/>
                <a:gd name="connsiteY72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268288" h="338138">
                  <a:moveTo>
                    <a:pt x="179388" y="166688"/>
                  </a:moveTo>
                  <a:cubicBezTo>
                    <a:pt x="192617" y="166688"/>
                    <a:pt x="203200" y="177246"/>
                    <a:pt x="203200" y="190443"/>
                  </a:cubicBezTo>
                  <a:cubicBezTo>
                    <a:pt x="203200" y="252471"/>
                    <a:pt x="203200" y="252471"/>
                    <a:pt x="203200" y="252471"/>
                  </a:cubicBezTo>
                  <a:cubicBezTo>
                    <a:pt x="203200" y="265668"/>
                    <a:pt x="192617" y="276226"/>
                    <a:pt x="179388" y="276226"/>
                  </a:cubicBezTo>
                  <a:cubicBezTo>
                    <a:pt x="166158" y="276226"/>
                    <a:pt x="155575" y="265668"/>
                    <a:pt x="155575" y="252471"/>
                  </a:cubicBezTo>
                  <a:cubicBezTo>
                    <a:pt x="155575" y="190443"/>
                    <a:pt x="155575" y="190443"/>
                    <a:pt x="155575" y="190443"/>
                  </a:cubicBezTo>
                  <a:cubicBezTo>
                    <a:pt x="155575" y="177246"/>
                    <a:pt x="166158" y="166688"/>
                    <a:pt x="179388" y="166688"/>
                  </a:cubicBezTo>
                  <a:close/>
                  <a:moveTo>
                    <a:pt x="179388" y="150813"/>
                  </a:moveTo>
                  <a:cubicBezTo>
                    <a:pt x="158221" y="150813"/>
                    <a:pt x="139700" y="169299"/>
                    <a:pt x="139700" y="190427"/>
                  </a:cubicBezTo>
                  <a:cubicBezTo>
                    <a:pt x="139700" y="252488"/>
                    <a:pt x="139700" y="252488"/>
                    <a:pt x="139700" y="252488"/>
                  </a:cubicBezTo>
                  <a:cubicBezTo>
                    <a:pt x="139700" y="273615"/>
                    <a:pt x="158221" y="292101"/>
                    <a:pt x="179388" y="292101"/>
                  </a:cubicBezTo>
                  <a:cubicBezTo>
                    <a:pt x="201877" y="292101"/>
                    <a:pt x="219075" y="273615"/>
                    <a:pt x="219075" y="252488"/>
                  </a:cubicBezTo>
                  <a:lnTo>
                    <a:pt x="219075" y="190427"/>
                  </a:lnTo>
                  <a:cubicBezTo>
                    <a:pt x="219075" y="169299"/>
                    <a:pt x="201877" y="150813"/>
                    <a:pt x="179388" y="150813"/>
                  </a:cubicBezTo>
                  <a:close/>
                  <a:moveTo>
                    <a:pt x="57120" y="150813"/>
                  </a:moveTo>
                  <a:cubicBezTo>
                    <a:pt x="51848" y="150813"/>
                    <a:pt x="49212" y="154759"/>
                    <a:pt x="49212" y="158705"/>
                  </a:cubicBezTo>
                  <a:cubicBezTo>
                    <a:pt x="49212" y="163967"/>
                    <a:pt x="51848" y="166597"/>
                    <a:pt x="57120" y="166597"/>
                  </a:cubicBezTo>
                  <a:cubicBezTo>
                    <a:pt x="80842" y="166597"/>
                    <a:pt x="80842" y="166597"/>
                    <a:pt x="80842" y="166597"/>
                  </a:cubicBezTo>
                  <a:cubicBezTo>
                    <a:pt x="92704" y="166597"/>
                    <a:pt x="103247" y="177120"/>
                    <a:pt x="103247" y="188959"/>
                  </a:cubicBezTo>
                  <a:cubicBezTo>
                    <a:pt x="103247" y="190274"/>
                    <a:pt x="103247" y="190274"/>
                    <a:pt x="103247" y="190274"/>
                  </a:cubicBezTo>
                  <a:cubicBezTo>
                    <a:pt x="103247" y="202112"/>
                    <a:pt x="92704" y="212635"/>
                    <a:pt x="80842" y="212635"/>
                  </a:cubicBezTo>
                  <a:cubicBezTo>
                    <a:pt x="57120" y="212635"/>
                    <a:pt x="57120" y="212635"/>
                    <a:pt x="57120" y="212635"/>
                  </a:cubicBezTo>
                  <a:cubicBezTo>
                    <a:pt x="51848" y="212635"/>
                    <a:pt x="49212" y="215266"/>
                    <a:pt x="49212" y="220527"/>
                  </a:cubicBezTo>
                  <a:cubicBezTo>
                    <a:pt x="49212" y="224473"/>
                    <a:pt x="51848" y="228419"/>
                    <a:pt x="57120" y="228419"/>
                  </a:cubicBezTo>
                  <a:cubicBezTo>
                    <a:pt x="80842" y="228419"/>
                    <a:pt x="80842" y="228419"/>
                    <a:pt x="80842" y="228419"/>
                  </a:cubicBezTo>
                  <a:cubicBezTo>
                    <a:pt x="92704" y="228419"/>
                    <a:pt x="103247" y="237627"/>
                    <a:pt x="103247" y="250781"/>
                  </a:cubicBezTo>
                  <a:cubicBezTo>
                    <a:pt x="103247" y="263934"/>
                    <a:pt x="92704" y="273142"/>
                    <a:pt x="80842" y="273142"/>
                  </a:cubicBezTo>
                  <a:cubicBezTo>
                    <a:pt x="57120" y="273142"/>
                    <a:pt x="57120" y="273142"/>
                    <a:pt x="57120" y="273142"/>
                  </a:cubicBezTo>
                  <a:cubicBezTo>
                    <a:pt x="51848" y="273142"/>
                    <a:pt x="49212" y="277088"/>
                    <a:pt x="49212" y="281034"/>
                  </a:cubicBezTo>
                  <a:cubicBezTo>
                    <a:pt x="49212" y="284980"/>
                    <a:pt x="51848" y="288926"/>
                    <a:pt x="57120" y="288926"/>
                  </a:cubicBezTo>
                  <a:cubicBezTo>
                    <a:pt x="80842" y="288926"/>
                    <a:pt x="80842" y="288926"/>
                    <a:pt x="80842" y="288926"/>
                  </a:cubicBezTo>
                  <a:cubicBezTo>
                    <a:pt x="101929" y="288926"/>
                    <a:pt x="119062" y="271826"/>
                    <a:pt x="119062" y="250781"/>
                  </a:cubicBezTo>
                  <a:cubicBezTo>
                    <a:pt x="119062" y="237627"/>
                    <a:pt x="112473" y="227104"/>
                    <a:pt x="103247" y="220527"/>
                  </a:cubicBezTo>
                  <a:cubicBezTo>
                    <a:pt x="112473" y="212635"/>
                    <a:pt x="119062" y="202112"/>
                    <a:pt x="119062" y="190274"/>
                  </a:cubicBezTo>
                  <a:lnTo>
                    <a:pt x="119062" y="188959"/>
                  </a:lnTo>
                  <a:cubicBezTo>
                    <a:pt x="119062" y="167913"/>
                    <a:pt x="101929" y="150813"/>
                    <a:pt x="80842" y="150813"/>
                  </a:cubicBezTo>
                  <a:cubicBezTo>
                    <a:pt x="57120" y="150813"/>
                    <a:pt x="57120" y="150813"/>
                    <a:pt x="57120" y="150813"/>
                  </a:cubicBezTo>
                  <a:close/>
                  <a:moveTo>
                    <a:pt x="46099" y="47625"/>
                  </a:moveTo>
                  <a:cubicBezTo>
                    <a:pt x="29016" y="47625"/>
                    <a:pt x="15875" y="62294"/>
                    <a:pt x="15875" y="79629"/>
                  </a:cubicBezTo>
                  <a:cubicBezTo>
                    <a:pt x="15875" y="114300"/>
                    <a:pt x="15875" y="114300"/>
                    <a:pt x="15875" y="114300"/>
                  </a:cubicBezTo>
                  <a:cubicBezTo>
                    <a:pt x="252413" y="114300"/>
                    <a:pt x="252413" y="114300"/>
                    <a:pt x="252413" y="114300"/>
                  </a:cubicBezTo>
                  <a:lnTo>
                    <a:pt x="252413" y="79629"/>
                  </a:lnTo>
                  <a:cubicBezTo>
                    <a:pt x="252413" y="62294"/>
                    <a:pt x="239272" y="47625"/>
                    <a:pt x="222189" y="47625"/>
                  </a:cubicBezTo>
                  <a:cubicBezTo>
                    <a:pt x="210362" y="47625"/>
                    <a:pt x="210362" y="47625"/>
                    <a:pt x="210362" y="47625"/>
                  </a:cubicBezTo>
                  <a:cubicBezTo>
                    <a:pt x="210362" y="71628"/>
                    <a:pt x="210362" y="71628"/>
                    <a:pt x="210362" y="71628"/>
                  </a:cubicBezTo>
                  <a:cubicBezTo>
                    <a:pt x="210362" y="75629"/>
                    <a:pt x="206420" y="79629"/>
                    <a:pt x="202477" y="79629"/>
                  </a:cubicBezTo>
                  <a:cubicBezTo>
                    <a:pt x="197221" y="79629"/>
                    <a:pt x="194593" y="75629"/>
                    <a:pt x="194593" y="71628"/>
                  </a:cubicBezTo>
                  <a:cubicBezTo>
                    <a:pt x="194593" y="47625"/>
                    <a:pt x="194593" y="47625"/>
                    <a:pt x="194593" y="47625"/>
                  </a:cubicBezTo>
                  <a:cubicBezTo>
                    <a:pt x="73696" y="47625"/>
                    <a:pt x="73696" y="47625"/>
                    <a:pt x="73696" y="47625"/>
                  </a:cubicBezTo>
                  <a:cubicBezTo>
                    <a:pt x="73696" y="71628"/>
                    <a:pt x="73696" y="71628"/>
                    <a:pt x="73696" y="71628"/>
                  </a:cubicBezTo>
                  <a:cubicBezTo>
                    <a:pt x="73696" y="75629"/>
                    <a:pt x="71067" y="79629"/>
                    <a:pt x="65811" y="79629"/>
                  </a:cubicBezTo>
                  <a:cubicBezTo>
                    <a:pt x="61869" y="79629"/>
                    <a:pt x="57926" y="75629"/>
                    <a:pt x="57926" y="71628"/>
                  </a:cubicBezTo>
                  <a:cubicBezTo>
                    <a:pt x="57926" y="47625"/>
                    <a:pt x="57926" y="47625"/>
                    <a:pt x="57926" y="47625"/>
                  </a:cubicBezTo>
                  <a:cubicBezTo>
                    <a:pt x="46099" y="47625"/>
                    <a:pt x="46099" y="47625"/>
                    <a:pt x="46099" y="47625"/>
                  </a:cubicBezTo>
                  <a:close/>
                  <a:moveTo>
                    <a:pt x="65757" y="0"/>
                  </a:moveTo>
                  <a:cubicBezTo>
                    <a:pt x="71018" y="0"/>
                    <a:pt x="73648" y="3962"/>
                    <a:pt x="73648" y="7925"/>
                  </a:cubicBezTo>
                  <a:cubicBezTo>
                    <a:pt x="73648" y="31700"/>
                    <a:pt x="73648" y="31700"/>
                    <a:pt x="73648" y="31700"/>
                  </a:cubicBezTo>
                  <a:cubicBezTo>
                    <a:pt x="194640" y="31700"/>
                    <a:pt x="194640" y="31700"/>
                    <a:pt x="194640" y="31700"/>
                  </a:cubicBezTo>
                  <a:cubicBezTo>
                    <a:pt x="194640" y="7925"/>
                    <a:pt x="194640" y="7925"/>
                    <a:pt x="194640" y="7925"/>
                  </a:cubicBezTo>
                  <a:cubicBezTo>
                    <a:pt x="194640" y="3962"/>
                    <a:pt x="197271" y="0"/>
                    <a:pt x="202531" y="0"/>
                  </a:cubicBezTo>
                  <a:cubicBezTo>
                    <a:pt x="206477" y="0"/>
                    <a:pt x="210422" y="3962"/>
                    <a:pt x="210422" y="7925"/>
                  </a:cubicBezTo>
                  <a:cubicBezTo>
                    <a:pt x="210422" y="31700"/>
                    <a:pt x="210422" y="31700"/>
                    <a:pt x="210422" y="31700"/>
                  </a:cubicBezTo>
                  <a:cubicBezTo>
                    <a:pt x="222258" y="31700"/>
                    <a:pt x="222258" y="31700"/>
                    <a:pt x="222258" y="31700"/>
                  </a:cubicBezTo>
                  <a:cubicBezTo>
                    <a:pt x="247246" y="31700"/>
                    <a:pt x="268288" y="52834"/>
                    <a:pt x="268288" y="79251"/>
                  </a:cubicBezTo>
                  <a:cubicBezTo>
                    <a:pt x="268288" y="290587"/>
                    <a:pt x="268288" y="290587"/>
                    <a:pt x="268288" y="290587"/>
                  </a:cubicBezTo>
                  <a:cubicBezTo>
                    <a:pt x="268288" y="317005"/>
                    <a:pt x="247246" y="338138"/>
                    <a:pt x="222258" y="338138"/>
                  </a:cubicBezTo>
                  <a:cubicBezTo>
                    <a:pt x="46030" y="338138"/>
                    <a:pt x="46030" y="338138"/>
                    <a:pt x="46030" y="338138"/>
                  </a:cubicBezTo>
                  <a:cubicBezTo>
                    <a:pt x="21042" y="338138"/>
                    <a:pt x="0" y="317005"/>
                    <a:pt x="0" y="290587"/>
                  </a:cubicBezTo>
                  <a:cubicBezTo>
                    <a:pt x="0" y="79251"/>
                    <a:pt x="0" y="79251"/>
                    <a:pt x="0" y="79251"/>
                  </a:cubicBezTo>
                  <a:cubicBezTo>
                    <a:pt x="0" y="52834"/>
                    <a:pt x="21042" y="31700"/>
                    <a:pt x="46030" y="31700"/>
                  </a:cubicBezTo>
                  <a:cubicBezTo>
                    <a:pt x="57866" y="31700"/>
                    <a:pt x="57866" y="31700"/>
                    <a:pt x="57866" y="31700"/>
                  </a:cubicBezTo>
                  <a:cubicBezTo>
                    <a:pt x="57866" y="7925"/>
                    <a:pt x="57866" y="7925"/>
                    <a:pt x="57866" y="7925"/>
                  </a:cubicBezTo>
                  <a:cubicBezTo>
                    <a:pt x="57866" y="3962"/>
                    <a:pt x="61812" y="0"/>
                    <a:pt x="657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9" name="îṩľiḑê">
              <a:extLst>
                <a:ext uri="{FF2B5EF4-FFF2-40B4-BE49-F238E27FC236}">
                  <a16:creationId xmlns:a16="http://schemas.microsoft.com/office/drawing/2014/main" id="{73285BFF-DACC-45D2-95E9-0BC1DAE71022}"/>
                </a:ext>
              </a:extLst>
            </p:cNvPr>
            <p:cNvSpPr/>
            <p:nvPr/>
          </p:nvSpPr>
          <p:spPr bwMode="auto">
            <a:xfrm>
              <a:off x="6971564" y="3014252"/>
              <a:ext cx="324782" cy="309242"/>
            </a:xfrm>
            <a:custGeom>
              <a:avLst/>
              <a:gdLst>
                <a:gd name="connsiteX0" fmla="*/ 101402 w 331788"/>
                <a:gd name="connsiteY0" fmla="*/ 200025 h 315913"/>
                <a:gd name="connsiteX1" fmla="*/ 93663 w 331788"/>
                <a:gd name="connsiteY1" fmla="*/ 207840 h 315913"/>
                <a:gd name="connsiteX2" fmla="*/ 93663 w 331788"/>
                <a:gd name="connsiteY2" fmla="*/ 301625 h 315913"/>
                <a:gd name="connsiteX3" fmla="*/ 137518 w 331788"/>
                <a:gd name="connsiteY3" fmla="*/ 301625 h 315913"/>
                <a:gd name="connsiteX4" fmla="*/ 137518 w 331788"/>
                <a:gd name="connsiteY4" fmla="*/ 250825 h 315913"/>
                <a:gd name="connsiteX5" fmla="*/ 143967 w 331788"/>
                <a:gd name="connsiteY5" fmla="*/ 244312 h 315913"/>
                <a:gd name="connsiteX6" fmla="*/ 187822 w 331788"/>
                <a:gd name="connsiteY6" fmla="*/ 244312 h 315913"/>
                <a:gd name="connsiteX7" fmla="*/ 194271 w 331788"/>
                <a:gd name="connsiteY7" fmla="*/ 250825 h 315913"/>
                <a:gd name="connsiteX8" fmla="*/ 194271 w 331788"/>
                <a:gd name="connsiteY8" fmla="*/ 301625 h 315913"/>
                <a:gd name="connsiteX9" fmla="*/ 230387 w 331788"/>
                <a:gd name="connsiteY9" fmla="*/ 301625 h 315913"/>
                <a:gd name="connsiteX10" fmla="*/ 238126 w 331788"/>
                <a:gd name="connsiteY10" fmla="*/ 295112 h 315913"/>
                <a:gd name="connsiteX11" fmla="*/ 238126 w 331788"/>
                <a:gd name="connsiteY11" fmla="*/ 207840 h 315913"/>
                <a:gd name="connsiteX12" fmla="*/ 230387 w 331788"/>
                <a:gd name="connsiteY12" fmla="*/ 200025 h 315913"/>
                <a:gd name="connsiteX13" fmla="*/ 101402 w 331788"/>
                <a:gd name="connsiteY13" fmla="*/ 200025 h 315913"/>
                <a:gd name="connsiteX14" fmla="*/ 258908 w 331788"/>
                <a:gd name="connsiteY14" fmla="*/ 122237 h 315913"/>
                <a:gd name="connsiteX15" fmla="*/ 252413 w 331788"/>
                <a:gd name="connsiteY15" fmla="*/ 129801 h 315913"/>
                <a:gd name="connsiteX16" fmla="*/ 252413 w 331788"/>
                <a:gd name="connsiteY16" fmla="*/ 157536 h 315913"/>
                <a:gd name="connsiteX17" fmla="*/ 258908 w 331788"/>
                <a:gd name="connsiteY17" fmla="*/ 165100 h 315913"/>
                <a:gd name="connsiteX18" fmla="*/ 266701 w 331788"/>
                <a:gd name="connsiteY18" fmla="*/ 157536 h 315913"/>
                <a:gd name="connsiteX19" fmla="*/ 266701 w 331788"/>
                <a:gd name="connsiteY19" fmla="*/ 129801 h 315913"/>
                <a:gd name="connsiteX20" fmla="*/ 258908 w 331788"/>
                <a:gd name="connsiteY20" fmla="*/ 122237 h 315913"/>
                <a:gd name="connsiteX21" fmla="*/ 230332 w 331788"/>
                <a:gd name="connsiteY21" fmla="*/ 122237 h 315913"/>
                <a:gd name="connsiteX22" fmla="*/ 223838 w 331788"/>
                <a:gd name="connsiteY22" fmla="*/ 129801 h 315913"/>
                <a:gd name="connsiteX23" fmla="*/ 223838 w 331788"/>
                <a:gd name="connsiteY23" fmla="*/ 157536 h 315913"/>
                <a:gd name="connsiteX24" fmla="*/ 230332 w 331788"/>
                <a:gd name="connsiteY24" fmla="*/ 165100 h 315913"/>
                <a:gd name="connsiteX25" fmla="*/ 238126 w 331788"/>
                <a:gd name="connsiteY25" fmla="*/ 157536 h 315913"/>
                <a:gd name="connsiteX26" fmla="*/ 238126 w 331788"/>
                <a:gd name="connsiteY26" fmla="*/ 129801 h 315913"/>
                <a:gd name="connsiteX27" fmla="*/ 230332 w 331788"/>
                <a:gd name="connsiteY27" fmla="*/ 122237 h 315913"/>
                <a:gd name="connsiteX28" fmla="*/ 201468 w 331788"/>
                <a:gd name="connsiteY28" fmla="*/ 122237 h 315913"/>
                <a:gd name="connsiteX29" fmla="*/ 193675 w 331788"/>
                <a:gd name="connsiteY29" fmla="*/ 129801 h 315913"/>
                <a:gd name="connsiteX30" fmla="*/ 193675 w 331788"/>
                <a:gd name="connsiteY30" fmla="*/ 157536 h 315913"/>
                <a:gd name="connsiteX31" fmla="*/ 201468 w 331788"/>
                <a:gd name="connsiteY31" fmla="*/ 165100 h 315913"/>
                <a:gd name="connsiteX32" fmla="*/ 207963 w 331788"/>
                <a:gd name="connsiteY32" fmla="*/ 157536 h 315913"/>
                <a:gd name="connsiteX33" fmla="*/ 207963 w 331788"/>
                <a:gd name="connsiteY33" fmla="*/ 129801 h 315913"/>
                <a:gd name="connsiteX34" fmla="*/ 201468 w 331788"/>
                <a:gd name="connsiteY34" fmla="*/ 122237 h 315913"/>
                <a:gd name="connsiteX35" fmla="*/ 128732 w 331788"/>
                <a:gd name="connsiteY35" fmla="*/ 122237 h 315913"/>
                <a:gd name="connsiteX36" fmla="*/ 122238 w 331788"/>
                <a:gd name="connsiteY36" fmla="*/ 129801 h 315913"/>
                <a:gd name="connsiteX37" fmla="*/ 122238 w 331788"/>
                <a:gd name="connsiteY37" fmla="*/ 157536 h 315913"/>
                <a:gd name="connsiteX38" fmla="*/ 128732 w 331788"/>
                <a:gd name="connsiteY38" fmla="*/ 165100 h 315913"/>
                <a:gd name="connsiteX39" fmla="*/ 136526 w 331788"/>
                <a:gd name="connsiteY39" fmla="*/ 157536 h 315913"/>
                <a:gd name="connsiteX40" fmla="*/ 136526 w 331788"/>
                <a:gd name="connsiteY40" fmla="*/ 129801 h 315913"/>
                <a:gd name="connsiteX41" fmla="*/ 128732 w 331788"/>
                <a:gd name="connsiteY41" fmla="*/ 122237 h 315913"/>
                <a:gd name="connsiteX42" fmla="*/ 101456 w 331788"/>
                <a:gd name="connsiteY42" fmla="*/ 122237 h 315913"/>
                <a:gd name="connsiteX43" fmla="*/ 93663 w 331788"/>
                <a:gd name="connsiteY43" fmla="*/ 129801 h 315913"/>
                <a:gd name="connsiteX44" fmla="*/ 93663 w 331788"/>
                <a:gd name="connsiteY44" fmla="*/ 157536 h 315913"/>
                <a:gd name="connsiteX45" fmla="*/ 101456 w 331788"/>
                <a:gd name="connsiteY45" fmla="*/ 165100 h 315913"/>
                <a:gd name="connsiteX46" fmla="*/ 107951 w 331788"/>
                <a:gd name="connsiteY46" fmla="*/ 157536 h 315913"/>
                <a:gd name="connsiteX47" fmla="*/ 107951 w 331788"/>
                <a:gd name="connsiteY47" fmla="*/ 129801 h 315913"/>
                <a:gd name="connsiteX48" fmla="*/ 101456 w 331788"/>
                <a:gd name="connsiteY48" fmla="*/ 122237 h 315913"/>
                <a:gd name="connsiteX49" fmla="*/ 72881 w 331788"/>
                <a:gd name="connsiteY49" fmla="*/ 122237 h 315913"/>
                <a:gd name="connsiteX50" fmla="*/ 65088 w 331788"/>
                <a:gd name="connsiteY50" fmla="*/ 129801 h 315913"/>
                <a:gd name="connsiteX51" fmla="*/ 65088 w 331788"/>
                <a:gd name="connsiteY51" fmla="*/ 157536 h 315913"/>
                <a:gd name="connsiteX52" fmla="*/ 72881 w 331788"/>
                <a:gd name="connsiteY52" fmla="*/ 165100 h 315913"/>
                <a:gd name="connsiteX53" fmla="*/ 79376 w 331788"/>
                <a:gd name="connsiteY53" fmla="*/ 157536 h 315913"/>
                <a:gd name="connsiteX54" fmla="*/ 79376 w 331788"/>
                <a:gd name="connsiteY54" fmla="*/ 129801 h 315913"/>
                <a:gd name="connsiteX55" fmla="*/ 72881 w 331788"/>
                <a:gd name="connsiteY55" fmla="*/ 122237 h 315913"/>
                <a:gd name="connsiteX56" fmla="*/ 258908 w 331788"/>
                <a:gd name="connsiteY56" fmla="*/ 65087 h 315913"/>
                <a:gd name="connsiteX57" fmla="*/ 252413 w 331788"/>
                <a:gd name="connsiteY57" fmla="*/ 71581 h 315913"/>
                <a:gd name="connsiteX58" fmla="*/ 252413 w 331788"/>
                <a:gd name="connsiteY58" fmla="*/ 100157 h 315913"/>
                <a:gd name="connsiteX59" fmla="*/ 258908 w 331788"/>
                <a:gd name="connsiteY59" fmla="*/ 107950 h 315913"/>
                <a:gd name="connsiteX60" fmla="*/ 266701 w 331788"/>
                <a:gd name="connsiteY60" fmla="*/ 100157 h 315913"/>
                <a:gd name="connsiteX61" fmla="*/ 266701 w 331788"/>
                <a:gd name="connsiteY61" fmla="*/ 71581 h 315913"/>
                <a:gd name="connsiteX62" fmla="*/ 258908 w 331788"/>
                <a:gd name="connsiteY62" fmla="*/ 65087 h 315913"/>
                <a:gd name="connsiteX63" fmla="*/ 230332 w 331788"/>
                <a:gd name="connsiteY63" fmla="*/ 65087 h 315913"/>
                <a:gd name="connsiteX64" fmla="*/ 223838 w 331788"/>
                <a:gd name="connsiteY64" fmla="*/ 71581 h 315913"/>
                <a:gd name="connsiteX65" fmla="*/ 223838 w 331788"/>
                <a:gd name="connsiteY65" fmla="*/ 100157 h 315913"/>
                <a:gd name="connsiteX66" fmla="*/ 230332 w 331788"/>
                <a:gd name="connsiteY66" fmla="*/ 107950 h 315913"/>
                <a:gd name="connsiteX67" fmla="*/ 238126 w 331788"/>
                <a:gd name="connsiteY67" fmla="*/ 100157 h 315913"/>
                <a:gd name="connsiteX68" fmla="*/ 238126 w 331788"/>
                <a:gd name="connsiteY68" fmla="*/ 71581 h 315913"/>
                <a:gd name="connsiteX69" fmla="*/ 230332 w 331788"/>
                <a:gd name="connsiteY69" fmla="*/ 65087 h 315913"/>
                <a:gd name="connsiteX70" fmla="*/ 201468 w 331788"/>
                <a:gd name="connsiteY70" fmla="*/ 65087 h 315913"/>
                <a:gd name="connsiteX71" fmla="*/ 193675 w 331788"/>
                <a:gd name="connsiteY71" fmla="*/ 71581 h 315913"/>
                <a:gd name="connsiteX72" fmla="*/ 193675 w 331788"/>
                <a:gd name="connsiteY72" fmla="*/ 100157 h 315913"/>
                <a:gd name="connsiteX73" fmla="*/ 201468 w 331788"/>
                <a:gd name="connsiteY73" fmla="*/ 107950 h 315913"/>
                <a:gd name="connsiteX74" fmla="*/ 207963 w 331788"/>
                <a:gd name="connsiteY74" fmla="*/ 100157 h 315913"/>
                <a:gd name="connsiteX75" fmla="*/ 207963 w 331788"/>
                <a:gd name="connsiteY75" fmla="*/ 71581 h 315913"/>
                <a:gd name="connsiteX76" fmla="*/ 201468 w 331788"/>
                <a:gd name="connsiteY76" fmla="*/ 65087 h 315913"/>
                <a:gd name="connsiteX77" fmla="*/ 128732 w 331788"/>
                <a:gd name="connsiteY77" fmla="*/ 65087 h 315913"/>
                <a:gd name="connsiteX78" fmla="*/ 122238 w 331788"/>
                <a:gd name="connsiteY78" fmla="*/ 71581 h 315913"/>
                <a:gd name="connsiteX79" fmla="*/ 122238 w 331788"/>
                <a:gd name="connsiteY79" fmla="*/ 100157 h 315913"/>
                <a:gd name="connsiteX80" fmla="*/ 128732 w 331788"/>
                <a:gd name="connsiteY80" fmla="*/ 107950 h 315913"/>
                <a:gd name="connsiteX81" fmla="*/ 136526 w 331788"/>
                <a:gd name="connsiteY81" fmla="*/ 100157 h 315913"/>
                <a:gd name="connsiteX82" fmla="*/ 136526 w 331788"/>
                <a:gd name="connsiteY82" fmla="*/ 71581 h 315913"/>
                <a:gd name="connsiteX83" fmla="*/ 128732 w 331788"/>
                <a:gd name="connsiteY83" fmla="*/ 65087 h 315913"/>
                <a:gd name="connsiteX84" fmla="*/ 101456 w 331788"/>
                <a:gd name="connsiteY84" fmla="*/ 65087 h 315913"/>
                <a:gd name="connsiteX85" fmla="*/ 93663 w 331788"/>
                <a:gd name="connsiteY85" fmla="*/ 71581 h 315913"/>
                <a:gd name="connsiteX86" fmla="*/ 93663 w 331788"/>
                <a:gd name="connsiteY86" fmla="*/ 100157 h 315913"/>
                <a:gd name="connsiteX87" fmla="*/ 101456 w 331788"/>
                <a:gd name="connsiteY87" fmla="*/ 107950 h 315913"/>
                <a:gd name="connsiteX88" fmla="*/ 107951 w 331788"/>
                <a:gd name="connsiteY88" fmla="*/ 100157 h 315913"/>
                <a:gd name="connsiteX89" fmla="*/ 107951 w 331788"/>
                <a:gd name="connsiteY89" fmla="*/ 71581 h 315913"/>
                <a:gd name="connsiteX90" fmla="*/ 101456 w 331788"/>
                <a:gd name="connsiteY90" fmla="*/ 65087 h 315913"/>
                <a:gd name="connsiteX91" fmla="*/ 72881 w 331788"/>
                <a:gd name="connsiteY91" fmla="*/ 65087 h 315913"/>
                <a:gd name="connsiteX92" fmla="*/ 65088 w 331788"/>
                <a:gd name="connsiteY92" fmla="*/ 71581 h 315913"/>
                <a:gd name="connsiteX93" fmla="*/ 65088 w 331788"/>
                <a:gd name="connsiteY93" fmla="*/ 100157 h 315913"/>
                <a:gd name="connsiteX94" fmla="*/ 72881 w 331788"/>
                <a:gd name="connsiteY94" fmla="*/ 107950 h 315913"/>
                <a:gd name="connsiteX95" fmla="*/ 79376 w 331788"/>
                <a:gd name="connsiteY95" fmla="*/ 100157 h 315913"/>
                <a:gd name="connsiteX96" fmla="*/ 79376 w 331788"/>
                <a:gd name="connsiteY96" fmla="*/ 71581 h 315913"/>
                <a:gd name="connsiteX97" fmla="*/ 72881 w 331788"/>
                <a:gd name="connsiteY97" fmla="*/ 65087 h 315913"/>
                <a:gd name="connsiteX98" fmla="*/ 107950 w 331788"/>
                <a:gd name="connsiteY98" fmla="*/ 14287 h 315913"/>
                <a:gd name="connsiteX99" fmla="*/ 107950 w 331788"/>
                <a:gd name="connsiteY99" fmla="*/ 28575 h 315913"/>
                <a:gd name="connsiteX100" fmla="*/ 223838 w 331788"/>
                <a:gd name="connsiteY100" fmla="*/ 28575 h 315913"/>
                <a:gd name="connsiteX101" fmla="*/ 223838 w 331788"/>
                <a:gd name="connsiteY101" fmla="*/ 14287 h 315913"/>
                <a:gd name="connsiteX102" fmla="*/ 64802 w 331788"/>
                <a:gd name="connsiteY102" fmla="*/ 0 h 315913"/>
                <a:gd name="connsiteX103" fmla="*/ 266986 w 331788"/>
                <a:gd name="connsiteY103" fmla="*/ 0 h 315913"/>
                <a:gd name="connsiteX104" fmla="*/ 273466 w 331788"/>
                <a:gd name="connsiteY104" fmla="*/ 6474 h 315913"/>
                <a:gd name="connsiteX105" fmla="*/ 266986 w 331788"/>
                <a:gd name="connsiteY105" fmla="*/ 14242 h 315913"/>
                <a:gd name="connsiteX106" fmla="*/ 238472 w 331788"/>
                <a:gd name="connsiteY106" fmla="*/ 14242 h 315913"/>
                <a:gd name="connsiteX107" fmla="*/ 238472 w 331788"/>
                <a:gd name="connsiteY107" fmla="*/ 28484 h 315913"/>
                <a:gd name="connsiteX108" fmla="*/ 303275 w 331788"/>
                <a:gd name="connsiteY108" fmla="*/ 28484 h 315913"/>
                <a:gd name="connsiteX109" fmla="*/ 309755 w 331788"/>
                <a:gd name="connsiteY109" fmla="*/ 34958 h 315913"/>
                <a:gd name="connsiteX110" fmla="*/ 309755 w 331788"/>
                <a:gd name="connsiteY110" fmla="*/ 301671 h 315913"/>
                <a:gd name="connsiteX111" fmla="*/ 324012 w 331788"/>
                <a:gd name="connsiteY111" fmla="*/ 301671 h 315913"/>
                <a:gd name="connsiteX112" fmla="*/ 331788 w 331788"/>
                <a:gd name="connsiteY112" fmla="*/ 309439 h 315913"/>
                <a:gd name="connsiteX113" fmla="*/ 324012 w 331788"/>
                <a:gd name="connsiteY113" fmla="*/ 315913 h 315913"/>
                <a:gd name="connsiteX114" fmla="*/ 7776 w 331788"/>
                <a:gd name="connsiteY114" fmla="*/ 315913 h 315913"/>
                <a:gd name="connsiteX115" fmla="*/ 0 w 331788"/>
                <a:gd name="connsiteY115" fmla="*/ 309439 h 315913"/>
                <a:gd name="connsiteX116" fmla="*/ 7776 w 331788"/>
                <a:gd name="connsiteY116" fmla="*/ 301671 h 315913"/>
                <a:gd name="connsiteX117" fmla="*/ 22033 w 331788"/>
                <a:gd name="connsiteY117" fmla="*/ 301671 h 315913"/>
                <a:gd name="connsiteX118" fmla="*/ 22033 w 331788"/>
                <a:gd name="connsiteY118" fmla="*/ 34958 h 315913"/>
                <a:gd name="connsiteX119" fmla="*/ 28513 w 331788"/>
                <a:gd name="connsiteY119" fmla="*/ 28484 h 315913"/>
                <a:gd name="connsiteX120" fmla="*/ 93315 w 331788"/>
                <a:gd name="connsiteY120" fmla="*/ 28484 h 315913"/>
                <a:gd name="connsiteX121" fmla="*/ 93315 w 331788"/>
                <a:gd name="connsiteY121" fmla="*/ 14242 h 315913"/>
                <a:gd name="connsiteX122" fmla="*/ 64802 w 331788"/>
                <a:gd name="connsiteY122" fmla="*/ 14242 h 315913"/>
                <a:gd name="connsiteX123" fmla="*/ 58322 w 331788"/>
                <a:gd name="connsiteY123" fmla="*/ 6474 h 315913"/>
                <a:gd name="connsiteX124" fmla="*/ 64802 w 331788"/>
                <a:gd name="connsiteY124" fmla="*/ 0 h 31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331788" h="315913">
                  <a:moveTo>
                    <a:pt x="101402" y="200025"/>
                  </a:moveTo>
                  <a:cubicBezTo>
                    <a:pt x="97532" y="200025"/>
                    <a:pt x="93663" y="203933"/>
                    <a:pt x="93663" y="207840"/>
                  </a:cubicBezTo>
                  <a:cubicBezTo>
                    <a:pt x="93663" y="207840"/>
                    <a:pt x="93663" y="207840"/>
                    <a:pt x="93663" y="301625"/>
                  </a:cubicBezTo>
                  <a:cubicBezTo>
                    <a:pt x="93663" y="301625"/>
                    <a:pt x="93663" y="301625"/>
                    <a:pt x="137518" y="301625"/>
                  </a:cubicBezTo>
                  <a:cubicBezTo>
                    <a:pt x="137518" y="301625"/>
                    <a:pt x="137518" y="301625"/>
                    <a:pt x="137518" y="250825"/>
                  </a:cubicBezTo>
                  <a:cubicBezTo>
                    <a:pt x="137518" y="246917"/>
                    <a:pt x="140097" y="244312"/>
                    <a:pt x="143967" y="244312"/>
                  </a:cubicBezTo>
                  <a:cubicBezTo>
                    <a:pt x="143967" y="244312"/>
                    <a:pt x="143967" y="244312"/>
                    <a:pt x="187822" y="244312"/>
                  </a:cubicBezTo>
                  <a:cubicBezTo>
                    <a:pt x="191691" y="244312"/>
                    <a:pt x="194271" y="246917"/>
                    <a:pt x="194271" y="250825"/>
                  </a:cubicBezTo>
                  <a:cubicBezTo>
                    <a:pt x="194271" y="250825"/>
                    <a:pt x="194271" y="250825"/>
                    <a:pt x="194271" y="301625"/>
                  </a:cubicBezTo>
                  <a:cubicBezTo>
                    <a:pt x="194271" y="301625"/>
                    <a:pt x="194271" y="301625"/>
                    <a:pt x="230387" y="301625"/>
                  </a:cubicBezTo>
                  <a:cubicBezTo>
                    <a:pt x="234256" y="301625"/>
                    <a:pt x="238126" y="299020"/>
                    <a:pt x="238126" y="295112"/>
                  </a:cubicBezTo>
                  <a:lnTo>
                    <a:pt x="238126" y="207840"/>
                  </a:lnTo>
                  <a:cubicBezTo>
                    <a:pt x="238126" y="203933"/>
                    <a:pt x="234256" y="200025"/>
                    <a:pt x="230387" y="200025"/>
                  </a:cubicBezTo>
                  <a:cubicBezTo>
                    <a:pt x="230387" y="200025"/>
                    <a:pt x="230387" y="200025"/>
                    <a:pt x="101402" y="200025"/>
                  </a:cubicBezTo>
                  <a:close/>
                  <a:moveTo>
                    <a:pt x="258908" y="122237"/>
                  </a:moveTo>
                  <a:cubicBezTo>
                    <a:pt x="255011" y="122237"/>
                    <a:pt x="252413" y="124758"/>
                    <a:pt x="252413" y="129801"/>
                  </a:cubicBezTo>
                  <a:cubicBezTo>
                    <a:pt x="252413" y="129801"/>
                    <a:pt x="252413" y="129801"/>
                    <a:pt x="252413" y="157536"/>
                  </a:cubicBezTo>
                  <a:cubicBezTo>
                    <a:pt x="252413" y="161318"/>
                    <a:pt x="255011" y="165100"/>
                    <a:pt x="258908" y="165100"/>
                  </a:cubicBezTo>
                  <a:cubicBezTo>
                    <a:pt x="264103" y="165100"/>
                    <a:pt x="266701" y="161318"/>
                    <a:pt x="266701" y="157536"/>
                  </a:cubicBezTo>
                  <a:lnTo>
                    <a:pt x="266701" y="129801"/>
                  </a:lnTo>
                  <a:cubicBezTo>
                    <a:pt x="266701" y="124758"/>
                    <a:pt x="264103" y="122237"/>
                    <a:pt x="258908" y="122237"/>
                  </a:cubicBezTo>
                  <a:close/>
                  <a:moveTo>
                    <a:pt x="230332" y="122237"/>
                  </a:moveTo>
                  <a:cubicBezTo>
                    <a:pt x="226436" y="122237"/>
                    <a:pt x="223838" y="124758"/>
                    <a:pt x="223838" y="129801"/>
                  </a:cubicBezTo>
                  <a:cubicBezTo>
                    <a:pt x="223838" y="129801"/>
                    <a:pt x="223838" y="129801"/>
                    <a:pt x="223838" y="157536"/>
                  </a:cubicBezTo>
                  <a:cubicBezTo>
                    <a:pt x="223838" y="161318"/>
                    <a:pt x="226436" y="165100"/>
                    <a:pt x="230332" y="165100"/>
                  </a:cubicBezTo>
                  <a:cubicBezTo>
                    <a:pt x="234229" y="165100"/>
                    <a:pt x="238126" y="161318"/>
                    <a:pt x="238126" y="157536"/>
                  </a:cubicBezTo>
                  <a:lnTo>
                    <a:pt x="238126" y="129801"/>
                  </a:lnTo>
                  <a:cubicBezTo>
                    <a:pt x="238126" y="124758"/>
                    <a:pt x="234229" y="122237"/>
                    <a:pt x="230332" y="122237"/>
                  </a:cubicBezTo>
                  <a:close/>
                  <a:moveTo>
                    <a:pt x="201468" y="122237"/>
                  </a:moveTo>
                  <a:cubicBezTo>
                    <a:pt x="196273" y="122237"/>
                    <a:pt x="193675" y="124758"/>
                    <a:pt x="193675" y="129801"/>
                  </a:cubicBezTo>
                  <a:cubicBezTo>
                    <a:pt x="193675" y="129801"/>
                    <a:pt x="193675" y="129801"/>
                    <a:pt x="193675" y="157536"/>
                  </a:cubicBezTo>
                  <a:cubicBezTo>
                    <a:pt x="193675" y="161318"/>
                    <a:pt x="196273" y="165100"/>
                    <a:pt x="201468" y="165100"/>
                  </a:cubicBezTo>
                  <a:cubicBezTo>
                    <a:pt x="205365" y="165100"/>
                    <a:pt x="207963" y="161318"/>
                    <a:pt x="207963" y="157536"/>
                  </a:cubicBezTo>
                  <a:cubicBezTo>
                    <a:pt x="207963" y="157536"/>
                    <a:pt x="207963" y="157536"/>
                    <a:pt x="207963" y="129801"/>
                  </a:cubicBezTo>
                  <a:cubicBezTo>
                    <a:pt x="207963" y="124758"/>
                    <a:pt x="205365" y="122237"/>
                    <a:pt x="201468" y="122237"/>
                  </a:cubicBezTo>
                  <a:close/>
                  <a:moveTo>
                    <a:pt x="128732" y="122237"/>
                  </a:moveTo>
                  <a:cubicBezTo>
                    <a:pt x="124836" y="122237"/>
                    <a:pt x="122238" y="124758"/>
                    <a:pt x="122238" y="129801"/>
                  </a:cubicBezTo>
                  <a:cubicBezTo>
                    <a:pt x="122238" y="129801"/>
                    <a:pt x="122238" y="129801"/>
                    <a:pt x="122238" y="157536"/>
                  </a:cubicBezTo>
                  <a:cubicBezTo>
                    <a:pt x="122238" y="161318"/>
                    <a:pt x="124836" y="165100"/>
                    <a:pt x="128732" y="165100"/>
                  </a:cubicBezTo>
                  <a:cubicBezTo>
                    <a:pt x="133928" y="165100"/>
                    <a:pt x="136526" y="161318"/>
                    <a:pt x="136526" y="157536"/>
                  </a:cubicBezTo>
                  <a:cubicBezTo>
                    <a:pt x="136526" y="157536"/>
                    <a:pt x="136526" y="157536"/>
                    <a:pt x="136526" y="129801"/>
                  </a:cubicBezTo>
                  <a:cubicBezTo>
                    <a:pt x="136526" y="124758"/>
                    <a:pt x="133928" y="122237"/>
                    <a:pt x="128732" y="122237"/>
                  </a:cubicBezTo>
                  <a:close/>
                  <a:moveTo>
                    <a:pt x="101456" y="122237"/>
                  </a:moveTo>
                  <a:cubicBezTo>
                    <a:pt x="97559" y="122237"/>
                    <a:pt x="93663" y="124758"/>
                    <a:pt x="93663" y="129801"/>
                  </a:cubicBezTo>
                  <a:lnTo>
                    <a:pt x="93663" y="157536"/>
                  </a:lnTo>
                  <a:cubicBezTo>
                    <a:pt x="93663" y="161318"/>
                    <a:pt x="97559" y="165100"/>
                    <a:pt x="101456" y="165100"/>
                  </a:cubicBezTo>
                  <a:cubicBezTo>
                    <a:pt x="105353" y="165100"/>
                    <a:pt x="107951" y="161318"/>
                    <a:pt x="107951" y="157536"/>
                  </a:cubicBezTo>
                  <a:cubicBezTo>
                    <a:pt x="107951" y="157536"/>
                    <a:pt x="107951" y="157536"/>
                    <a:pt x="107951" y="129801"/>
                  </a:cubicBezTo>
                  <a:cubicBezTo>
                    <a:pt x="107951" y="124758"/>
                    <a:pt x="105353" y="122237"/>
                    <a:pt x="101456" y="122237"/>
                  </a:cubicBezTo>
                  <a:close/>
                  <a:moveTo>
                    <a:pt x="72881" y="122237"/>
                  </a:moveTo>
                  <a:cubicBezTo>
                    <a:pt x="67686" y="122237"/>
                    <a:pt x="65088" y="124758"/>
                    <a:pt x="65088" y="129801"/>
                  </a:cubicBezTo>
                  <a:cubicBezTo>
                    <a:pt x="65088" y="129801"/>
                    <a:pt x="65088" y="129801"/>
                    <a:pt x="65088" y="157536"/>
                  </a:cubicBezTo>
                  <a:cubicBezTo>
                    <a:pt x="65088" y="161318"/>
                    <a:pt x="67686" y="165100"/>
                    <a:pt x="72881" y="165100"/>
                  </a:cubicBezTo>
                  <a:cubicBezTo>
                    <a:pt x="76778" y="165100"/>
                    <a:pt x="79376" y="161318"/>
                    <a:pt x="79376" y="157536"/>
                  </a:cubicBezTo>
                  <a:lnTo>
                    <a:pt x="79376" y="129801"/>
                  </a:lnTo>
                  <a:cubicBezTo>
                    <a:pt x="79376" y="124758"/>
                    <a:pt x="76778" y="122237"/>
                    <a:pt x="72881" y="122237"/>
                  </a:cubicBezTo>
                  <a:close/>
                  <a:moveTo>
                    <a:pt x="258908" y="65087"/>
                  </a:moveTo>
                  <a:cubicBezTo>
                    <a:pt x="255011" y="65087"/>
                    <a:pt x="252413" y="67685"/>
                    <a:pt x="252413" y="71581"/>
                  </a:cubicBezTo>
                  <a:cubicBezTo>
                    <a:pt x="252413" y="71581"/>
                    <a:pt x="252413" y="71581"/>
                    <a:pt x="252413" y="100157"/>
                  </a:cubicBezTo>
                  <a:cubicBezTo>
                    <a:pt x="252413" y="105352"/>
                    <a:pt x="255011" y="107950"/>
                    <a:pt x="258908" y="107950"/>
                  </a:cubicBezTo>
                  <a:cubicBezTo>
                    <a:pt x="264103" y="107950"/>
                    <a:pt x="266701" y="105352"/>
                    <a:pt x="266701" y="100157"/>
                  </a:cubicBezTo>
                  <a:lnTo>
                    <a:pt x="266701" y="71581"/>
                  </a:lnTo>
                  <a:cubicBezTo>
                    <a:pt x="266701" y="67685"/>
                    <a:pt x="264103" y="65087"/>
                    <a:pt x="258908" y="65087"/>
                  </a:cubicBezTo>
                  <a:close/>
                  <a:moveTo>
                    <a:pt x="230332" y="65087"/>
                  </a:moveTo>
                  <a:cubicBezTo>
                    <a:pt x="226436" y="65087"/>
                    <a:pt x="223838" y="67685"/>
                    <a:pt x="223838" y="71581"/>
                  </a:cubicBezTo>
                  <a:cubicBezTo>
                    <a:pt x="223838" y="71581"/>
                    <a:pt x="223838" y="71581"/>
                    <a:pt x="223838" y="100157"/>
                  </a:cubicBezTo>
                  <a:cubicBezTo>
                    <a:pt x="223838" y="105352"/>
                    <a:pt x="226436" y="107950"/>
                    <a:pt x="230332" y="107950"/>
                  </a:cubicBezTo>
                  <a:cubicBezTo>
                    <a:pt x="234229" y="107950"/>
                    <a:pt x="238126" y="105352"/>
                    <a:pt x="238126" y="100157"/>
                  </a:cubicBezTo>
                  <a:lnTo>
                    <a:pt x="238126" y="71581"/>
                  </a:lnTo>
                  <a:cubicBezTo>
                    <a:pt x="238126" y="67685"/>
                    <a:pt x="234229" y="65087"/>
                    <a:pt x="230332" y="65087"/>
                  </a:cubicBezTo>
                  <a:close/>
                  <a:moveTo>
                    <a:pt x="201468" y="65087"/>
                  </a:moveTo>
                  <a:cubicBezTo>
                    <a:pt x="196273" y="65087"/>
                    <a:pt x="193675" y="67685"/>
                    <a:pt x="193675" y="71581"/>
                  </a:cubicBezTo>
                  <a:cubicBezTo>
                    <a:pt x="193675" y="71581"/>
                    <a:pt x="193675" y="71581"/>
                    <a:pt x="193675" y="100157"/>
                  </a:cubicBezTo>
                  <a:cubicBezTo>
                    <a:pt x="193675" y="105352"/>
                    <a:pt x="196273" y="107950"/>
                    <a:pt x="201468" y="107950"/>
                  </a:cubicBezTo>
                  <a:cubicBezTo>
                    <a:pt x="205365" y="107950"/>
                    <a:pt x="207963" y="105352"/>
                    <a:pt x="207963" y="100157"/>
                  </a:cubicBezTo>
                  <a:cubicBezTo>
                    <a:pt x="207963" y="100157"/>
                    <a:pt x="207963" y="100157"/>
                    <a:pt x="207963" y="71581"/>
                  </a:cubicBezTo>
                  <a:cubicBezTo>
                    <a:pt x="207963" y="67685"/>
                    <a:pt x="205365" y="65087"/>
                    <a:pt x="201468" y="65087"/>
                  </a:cubicBezTo>
                  <a:close/>
                  <a:moveTo>
                    <a:pt x="128732" y="65087"/>
                  </a:moveTo>
                  <a:cubicBezTo>
                    <a:pt x="124836" y="65087"/>
                    <a:pt x="122238" y="67685"/>
                    <a:pt x="122238" y="71581"/>
                  </a:cubicBezTo>
                  <a:cubicBezTo>
                    <a:pt x="122238" y="71581"/>
                    <a:pt x="122238" y="71581"/>
                    <a:pt x="122238" y="100157"/>
                  </a:cubicBezTo>
                  <a:cubicBezTo>
                    <a:pt x="122238" y="105352"/>
                    <a:pt x="124836" y="107950"/>
                    <a:pt x="128732" y="107950"/>
                  </a:cubicBezTo>
                  <a:cubicBezTo>
                    <a:pt x="133928" y="107950"/>
                    <a:pt x="136526" y="105352"/>
                    <a:pt x="136526" y="100157"/>
                  </a:cubicBezTo>
                  <a:cubicBezTo>
                    <a:pt x="136526" y="100157"/>
                    <a:pt x="136526" y="100157"/>
                    <a:pt x="136526" y="71581"/>
                  </a:cubicBezTo>
                  <a:cubicBezTo>
                    <a:pt x="136526" y="67685"/>
                    <a:pt x="133928" y="65087"/>
                    <a:pt x="128732" y="65087"/>
                  </a:cubicBezTo>
                  <a:close/>
                  <a:moveTo>
                    <a:pt x="101456" y="65087"/>
                  </a:moveTo>
                  <a:cubicBezTo>
                    <a:pt x="97559" y="65087"/>
                    <a:pt x="93663" y="67685"/>
                    <a:pt x="93663" y="71581"/>
                  </a:cubicBezTo>
                  <a:lnTo>
                    <a:pt x="93663" y="100157"/>
                  </a:lnTo>
                  <a:cubicBezTo>
                    <a:pt x="93663" y="105352"/>
                    <a:pt x="97559" y="107950"/>
                    <a:pt x="101456" y="107950"/>
                  </a:cubicBezTo>
                  <a:cubicBezTo>
                    <a:pt x="105353" y="107950"/>
                    <a:pt x="107951" y="105352"/>
                    <a:pt x="107951" y="100157"/>
                  </a:cubicBezTo>
                  <a:cubicBezTo>
                    <a:pt x="107951" y="100157"/>
                    <a:pt x="107951" y="100157"/>
                    <a:pt x="107951" y="71581"/>
                  </a:cubicBezTo>
                  <a:cubicBezTo>
                    <a:pt x="107951" y="67685"/>
                    <a:pt x="105353" y="65087"/>
                    <a:pt x="101456" y="65087"/>
                  </a:cubicBezTo>
                  <a:close/>
                  <a:moveTo>
                    <a:pt x="72881" y="65087"/>
                  </a:moveTo>
                  <a:cubicBezTo>
                    <a:pt x="67686" y="65087"/>
                    <a:pt x="65088" y="67685"/>
                    <a:pt x="65088" y="71581"/>
                  </a:cubicBezTo>
                  <a:cubicBezTo>
                    <a:pt x="65088" y="71581"/>
                    <a:pt x="65088" y="71581"/>
                    <a:pt x="65088" y="100157"/>
                  </a:cubicBezTo>
                  <a:cubicBezTo>
                    <a:pt x="65088" y="105352"/>
                    <a:pt x="67686" y="107950"/>
                    <a:pt x="72881" y="107950"/>
                  </a:cubicBezTo>
                  <a:cubicBezTo>
                    <a:pt x="76778" y="107950"/>
                    <a:pt x="79376" y="105352"/>
                    <a:pt x="79376" y="100157"/>
                  </a:cubicBezTo>
                  <a:lnTo>
                    <a:pt x="79376" y="71581"/>
                  </a:lnTo>
                  <a:cubicBezTo>
                    <a:pt x="79376" y="67685"/>
                    <a:pt x="76778" y="65087"/>
                    <a:pt x="72881" y="65087"/>
                  </a:cubicBezTo>
                  <a:close/>
                  <a:moveTo>
                    <a:pt x="107950" y="14287"/>
                  </a:moveTo>
                  <a:lnTo>
                    <a:pt x="107950" y="28575"/>
                  </a:lnTo>
                  <a:lnTo>
                    <a:pt x="223838" y="28575"/>
                  </a:lnTo>
                  <a:lnTo>
                    <a:pt x="223838" y="14287"/>
                  </a:lnTo>
                  <a:close/>
                  <a:moveTo>
                    <a:pt x="64802" y="0"/>
                  </a:moveTo>
                  <a:cubicBezTo>
                    <a:pt x="64802" y="0"/>
                    <a:pt x="64802" y="0"/>
                    <a:pt x="266986" y="0"/>
                  </a:cubicBezTo>
                  <a:cubicBezTo>
                    <a:pt x="270874" y="0"/>
                    <a:pt x="273466" y="2589"/>
                    <a:pt x="273466" y="6474"/>
                  </a:cubicBezTo>
                  <a:cubicBezTo>
                    <a:pt x="273466" y="10358"/>
                    <a:pt x="270874" y="14242"/>
                    <a:pt x="266986" y="14242"/>
                  </a:cubicBezTo>
                  <a:cubicBezTo>
                    <a:pt x="266986" y="14242"/>
                    <a:pt x="266986" y="14242"/>
                    <a:pt x="238472" y="14242"/>
                  </a:cubicBezTo>
                  <a:cubicBezTo>
                    <a:pt x="238472" y="14242"/>
                    <a:pt x="238472" y="14242"/>
                    <a:pt x="238472" y="28484"/>
                  </a:cubicBezTo>
                  <a:cubicBezTo>
                    <a:pt x="238472" y="28484"/>
                    <a:pt x="238472" y="28484"/>
                    <a:pt x="303275" y="28484"/>
                  </a:cubicBezTo>
                  <a:cubicBezTo>
                    <a:pt x="307163" y="28484"/>
                    <a:pt x="309755" y="31073"/>
                    <a:pt x="309755" y="34958"/>
                  </a:cubicBezTo>
                  <a:cubicBezTo>
                    <a:pt x="309755" y="34958"/>
                    <a:pt x="309755" y="34958"/>
                    <a:pt x="309755" y="301671"/>
                  </a:cubicBezTo>
                  <a:cubicBezTo>
                    <a:pt x="309755" y="301671"/>
                    <a:pt x="309755" y="301671"/>
                    <a:pt x="324012" y="301671"/>
                  </a:cubicBezTo>
                  <a:cubicBezTo>
                    <a:pt x="329196" y="301671"/>
                    <a:pt x="331788" y="305555"/>
                    <a:pt x="331788" y="309439"/>
                  </a:cubicBezTo>
                  <a:cubicBezTo>
                    <a:pt x="331788" y="313324"/>
                    <a:pt x="329196" y="315913"/>
                    <a:pt x="324012" y="315913"/>
                  </a:cubicBezTo>
                  <a:cubicBezTo>
                    <a:pt x="324012" y="315913"/>
                    <a:pt x="324012" y="315913"/>
                    <a:pt x="7776" y="315913"/>
                  </a:cubicBezTo>
                  <a:cubicBezTo>
                    <a:pt x="2592" y="315913"/>
                    <a:pt x="0" y="313324"/>
                    <a:pt x="0" y="309439"/>
                  </a:cubicBezTo>
                  <a:cubicBezTo>
                    <a:pt x="0" y="305555"/>
                    <a:pt x="2592" y="301671"/>
                    <a:pt x="7776" y="301671"/>
                  </a:cubicBezTo>
                  <a:cubicBezTo>
                    <a:pt x="7776" y="301671"/>
                    <a:pt x="7776" y="301671"/>
                    <a:pt x="22033" y="301671"/>
                  </a:cubicBezTo>
                  <a:cubicBezTo>
                    <a:pt x="22033" y="301671"/>
                    <a:pt x="22033" y="301671"/>
                    <a:pt x="22033" y="34958"/>
                  </a:cubicBezTo>
                  <a:cubicBezTo>
                    <a:pt x="22033" y="31073"/>
                    <a:pt x="24625" y="28484"/>
                    <a:pt x="28513" y="28484"/>
                  </a:cubicBezTo>
                  <a:cubicBezTo>
                    <a:pt x="28513" y="28484"/>
                    <a:pt x="28513" y="28484"/>
                    <a:pt x="93315" y="28484"/>
                  </a:cubicBezTo>
                  <a:cubicBezTo>
                    <a:pt x="93315" y="28484"/>
                    <a:pt x="93315" y="28484"/>
                    <a:pt x="93315" y="14242"/>
                  </a:cubicBezTo>
                  <a:cubicBezTo>
                    <a:pt x="93315" y="14242"/>
                    <a:pt x="93315" y="14242"/>
                    <a:pt x="64802" y="14242"/>
                  </a:cubicBezTo>
                  <a:cubicBezTo>
                    <a:pt x="60914" y="14242"/>
                    <a:pt x="58322" y="10358"/>
                    <a:pt x="58322" y="6474"/>
                  </a:cubicBezTo>
                  <a:cubicBezTo>
                    <a:pt x="58322" y="2589"/>
                    <a:pt x="60914" y="0"/>
                    <a:pt x="648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>
              <a:normAutofit fontScale="92500" lnSpcReduction="20000"/>
            </a:bodyPr>
            <a:lstStyle/>
            <a:p>
              <a:pPr algn="ctr"/>
              <a:endParaRPr/>
            </a:p>
          </p:txBody>
        </p:sp>
        <p:sp>
          <p:nvSpPr>
            <p:cNvPr id="10" name="îśḻîḓe">
              <a:extLst>
                <a:ext uri="{FF2B5EF4-FFF2-40B4-BE49-F238E27FC236}">
                  <a16:creationId xmlns:a16="http://schemas.microsoft.com/office/drawing/2014/main" id="{362F4EC7-1AF4-4AD6-BB86-813B20BDFCE7}"/>
                </a:ext>
              </a:extLst>
            </p:cNvPr>
            <p:cNvSpPr txBox="1"/>
            <p:nvPr/>
          </p:nvSpPr>
          <p:spPr>
            <a:xfrm>
              <a:off x="4559325" y="3449807"/>
              <a:ext cx="1048524" cy="449136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pPr algn="ctr" defTabSz="914378">
                <a:spcBef>
                  <a:spcPct val="0"/>
                </a:spcBef>
                <a:defRPr/>
              </a:pPr>
              <a:r>
                <a:rPr lang="en-US" altLang="zh-CN" sz="1400"/>
                <a:t>… </a:t>
              </a:r>
              <a:r>
                <a:rPr lang="en-US" altLang="zh-CN" sz="100"/>
                <a:t> </a:t>
              </a:r>
              <a:r>
                <a:rPr lang="en-US" altLang="zh-CN" sz="1400"/>
                <a:t>text</a:t>
              </a:r>
              <a:endParaRPr lang="zh-CN" altLang="en-US" sz="1400" dirty="0"/>
            </a:p>
          </p:txBody>
        </p:sp>
        <p:sp>
          <p:nvSpPr>
            <p:cNvPr id="11" name="ïśľídé">
              <a:extLst>
                <a:ext uri="{FF2B5EF4-FFF2-40B4-BE49-F238E27FC236}">
                  <a16:creationId xmlns:a16="http://schemas.microsoft.com/office/drawing/2014/main" id="{CF215DA8-13C3-46EF-9D8C-29DB4968EB16}"/>
                </a:ext>
              </a:extLst>
            </p:cNvPr>
            <p:cNvSpPr txBox="1"/>
            <p:nvPr/>
          </p:nvSpPr>
          <p:spPr>
            <a:xfrm>
              <a:off x="6584552" y="3449807"/>
              <a:ext cx="1048524" cy="449136"/>
            </a:xfrm>
            <a:prstGeom prst="rect">
              <a:avLst/>
            </a:prstGeom>
            <a:noFill/>
          </p:spPr>
          <p:txBody>
            <a:bodyPr wrap="none" rtlCol="0" anchor="ctr">
              <a:normAutofit/>
            </a:bodyPr>
            <a:lstStyle/>
            <a:p>
              <a:pPr algn="ctr" defTabSz="914378">
                <a:spcBef>
                  <a:spcPct val="0"/>
                </a:spcBef>
                <a:defRPr/>
              </a:pPr>
              <a:r>
                <a:rPr lang="en-US" altLang="zh-CN" sz="1400"/>
                <a:t>… </a:t>
              </a:r>
              <a:r>
                <a:rPr lang="en-US" altLang="zh-CN" sz="100"/>
                <a:t> </a:t>
              </a:r>
              <a:r>
                <a:rPr lang="en-US" altLang="zh-CN" sz="1400"/>
                <a:t>text</a:t>
              </a:r>
              <a:endParaRPr lang="zh-CN" altLang="en-US" sz="1400" dirty="0"/>
            </a:p>
          </p:txBody>
        </p:sp>
        <p:grpSp>
          <p:nvGrpSpPr>
            <p:cNvPr id="12" name="ïṥḷiḋe">
              <a:extLst>
                <a:ext uri="{FF2B5EF4-FFF2-40B4-BE49-F238E27FC236}">
                  <a16:creationId xmlns:a16="http://schemas.microsoft.com/office/drawing/2014/main" id="{324C5A28-7E82-456F-BCCA-E7D202B577E6}"/>
                </a:ext>
              </a:extLst>
            </p:cNvPr>
            <p:cNvGrpSpPr/>
            <p:nvPr/>
          </p:nvGrpSpPr>
          <p:grpSpPr>
            <a:xfrm>
              <a:off x="688681" y="1406023"/>
              <a:ext cx="2855798" cy="4465055"/>
              <a:chOff x="688681" y="1541773"/>
              <a:chExt cx="2855798" cy="4465055"/>
            </a:xfrm>
          </p:grpSpPr>
          <p:grpSp>
            <p:nvGrpSpPr>
              <p:cNvPr id="28" name="íŝlíḓe">
                <a:extLst>
                  <a:ext uri="{FF2B5EF4-FFF2-40B4-BE49-F238E27FC236}">
                    <a16:creationId xmlns:a16="http://schemas.microsoft.com/office/drawing/2014/main" id="{B5FA144D-8856-48E5-BDDC-2CB62E9E5410}"/>
                  </a:ext>
                </a:extLst>
              </p:cNvPr>
              <p:cNvGrpSpPr/>
              <p:nvPr/>
            </p:nvGrpSpPr>
            <p:grpSpPr>
              <a:xfrm>
                <a:off x="688681" y="1541773"/>
                <a:ext cx="2855798" cy="1210855"/>
                <a:chOff x="688681" y="1560626"/>
                <a:chExt cx="2855798" cy="1210855"/>
              </a:xfrm>
            </p:grpSpPr>
            <p:grpSp>
              <p:nvGrpSpPr>
                <p:cNvPr id="41" name="î$ļídê">
                  <a:extLst>
                    <a:ext uri="{FF2B5EF4-FFF2-40B4-BE49-F238E27FC236}">
                      <a16:creationId xmlns:a16="http://schemas.microsoft.com/office/drawing/2014/main" id="{E45D6559-E484-4F91-8ABD-C6E71C016A03}"/>
                    </a:ext>
                  </a:extLst>
                </p:cNvPr>
                <p:cNvGrpSpPr/>
                <p:nvPr/>
              </p:nvGrpSpPr>
              <p:grpSpPr>
                <a:xfrm>
                  <a:off x="688682" y="1560626"/>
                  <a:ext cx="2855797" cy="1210855"/>
                  <a:chOff x="8211000" y="1130300"/>
                  <a:chExt cx="2760913" cy="1210855"/>
                </a:xfrm>
              </p:grpSpPr>
              <p:sp>
                <p:nvSpPr>
                  <p:cNvPr id="44" name="íŝľíḑé">
                    <a:extLst>
                      <a:ext uri="{FF2B5EF4-FFF2-40B4-BE49-F238E27FC236}">
                        <a16:creationId xmlns:a16="http://schemas.microsoft.com/office/drawing/2014/main" id="{D4BA7E82-A3F7-41DF-AA81-2911618A8D0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211000" y="1130300"/>
                    <a:ext cx="2760913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algn="l" defTabSz="913765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Tex</a:t>
                    </a:r>
                    <a:r>
                      <a:rPr kumimoji="0" lang="en-US" altLang="zh-CN" sz="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 </a:t>
                    </a:r>
                    <a:r>
                      <a:rPr kumimoji="0" lang="en-US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t </a:t>
                    </a:r>
                    <a:r>
                      <a:rPr kumimoji="0" lang="en-US" altLang="zh-C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here</a:t>
                    </a:r>
                  </a:p>
                </p:txBody>
              </p:sp>
              <p:sp>
                <p:nvSpPr>
                  <p:cNvPr id="45" name="iślíḓê">
                    <a:extLst>
                      <a:ext uri="{FF2B5EF4-FFF2-40B4-BE49-F238E27FC236}">
                        <a16:creationId xmlns:a16="http://schemas.microsoft.com/office/drawing/2014/main" id="{782485B8-93B4-44D6-A2BA-636E5E30A0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1000" y="1572107"/>
                    <a:ext cx="2760913" cy="7690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lvl="0">
                      <a:lnSpc>
                        <a:spcPct val="150000"/>
                      </a:lnSpc>
                      <a:defRPr/>
                    </a:pP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Supporting</a:t>
                    </a:r>
                    <a:r>
                      <a:rPr lang="en-US" altLang="zh-CN" sz="100">
                        <a:solidFill>
                          <a:srgbClr val="000000"/>
                        </a:solidFill>
                      </a:rPr>
                      <a:t> </a:t>
                    </a: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 text here.</a:t>
                    </a:r>
                  </a:p>
                  <a:p>
                    <a:pPr lvl="0">
                      <a:lnSpc>
                        <a:spcPct val="150000"/>
                      </a:lnSpc>
                      <a:defRPr/>
                    </a:pP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…… </a:t>
                    </a:r>
                    <a:endParaRPr lang="en-US" altLang="zh-CN" sz="11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cxnSp>
              <p:nvCxnSpPr>
                <p:cNvPr id="42" name="直接连接符 41">
                  <a:extLst>
                    <a:ext uri="{FF2B5EF4-FFF2-40B4-BE49-F238E27FC236}">
                      <a16:creationId xmlns:a16="http://schemas.microsoft.com/office/drawing/2014/main" id="{61386D1A-2C32-42B0-8757-7B1A07C854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681" y="2002431"/>
                  <a:ext cx="2846371" cy="0"/>
                </a:xfrm>
                <a:prstGeom prst="line">
                  <a:avLst/>
                </a:prstGeom>
                <a:ln w="3175" cap="rnd">
                  <a:solidFill>
                    <a:schemeClr val="tx2">
                      <a:lumMod val="90000"/>
                    </a:schemeClr>
                  </a:solidFill>
                  <a:round/>
                  <a:headEnd type="none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îṡlîḓe">
                  <a:extLst>
                    <a:ext uri="{FF2B5EF4-FFF2-40B4-BE49-F238E27FC236}">
                      <a16:creationId xmlns:a16="http://schemas.microsoft.com/office/drawing/2014/main" id="{D734561A-0C6B-4142-8CCE-AE5CF0448975}"/>
                    </a:ext>
                  </a:extLst>
                </p:cNvPr>
                <p:cNvSpPr/>
                <p:nvPr/>
              </p:nvSpPr>
              <p:spPr bwMode="auto">
                <a:xfrm>
                  <a:off x="3148151" y="1596441"/>
                  <a:ext cx="358620" cy="315953"/>
                </a:xfrm>
                <a:custGeom>
                  <a:avLst/>
                  <a:gdLst>
                    <a:gd name="T0" fmla="*/ 0 w 6165"/>
                    <a:gd name="T1" fmla="*/ 90 h 5440"/>
                    <a:gd name="T2" fmla="*/ 363 w 6165"/>
                    <a:gd name="T3" fmla="*/ 4624 h 5440"/>
                    <a:gd name="T4" fmla="*/ 907 w 6165"/>
                    <a:gd name="T5" fmla="*/ 4624 h 5440"/>
                    <a:gd name="T6" fmla="*/ 2901 w 6165"/>
                    <a:gd name="T7" fmla="*/ 90 h 5440"/>
                    <a:gd name="T8" fmla="*/ 861 w 6165"/>
                    <a:gd name="T9" fmla="*/ 4080 h 5440"/>
                    <a:gd name="T10" fmla="*/ 363 w 6165"/>
                    <a:gd name="T11" fmla="*/ 3581 h 5440"/>
                    <a:gd name="T12" fmla="*/ 907 w 6165"/>
                    <a:gd name="T13" fmla="*/ 3581 h 5440"/>
                    <a:gd name="T14" fmla="*/ 861 w 6165"/>
                    <a:gd name="T15" fmla="*/ 3082 h 5440"/>
                    <a:gd name="T16" fmla="*/ 363 w 6165"/>
                    <a:gd name="T17" fmla="*/ 2584 h 5440"/>
                    <a:gd name="T18" fmla="*/ 907 w 6165"/>
                    <a:gd name="T19" fmla="*/ 2584 h 5440"/>
                    <a:gd name="T20" fmla="*/ 861 w 6165"/>
                    <a:gd name="T21" fmla="*/ 2085 h 5440"/>
                    <a:gd name="T22" fmla="*/ 363 w 6165"/>
                    <a:gd name="T23" fmla="*/ 1586 h 5440"/>
                    <a:gd name="T24" fmla="*/ 907 w 6165"/>
                    <a:gd name="T25" fmla="*/ 1586 h 5440"/>
                    <a:gd name="T26" fmla="*/ 861 w 6165"/>
                    <a:gd name="T27" fmla="*/ 1088 h 5440"/>
                    <a:gd name="T28" fmla="*/ 363 w 6165"/>
                    <a:gd name="T29" fmla="*/ 589 h 5440"/>
                    <a:gd name="T30" fmla="*/ 907 w 6165"/>
                    <a:gd name="T31" fmla="*/ 589 h 5440"/>
                    <a:gd name="T32" fmla="*/ 1677 w 6165"/>
                    <a:gd name="T33" fmla="*/ 4080 h 5440"/>
                    <a:gd name="T34" fmla="*/ 1179 w 6165"/>
                    <a:gd name="T35" fmla="*/ 3581 h 5440"/>
                    <a:gd name="T36" fmla="*/ 1723 w 6165"/>
                    <a:gd name="T37" fmla="*/ 3581 h 5440"/>
                    <a:gd name="T38" fmla="*/ 1677 w 6165"/>
                    <a:gd name="T39" fmla="*/ 3082 h 5440"/>
                    <a:gd name="T40" fmla="*/ 1179 w 6165"/>
                    <a:gd name="T41" fmla="*/ 2584 h 5440"/>
                    <a:gd name="T42" fmla="*/ 1723 w 6165"/>
                    <a:gd name="T43" fmla="*/ 2584 h 5440"/>
                    <a:gd name="T44" fmla="*/ 1677 w 6165"/>
                    <a:gd name="T45" fmla="*/ 2085 h 5440"/>
                    <a:gd name="T46" fmla="*/ 1179 w 6165"/>
                    <a:gd name="T47" fmla="*/ 1586 h 5440"/>
                    <a:gd name="T48" fmla="*/ 1723 w 6165"/>
                    <a:gd name="T49" fmla="*/ 1586 h 5440"/>
                    <a:gd name="T50" fmla="*/ 1677 w 6165"/>
                    <a:gd name="T51" fmla="*/ 1088 h 5440"/>
                    <a:gd name="T52" fmla="*/ 1179 w 6165"/>
                    <a:gd name="T53" fmla="*/ 589 h 5440"/>
                    <a:gd name="T54" fmla="*/ 1723 w 6165"/>
                    <a:gd name="T55" fmla="*/ 589 h 5440"/>
                    <a:gd name="T56" fmla="*/ 2493 w 6165"/>
                    <a:gd name="T57" fmla="*/ 4080 h 5440"/>
                    <a:gd name="T58" fmla="*/ 1995 w 6165"/>
                    <a:gd name="T59" fmla="*/ 3581 h 5440"/>
                    <a:gd name="T60" fmla="*/ 2539 w 6165"/>
                    <a:gd name="T61" fmla="*/ 3581 h 5440"/>
                    <a:gd name="T62" fmla="*/ 2493 w 6165"/>
                    <a:gd name="T63" fmla="*/ 3082 h 5440"/>
                    <a:gd name="T64" fmla="*/ 1995 w 6165"/>
                    <a:gd name="T65" fmla="*/ 2584 h 5440"/>
                    <a:gd name="T66" fmla="*/ 2539 w 6165"/>
                    <a:gd name="T67" fmla="*/ 2584 h 5440"/>
                    <a:gd name="T68" fmla="*/ 2493 w 6165"/>
                    <a:gd name="T69" fmla="*/ 2085 h 5440"/>
                    <a:gd name="T70" fmla="*/ 1995 w 6165"/>
                    <a:gd name="T71" fmla="*/ 1586 h 5440"/>
                    <a:gd name="T72" fmla="*/ 2539 w 6165"/>
                    <a:gd name="T73" fmla="*/ 1586 h 5440"/>
                    <a:gd name="T74" fmla="*/ 2493 w 6165"/>
                    <a:gd name="T75" fmla="*/ 1088 h 5440"/>
                    <a:gd name="T76" fmla="*/ 1995 w 6165"/>
                    <a:gd name="T77" fmla="*/ 589 h 5440"/>
                    <a:gd name="T78" fmla="*/ 2539 w 6165"/>
                    <a:gd name="T79" fmla="*/ 589 h 5440"/>
                    <a:gd name="T80" fmla="*/ 3379 w 6165"/>
                    <a:gd name="T81" fmla="*/ 1845 h 5440"/>
                    <a:gd name="T82" fmla="*/ 3627 w 6165"/>
                    <a:gd name="T83" fmla="*/ 5440 h 5440"/>
                    <a:gd name="T84" fmla="*/ 4080 w 6165"/>
                    <a:gd name="T85" fmla="*/ 4624 h 5440"/>
                    <a:gd name="T86" fmla="*/ 6165 w 6165"/>
                    <a:gd name="T87" fmla="*/ 5440 h 5440"/>
                    <a:gd name="T88" fmla="*/ 4171 w 6165"/>
                    <a:gd name="T89" fmla="*/ 4216 h 5440"/>
                    <a:gd name="T90" fmla="*/ 3627 w 6165"/>
                    <a:gd name="T91" fmla="*/ 4216 h 5440"/>
                    <a:gd name="T92" fmla="*/ 4125 w 6165"/>
                    <a:gd name="T93" fmla="*/ 3717 h 5440"/>
                    <a:gd name="T94" fmla="*/ 4171 w 6165"/>
                    <a:gd name="T95" fmla="*/ 3218 h 5440"/>
                    <a:gd name="T96" fmla="*/ 3627 w 6165"/>
                    <a:gd name="T97" fmla="*/ 3218 h 5440"/>
                    <a:gd name="T98" fmla="*/ 4125 w 6165"/>
                    <a:gd name="T99" fmla="*/ 2720 h 5440"/>
                    <a:gd name="T100" fmla="*/ 4987 w 6165"/>
                    <a:gd name="T101" fmla="*/ 4216 h 5440"/>
                    <a:gd name="T102" fmla="*/ 4443 w 6165"/>
                    <a:gd name="T103" fmla="*/ 4216 h 5440"/>
                    <a:gd name="T104" fmla="*/ 4941 w 6165"/>
                    <a:gd name="T105" fmla="*/ 3717 h 5440"/>
                    <a:gd name="T106" fmla="*/ 4987 w 6165"/>
                    <a:gd name="T107" fmla="*/ 3218 h 5440"/>
                    <a:gd name="T108" fmla="*/ 4443 w 6165"/>
                    <a:gd name="T109" fmla="*/ 3218 h 5440"/>
                    <a:gd name="T110" fmla="*/ 4941 w 6165"/>
                    <a:gd name="T111" fmla="*/ 2720 h 5440"/>
                    <a:gd name="T112" fmla="*/ 5803 w 6165"/>
                    <a:gd name="T113" fmla="*/ 4216 h 5440"/>
                    <a:gd name="T114" fmla="*/ 5259 w 6165"/>
                    <a:gd name="T115" fmla="*/ 4216 h 5440"/>
                    <a:gd name="T116" fmla="*/ 5757 w 6165"/>
                    <a:gd name="T117" fmla="*/ 3717 h 5440"/>
                    <a:gd name="T118" fmla="*/ 5803 w 6165"/>
                    <a:gd name="T119" fmla="*/ 3218 h 5440"/>
                    <a:gd name="T120" fmla="*/ 5259 w 6165"/>
                    <a:gd name="T121" fmla="*/ 3218 h 5440"/>
                    <a:gd name="T122" fmla="*/ 5757 w 6165"/>
                    <a:gd name="T123" fmla="*/ 2720 h 5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165" h="5440">
                      <a:moveTo>
                        <a:pt x="2811" y="0"/>
                      </a:moveTo>
                      <a:lnTo>
                        <a:pt x="91" y="0"/>
                      </a:lnTo>
                      <a:cubicBezTo>
                        <a:pt x="41" y="0"/>
                        <a:pt x="0" y="40"/>
                        <a:pt x="0" y="90"/>
                      </a:cubicBezTo>
                      <a:lnTo>
                        <a:pt x="0" y="5440"/>
                      </a:lnTo>
                      <a:lnTo>
                        <a:pt x="363" y="5440"/>
                      </a:lnTo>
                      <a:lnTo>
                        <a:pt x="363" y="4624"/>
                      </a:lnTo>
                      <a:cubicBezTo>
                        <a:pt x="363" y="4574"/>
                        <a:pt x="403" y="4533"/>
                        <a:pt x="453" y="4533"/>
                      </a:cubicBezTo>
                      <a:lnTo>
                        <a:pt x="816" y="4533"/>
                      </a:lnTo>
                      <a:cubicBezTo>
                        <a:pt x="866" y="4533"/>
                        <a:pt x="907" y="4574"/>
                        <a:pt x="907" y="4624"/>
                      </a:cubicBezTo>
                      <a:lnTo>
                        <a:pt x="907" y="5440"/>
                      </a:lnTo>
                      <a:lnTo>
                        <a:pt x="2901" y="5440"/>
                      </a:lnTo>
                      <a:lnTo>
                        <a:pt x="2901" y="90"/>
                      </a:lnTo>
                      <a:cubicBezTo>
                        <a:pt x="2901" y="40"/>
                        <a:pt x="2861" y="0"/>
                        <a:pt x="2811" y="0"/>
                      </a:cubicBezTo>
                      <a:close/>
                      <a:moveTo>
                        <a:pt x="907" y="4034"/>
                      </a:moveTo>
                      <a:cubicBezTo>
                        <a:pt x="907" y="4059"/>
                        <a:pt x="886" y="4080"/>
                        <a:pt x="861" y="4080"/>
                      </a:cubicBezTo>
                      <a:lnTo>
                        <a:pt x="408" y="4080"/>
                      </a:lnTo>
                      <a:cubicBezTo>
                        <a:pt x="383" y="4080"/>
                        <a:pt x="363" y="4059"/>
                        <a:pt x="363" y="4034"/>
                      </a:cubicBezTo>
                      <a:lnTo>
                        <a:pt x="363" y="3581"/>
                      </a:lnTo>
                      <a:cubicBezTo>
                        <a:pt x="363" y="3556"/>
                        <a:pt x="383" y="3536"/>
                        <a:pt x="408" y="3536"/>
                      </a:cubicBezTo>
                      <a:lnTo>
                        <a:pt x="861" y="3536"/>
                      </a:lnTo>
                      <a:cubicBezTo>
                        <a:pt x="886" y="3536"/>
                        <a:pt x="907" y="3556"/>
                        <a:pt x="907" y="3581"/>
                      </a:cubicBezTo>
                      <a:lnTo>
                        <a:pt x="907" y="4034"/>
                      </a:lnTo>
                      <a:close/>
                      <a:moveTo>
                        <a:pt x="907" y="3037"/>
                      </a:moveTo>
                      <a:cubicBezTo>
                        <a:pt x="907" y="3062"/>
                        <a:pt x="886" y="3082"/>
                        <a:pt x="861" y="3082"/>
                      </a:cubicBezTo>
                      <a:lnTo>
                        <a:pt x="408" y="3082"/>
                      </a:lnTo>
                      <a:cubicBezTo>
                        <a:pt x="383" y="3082"/>
                        <a:pt x="363" y="3062"/>
                        <a:pt x="363" y="3037"/>
                      </a:cubicBezTo>
                      <a:lnTo>
                        <a:pt x="363" y="2584"/>
                      </a:lnTo>
                      <a:cubicBezTo>
                        <a:pt x="363" y="2559"/>
                        <a:pt x="383" y="2538"/>
                        <a:pt x="408" y="2538"/>
                      </a:cubicBezTo>
                      <a:lnTo>
                        <a:pt x="861" y="2538"/>
                      </a:lnTo>
                      <a:cubicBezTo>
                        <a:pt x="886" y="2538"/>
                        <a:pt x="907" y="2559"/>
                        <a:pt x="907" y="2584"/>
                      </a:cubicBezTo>
                      <a:lnTo>
                        <a:pt x="907" y="3037"/>
                      </a:lnTo>
                      <a:close/>
                      <a:moveTo>
                        <a:pt x="907" y="2040"/>
                      </a:moveTo>
                      <a:cubicBezTo>
                        <a:pt x="907" y="2065"/>
                        <a:pt x="886" y="2085"/>
                        <a:pt x="861" y="2085"/>
                      </a:cubicBezTo>
                      <a:lnTo>
                        <a:pt x="408" y="2085"/>
                      </a:lnTo>
                      <a:cubicBezTo>
                        <a:pt x="383" y="2085"/>
                        <a:pt x="363" y="2065"/>
                        <a:pt x="363" y="2040"/>
                      </a:cubicBezTo>
                      <a:lnTo>
                        <a:pt x="363" y="1586"/>
                      </a:lnTo>
                      <a:cubicBezTo>
                        <a:pt x="363" y="1561"/>
                        <a:pt x="383" y="1541"/>
                        <a:pt x="408" y="1541"/>
                      </a:cubicBezTo>
                      <a:lnTo>
                        <a:pt x="861" y="1541"/>
                      </a:lnTo>
                      <a:cubicBezTo>
                        <a:pt x="886" y="1541"/>
                        <a:pt x="907" y="1561"/>
                        <a:pt x="907" y="1586"/>
                      </a:cubicBezTo>
                      <a:lnTo>
                        <a:pt x="907" y="2040"/>
                      </a:lnTo>
                      <a:close/>
                      <a:moveTo>
                        <a:pt x="907" y="1042"/>
                      </a:moveTo>
                      <a:cubicBezTo>
                        <a:pt x="907" y="1067"/>
                        <a:pt x="886" y="1088"/>
                        <a:pt x="861" y="1088"/>
                      </a:cubicBezTo>
                      <a:lnTo>
                        <a:pt x="408" y="1088"/>
                      </a:lnTo>
                      <a:cubicBezTo>
                        <a:pt x="383" y="1088"/>
                        <a:pt x="363" y="1067"/>
                        <a:pt x="363" y="1042"/>
                      </a:cubicBezTo>
                      <a:lnTo>
                        <a:pt x="363" y="589"/>
                      </a:lnTo>
                      <a:cubicBezTo>
                        <a:pt x="363" y="564"/>
                        <a:pt x="383" y="544"/>
                        <a:pt x="408" y="544"/>
                      </a:cubicBezTo>
                      <a:lnTo>
                        <a:pt x="861" y="544"/>
                      </a:lnTo>
                      <a:cubicBezTo>
                        <a:pt x="886" y="544"/>
                        <a:pt x="907" y="564"/>
                        <a:pt x="907" y="589"/>
                      </a:cubicBezTo>
                      <a:lnTo>
                        <a:pt x="907" y="1042"/>
                      </a:lnTo>
                      <a:close/>
                      <a:moveTo>
                        <a:pt x="1723" y="4034"/>
                      </a:moveTo>
                      <a:cubicBezTo>
                        <a:pt x="1723" y="4059"/>
                        <a:pt x="1702" y="4080"/>
                        <a:pt x="1677" y="4080"/>
                      </a:cubicBezTo>
                      <a:lnTo>
                        <a:pt x="1224" y="4080"/>
                      </a:lnTo>
                      <a:cubicBezTo>
                        <a:pt x="1199" y="4080"/>
                        <a:pt x="1179" y="4059"/>
                        <a:pt x="1179" y="4034"/>
                      </a:cubicBezTo>
                      <a:lnTo>
                        <a:pt x="1179" y="3581"/>
                      </a:lnTo>
                      <a:cubicBezTo>
                        <a:pt x="1179" y="3556"/>
                        <a:pt x="1199" y="3536"/>
                        <a:pt x="1224" y="3536"/>
                      </a:cubicBezTo>
                      <a:lnTo>
                        <a:pt x="1677" y="3536"/>
                      </a:lnTo>
                      <a:cubicBezTo>
                        <a:pt x="1702" y="3536"/>
                        <a:pt x="1723" y="3556"/>
                        <a:pt x="1723" y="3581"/>
                      </a:cubicBezTo>
                      <a:lnTo>
                        <a:pt x="1723" y="4034"/>
                      </a:lnTo>
                      <a:close/>
                      <a:moveTo>
                        <a:pt x="1723" y="3037"/>
                      </a:moveTo>
                      <a:cubicBezTo>
                        <a:pt x="1723" y="3062"/>
                        <a:pt x="1702" y="3082"/>
                        <a:pt x="1677" y="3082"/>
                      </a:cubicBezTo>
                      <a:lnTo>
                        <a:pt x="1224" y="3082"/>
                      </a:lnTo>
                      <a:cubicBezTo>
                        <a:pt x="1199" y="3082"/>
                        <a:pt x="1179" y="3062"/>
                        <a:pt x="1179" y="3037"/>
                      </a:cubicBezTo>
                      <a:lnTo>
                        <a:pt x="1179" y="2584"/>
                      </a:lnTo>
                      <a:cubicBezTo>
                        <a:pt x="1179" y="2559"/>
                        <a:pt x="1199" y="2538"/>
                        <a:pt x="1224" y="2538"/>
                      </a:cubicBezTo>
                      <a:lnTo>
                        <a:pt x="1677" y="2538"/>
                      </a:lnTo>
                      <a:cubicBezTo>
                        <a:pt x="1702" y="2538"/>
                        <a:pt x="1723" y="2559"/>
                        <a:pt x="1723" y="2584"/>
                      </a:cubicBezTo>
                      <a:lnTo>
                        <a:pt x="1723" y="3037"/>
                      </a:lnTo>
                      <a:close/>
                      <a:moveTo>
                        <a:pt x="1723" y="2040"/>
                      </a:moveTo>
                      <a:cubicBezTo>
                        <a:pt x="1723" y="2065"/>
                        <a:pt x="1702" y="2085"/>
                        <a:pt x="1677" y="2085"/>
                      </a:cubicBezTo>
                      <a:lnTo>
                        <a:pt x="1224" y="2085"/>
                      </a:lnTo>
                      <a:cubicBezTo>
                        <a:pt x="1199" y="2085"/>
                        <a:pt x="1179" y="2065"/>
                        <a:pt x="1179" y="2040"/>
                      </a:cubicBezTo>
                      <a:lnTo>
                        <a:pt x="1179" y="1586"/>
                      </a:lnTo>
                      <a:cubicBezTo>
                        <a:pt x="1179" y="1561"/>
                        <a:pt x="1199" y="1541"/>
                        <a:pt x="1224" y="1541"/>
                      </a:cubicBezTo>
                      <a:lnTo>
                        <a:pt x="1677" y="1541"/>
                      </a:lnTo>
                      <a:cubicBezTo>
                        <a:pt x="1702" y="1541"/>
                        <a:pt x="1723" y="1561"/>
                        <a:pt x="1723" y="1586"/>
                      </a:cubicBezTo>
                      <a:lnTo>
                        <a:pt x="1723" y="2040"/>
                      </a:lnTo>
                      <a:close/>
                      <a:moveTo>
                        <a:pt x="1723" y="1042"/>
                      </a:moveTo>
                      <a:cubicBezTo>
                        <a:pt x="1723" y="1067"/>
                        <a:pt x="1702" y="1088"/>
                        <a:pt x="1677" y="1088"/>
                      </a:cubicBezTo>
                      <a:lnTo>
                        <a:pt x="1224" y="1088"/>
                      </a:lnTo>
                      <a:cubicBezTo>
                        <a:pt x="1199" y="1088"/>
                        <a:pt x="1179" y="1067"/>
                        <a:pt x="1179" y="1042"/>
                      </a:cubicBezTo>
                      <a:lnTo>
                        <a:pt x="1179" y="589"/>
                      </a:lnTo>
                      <a:cubicBezTo>
                        <a:pt x="1179" y="564"/>
                        <a:pt x="1199" y="544"/>
                        <a:pt x="1224" y="544"/>
                      </a:cubicBezTo>
                      <a:lnTo>
                        <a:pt x="1677" y="544"/>
                      </a:lnTo>
                      <a:cubicBezTo>
                        <a:pt x="1702" y="544"/>
                        <a:pt x="1723" y="564"/>
                        <a:pt x="1723" y="589"/>
                      </a:cubicBezTo>
                      <a:lnTo>
                        <a:pt x="1723" y="1042"/>
                      </a:lnTo>
                      <a:close/>
                      <a:moveTo>
                        <a:pt x="2539" y="4034"/>
                      </a:moveTo>
                      <a:cubicBezTo>
                        <a:pt x="2539" y="4059"/>
                        <a:pt x="2518" y="4080"/>
                        <a:pt x="2493" y="4080"/>
                      </a:cubicBezTo>
                      <a:lnTo>
                        <a:pt x="2040" y="4080"/>
                      </a:lnTo>
                      <a:cubicBezTo>
                        <a:pt x="2015" y="4080"/>
                        <a:pt x="1995" y="4059"/>
                        <a:pt x="1995" y="4034"/>
                      </a:cubicBezTo>
                      <a:lnTo>
                        <a:pt x="1995" y="3581"/>
                      </a:lnTo>
                      <a:cubicBezTo>
                        <a:pt x="1995" y="3556"/>
                        <a:pt x="2015" y="3536"/>
                        <a:pt x="2040" y="3536"/>
                      </a:cubicBezTo>
                      <a:lnTo>
                        <a:pt x="2493" y="3536"/>
                      </a:lnTo>
                      <a:cubicBezTo>
                        <a:pt x="2518" y="3536"/>
                        <a:pt x="2539" y="3556"/>
                        <a:pt x="2539" y="3581"/>
                      </a:cubicBezTo>
                      <a:lnTo>
                        <a:pt x="2539" y="4034"/>
                      </a:lnTo>
                      <a:close/>
                      <a:moveTo>
                        <a:pt x="2539" y="3037"/>
                      </a:moveTo>
                      <a:cubicBezTo>
                        <a:pt x="2539" y="3062"/>
                        <a:pt x="2518" y="3082"/>
                        <a:pt x="2493" y="3082"/>
                      </a:cubicBezTo>
                      <a:lnTo>
                        <a:pt x="2040" y="3082"/>
                      </a:lnTo>
                      <a:cubicBezTo>
                        <a:pt x="2015" y="3082"/>
                        <a:pt x="1995" y="3062"/>
                        <a:pt x="1995" y="3037"/>
                      </a:cubicBezTo>
                      <a:lnTo>
                        <a:pt x="1995" y="2584"/>
                      </a:lnTo>
                      <a:cubicBezTo>
                        <a:pt x="1995" y="2559"/>
                        <a:pt x="2015" y="2538"/>
                        <a:pt x="2040" y="2538"/>
                      </a:cubicBezTo>
                      <a:lnTo>
                        <a:pt x="2493" y="2538"/>
                      </a:lnTo>
                      <a:cubicBezTo>
                        <a:pt x="2518" y="2538"/>
                        <a:pt x="2539" y="2559"/>
                        <a:pt x="2539" y="2584"/>
                      </a:cubicBezTo>
                      <a:lnTo>
                        <a:pt x="2539" y="3037"/>
                      </a:lnTo>
                      <a:close/>
                      <a:moveTo>
                        <a:pt x="2539" y="2040"/>
                      </a:moveTo>
                      <a:cubicBezTo>
                        <a:pt x="2539" y="2065"/>
                        <a:pt x="2518" y="2085"/>
                        <a:pt x="2493" y="2085"/>
                      </a:cubicBezTo>
                      <a:lnTo>
                        <a:pt x="2040" y="2085"/>
                      </a:lnTo>
                      <a:cubicBezTo>
                        <a:pt x="2015" y="2085"/>
                        <a:pt x="1995" y="2065"/>
                        <a:pt x="1995" y="2040"/>
                      </a:cubicBezTo>
                      <a:lnTo>
                        <a:pt x="1995" y="1586"/>
                      </a:lnTo>
                      <a:cubicBezTo>
                        <a:pt x="1995" y="1561"/>
                        <a:pt x="2015" y="1541"/>
                        <a:pt x="2040" y="1541"/>
                      </a:cubicBezTo>
                      <a:lnTo>
                        <a:pt x="2493" y="1541"/>
                      </a:lnTo>
                      <a:cubicBezTo>
                        <a:pt x="2518" y="1541"/>
                        <a:pt x="2539" y="1561"/>
                        <a:pt x="2539" y="1586"/>
                      </a:cubicBezTo>
                      <a:lnTo>
                        <a:pt x="2539" y="2040"/>
                      </a:lnTo>
                      <a:close/>
                      <a:moveTo>
                        <a:pt x="2539" y="1042"/>
                      </a:moveTo>
                      <a:cubicBezTo>
                        <a:pt x="2539" y="1067"/>
                        <a:pt x="2518" y="1088"/>
                        <a:pt x="2493" y="1088"/>
                      </a:cubicBezTo>
                      <a:lnTo>
                        <a:pt x="2040" y="1088"/>
                      </a:lnTo>
                      <a:cubicBezTo>
                        <a:pt x="2015" y="1088"/>
                        <a:pt x="1995" y="1067"/>
                        <a:pt x="1995" y="1042"/>
                      </a:cubicBezTo>
                      <a:lnTo>
                        <a:pt x="1995" y="589"/>
                      </a:lnTo>
                      <a:cubicBezTo>
                        <a:pt x="1995" y="564"/>
                        <a:pt x="2015" y="544"/>
                        <a:pt x="2040" y="544"/>
                      </a:cubicBezTo>
                      <a:lnTo>
                        <a:pt x="2493" y="544"/>
                      </a:lnTo>
                      <a:cubicBezTo>
                        <a:pt x="2518" y="544"/>
                        <a:pt x="2539" y="564"/>
                        <a:pt x="2539" y="589"/>
                      </a:cubicBezTo>
                      <a:lnTo>
                        <a:pt x="2539" y="1042"/>
                      </a:lnTo>
                      <a:close/>
                      <a:moveTo>
                        <a:pt x="6099" y="2610"/>
                      </a:moveTo>
                      <a:lnTo>
                        <a:pt x="3379" y="1845"/>
                      </a:lnTo>
                      <a:cubicBezTo>
                        <a:pt x="3321" y="1829"/>
                        <a:pt x="3264" y="1873"/>
                        <a:pt x="3264" y="1933"/>
                      </a:cubicBezTo>
                      <a:lnTo>
                        <a:pt x="3264" y="5440"/>
                      </a:lnTo>
                      <a:lnTo>
                        <a:pt x="3627" y="5440"/>
                      </a:lnTo>
                      <a:lnTo>
                        <a:pt x="3627" y="4714"/>
                      </a:lnTo>
                      <a:cubicBezTo>
                        <a:pt x="3627" y="4664"/>
                        <a:pt x="3667" y="4624"/>
                        <a:pt x="3717" y="4624"/>
                      </a:cubicBezTo>
                      <a:lnTo>
                        <a:pt x="4080" y="4624"/>
                      </a:lnTo>
                      <a:cubicBezTo>
                        <a:pt x="4130" y="4624"/>
                        <a:pt x="4171" y="4664"/>
                        <a:pt x="4171" y="4714"/>
                      </a:cubicBezTo>
                      <a:lnTo>
                        <a:pt x="4171" y="5440"/>
                      </a:lnTo>
                      <a:lnTo>
                        <a:pt x="6165" y="5440"/>
                      </a:lnTo>
                      <a:lnTo>
                        <a:pt x="6165" y="2698"/>
                      </a:lnTo>
                      <a:cubicBezTo>
                        <a:pt x="6165" y="2657"/>
                        <a:pt x="6138" y="2621"/>
                        <a:pt x="6099" y="2610"/>
                      </a:cubicBezTo>
                      <a:close/>
                      <a:moveTo>
                        <a:pt x="4171" y="4216"/>
                      </a:moveTo>
                      <a:cubicBezTo>
                        <a:pt x="4171" y="4241"/>
                        <a:pt x="4150" y="4261"/>
                        <a:pt x="4125" y="4261"/>
                      </a:cubicBezTo>
                      <a:lnTo>
                        <a:pt x="3672" y="4261"/>
                      </a:lnTo>
                      <a:cubicBezTo>
                        <a:pt x="3647" y="4261"/>
                        <a:pt x="3627" y="4241"/>
                        <a:pt x="3627" y="4216"/>
                      </a:cubicBezTo>
                      <a:lnTo>
                        <a:pt x="3627" y="3762"/>
                      </a:lnTo>
                      <a:cubicBezTo>
                        <a:pt x="3627" y="3737"/>
                        <a:pt x="3647" y="3717"/>
                        <a:pt x="3672" y="3717"/>
                      </a:cubicBezTo>
                      <a:lnTo>
                        <a:pt x="4125" y="3717"/>
                      </a:lnTo>
                      <a:cubicBezTo>
                        <a:pt x="4150" y="3717"/>
                        <a:pt x="4171" y="3737"/>
                        <a:pt x="4171" y="3762"/>
                      </a:cubicBezTo>
                      <a:lnTo>
                        <a:pt x="4171" y="4216"/>
                      </a:lnTo>
                      <a:close/>
                      <a:moveTo>
                        <a:pt x="4171" y="3218"/>
                      </a:moveTo>
                      <a:cubicBezTo>
                        <a:pt x="4171" y="3243"/>
                        <a:pt x="4150" y="3264"/>
                        <a:pt x="4125" y="3264"/>
                      </a:cubicBezTo>
                      <a:lnTo>
                        <a:pt x="3672" y="3264"/>
                      </a:lnTo>
                      <a:cubicBezTo>
                        <a:pt x="3647" y="3264"/>
                        <a:pt x="3627" y="3243"/>
                        <a:pt x="3627" y="3218"/>
                      </a:cubicBezTo>
                      <a:lnTo>
                        <a:pt x="3627" y="2765"/>
                      </a:lnTo>
                      <a:cubicBezTo>
                        <a:pt x="3627" y="2740"/>
                        <a:pt x="3647" y="2720"/>
                        <a:pt x="3672" y="2720"/>
                      </a:cubicBezTo>
                      <a:lnTo>
                        <a:pt x="4125" y="2720"/>
                      </a:lnTo>
                      <a:cubicBezTo>
                        <a:pt x="4150" y="2720"/>
                        <a:pt x="4171" y="2740"/>
                        <a:pt x="4171" y="2765"/>
                      </a:cubicBezTo>
                      <a:lnTo>
                        <a:pt x="4171" y="3218"/>
                      </a:lnTo>
                      <a:close/>
                      <a:moveTo>
                        <a:pt x="4987" y="4216"/>
                      </a:moveTo>
                      <a:cubicBezTo>
                        <a:pt x="4987" y="4241"/>
                        <a:pt x="4966" y="4261"/>
                        <a:pt x="4941" y="4261"/>
                      </a:cubicBezTo>
                      <a:lnTo>
                        <a:pt x="4488" y="4261"/>
                      </a:lnTo>
                      <a:cubicBezTo>
                        <a:pt x="4463" y="4261"/>
                        <a:pt x="4443" y="4241"/>
                        <a:pt x="4443" y="4216"/>
                      </a:cubicBezTo>
                      <a:lnTo>
                        <a:pt x="4443" y="3762"/>
                      </a:lnTo>
                      <a:cubicBezTo>
                        <a:pt x="4443" y="3737"/>
                        <a:pt x="4463" y="3717"/>
                        <a:pt x="4488" y="3717"/>
                      </a:cubicBezTo>
                      <a:lnTo>
                        <a:pt x="4941" y="3717"/>
                      </a:lnTo>
                      <a:cubicBezTo>
                        <a:pt x="4966" y="3717"/>
                        <a:pt x="4987" y="3737"/>
                        <a:pt x="4987" y="3762"/>
                      </a:cubicBezTo>
                      <a:lnTo>
                        <a:pt x="4987" y="4216"/>
                      </a:lnTo>
                      <a:close/>
                      <a:moveTo>
                        <a:pt x="4987" y="3218"/>
                      </a:moveTo>
                      <a:cubicBezTo>
                        <a:pt x="4987" y="3243"/>
                        <a:pt x="4966" y="3264"/>
                        <a:pt x="4941" y="3264"/>
                      </a:cubicBezTo>
                      <a:lnTo>
                        <a:pt x="4488" y="3264"/>
                      </a:lnTo>
                      <a:cubicBezTo>
                        <a:pt x="4463" y="3264"/>
                        <a:pt x="4443" y="3243"/>
                        <a:pt x="4443" y="3218"/>
                      </a:cubicBezTo>
                      <a:lnTo>
                        <a:pt x="4443" y="2765"/>
                      </a:lnTo>
                      <a:cubicBezTo>
                        <a:pt x="4443" y="2740"/>
                        <a:pt x="4463" y="2720"/>
                        <a:pt x="4488" y="2720"/>
                      </a:cubicBezTo>
                      <a:lnTo>
                        <a:pt x="4941" y="2720"/>
                      </a:lnTo>
                      <a:cubicBezTo>
                        <a:pt x="4966" y="2720"/>
                        <a:pt x="4987" y="2740"/>
                        <a:pt x="4987" y="2765"/>
                      </a:cubicBezTo>
                      <a:lnTo>
                        <a:pt x="4987" y="3218"/>
                      </a:lnTo>
                      <a:close/>
                      <a:moveTo>
                        <a:pt x="5803" y="4216"/>
                      </a:moveTo>
                      <a:cubicBezTo>
                        <a:pt x="5803" y="4241"/>
                        <a:pt x="5782" y="4261"/>
                        <a:pt x="5757" y="4261"/>
                      </a:cubicBezTo>
                      <a:lnTo>
                        <a:pt x="5304" y="4261"/>
                      </a:lnTo>
                      <a:cubicBezTo>
                        <a:pt x="5279" y="4261"/>
                        <a:pt x="5259" y="4241"/>
                        <a:pt x="5259" y="4216"/>
                      </a:cubicBezTo>
                      <a:lnTo>
                        <a:pt x="5259" y="3762"/>
                      </a:lnTo>
                      <a:cubicBezTo>
                        <a:pt x="5259" y="3737"/>
                        <a:pt x="5279" y="3717"/>
                        <a:pt x="5304" y="3717"/>
                      </a:cubicBezTo>
                      <a:lnTo>
                        <a:pt x="5757" y="3717"/>
                      </a:lnTo>
                      <a:cubicBezTo>
                        <a:pt x="5782" y="3717"/>
                        <a:pt x="5803" y="3737"/>
                        <a:pt x="5803" y="3762"/>
                      </a:cubicBezTo>
                      <a:lnTo>
                        <a:pt x="5803" y="4216"/>
                      </a:lnTo>
                      <a:close/>
                      <a:moveTo>
                        <a:pt x="5803" y="3218"/>
                      </a:moveTo>
                      <a:cubicBezTo>
                        <a:pt x="5803" y="3243"/>
                        <a:pt x="5782" y="3264"/>
                        <a:pt x="5757" y="3264"/>
                      </a:cubicBezTo>
                      <a:lnTo>
                        <a:pt x="5304" y="3264"/>
                      </a:lnTo>
                      <a:cubicBezTo>
                        <a:pt x="5279" y="3264"/>
                        <a:pt x="5259" y="3243"/>
                        <a:pt x="5259" y="3218"/>
                      </a:cubicBezTo>
                      <a:lnTo>
                        <a:pt x="5259" y="2765"/>
                      </a:lnTo>
                      <a:cubicBezTo>
                        <a:pt x="5259" y="2740"/>
                        <a:pt x="5279" y="2720"/>
                        <a:pt x="5304" y="2720"/>
                      </a:cubicBezTo>
                      <a:lnTo>
                        <a:pt x="5757" y="2720"/>
                      </a:lnTo>
                      <a:cubicBezTo>
                        <a:pt x="5782" y="2720"/>
                        <a:pt x="5803" y="2740"/>
                        <a:pt x="5803" y="2765"/>
                      </a:cubicBezTo>
                      <a:lnTo>
                        <a:pt x="5803" y="32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29" name="íṩļîḓe">
                <a:extLst>
                  <a:ext uri="{FF2B5EF4-FFF2-40B4-BE49-F238E27FC236}">
                    <a16:creationId xmlns:a16="http://schemas.microsoft.com/office/drawing/2014/main" id="{A816D1D6-3FDD-4827-8591-FD9A6F981728}"/>
                  </a:ext>
                </a:extLst>
              </p:cNvPr>
              <p:cNvGrpSpPr/>
              <p:nvPr/>
            </p:nvGrpSpPr>
            <p:grpSpPr>
              <a:xfrm>
                <a:off x="688681" y="3168873"/>
                <a:ext cx="2855798" cy="1210855"/>
                <a:chOff x="688681" y="1560626"/>
                <a:chExt cx="2855798" cy="1210855"/>
              </a:xfrm>
            </p:grpSpPr>
            <p:grpSp>
              <p:nvGrpSpPr>
                <p:cNvPr id="36" name="ïṩľíḑe">
                  <a:extLst>
                    <a:ext uri="{FF2B5EF4-FFF2-40B4-BE49-F238E27FC236}">
                      <a16:creationId xmlns:a16="http://schemas.microsoft.com/office/drawing/2014/main" id="{A15B9C7C-D8D0-46A5-B631-C79AC9D98B71}"/>
                    </a:ext>
                  </a:extLst>
                </p:cNvPr>
                <p:cNvGrpSpPr/>
                <p:nvPr/>
              </p:nvGrpSpPr>
              <p:grpSpPr>
                <a:xfrm>
                  <a:off x="688682" y="1560626"/>
                  <a:ext cx="2855797" cy="1210855"/>
                  <a:chOff x="8211000" y="1130300"/>
                  <a:chExt cx="2760913" cy="1210855"/>
                </a:xfrm>
              </p:grpSpPr>
              <p:sp>
                <p:nvSpPr>
                  <p:cNvPr id="39" name="ís1iďê">
                    <a:extLst>
                      <a:ext uri="{FF2B5EF4-FFF2-40B4-BE49-F238E27FC236}">
                        <a16:creationId xmlns:a16="http://schemas.microsoft.com/office/drawing/2014/main" id="{3CC444DD-9CEF-4D17-B594-D3BCDB88629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211000" y="1130300"/>
                    <a:ext cx="2760913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algn="l" defTabSz="913765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Text h</a:t>
                    </a:r>
                    <a:r>
                      <a:rPr kumimoji="0" lang="en-US" altLang="zh-CN" sz="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 </a:t>
                    </a:r>
                    <a:r>
                      <a:rPr kumimoji="0" lang="en-US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ere</a:t>
                    </a:r>
                    <a:endPara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40" name="iŝlíde">
                    <a:extLst>
                      <a:ext uri="{FF2B5EF4-FFF2-40B4-BE49-F238E27FC236}">
                        <a16:creationId xmlns:a16="http://schemas.microsoft.com/office/drawing/2014/main" id="{3B23ACF3-EB68-4710-B358-1B553DFCFE1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1000" y="1572107"/>
                    <a:ext cx="2760913" cy="7690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lvl="0">
                      <a:lnSpc>
                        <a:spcPct val="150000"/>
                      </a:lnSpc>
                      <a:defRPr/>
                    </a:pP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Supporting text he</a:t>
                    </a:r>
                    <a:r>
                      <a:rPr lang="en-US" altLang="zh-CN" sz="100">
                        <a:solidFill>
                          <a:srgbClr val="000000"/>
                        </a:solidFill>
                      </a:rPr>
                      <a:t> </a:t>
                    </a: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re.</a:t>
                    </a:r>
                  </a:p>
                  <a:p>
                    <a:pPr lvl="0">
                      <a:lnSpc>
                        <a:spcPct val="150000"/>
                      </a:lnSpc>
                      <a:defRPr/>
                    </a:pP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…… </a:t>
                    </a:r>
                    <a:endParaRPr lang="en-US" altLang="zh-CN" sz="11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F6C5FDF1-3252-44DF-B17E-2B42C4FD49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681" y="2002431"/>
                  <a:ext cx="2846371" cy="0"/>
                </a:xfrm>
                <a:prstGeom prst="line">
                  <a:avLst/>
                </a:prstGeom>
                <a:ln w="3175" cap="rnd">
                  <a:solidFill>
                    <a:schemeClr val="tx2">
                      <a:lumMod val="90000"/>
                    </a:schemeClr>
                  </a:solidFill>
                  <a:round/>
                  <a:headEnd type="none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îšlîdè">
                  <a:extLst>
                    <a:ext uri="{FF2B5EF4-FFF2-40B4-BE49-F238E27FC236}">
                      <a16:creationId xmlns:a16="http://schemas.microsoft.com/office/drawing/2014/main" id="{01A9355B-44A3-45DA-B6AF-C8A16CA11DEE}"/>
                    </a:ext>
                  </a:extLst>
                </p:cNvPr>
                <p:cNvSpPr/>
                <p:nvPr/>
              </p:nvSpPr>
              <p:spPr bwMode="auto">
                <a:xfrm>
                  <a:off x="3148151" y="1596441"/>
                  <a:ext cx="358620" cy="315953"/>
                </a:xfrm>
                <a:custGeom>
                  <a:avLst/>
                  <a:gdLst>
                    <a:gd name="T0" fmla="*/ 0 w 6165"/>
                    <a:gd name="T1" fmla="*/ 90 h 5440"/>
                    <a:gd name="T2" fmla="*/ 363 w 6165"/>
                    <a:gd name="T3" fmla="*/ 4624 h 5440"/>
                    <a:gd name="T4" fmla="*/ 907 w 6165"/>
                    <a:gd name="T5" fmla="*/ 4624 h 5440"/>
                    <a:gd name="T6" fmla="*/ 2901 w 6165"/>
                    <a:gd name="T7" fmla="*/ 90 h 5440"/>
                    <a:gd name="T8" fmla="*/ 861 w 6165"/>
                    <a:gd name="T9" fmla="*/ 4080 h 5440"/>
                    <a:gd name="T10" fmla="*/ 363 w 6165"/>
                    <a:gd name="T11" fmla="*/ 3581 h 5440"/>
                    <a:gd name="T12" fmla="*/ 907 w 6165"/>
                    <a:gd name="T13" fmla="*/ 3581 h 5440"/>
                    <a:gd name="T14" fmla="*/ 861 w 6165"/>
                    <a:gd name="T15" fmla="*/ 3082 h 5440"/>
                    <a:gd name="T16" fmla="*/ 363 w 6165"/>
                    <a:gd name="T17" fmla="*/ 2584 h 5440"/>
                    <a:gd name="T18" fmla="*/ 907 w 6165"/>
                    <a:gd name="T19" fmla="*/ 2584 h 5440"/>
                    <a:gd name="T20" fmla="*/ 861 w 6165"/>
                    <a:gd name="T21" fmla="*/ 2085 h 5440"/>
                    <a:gd name="T22" fmla="*/ 363 w 6165"/>
                    <a:gd name="T23" fmla="*/ 1586 h 5440"/>
                    <a:gd name="T24" fmla="*/ 907 w 6165"/>
                    <a:gd name="T25" fmla="*/ 1586 h 5440"/>
                    <a:gd name="T26" fmla="*/ 861 w 6165"/>
                    <a:gd name="T27" fmla="*/ 1088 h 5440"/>
                    <a:gd name="T28" fmla="*/ 363 w 6165"/>
                    <a:gd name="T29" fmla="*/ 589 h 5440"/>
                    <a:gd name="T30" fmla="*/ 907 w 6165"/>
                    <a:gd name="T31" fmla="*/ 589 h 5440"/>
                    <a:gd name="T32" fmla="*/ 1677 w 6165"/>
                    <a:gd name="T33" fmla="*/ 4080 h 5440"/>
                    <a:gd name="T34" fmla="*/ 1179 w 6165"/>
                    <a:gd name="T35" fmla="*/ 3581 h 5440"/>
                    <a:gd name="T36" fmla="*/ 1723 w 6165"/>
                    <a:gd name="T37" fmla="*/ 3581 h 5440"/>
                    <a:gd name="T38" fmla="*/ 1677 w 6165"/>
                    <a:gd name="T39" fmla="*/ 3082 h 5440"/>
                    <a:gd name="T40" fmla="*/ 1179 w 6165"/>
                    <a:gd name="T41" fmla="*/ 2584 h 5440"/>
                    <a:gd name="T42" fmla="*/ 1723 w 6165"/>
                    <a:gd name="T43" fmla="*/ 2584 h 5440"/>
                    <a:gd name="T44" fmla="*/ 1677 w 6165"/>
                    <a:gd name="T45" fmla="*/ 2085 h 5440"/>
                    <a:gd name="T46" fmla="*/ 1179 w 6165"/>
                    <a:gd name="T47" fmla="*/ 1586 h 5440"/>
                    <a:gd name="T48" fmla="*/ 1723 w 6165"/>
                    <a:gd name="T49" fmla="*/ 1586 h 5440"/>
                    <a:gd name="T50" fmla="*/ 1677 w 6165"/>
                    <a:gd name="T51" fmla="*/ 1088 h 5440"/>
                    <a:gd name="T52" fmla="*/ 1179 w 6165"/>
                    <a:gd name="T53" fmla="*/ 589 h 5440"/>
                    <a:gd name="T54" fmla="*/ 1723 w 6165"/>
                    <a:gd name="T55" fmla="*/ 589 h 5440"/>
                    <a:gd name="T56" fmla="*/ 2493 w 6165"/>
                    <a:gd name="T57" fmla="*/ 4080 h 5440"/>
                    <a:gd name="T58" fmla="*/ 1995 w 6165"/>
                    <a:gd name="T59" fmla="*/ 3581 h 5440"/>
                    <a:gd name="T60" fmla="*/ 2539 w 6165"/>
                    <a:gd name="T61" fmla="*/ 3581 h 5440"/>
                    <a:gd name="T62" fmla="*/ 2493 w 6165"/>
                    <a:gd name="T63" fmla="*/ 3082 h 5440"/>
                    <a:gd name="T64" fmla="*/ 1995 w 6165"/>
                    <a:gd name="T65" fmla="*/ 2584 h 5440"/>
                    <a:gd name="T66" fmla="*/ 2539 w 6165"/>
                    <a:gd name="T67" fmla="*/ 2584 h 5440"/>
                    <a:gd name="T68" fmla="*/ 2493 w 6165"/>
                    <a:gd name="T69" fmla="*/ 2085 h 5440"/>
                    <a:gd name="T70" fmla="*/ 1995 w 6165"/>
                    <a:gd name="T71" fmla="*/ 1586 h 5440"/>
                    <a:gd name="T72" fmla="*/ 2539 w 6165"/>
                    <a:gd name="T73" fmla="*/ 1586 h 5440"/>
                    <a:gd name="T74" fmla="*/ 2493 w 6165"/>
                    <a:gd name="T75" fmla="*/ 1088 h 5440"/>
                    <a:gd name="T76" fmla="*/ 1995 w 6165"/>
                    <a:gd name="T77" fmla="*/ 589 h 5440"/>
                    <a:gd name="T78" fmla="*/ 2539 w 6165"/>
                    <a:gd name="T79" fmla="*/ 589 h 5440"/>
                    <a:gd name="T80" fmla="*/ 3379 w 6165"/>
                    <a:gd name="T81" fmla="*/ 1845 h 5440"/>
                    <a:gd name="T82" fmla="*/ 3627 w 6165"/>
                    <a:gd name="T83" fmla="*/ 5440 h 5440"/>
                    <a:gd name="T84" fmla="*/ 4080 w 6165"/>
                    <a:gd name="T85" fmla="*/ 4624 h 5440"/>
                    <a:gd name="T86" fmla="*/ 6165 w 6165"/>
                    <a:gd name="T87" fmla="*/ 5440 h 5440"/>
                    <a:gd name="T88" fmla="*/ 4171 w 6165"/>
                    <a:gd name="T89" fmla="*/ 4216 h 5440"/>
                    <a:gd name="T90" fmla="*/ 3627 w 6165"/>
                    <a:gd name="T91" fmla="*/ 4216 h 5440"/>
                    <a:gd name="T92" fmla="*/ 4125 w 6165"/>
                    <a:gd name="T93" fmla="*/ 3717 h 5440"/>
                    <a:gd name="T94" fmla="*/ 4171 w 6165"/>
                    <a:gd name="T95" fmla="*/ 3218 h 5440"/>
                    <a:gd name="T96" fmla="*/ 3627 w 6165"/>
                    <a:gd name="T97" fmla="*/ 3218 h 5440"/>
                    <a:gd name="T98" fmla="*/ 4125 w 6165"/>
                    <a:gd name="T99" fmla="*/ 2720 h 5440"/>
                    <a:gd name="T100" fmla="*/ 4987 w 6165"/>
                    <a:gd name="T101" fmla="*/ 4216 h 5440"/>
                    <a:gd name="T102" fmla="*/ 4443 w 6165"/>
                    <a:gd name="T103" fmla="*/ 4216 h 5440"/>
                    <a:gd name="T104" fmla="*/ 4941 w 6165"/>
                    <a:gd name="T105" fmla="*/ 3717 h 5440"/>
                    <a:gd name="T106" fmla="*/ 4987 w 6165"/>
                    <a:gd name="T107" fmla="*/ 3218 h 5440"/>
                    <a:gd name="T108" fmla="*/ 4443 w 6165"/>
                    <a:gd name="T109" fmla="*/ 3218 h 5440"/>
                    <a:gd name="T110" fmla="*/ 4941 w 6165"/>
                    <a:gd name="T111" fmla="*/ 2720 h 5440"/>
                    <a:gd name="T112" fmla="*/ 5803 w 6165"/>
                    <a:gd name="T113" fmla="*/ 4216 h 5440"/>
                    <a:gd name="T114" fmla="*/ 5259 w 6165"/>
                    <a:gd name="T115" fmla="*/ 4216 h 5440"/>
                    <a:gd name="T116" fmla="*/ 5757 w 6165"/>
                    <a:gd name="T117" fmla="*/ 3717 h 5440"/>
                    <a:gd name="T118" fmla="*/ 5803 w 6165"/>
                    <a:gd name="T119" fmla="*/ 3218 h 5440"/>
                    <a:gd name="T120" fmla="*/ 5259 w 6165"/>
                    <a:gd name="T121" fmla="*/ 3218 h 5440"/>
                    <a:gd name="T122" fmla="*/ 5757 w 6165"/>
                    <a:gd name="T123" fmla="*/ 2720 h 5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165" h="5440">
                      <a:moveTo>
                        <a:pt x="2811" y="0"/>
                      </a:moveTo>
                      <a:lnTo>
                        <a:pt x="91" y="0"/>
                      </a:lnTo>
                      <a:cubicBezTo>
                        <a:pt x="41" y="0"/>
                        <a:pt x="0" y="40"/>
                        <a:pt x="0" y="90"/>
                      </a:cubicBezTo>
                      <a:lnTo>
                        <a:pt x="0" y="5440"/>
                      </a:lnTo>
                      <a:lnTo>
                        <a:pt x="363" y="5440"/>
                      </a:lnTo>
                      <a:lnTo>
                        <a:pt x="363" y="4624"/>
                      </a:lnTo>
                      <a:cubicBezTo>
                        <a:pt x="363" y="4574"/>
                        <a:pt x="403" y="4533"/>
                        <a:pt x="453" y="4533"/>
                      </a:cubicBezTo>
                      <a:lnTo>
                        <a:pt x="816" y="4533"/>
                      </a:lnTo>
                      <a:cubicBezTo>
                        <a:pt x="866" y="4533"/>
                        <a:pt x="907" y="4574"/>
                        <a:pt x="907" y="4624"/>
                      </a:cubicBezTo>
                      <a:lnTo>
                        <a:pt x="907" y="5440"/>
                      </a:lnTo>
                      <a:lnTo>
                        <a:pt x="2901" y="5440"/>
                      </a:lnTo>
                      <a:lnTo>
                        <a:pt x="2901" y="90"/>
                      </a:lnTo>
                      <a:cubicBezTo>
                        <a:pt x="2901" y="40"/>
                        <a:pt x="2861" y="0"/>
                        <a:pt x="2811" y="0"/>
                      </a:cubicBezTo>
                      <a:close/>
                      <a:moveTo>
                        <a:pt x="907" y="4034"/>
                      </a:moveTo>
                      <a:cubicBezTo>
                        <a:pt x="907" y="4059"/>
                        <a:pt x="886" y="4080"/>
                        <a:pt x="861" y="4080"/>
                      </a:cubicBezTo>
                      <a:lnTo>
                        <a:pt x="408" y="4080"/>
                      </a:lnTo>
                      <a:cubicBezTo>
                        <a:pt x="383" y="4080"/>
                        <a:pt x="363" y="4059"/>
                        <a:pt x="363" y="4034"/>
                      </a:cubicBezTo>
                      <a:lnTo>
                        <a:pt x="363" y="3581"/>
                      </a:lnTo>
                      <a:cubicBezTo>
                        <a:pt x="363" y="3556"/>
                        <a:pt x="383" y="3536"/>
                        <a:pt x="408" y="3536"/>
                      </a:cubicBezTo>
                      <a:lnTo>
                        <a:pt x="861" y="3536"/>
                      </a:lnTo>
                      <a:cubicBezTo>
                        <a:pt x="886" y="3536"/>
                        <a:pt x="907" y="3556"/>
                        <a:pt x="907" y="3581"/>
                      </a:cubicBezTo>
                      <a:lnTo>
                        <a:pt x="907" y="4034"/>
                      </a:lnTo>
                      <a:close/>
                      <a:moveTo>
                        <a:pt x="907" y="3037"/>
                      </a:moveTo>
                      <a:cubicBezTo>
                        <a:pt x="907" y="3062"/>
                        <a:pt x="886" y="3082"/>
                        <a:pt x="861" y="3082"/>
                      </a:cubicBezTo>
                      <a:lnTo>
                        <a:pt x="408" y="3082"/>
                      </a:lnTo>
                      <a:cubicBezTo>
                        <a:pt x="383" y="3082"/>
                        <a:pt x="363" y="3062"/>
                        <a:pt x="363" y="3037"/>
                      </a:cubicBezTo>
                      <a:lnTo>
                        <a:pt x="363" y="2584"/>
                      </a:lnTo>
                      <a:cubicBezTo>
                        <a:pt x="363" y="2559"/>
                        <a:pt x="383" y="2538"/>
                        <a:pt x="408" y="2538"/>
                      </a:cubicBezTo>
                      <a:lnTo>
                        <a:pt x="861" y="2538"/>
                      </a:lnTo>
                      <a:cubicBezTo>
                        <a:pt x="886" y="2538"/>
                        <a:pt x="907" y="2559"/>
                        <a:pt x="907" y="2584"/>
                      </a:cubicBezTo>
                      <a:lnTo>
                        <a:pt x="907" y="3037"/>
                      </a:lnTo>
                      <a:close/>
                      <a:moveTo>
                        <a:pt x="907" y="2040"/>
                      </a:moveTo>
                      <a:cubicBezTo>
                        <a:pt x="907" y="2065"/>
                        <a:pt x="886" y="2085"/>
                        <a:pt x="861" y="2085"/>
                      </a:cubicBezTo>
                      <a:lnTo>
                        <a:pt x="408" y="2085"/>
                      </a:lnTo>
                      <a:cubicBezTo>
                        <a:pt x="383" y="2085"/>
                        <a:pt x="363" y="2065"/>
                        <a:pt x="363" y="2040"/>
                      </a:cubicBezTo>
                      <a:lnTo>
                        <a:pt x="363" y="1586"/>
                      </a:lnTo>
                      <a:cubicBezTo>
                        <a:pt x="363" y="1561"/>
                        <a:pt x="383" y="1541"/>
                        <a:pt x="408" y="1541"/>
                      </a:cubicBezTo>
                      <a:lnTo>
                        <a:pt x="861" y="1541"/>
                      </a:lnTo>
                      <a:cubicBezTo>
                        <a:pt x="886" y="1541"/>
                        <a:pt x="907" y="1561"/>
                        <a:pt x="907" y="1586"/>
                      </a:cubicBezTo>
                      <a:lnTo>
                        <a:pt x="907" y="2040"/>
                      </a:lnTo>
                      <a:close/>
                      <a:moveTo>
                        <a:pt x="907" y="1042"/>
                      </a:moveTo>
                      <a:cubicBezTo>
                        <a:pt x="907" y="1067"/>
                        <a:pt x="886" y="1088"/>
                        <a:pt x="861" y="1088"/>
                      </a:cubicBezTo>
                      <a:lnTo>
                        <a:pt x="408" y="1088"/>
                      </a:lnTo>
                      <a:cubicBezTo>
                        <a:pt x="383" y="1088"/>
                        <a:pt x="363" y="1067"/>
                        <a:pt x="363" y="1042"/>
                      </a:cubicBezTo>
                      <a:lnTo>
                        <a:pt x="363" y="589"/>
                      </a:lnTo>
                      <a:cubicBezTo>
                        <a:pt x="363" y="564"/>
                        <a:pt x="383" y="544"/>
                        <a:pt x="408" y="544"/>
                      </a:cubicBezTo>
                      <a:lnTo>
                        <a:pt x="861" y="544"/>
                      </a:lnTo>
                      <a:cubicBezTo>
                        <a:pt x="886" y="544"/>
                        <a:pt x="907" y="564"/>
                        <a:pt x="907" y="589"/>
                      </a:cubicBezTo>
                      <a:lnTo>
                        <a:pt x="907" y="1042"/>
                      </a:lnTo>
                      <a:close/>
                      <a:moveTo>
                        <a:pt x="1723" y="4034"/>
                      </a:moveTo>
                      <a:cubicBezTo>
                        <a:pt x="1723" y="4059"/>
                        <a:pt x="1702" y="4080"/>
                        <a:pt x="1677" y="4080"/>
                      </a:cubicBezTo>
                      <a:lnTo>
                        <a:pt x="1224" y="4080"/>
                      </a:lnTo>
                      <a:cubicBezTo>
                        <a:pt x="1199" y="4080"/>
                        <a:pt x="1179" y="4059"/>
                        <a:pt x="1179" y="4034"/>
                      </a:cubicBezTo>
                      <a:lnTo>
                        <a:pt x="1179" y="3581"/>
                      </a:lnTo>
                      <a:cubicBezTo>
                        <a:pt x="1179" y="3556"/>
                        <a:pt x="1199" y="3536"/>
                        <a:pt x="1224" y="3536"/>
                      </a:cubicBezTo>
                      <a:lnTo>
                        <a:pt x="1677" y="3536"/>
                      </a:lnTo>
                      <a:cubicBezTo>
                        <a:pt x="1702" y="3536"/>
                        <a:pt x="1723" y="3556"/>
                        <a:pt x="1723" y="3581"/>
                      </a:cubicBezTo>
                      <a:lnTo>
                        <a:pt x="1723" y="4034"/>
                      </a:lnTo>
                      <a:close/>
                      <a:moveTo>
                        <a:pt x="1723" y="3037"/>
                      </a:moveTo>
                      <a:cubicBezTo>
                        <a:pt x="1723" y="3062"/>
                        <a:pt x="1702" y="3082"/>
                        <a:pt x="1677" y="3082"/>
                      </a:cubicBezTo>
                      <a:lnTo>
                        <a:pt x="1224" y="3082"/>
                      </a:lnTo>
                      <a:cubicBezTo>
                        <a:pt x="1199" y="3082"/>
                        <a:pt x="1179" y="3062"/>
                        <a:pt x="1179" y="3037"/>
                      </a:cubicBezTo>
                      <a:lnTo>
                        <a:pt x="1179" y="2584"/>
                      </a:lnTo>
                      <a:cubicBezTo>
                        <a:pt x="1179" y="2559"/>
                        <a:pt x="1199" y="2538"/>
                        <a:pt x="1224" y="2538"/>
                      </a:cubicBezTo>
                      <a:lnTo>
                        <a:pt x="1677" y="2538"/>
                      </a:lnTo>
                      <a:cubicBezTo>
                        <a:pt x="1702" y="2538"/>
                        <a:pt x="1723" y="2559"/>
                        <a:pt x="1723" y="2584"/>
                      </a:cubicBezTo>
                      <a:lnTo>
                        <a:pt x="1723" y="3037"/>
                      </a:lnTo>
                      <a:close/>
                      <a:moveTo>
                        <a:pt x="1723" y="2040"/>
                      </a:moveTo>
                      <a:cubicBezTo>
                        <a:pt x="1723" y="2065"/>
                        <a:pt x="1702" y="2085"/>
                        <a:pt x="1677" y="2085"/>
                      </a:cubicBezTo>
                      <a:lnTo>
                        <a:pt x="1224" y="2085"/>
                      </a:lnTo>
                      <a:cubicBezTo>
                        <a:pt x="1199" y="2085"/>
                        <a:pt x="1179" y="2065"/>
                        <a:pt x="1179" y="2040"/>
                      </a:cubicBezTo>
                      <a:lnTo>
                        <a:pt x="1179" y="1586"/>
                      </a:lnTo>
                      <a:cubicBezTo>
                        <a:pt x="1179" y="1561"/>
                        <a:pt x="1199" y="1541"/>
                        <a:pt x="1224" y="1541"/>
                      </a:cubicBezTo>
                      <a:lnTo>
                        <a:pt x="1677" y="1541"/>
                      </a:lnTo>
                      <a:cubicBezTo>
                        <a:pt x="1702" y="1541"/>
                        <a:pt x="1723" y="1561"/>
                        <a:pt x="1723" y="1586"/>
                      </a:cubicBezTo>
                      <a:lnTo>
                        <a:pt x="1723" y="2040"/>
                      </a:lnTo>
                      <a:close/>
                      <a:moveTo>
                        <a:pt x="1723" y="1042"/>
                      </a:moveTo>
                      <a:cubicBezTo>
                        <a:pt x="1723" y="1067"/>
                        <a:pt x="1702" y="1088"/>
                        <a:pt x="1677" y="1088"/>
                      </a:cubicBezTo>
                      <a:lnTo>
                        <a:pt x="1224" y="1088"/>
                      </a:lnTo>
                      <a:cubicBezTo>
                        <a:pt x="1199" y="1088"/>
                        <a:pt x="1179" y="1067"/>
                        <a:pt x="1179" y="1042"/>
                      </a:cubicBezTo>
                      <a:lnTo>
                        <a:pt x="1179" y="589"/>
                      </a:lnTo>
                      <a:cubicBezTo>
                        <a:pt x="1179" y="564"/>
                        <a:pt x="1199" y="544"/>
                        <a:pt x="1224" y="544"/>
                      </a:cubicBezTo>
                      <a:lnTo>
                        <a:pt x="1677" y="544"/>
                      </a:lnTo>
                      <a:cubicBezTo>
                        <a:pt x="1702" y="544"/>
                        <a:pt x="1723" y="564"/>
                        <a:pt x="1723" y="589"/>
                      </a:cubicBezTo>
                      <a:lnTo>
                        <a:pt x="1723" y="1042"/>
                      </a:lnTo>
                      <a:close/>
                      <a:moveTo>
                        <a:pt x="2539" y="4034"/>
                      </a:moveTo>
                      <a:cubicBezTo>
                        <a:pt x="2539" y="4059"/>
                        <a:pt x="2518" y="4080"/>
                        <a:pt x="2493" y="4080"/>
                      </a:cubicBezTo>
                      <a:lnTo>
                        <a:pt x="2040" y="4080"/>
                      </a:lnTo>
                      <a:cubicBezTo>
                        <a:pt x="2015" y="4080"/>
                        <a:pt x="1995" y="4059"/>
                        <a:pt x="1995" y="4034"/>
                      </a:cubicBezTo>
                      <a:lnTo>
                        <a:pt x="1995" y="3581"/>
                      </a:lnTo>
                      <a:cubicBezTo>
                        <a:pt x="1995" y="3556"/>
                        <a:pt x="2015" y="3536"/>
                        <a:pt x="2040" y="3536"/>
                      </a:cubicBezTo>
                      <a:lnTo>
                        <a:pt x="2493" y="3536"/>
                      </a:lnTo>
                      <a:cubicBezTo>
                        <a:pt x="2518" y="3536"/>
                        <a:pt x="2539" y="3556"/>
                        <a:pt x="2539" y="3581"/>
                      </a:cubicBezTo>
                      <a:lnTo>
                        <a:pt x="2539" y="4034"/>
                      </a:lnTo>
                      <a:close/>
                      <a:moveTo>
                        <a:pt x="2539" y="3037"/>
                      </a:moveTo>
                      <a:cubicBezTo>
                        <a:pt x="2539" y="3062"/>
                        <a:pt x="2518" y="3082"/>
                        <a:pt x="2493" y="3082"/>
                      </a:cubicBezTo>
                      <a:lnTo>
                        <a:pt x="2040" y="3082"/>
                      </a:lnTo>
                      <a:cubicBezTo>
                        <a:pt x="2015" y="3082"/>
                        <a:pt x="1995" y="3062"/>
                        <a:pt x="1995" y="3037"/>
                      </a:cubicBezTo>
                      <a:lnTo>
                        <a:pt x="1995" y="2584"/>
                      </a:lnTo>
                      <a:cubicBezTo>
                        <a:pt x="1995" y="2559"/>
                        <a:pt x="2015" y="2538"/>
                        <a:pt x="2040" y="2538"/>
                      </a:cubicBezTo>
                      <a:lnTo>
                        <a:pt x="2493" y="2538"/>
                      </a:lnTo>
                      <a:cubicBezTo>
                        <a:pt x="2518" y="2538"/>
                        <a:pt x="2539" y="2559"/>
                        <a:pt x="2539" y="2584"/>
                      </a:cubicBezTo>
                      <a:lnTo>
                        <a:pt x="2539" y="3037"/>
                      </a:lnTo>
                      <a:close/>
                      <a:moveTo>
                        <a:pt x="2539" y="2040"/>
                      </a:moveTo>
                      <a:cubicBezTo>
                        <a:pt x="2539" y="2065"/>
                        <a:pt x="2518" y="2085"/>
                        <a:pt x="2493" y="2085"/>
                      </a:cubicBezTo>
                      <a:lnTo>
                        <a:pt x="2040" y="2085"/>
                      </a:lnTo>
                      <a:cubicBezTo>
                        <a:pt x="2015" y="2085"/>
                        <a:pt x="1995" y="2065"/>
                        <a:pt x="1995" y="2040"/>
                      </a:cubicBezTo>
                      <a:lnTo>
                        <a:pt x="1995" y="1586"/>
                      </a:lnTo>
                      <a:cubicBezTo>
                        <a:pt x="1995" y="1561"/>
                        <a:pt x="2015" y="1541"/>
                        <a:pt x="2040" y="1541"/>
                      </a:cubicBezTo>
                      <a:lnTo>
                        <a:pt x="2493" y="1541"/>
                      </a:lnTo>
                      <a:cubicBezTo>
                        <a:pt x="2518" y="1541"/>
                        <a:pt x="2539" y="1561"/>
                        <a:pt x="2539" y="1586"/>
                      </a:cubicBezTo>
                      <a:lnTo>
                        <a:pt x="2539" y="2040"/>
                      </a:lnTo>
                      <a:close/>
                      <a:moveTo>
                        <a:pt x="2539" y="1042"/>
                      </a:moveTo>
                      <a:cubicBezTo>
                        <a:pt x="2539" y="1067"/>
                        <a:pt x="2518" y="1088"/>
                        <a:pt x="2493" y="1088"/>
                      </a:cubicBezTo>
                      <a:lnTo>
                        <a:pt x="2040" y="1088"/>
                      </a:lnTo>
                      <a:cubicBezTo>
                        <a:pt x="2015" y="1088"/>
                        <a:pt x="1995" y="1067"/>
                        <a:pt x="1995" y="1042"/>
                      </a:cubicBezTo>
                      <a:lnTo>
                        <a:pt x="1995" y="589"/>
                      </a:lnTo>
                      <a:cubicBezTo>
                        <a:pt x="1995" y="564"/>
                        <a:pt x="2015" y="544"/>
                        <a:pt x="2040" y="544"/>
                      </a:cubicBezTo>
                      <a:lnTo>
                        <a:pt x="2493" y="544"/>
                      </a:lnTo>
                      <a:cubicBezTo>
                        <a:pt x="2518" y="544"/>
                        <a:pt x="2539" y="564"/>
                        <a:pt x="2539" y="589"/>
                      </a:cubicBezTo>
                      <a:lnTo>
                        <a:pt x="2539" y="1042"/>
                      </a:lnTo>
                      <a:close/>
                      <a:moveTo>
                        <a:pt x="6099" y="2610"/>
                      </a:moveTo>
                      <a:lnTo>
                        <a:pt x="3379" y="1845"/>
                      </a:lnTo>
                      <a:cubicBezTo>
                        <a:pt x="3321" y="1829"/>
                        <a:pt x="3264" y="1873"/>
                        <a:pt x="3264" y="1933"/>
                      </a:cubicBezTo>
                      <a:lnTo>
                        <a:pt x="3264" y="5440"/>
                      </a:lnTo>
                      <a:lnTo>
                        <a:pt x="3627" y="5440"/>
                      </a:lnTo>
                      <a:lnTo>
                        <a:pt x="3627" y="4714"/>
                      </a:lnTo>
                      <a:cubicBezTo>
                        <a:pt x="3627" y="4664"/>
                        <a:pt x="3667" y="4624"/>
                        <a:pt x="3717" y="4624"/>
                      </a:cubicBezTo>
                      <a:lnTo>
                        <a:pt x="4080" y="4624"/>
                      </a:lnTo>
                      <a:cubicBezTo>
                        <a:pt x="4130" y="4624"/>
                        <a:pt x="4171" y="4664"/>
                        <a:pt x="4171" y="4714"/>
                      </a:cubicBezTo>
                      <a:lnTo>
                        <a:pt x="4171" y="5440"/>
                      </a:lnTo>
                      <a:lnTo>
                        <a:pt x="6165" y="5440"/>
                      </a:lnTo>
                      <a:lnTo>
                        <a:pt x="6165" y="2698"/>
                      </a:lnTo>
                      <a:cubicBezTo>
                        <a:pt x="6165" y="2657"/>
                        <a:pt x="6138" y="2621"/>
                        <a:pt x="6099" y="2610"/>
                      </a:cubicBezTo>
                      <a:close/>
                      <a:moveTo>
                        <a:pt x="4171" y="4216"/>
                      </a:moveTo>
                      <a:cubicBezTo>
                        <a:pt x="4171" y="4241"/>
                        <a:pt x="4150" y="4261"/>
                        <a:pt x="4125" y="4261"/>
                      </a:cubicBezTo>
                      <a:lnTo>
                        <a:pt x="3672" y="4261"/>
                      </a:lnTo>
                      <a:cubicBezTo>
                        <a:pt x="3647" y="4261"/>
                        <a:pt x="3627" y="4241"/>
                        <a:pt x="3627" y="4216"/>
                      </a:cubicBezTo>
                      <a:lnTo>
                        <a:pt x="3627" y="3762"/>
                      </a:lnTo>
                      <a:cubicBezTo>
                        <a:pt x="3627" y="3737"/>
                        <a:pt x="3647" y="3717"/>
                        <a:pt x="3672" y="3717"/>
                      </a:cubicBezTo>
                      <a:lnTo>
                        <a:pt x="4125" y="3717"/>
                      </a:lnTo>
                      <a:cubicBezTo>
                        <a:pt x="4150" y="3717"/>
                        <a:pt x="4171" y="3737"/>
                        <a:pt x="4171" y="3762"/>
                      </a:cubicBezTo>
                      <a:lnTo>
                        <a:pt x="4171" y="4216"/>
                      </a:lnTo>
                      <a:close/>
                      <a:moveTo>
                        <a:pt x="4171" y="3218"/>
                      </a:moveTo>
                      <a:cubicBezTo>
                        <a:pt x="4171" y="3243"/>
                        <a:pt x="4150" y="3264"/>
                        <a:pt x="4125" y="3264"/>
                      </a:cubicBezTo>
                      <a:lnTo>
                        <a:pt x="3672" y="3264"/>
                      </a:lnTo>
                      <a:cubicBezTo>
                        <a:pt x="3647" y="3264"/>
                        <a:pt x="3627" y="3243"/>
                        <a:pt x="3627" y="3218"/>
                      </a:cubicBezTo>
                      <a:lnTo>
                        <a:pt x="3627" y="2765"/>
                      </a:lnTo>
                      <a:cubicBezTo>
                        <a:pt x="3627" y="2740"/>
                        <a:pt x="3647" y="2720"/>
                        <a:pt x="3672" y="2720"/>
                      </a:cubicBezTo>
                      <a:lnTo>
                        <a:pt x="4125" y="2720"/>
                      </a:lnTo>
                      <a:cubicBezTo>
                        <a:pt x="4150" y="2720"/>
                        <a:pt x="4171" y="2740"/>
                        <a:pt x="4171" y="2765"/>
                      </a:cubicBezTo>
                      <a:lnTo>
                        <a:pt x="4171" y="3218"/>
                      </a:lnTo>
                      <a:close/>
                      <a:moveTo>
                        <a:pt x="4987" y="4216"/>
                      </a:moveTo>
                      <a:cubicBezTo>
                        <a:pt x="4987" y="4241"/>
                        <a:pt x="4966" y="4261"/>
                        <a:pt x="4941" y="4261"/>
                      </a:cubicBezTo>
                      <a:lnTo>
                        <a:pt x="4488" y="4261"/>
                      </a:lnTo>
                      <a:cubicBezTo>
                        <a:pt x="4463" y="4261"/>
                        <a:pt x="4443" y="4241"/>
                        <a:pt x="4443" y="4216"/>
                      </a:cubicBezTo>
                      <a:lnTo>
                        <a:pt x="4443" y="3762"/>
                      </a:lnTo>
                      <a:cubicBezTo>
                        <a:pt x="4443" y="3737"/>
                        <a:pt x="4463" y="3717"/>
                        <a:pt x="4488" y="3717"/>
                      </a:cubicBezTo>
                      <a:lnTo>
                        <a:pt x="4941" y="3717"/>
                      </a:lnTo>
                      <a:cubicBezTo>
                        <a:pt x="4966" y="3717"/>
                        <a:pt x="4987" y="3737"/>
                        <a:pt x="4987" y="3762"/>
                      </a:cubicBezTo>
                      <a:lnTo>
                        <a:pt x="4987" y="4216"/>
                      </a:lnTo>
                      <a:close/>
                      <a:moveTo>
                        <a:pt x="4987" y="3218"/>
                      </a:moveTo>
                      <a:cubicBezTo>
                        <a:pt x="4987" y="3243"/>
                        <a:pt x="4966" y="3264"/>
                        <a:pt x="4941" y="3264"/>
                      </a:cubicBezTo>
                      <a:lnTo>
                        <a:pt x="4488" y="3264"/>
                      </a:lnTo>
                      <a:cubicBezTo>
                        <a:pt x="4463" y="3264"/>
                        <a:pt x="4443" y="3243"/>
                        <a:pt x="4443" y="3218"/>
                      </a:cubicBezTo>
                      <a:lnTo>
                        <a:pt x="4443" y="2765"/>
                      </a:lnTo>
                      <a:cubicBezTo>
                        <a:pt x="4443" y="2740"/>
                        <a:pt x="4463" y="2720"/>
                        <a:pt x="4488" y="2720"/>
                      </a:cubicBezTo>
                      <a:lnTo>
                        <a:pt x="4941" y="2720"/>
                      </a:lnTo>
                      <a:cubicBezTo>
                        <a:pt x="4966" y="2720"/>
                        <a:pt x="4987" y="2740"/>
                        <a:pt x="4987" y="2765"/>
                      </a:cubicBezTo>
                      <a:lnTo>
                        <a:pt x="4987" y="3218"/>
                      </a:lnTo>
                      <a:close/>
                      <a:moveTo>
                        <a:pt x="5803" y="4216"/>
                      </a:moveTo>
                      <a:cubicBezTo>
                        <a:pt x="5803" y="4241"/>
                        <a:pt x="5782" y="4261"/>
                        <a:pt x="5757" y="4261"/>
                      </a:cubicBezTo>
                      <a:lnTo>
                        <a:pt x="5304" y="4261"/>
                      </a:lnTo>
                      <a:cubicBezTo>
                        <a:pt x="5279" y="4261"/>
                        <a:pt x="5259" y="4241"/>
                        <a:pt x="5259" y="4216"/>
                      </a:cubicBezTo>
                      <a:lnTo>
                        <a:pt x="5259" y="3762"/>
                      </a:lnTo>
                      <a:cubicBezTo>
                        <a:pt x="5259" y="3737"/>
                        <a:pt x="5279" y="3717"/>
                        <a:pt x="5304" y="3717"/>
                      </a:cubicBezTo>
                      <a:lnTo>
                        <a:pt x="5757" y="3717"/>
                      </a:lnTo>
                      <a:cubicBezTo>
                        <a:pt x="5782" y="3717"/>
                        <a:pt x="5803" y="3737"/>
                        <a:pt x="5803" y="3762"/>
                      </a:cubicBezTo>
                      <a:lnTo>
                        <a:pt x="5803" y="4216"/>
                      </a:lnTo>
                      <a:close/>
                      <a:moveTo>
                        <a:pt x="5803" y="3218"/>
                      </a:moveTo>
                      <a:cubicBezTo>
                        <a:pt x="5803" y="3243"/>
                        <a:pt x="5782" y="3264"/>
                        <a:pt x="5757" y="3264"/>
                      </a:cubicBezTo>
                      <a:lnTo>
                        <a:pt x="5304" y="3264"/>
                      </a:lnTo>
                      <a:cubicBezTo>
                        <a:pt x="5279" y="3264"/>
                        <a:pt x="5259" y="3243"/>
                        <a:pt x="5259" y="3218"/>
                      </a:cubicBezTo>
                      <a:lnTo>
                        <a:pt x="5259" y="2765"/>
                      </a:lnTo>
                      <a:cubicBezTo>
                        <a:pt x="5259" y="2740"/>
                        <a:pt x="5279" y="2720"/>
                        <a:pt x="5304" y="2720"/>
                      </a:cubicBezTo>
                      <a:lnTo>
                        <a:pt x="5757" y="2720"/>
                      </a:lnTo>
                      <a:cubicBezTo>
                        <a:pt x="5782" y="2720"/>
                        <a:pt x="5803" y="2740"/>
                        <a:pt x="5803" y="2765"/>
                      </a:cubicBezTo>
                      <a:lnTo>
                        <a:pt x="5803" y="32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30" name="ïśľiḍé">
                <a:extLst>
                  <a:ext uri="{FF2B5EF4-FFF2-40B4-BE49-F238E27FC236}">
                    <a16:creationId xmlns:a16="http://schemas.microsoft.com/office/drawing/2014/main" id="{D3E97712-3BC9-4600-8118-BE946AE57A52}"/>
                  </a:ext>
                </a:extLst>
              </p:cNvPr>
              <p:cNvGrpSpPr/>
              <p:nvPr/>
            </p:nvGrpSpPr>
            <p:grpSpPr>
              <a:xfrm>
                <a:off x="688681" y="4795973"/>
                <a:ext cx="2855798" cy="1210855"/>
                <a:chOff x="688681" y="1560626"/>
                <a:chExt cx="2855798" cy="1210855"/>
              </a:xfrm>
            </p:grpSpPr>
            <p:grpSp>
              <p:nvGrpSpPr>
                <p:cNvPr id="31" name="iṥliḑè">
                  <a:extLst>
                    <a:ext uri="{FF2B5EF4-FFF2-40B4-BE49-F238E27FC236}">
                      <a16:creationId xmlns:a16="http://schemas.microsoft.com/office/drawing/2014/main" id="{930919B1-86BE-4B1F-A3E7-98FB948F9E1E}"/>
                    </a:ext>
                  </a:extLst>
                </p:cNvPr>
                <p:cNvGrpSpPr/>
                <p:nvPr/>
              </p:nvGrpSpPr>
              <p:grpSpPr>
                <a:xfrm>
                  <a:off x="688682" y="1560626"/>
                  <a:ext cx="2855797" cy="1210855"/>
                  <a:chOff x="8211000" y="1130300"/>
                  <a:chExt cx="2760913" cy="1210855"/>
                </a:xfrm>
              </p:grpSpPr>
              <p:sp>
                <p:nvSpPr>
                  <p:cNvPr id="34" name="i$ḷîdè">
                    <a:extLst>
                      <a:ext uri="{FF2B5EF4-FFF2-40B4-BE49-F238E27FC236}">
                        <a16:creationId xmlns:a16="http://schemas.microsoft.com/office/drawing/2014/main" id="{FC94C38A-43FE-4542-8E8E-5FFA348DF82D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8211000" y="1130300"/>
                    <a:ext cx="2760913" cy="441805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b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marL="0" marR="0" lvl="0" indent="0" algn="l" defTabSz="913765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defRPr/>
                    </a:pPr>
                    <a:r>
                      <a:rPr kumimoji="0" lang="en-US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Text h</a:t>
                    </a:r>
                    <a:r>
                      <a:rPr kumimoji="0" lang="en-US" altLang="zh-CN" sz="1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 </a:t>
                    </a:r>
                    <a:r>
                      <a:rPr kumimoji="0" lang="en-US" altLang="zh-CN" sz="2000" b="1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</a:rPr>
                      <a:t>ere</a:t>
                    </a:r>
                    <a:endParaRPr kumimoji="0" lang="en-US" altLang="zh-CN" sz="2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</a:endParaRPr>
                  </a:p>
                </p:txBody>
              </p:sp>
              <p:sp>
                <p:nvSpPr>
                  <p:cNvPr id="35" name="îśļidè">
                    <a:extLst>
                      <a:ext uri="{FF2B5EF4-FFF2-40B4-BE49-F238E27FC236}">
                        <a16:creationId xmlns:a16="http://schemas.microsoft.com/office/drawing/2014/main" id="{D7D4A620-B3A3-415F-A04A-C317889105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8211000" y="1572107"/>
                    <a:ext cx="2760913" cy="7690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square" lIns="91440" tIns="45720" rIns="91440" bIns="45720" anchor="t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3765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lvl="0">
                      <a:lnSpc>
                        <a:spcPct val="150000"/>
                      </a:lnSpc>
                      <a:defRPr/>
                    </a:pP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Supporting text he</a:t>
                    </a:r>
                    <a:r>
                      <a:rPr lang="en-US" altLang="zh-CN" sz="100">
                        <a:solidFill>
                          <a:srgbClr val="000000"/>
                        </a:solidFill>
                      </a:rPr>
                      <a:t> </a:t>
                    </a: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re.</a:t>
                    </a:r>
                  </a:p>
                  <a:p>
                    <a:pPr lvl="0">
                      <a:lnSpc>
                        <a:spcPct val="150000"/>
                      </a:lnSpc>
                      <a:defRPr/>
                    </a:pPr>
                    <a:r>
                      <a:rPr lang="en-US" altLang="zh-CN" sz="1100">
                        <a:solidFill>
                          <a:srgbClr val="000000"/>
                        </a:solidFill>
                      </a:rPr>
                      <a:t>…… </a:t>
                    </a:r>
                    <a:endParaRPr lang="en-US" altLang="zh-CN" sz="1100" dirty="0">
                      <a:solidFill>
                        <a:srgbClr val="000000"/>
                      </a:solidFill>
                    </a:endParaRPr>
                  </a:p>
                </p:txBody>
              </p:sp>
            </p:grpSp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1B33D276-F17B-4F95-9229-8BF74E3569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8681" y="2002431"/>
                  <a:ext cx="2846371" cy="0"/>
                </a:xfrm>
                <a:prstGeom prst="line">
                  <a:avLst/>
                </a:prstGeom>
                <a:ln w="3175" cap="rnd">
                  <a:solidFill>
                    <a:schemeClr val="tx2">
                      <a:lumMod val="90000"/>
                    </a:schemeClr>
                  </a:solidFill>
                  <a:round/>
                  <a:headEnd type="none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iṡļíḓê">
                  <a:extLst>
                    <a:ext uri="{FF2B5EF4-FFF2-40B4-BE49-F238E27FC236}">
                      <a16:creationId xmlns:a16="http://schemas.microsoft.com/office/drawing/2014/main" id="{5E7A0FA7-429B-455C-B192-727E9A27D932}"/>
                    </a:ext>
                  </a:extLst>
                </p:cNvPr>
                <p:cNvSpPr/>
                <p:nvPr/>
              </p:nvSpPr>
              <p:spPr bwMode="auto">
                <a:xfrm>
                  <a:off x="3148151" y="1596441"/>
                  <a:ext cx="358620" cy="315953"/>
                </a:xfrm>
                <a:custGeom>
                  <a:avLst/>
                  <a:gdLst>
                    <a:gd name="T0" fmla="*/ 0 w 6165"/>
                    <a:gd name="T1" fmla="*/ 90 h 5440"/>
                    <a:gd name="T2" fmla="*/ 363 w 6165"/>
                    <a:gd name="T3" fmla="*/ 4624 h 5440"/>
                    <a:gd name="T4" fmla="*/ 907 w 6165"/>
                    <a:gd name="T5" fmla="*/ 4624 h 5440"/>
                    <a:gd name="T6" fmla="*/ 2901 w 6165"/>
                    <a:gd name="T7" fmla="*/ 90 h 5440"/>
                    <a:gd name="T8" fmla="*/ 861 w 6165"/>
                    <a:gd name="T9" fmla="*/ 4080 h 5440"/>
                    <a:gd name="T10" fmla="*/ 363 w 6165"/>
                    <a:gd name="T11" fmla="*/ 3581 h 5440"/>
                    <a:gd name="T12" fmla="*/ 907 w 6165"/>
                    <a:gd name="T13" fmla="*/ 3581 h 5440"/>
                    <a:gd name="T14" fmla="*/ 861 w 6165"/>
                    <a:gd name="T15" fmla="*/ 3082 h 5440"/>
                    <a:gd name="T16" fmla="*/ 363 w 6165"/>
                    <a:gd name="T17" fmla="*/ 2584 h 5440"/>
                    <a:gd name="T18" fmla="*/ 907 w 6165"/>
                    <a:gd name="T19" fmla="*/ 2584 h 5440"/>
                    <a:gd name="T20" fmla="*/ 861 w 6165"/>
                    <a:gd name="T21" fmla="*/ 2085 h 5440"/>
                    <a:gd name="T22" fmla="*/ 363 w 6165"/>
                    <a:gd name="T23" fmla="*/ 1586 h 5440"/>
                    <a:gd name="T24" fmla="*/ 907 w 6165"/>
                    <a:gd name="T25" fmla="*/ 1586 h 5440"/>
                    <a:gd name="T26" fmla="*/ 861 w 6165"/>
                    <a:gd name="T27" fmla="*/ 1088 h 5440"/>
                    <a:gd name="T28" fmla="*/ 363 w 6165"/>
                    <a:gd name="T29" fmla="*/ 589 h 5440"/>
                    <a:gd name="T30" fmla="*/ 907 w 6165"/>
                    <a:gd name="T31" fmla="*/ 589 h 5440"/>
                    <a:gd name="T32" fmla="*/ 1677 w 6165"/>
                    <a:gd name="T33" fmla="*/ 4080 h 5440"/>
                    <a:gd name="T34" fmla="*/ 1179 w 6165"/>
                    <a:gd name="T35" fmla="*/ 3581 h 5440"/>
                    <a:gd name="T36" fmla="*/ 1723 w 6165"/>
                    <a:gd name="T37" fmla="*/ 3581 h 5440"/>
                    <a:gd name="T38" fmla="*/ 1677 w 6165"/>
                    <a:gd name="T39" fmla="*/ 3082 h 5440"/>
                    <a:gd name="T40" fmla="*/ 1179 w 6165"/>
                    <a:gd name="T41" fmla="*/ 2584 h 5440"/>
                    <a:gd name="T42" fmla="*/ 1723 w 6165"/>
                    <a:gd name="T43" fmla="*/ 2584 h 5440"/>
                    <a:gd name="T44" fmla="*/ 1677 w 6165"/>
                    <a:gd name="T45" fmla="*/ 2085 h 5440"/>
                    <a:gd name="T46" fmla="*/ 1179 w 6165"/>
                    <a:gd name="T47" fmla="*/ 1586 h 5440"/>
                    <a:gd name="T48" fmla="*/ 1723 w 6165"/>
                    <a:gd name="T49" fmla="*/ 1586 h 5440"/>
                    <a:gd name="T50" fmla="*/ 1677 w 6165"/>
                    <a:gd name="T51" fmla="*/ 1088 h 5440"/>
                    <a:gd name="T52" fmla="*/ 1179 w 6165"/>
                    <a:gd name="T53" fmla="*/ 589 h 5440"/>
                    <a:gd name="T54" fmla="*/ 1723 w 6165"/>
                    <a:gd name="T55" fmla="*/ 589 h 5440"/>
                    <a:gd name="T56" fmla="*/ 2493 w 6165"/>
                    <a:gd name="T57" fmla="*/ 4080 h 5440"/>
                    <a:gd name="T58" fmla="*/ 1995 w 6165"/>
                    <a:gd name="T59" fmla="*/ 3581 h 5440"/>
                    <a:gd name="T60" fmla="*/ 2539 w 6165"/>
                    <a:gd name="T61" fmla="*/ 3581 h 5440"/>
                    <a:gd name="T62" fmla="*/ 2493 w 6165"/>
                    <a:gd name="T63" fmla="*/ 3082 h 5440"/>
                    <a:gd name="T64" fmla="*/ 1995 w 6165"/>
                    <a:gd name="T65" fmla="*/ 2584 h 5440"/>
                    <a:gd name="T66" fmla="*/ 2539 w 6165"/>
                    <a:gd name="T67" fmla="*/ 2584 h 5440"/>
                    <a:gd name="T68" fmla="*/ 2493 w 6165"/>
                    <a:gd name="T69" fmla="*/ 2085 h 5440"/>
                    <a:gd name="T70" fmla="*/ 1995 w 6165"/>
                    <a:gd name="T71" fmla="*/ 1586 h 5440"/>
                    <a:gd name="T72" fmla="*/ 2539 w 6165"/>
                    <a:gd name="T73" fmla="*/ 1586 h 5440"/>
                    <a:gd name="T74" fmla="*/ 2493 w 6165"/>
                    <a:gd name="T75" fmla="*/ 1088 h 5440"/>
                    <a:gd name="T76" fmla="*/ 1995 w 6165"/>
                    <a:gd name="T77" fmla="*/ 589 h 5440"/>
                    <a:gd name="T78" fmla="*/ 2539 w 6165"/>
                    <a:gd name="T79" fmla="*/ 589 h 5440"/>
                    <a:gd name="T80" fmla="*/ 3379 w 6165"/>
                    <a:gd name="T81" fmla="*/ 1845 h 5440"/>
                    <a:gd name="T82" fmla="*/ 3627 w 6165"/>
                    <a:gd name="T83" fmla="*/ 5440 h 5440"/>
                    <a:gd name="T84" fmla="*/ 4080 w 6165"/>
                    <a:gd name="T85" fmla="*/ 4624 h 5440"/>
                    <a:gd name="T86" fmla="*/ 6165 w 6165"/>
                    <a:gd name="T87" fmla="*/ 5440 h 5440"/>
                    <a:gd name="T88" fmla="*/ 4171 w 6165"/>
                    <a:gd name="T89" fmla="*/ 4216 h 5440"/>
                    <a:gd name="T90" fmla="*/ 3627 w 6165"/>
                    <a:gd name="T91" fmla="*/ 4216 h 5440"/>
                    <a:gd name="T92" fmla="*/ 4125 w 6165"/>
                    <a:gd name="T93" fmla="*/ 3717 h 5440"/>
                    <a:gd name="T94" fmla="*/ 4171 w 6165"/>
                    <a:gd name="T95" fmla="*/ 3218 h 5440"/>
                    <a:gd name="T96" fmla="*/ 3627 w 6165"/>
                    <a:gd name="T97" fmla="*/ 3218 h 5440"/>
                    <a:gd name="T98" fmla="*/ 4125 w 6165"/>
                    <a:gd name="T99" fmla="*/ 2720 h 5440"/>
                    <a:gd name="T100" fmla="*/ 4987 w 6165"/>
                    <a:gd name="T101" fmla="*/ 4216 h 5440"/>
                    <a:gd name="T102" fmla="*/ 4443 w 6165"/>
                    <a:gd name="T103" fmla="*/ 4216 h 5440"/>
                    <a:gd name="T104" fmla="*/ 4941 w 6165"/>
                    <a:gd name="T105" fmla="*/ 3717 h 5440"/>
                    <a:gd name="T106" fmla="*/ 4987 w 6165"/>
                    <a:gd name="T107" fmla="*/ 3218 h 5440"/>
                    <a:gd name="T108" fmla="*/ 4443 w 6165"/>
                    <a:gd name="T109" fmla="*/ 3218 h 5440"/>
                    <a:gd name="T110" fmla="*/ 4941 w 6165"/>
                    <a:gd name="T111" fmla="*/ 2720 h 5440"/>
                    <a:gd name="T112" fmla="*/ 5803 w 6165"/>
                    <a:gd name="T113" fmla="*/ 4216 h 5440"/>
                    <a:gd name="T114" fmla="*/ 5259 w 6165"/>
                    <a:gd name="T115" fmla="*/ 4216 h 5440"/>
                    <a:gd name="T116" fmla="*/ 5757 w 6165"/>
                    <a:gd name="T117" fmla="*/ 3717 h 5440"/>
                    <a:gd name="T118" fmla="*/ 5803 w 6165"/>
                    <a:gd name="T119" fmla="*/ 3218 h 5440"/>
                    <a:gd name="T120" fmla="*/ 5259 w 6165"/>
                    <a:gd name="T121" fmla="*/ 3218 h 5440"/>
                    <a:gd name="T122" fmla="*/ 5757 w 6165"/>
                    <a:gd name="T123" fmla="*/ 2720 h 54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  <a:cxn ang="0">
                      <a:pos x="T122" y="T123"/>
                    </a:cxn>
                  </a:cxnLst>
                  <a:rect l="0" t="0" r="r" b="b"/>
                  <a:pathLst>
                    <a:path w="6165" h="5440">
                      <a:moveTo>
                        <a:pt x="2811" y="0"/>
                      </a:moveTo>
                      <a:lnTo>
                        <a:pt x="91" y="0"/>
                      </a:lnTo>
                      <a:cubicBezTo>
                        <a:pt x="41" y="0"/>
                        <a:pt x="0" y="40"/>
                        <a:pt x="0" y="90"/>
                      </a:cubicBezTo>
                      <a:lnTo>
                        <a:pt x="0" y="5440"/>
                      </a:lnTo>
                      <a:lnTo>
                        <a:pt x="363" y="5440"/>
                      </a:lnTo>
                      <a:lnTo>
                        <a:pt x="363" y="4624"/>
                      </a:lnTo>
                      <a:cubicBezTo>
                        <a:pt x="363" y="4574"/>
                        <a:pt x="403" y="4533"/>
                        <a:pt x="453" y="4533"/>
                      </a:cubicBezTo>
                      <a:lnTo>
                        <a:pt x="816" y="4533"/>
                      </a:lnTo>
                      <a:cubicBezTo>
                        <a:pt x="866" y="4533"/>
                        <a:pt x="907" y="4574"/>
                        <a:pt x="907" y="4624"/>
                      </a:cubicBezTo>
                      <a:lnTo>
                        <a:pt x="907" y="5440"/>
                      </a:lnTo>
                      <a:lnTo>
                        <a:pt x="2901" y="5440"/>
                      </a:lnTo>
                      <a:lnTo>
                        <a:pt x="2901" y="90"/>
                      </a:lnTo>
                      <a:cubicBezTo>
                        <a:pt x="2901" y="40"/>
                        <a:pt x="2861" y="0"/>
                        <a:pt x="2811" y="0"/>
                      </a:cubicBezTo>
                      <a:close/>
                      <a:moveTo>
                        <a:pt x="907" y="4034"/>
                      </a:moveTo>
                      <a:cubicBezTo>
                        <a:pt x="907" y="4059"/>
                        <a:pt x="886" y="4080"/>
                        <a:pt x="861" y="4080"/>
                      </a:cubicBezTo>
                      <a:lnTo>
                        <a:pt x="408" y="4080"/>
                      </a:lnTo>
                      <a:cubicBezTo>
                        <a:pt x="383" y="4080"/>
                        <a:pt x="363" y="4059"/>
                        <a:pt x="363" y="4034"/>
                      </a:cubicBezTo>
                      <a:lnTo>
                        <a:pt x="363" y="3581"/>
                      </a:lnTo>
                      <a:cubicBezTo>
                        <a:pt x="363" y="3556"/>
                        <a:pt x="383" y="3536"/>
                        <a:pt x="408" y="3536"/>
                      </a:cubicBezTo>
                      <a:lnTo>
                        <a:pt x="861" y="3536"/>
                      </a:lnTo>
                      <a:cubicBezTo>
                        <a:pt x="886" y="3536"/>
                        <a:pt x="907" y="3556"/>
                        <a:pt x="907" y="3581"/>
                      </a:cubicBezTo>
                      <a:lnTo>
                        <a:pt x="907" y="4034"/>
                      </a:lnTo>
                      <a:close/>
                      <a:moveTo>
                        <a:pt x="907" y="3037"/>
                      </a:moveTo>
                      <a:cubicBezTo>
                        <a:pt x="907" y="3062"/>
                        <a:pt x="886" y="3082"/>
                        <a:pt x="861" y="3082"/>
                      </a:cubicBezTo>
                      <a:lnTo>
                        <a:pt x="408" y="3082"/>
                      </a:lnTo>
                      <a:cubicBezTo>
                        <a:pt x="383" y="3082"/>
                        <a:pt x="363" y="3062"/>
                        <a:pt x="363" y="3037"/>
                      </a:cubicBezTo>
                      <a:lnTo>
                        <a:pt x="363" y="2584"/>
                      </a:lnTo>
                      <a:cubicBezTo>
                        <a:pt x="363" y="2559"/>
                        <a:pt x="383" y="2538"/>
                        <a:pt x="408" y="2538"/>
                      </a:cubicBezTo>
                      <a:lnTo>
                        <a:pt x="861" y="2538"/>
                      </a:lnTo>
                      <a:cubicBezTo>
                        <a:pt x="886" y="2538"/>
                        <a:pt x="907" y="2559"/>
                        <a:pt x="907" y="2584"/>
                      </a:cubicBezTo>
                      <a:lnTo>
                        <a:pt x="907" y="3037"/>
                      </a:lnTo>
                      <a:close/>
                      <a:moveTo>
                        <a:pt x="907" y="2040"/>
                      </a:moveTo>
                      <a:cubicBezTo>
                        <a:pt x="907" y="2065"/>
                        <a:pt x="886" y="2085"/>
                        <a:pt x="861" y="2085"/>
                      </a:cubicBezTo>
                      <a:lnTo>
                        <a:pt x="408" y="2085"/>
                      </a:lnTo>
                      <a:cubicBezTo>
                        <a:pt x="383" y="2085"/>
                        <a:pt x="363" y="2065"/>
                        <a:pt x="363" y="2040"/>
                      </a:cubicBezTo>
                      <a:lnTo>
                        <a:pt x="363" y="1586"/>
                      </a:lnTo>
                      <a:cubicBezTo>
                        <a:pt x="363" y="1561"/>
                        <a:pt x="383" y="1541"/>
                        <a:pt x="408" y="1541"/>
                      </a:cubicBezTo>
                      <a:lnTo>
                        <a:pt x="861" y="1541"/>
                      </a:lnTo>
                      <a:cubicBezTo>
                        <a:pt x="886" y="1541"/>
                        <a:pt x="907" y="1561"/>
                        <a:pt x="907" y="1586"/>
                      </a:cubicBezTo>
                      <a:lnTo>
                        <a:pt x="907" y="2040"/>
                      </a:lnTo>
                      <a:close/>
                      <a:moveTo>
                        <a:pt x="907" y="1042"/>
                      </a:moveTo>
                      <a:cubicBezTo>
                        <a:pt x="907" y="1067"/>
                        <a:pt x="886" y="1088"/>
                        <a:pt x="861" y="1088"/>
                      </a:cubicBezTo>
                      <a:lnTo>
                        <a:pt x="408" y="1088"/>
                      </a:lnTo>
                      <a:cubicBezTo>
                        <a:pt x="383" y="1088"/>
                        <a:pt x="363" y="1067"/>
                        <a:pt x="363" y="1042"/>
                      </a:cubicBezTo>
                      <a:lnTo>
                        <a:pt x="363" y="589"/>
                      </a:lnTo>
                      <a:cubicBezTo>
                        <a:pt x="363" y="564"/>
                        <a:pt x="383" y="544"/>
                        <a:pt x="408" y="544"/>
                      </a:cubicBezTo>
                      <a:lnTo>
                        <a:pt x="861" y="544"/>
                      </a:lnTo>
                      <a:cubicBezTo>
                        <a:pt x="886" y="544"/>
                        <a:pt x="907" y="564"/>
                        <a:pt x="907" y="589"/>
                      </a:cubicBezTo>
                      <a:lnTo>
                        <a:pt x="907" y="1042"/>
                      </a:lnTo>
                      <a:close/>
                      <a:moveTo>
                        <a:pt x="1723" y="4034"/>
                      </a:moveTo>
                      <a:cubicBezTo>
                        <a:pt x="1723" y="4059"/>
                        <a:pt x="1702" y="4080"/>
                        <a:pt x="1677" y="4080"/>
                      </a:cubicBezTo>
                      <a:lnTo>
                        <a:pt x="1224" y="4080"/>
                      </a:lnTo>
                      <a:cubicBezTo>
                        <a:pt x="1199" y="4080"/>
                        <a:pt x="1179" y="4059"/>
                        <a:pt x="1179" y="4034"/>
                      </a:cubicBezTo>
                      <a:lnTo>
                        <a:pt x="1179" y="3581"/>
                      </a:lnTo>
                      <a:cubicBezTo>
                        <a:pt x="1179" y="3556"/>
                        <a:pt x="1199" y="3536"/>
                        <a:pt x="1224" y="3536"/>
                      </a:cubicBezTo>
                      <a:lnTo>
                        <a:pt x="1677" y="3536"/>
                      </a:lnTo>
                      <a:cubicBezTo>
                        <a:pt x="1702" y="3536"/>
                        <a:pt x="1723" y="3556"/>
                        <a:pt x="1723" y="3581"/>
                      </a:cubicBezTo>
                      <a:lnTo>
                        <a:pt x="1723" y="4034"/>
                      </a:lnTo>
                      <a:close/>
                      <a:moveTo>
                        <a:pt x="1723" y="3037"/>
                      </a:moveTo>
                      <a:cubicBezTo>
                        <a:pt x="1723" y="3062"/>
                        <a:pt x="1702" y="3082"/>
                        <a:pt x="1677" y="3082"/>
                      </a:cubicBezTo>
                      <a:lnTo>
                        <a:pt x="1224" y="3082"/>
                      </a:lnTo>
                      <a:cubicBezTo>
                        <a:pt x="1199" y="3082"/>
                        <a:pt x="1179" y="3062"/>
                        <a:pt x="1179" y="3037"/>
                      </a:cubicBezTo>
                      <a:lnTo>
                        <a:pt x="1179" y="2584"/>
                      </a:lnTo>
                      <a:cubicBezTo>
                        <a:pt x="1179" y="2559"/>
                        <a:pt x="1199" y="2538"/>
                        <a:pt x="1224" y="2538"/>
                      </a:cubicBezTo>
                      <a:lnTo>
                        <a:pt x="1677" y="2538"/>
                      </a:lnTo>
                      <a:cubicBezTo>
                        <a:pt x="1702" y="2538"/>
                        <a:pt x="1723" y="2559"/>
                        <a:pt x="1723" y="2584"/>
                      </a:cubicBezTo>
                      <a:lnTo>
                        <a:pt x="1723" y="3037"/>
                      </a:lnTo>
                      <a:close/>
                      <a:moveTo>
                        <a:pt x="1723" y="2040"/>
                      </a:moveTo>
                      <a:cubicBezTo>
                        <a:pt x="1723" y="2065"/>
                        <a:pt x="1702" y="2085"/>
                        <a:pt x="1677" y="2085"/>
                      </a:cubicBezTo>
                      <a:lnTo>
                        <a:pt x="1224" y="2085"/>
                      </a:lnTo>
                      <a:cubicBezTo>
                        <a:pt x="1199" y="2085"/>
                        <a:pt x="1179" y="2065"/>
                        <a:pt x="1179" y="2040"/>
                      </a:cubicBezTo>
                      <a:lnTo>
                        <a:pt x="1179" y="1586"/>
                      </a:lnTo>
                      <a:cubicBezTo>
                        <a:pt x="1179" y="1561"/>
                        <a:pt x="1199" y="1541"/>
                        <a:pt x="1224" y="1541"/>
                      </a:cubicBezTo>
                      <a:lnTo>
                        <a:pt x="1677" y="1541"/>
                      </a:lnTo>
                      <a:cubicBezTo>
                        <a:pt x="1702" y="1541"/>
                        <a:pt x="1723" y="1561"/>
                        <a:pt x="1723" y="1586"/>
                      </a:cubicBezTo>
                      <a:lnTo>
                        <a:pt x="1723" y="2040"/>
                      </a:lnTo>
                      <a:close/>
                      <a:moveTo>
                        <a:pt x="1723" y="1042"/>
                      </a:moveTo>
                      <a:cubicBezTo>
                        <a:pt x="1723" y="1067"/>
                        <a:pt x="1702" y="1088"/>
                        <a:pt x="1677" y="1088"/>
                      </a:cubicBezTo>
                      <a:lnTo>
                        <a:pt x="1224" y="1088"/>
                      </a:lnTo>
                      <a:cubicBezTo>
                        <a:pt x="1199" y="1088"/>
                        <a:pt x="1179" y="1067"/>
                        <a:pt x="1179" y="1042"/>
                      </a:cubicBezTo>
                      <a:lnTo>
                        <a:pt x="1179" y="589"/>
                      </a:lnTo>
                      <a:cubicBezTo>
                        <a:pt x="1179" y="564"/>
                        <a:pt x="1199" y="544"/>
                        <a:pt x="1224" y="544"/>
                      </a:cubicBezTo>
                      <a:lnTo>
                        <a:pt x="1677" y="544"/>
                      </a:lnTo>
                      <a:cubicBezTo>
                        <a:pt x="1702" y="544"/>
                        <a:pt x="1723" y="564"/>
                        <a:pt x="1723" y="589"/>
                      </a:cubicBezTo>
                      <a:lnTo>
                        <a:pt x="1723" y="1042"/>
                      </a:lnTo>
                      <a:close/>
                      <a:moveTo>
                        <a:pt x="2539" y="4034"/>
                      </a:moveTo>
                      <a:cubicBezTo>
                        <a:pt x="2539" y="4059"/>
                        <a:pt x="2518" y="4080"/>
                        <a:pt x="2493" y="4080"/>
                      </a:cubicBezTo>
                      <a:lnTo>
                        <a:pt x="2040" y="4080"/>
                      </a:lnTo>
                      <a:cubicBezTo>
                        <a:pt x="2015" y="4080"/>
                        <a:pt x="1995" y="4059"/>
                        <a:pt x="1995" y="4034"/>
                      </a:cubicBezTo>
                      <a:lnTo>
                        <a:pt x="1995" y="3581"/>
                      </a:lnTo>
                      <a:cubicBezTo>
                        <a:pt x="1995" y="3556"/>
                        <a:pt x="2015" y="3536"/>
                        <a:pt x="2040" y="3536"/>
                      </a:cubicBezTo>
                      <a:lnTo>
                        <a:pt x="2493" y="3536"/>
                      </a:lnTo>
                      <a:cubicBezTo>
                        <a:pt x="2518" y="3536"/>
                        <a:pt x="2539" y="3556"/>
                        <a:pt x="2539" y="3581"/>
                      </a:cubicBezTo>
                      <a:lnTo>
                        <a:pt x="2539" y="4034"/>
                      </a:lnTo>
                      <a:close/>
                      <a:moveTo>
                        <a:pt x="2539" y="3037"/>
                      </a:moveTo>
                      <a:cubicBezTo>
                        <a:pt x="2539" y="3062"/>
                        <a:pt x="2518" y="3082"/>
                        <a:pt x="2493" y="3082"/>
                      </a:cubicBezTo>
                      <a:lnTo>
                        <a:pt x="2040" y="3082"/>
                      </a:lnTo>
                      <a:cubicBezTo>
                        <a:pt x="2015" y="3082"/>
                        <a:pt x="1995" y="3062"/>
                        <a:pt x="1995" y="3037"/>
                      </a:cubicBezTo>
                      <a:lnTo>
                        <a:pt x="1995" y="2584"/>
                      </a:lnTo>
                      <a:cubicBezTo>
                        <a:pt x="1995" y="2559"/>
                        <a:pt x="2015" y="2538"/>
                        <a:pt x="2040" y="2538"/>
                      </a:cubicBezTo>
                      <a:lnTo>
                        <a:pt x="2493" y="2538"/>
                      </a:lnTo>
                      <a:cubicBezTo>
                        <a:pt x="2518" y="2538"/>
                        <a:pt x="2539" y="2559"/>
                        <a:pt x="2539" y="2584"/>
                      </a:cubicBezTo>
                      <a:lnTo>
                        <a:pt x="2539" y="3037"/>
                      </a:lnTo>
                      <a:close/>
                      <a:moveTo>
                        <a:pt x="2539" y="2040"/>
                      </a:moveTo>
                      <a:cubicBezTo>
                        <a:pt x="2539" y="2065"/>
                        <a:pt x="2518" y="2085"/>
                        <a:pt x="2493" y="2085"/>
                      </a:cubicBezTo>
                      <a:lnTo>
                        <a:pt x="2040" y="2085"/>
                      </a:lnTo>
                      <a:cubicBezTo>
                        <a:pt x="2015" y="2085"/>
                        <a:pt x="1995" y="2065"/>
                        <a:pt x="1995" y="2040"/>
                      </a:cubicBezTo>
                      <a:lnTo>
                        <a:pt x="1995" y="1586"/>
                      </a:lnTo>
                      <a:cubicBezTo>
                        <a:pt x="1995" y="1561"/>
                        <a:pt x="2015" y="1541"/>
                        <a:pt x="2040" y="1541"/>
                      </a:cubicBezTo>
                      <a:lnTo>
                        <a:pt x="2493" y="1541"/>
                      </a:lnTo>
                      <a:cubicBezTo>
                        <a:pt x="2518" y="1541"/>
                        <a:pt x="2539" y="1561"/>
                        <a:pt x="2539" y="1586"/>
                      </a:cubicBezTo>
                      <a:lnTo>
                        <a:pt x="2539" y="2040"/>
                      </a:lnTo>
                      <a:close/>
                      <a:moveTo>
                        <a:pt x="2539" y="1042"/>
                      </a:moveTo>
                      <a:cubicBezTo>
                        <a:pt x="2539" y="1067"/>
                        <a:pt x="2518" y="1088"/>
                        <a:pt x="2493" y="1088"/>
                      </a:cubicBezTo>
                      <a:lnTo>
                        <a:pt x="2040" y="1088"/>
                      </a:lnTo>
                      <a:cubicBezTo>
                        <a:pt x="2015" y="1088"/>
                        <a:pt x="1995" y="1067"/>
                        <a:pt x="1995" y="1042"/>
                      </a:cubicBezTo>
                      <a:lnTo>
                        <a:pt x="1995" y="589"/>
                      </a:lnTo>
                      <a:cubicBezTo>
                        <a:pt x="1995" y="564"/>
                        <a:pt x="2015" y="544"/>
                        <a:pt x="2040" y="544"/>
                      </a:cubicBezTo>
                      <a:lnTo>
                        <a:pt x="2493" y="544"/>
                      </a:lnTo>
                      <a:cubicBezTo>
                        <a:pt x="2518" y="544"/>
                        <a:pt x="2539" y="564"/>
                        <a:pt x="2539" y="589"/>
                      </a:cubicBezTo>
                      <a:lnTo>
                        <a:pt x="2539" y="1042"/>
                      </a:lnTo>
                      <a:close/>
                      <a:moveTo>
                        <a:pt x="6099" y="2610"/>
                      </a:moveTo>
                      <a:lnTo>
                        <a:pt x="3379" y="1845"/>
                      </a:lnTo>
                      <a:cubicBezTo>
                        <a:pt x="3321" y="1829"/>
                        <a:pt x="3264" y="1873"/>
                        <a:pt x="3264" y="1933"/>
                      </a:cubicBezTo>
                      <a:lnTo>
                        <a:pt x="3264" y="5440"/>
                      </a:lnTo>
                      <a:lnTo>
                        <a:pt x="3627" y="5440"/>
                      </a:lnTo>
                      <a:lnTo>
                        <a:pt x="3627" y="4714"/>
                      </a:lnTo>
                      <a:cubicBezTo>
                        <a:pt x="3627" y="4664"/>
                        <a:pt x="3667" y="4624"/>
                        <a:pt x="3717" y="4624"/>
                      </a:cubicBezTo>
                      <a:lnTo>
                        <a:pt x="4080" y="4624"/>
                      </a:lnTo>
                      <a:cubicBezTo>
                        <a:pt x="4130" y="4624"/>
                        <a:pt x="4171" y="4664"/>
                        <a:pt x="4171" y="4714"/>
                      </a:cubicBezTo>
                      <a:lnTo>
                        <a:pt x="4171" y="5440"/>
                      </a:lnTo>
                      <a:lnTo>
                        <a:pt x="6165" y="5440"/>
                      </a:lnTo>
                      <a:lnTo>
                        <a:pt x="6165" y="2698"/>
                      </a:lnTo>
                      <a:cubicBezTo>
                        <a:pt x="6165" y="2657"/>
                        <a:pt x="6138" y="2621"/>
                        <a:pt x="6099" y="2610"/>
                      </a:cubicBezTo>
                      <a:close/>
                      <a:moveTo>
                        <a:pt x="4171" y="4216"/>
                      </a:moveTo>
                      <a:cubicBezTo>
                        <a:pt x="4171" y="4241"/>
                        <a:pt x="4150" y="4261"/>
                        <a:pt x="4125" y="4261"/>
                      </a:cubicBezTo>
                      <a:lnTo>
                        <a:pt x="3672" y="4261"/>
                      </a:lnTo>
                      <a:cubicBezTo>
                        <a:pt x="3647" y="4261"/>
                        <a:pt x="3627" y="4241"/>
                        <a:pt x="3627" y="4216"/>
                      </a:cubicBezTo>
                      <a:lnTo>
                        <a:pt x="3627" y="3762"/>
                      </a:lnTo>
                      <a:cubicBezTo>
                        <a:pt x="3627" y="3737"/>
                        <a:pt x="3647" y="3717"/>
                        <a:pt x="3672" y="3717"/>
                      </a:cubicBezTo>
                      <a:lnTo>
                        <a:pt x="4125" y="3717"/>
                      </a:lnTo>
                      <a:cubicBezTo>
                        <a:pt x="4150" y="3717"/>
                        <a:pt x="4171" y="3737"/>
                        <a:pt x="4171" y="3762"/>
                      </a:cubicBezTo>
                      <a:lnTo>
                        <a:pt x="4171" y="4216"/>
                      </a:lnTo>
                      <a:close/>
                      <a:moveTo>
                        <a:pt x="4171" y="3218"/>
                      </a:moveTo>
                      <a:cubicBezTo>
                        <a:pt x="4171" y="3243"/>
                        <a:pt x="4150" y="3264"/>
                        <a:pt x="4125" y="3264"/>
                      </a:cubicBezTo>
                      <a:lnTo>
                        <a:pt x="3672" y="3264"/>
                      </a:lnTo>
                      <a:cubicBezTo>
                        <a:pt x="3647" y="3264"/>
                        <a:pt x="3627" y="3243"/>
                        <a:pt x="3627" y="3218"/>
                      </a:cubicBezTo>
                      <a:lnTo>
                        <a:pt x="3627" y="2765"/>
                      </a:lnTo>
                      <a:cubicBezTo>
                        <a:pt x="3627" y="2740"/>
                        <a:pt x="3647" y="2720"/>
                        <a:pt x="3672" y="2720"/>
                      </a:cubicBezTo>
                      <a:lnTo>
                        <a:pt x="4125" y="2720"/>
                      </a:lnTo>
                      <a:cubicBezTo>
                        <a:pt x="4150" y="2720"/>
                        <a:pt x="4171" y="2740"/>
                        <a:pt x="4171" y="2765"/>
                      </a:cubicBezTo>
                      <a:lnTo>
                        <a:pt x="4171" y="3218"/>
                      </a:lnTo>
                      <a:close/>
                      <a:moveTo>
                        <a:pt x="4987" y="4216"/>
                      </a:moveTo>
                      <a:cubicBezTo>
                        <a:pt x="4987" y="4241"/>
                        <a:pt x="4966" y="4261"/>
                        <a:pt x="4941" y="4261"/>
                      </a:cubicBezTo>
                      <a:lnTo>
                        <a:pt x="4488" y="4261"/>
                      </a:lnTo>
                      <a:cubicBezTo>
                        <a:pt x="4463" y="4261"/>
                        <a:pt x="4443" y="4241"/>
                        <a:pt x="4443" y="4216"/>
                      </a:cubicBezTo>
                      <a:lnTo>
                        <a:pt x="4443" y="3762"/>
                      </a:lnTo>
                      <a:cubicBezTo>
                        <a:pt x="4443" y="3737"/>
                        <a:pt x="4463" y="3717"/>
                        <a:pt x="4488" y="3717"/>
                      </a:cubicBezTo>
                      <a:lnTo>
                        <a:pt x="4941" y="3717"/>
                      </a:lnTo>
                      <a:cubicBezTo>
                        <a:pt x="4966" y="3717"/>
                        <a:pt x="4987" y="3737"/>
                        <a:pt x="4987" y="3762"/>
                      </a:cubicBezTo>
                      <a:lnTo>
                        <a:pt x="4987" y="4216"/>
                      </a:lnTo>
                      <a:close/>
                      <a:moveTo>
                        <a:pt x="4987" y="3218"/>
                      </a:moveTo>
                      <a:cubicBezTo>
                        <a:pt x="4987" y="3243"/>
                        <a:pt x="4966" y="3264"/>
                        <a:pt x="4941" y="3264"/>
                      </a:cubicBezTo>
                      <a:lnTo>
                        <a:pt x="4488" y="3264"/>
                      </a:lnTo>
                      <a:cubicBezTo>
                        <a:pt x="4463" y="3264"/>
                        <a:pt x="4443" y="3243"/>
                        <a:pt x="4443" y="3218"/>
                      </a:cubicBezTo>
                      <a:lnTo>
                        <a:pt x="4443" y="2765"/>
                      </a:lnTo>
                      <a:cubicBezTo>
                        <a:pt x="4443" y="2740"/>
                        <a:pt x="4463" y="2720"/>
                        <a:pt x="4488" y="2720"/>
                      </a:cubicBezTo>
                      <a:lnTo>
                        <a:pt x="4941" y="2720"/>
                      </a:lnTo>
                      <a:cubicBezTo>
                        <a:pt x="4966" y="2720"/>
                        <a:pt x="4987" y="2740"/>
                        <a:pt x="4987" y="2765"/>
                      </a:cubicBezTo>
                      <a:lnTo>
                        <a:pt x="4987" y="3218"/>
                      </a:lnTo>
                      <a:close/>
                      <a:moveTo>
                        <a:pt x="5803" y="4216"/>
                      </a:moveTo>
                      <a:cubicBezTo>
                        <a:pt x="5803" y="4241"/>
                        <a:pt x="5782" y="4261"/>
                        <a:pt x="5757" y="4261"/>
                      </a:cubicBezTo>
                      <a:lnTo>
                        <a:pt x="5304" y="4261"/>
                      </a:lnTo>
                      <a:cubicBezTo>
                        <a:pt x="5279" y="4261"/>
                        <a:pt x="5259" y="4241"/>
                        <a:pt x="5259" y="4216"/>
                      </a:cubicBezTo>
                      <a:lnTo>
                        <a:pt x="5259" y="3762"/>
                      </a:lnTo>
                      <a:cubicBezTo>
                        <a:pt x="5259" y="3737"/>
                        <a:pt x="5279" y="3717"/>
                        <a:pt x="5304" y="3717"/>
                      </a:cubicBezTo>
                      <a:lnTo>
                        <a:pt x="5757" y="3717"/>
                      </a:lnTo>
                      <a:cubicBezTo>
                        <a:pt x="5782" y="3717"/>
                        <a:pt x="5803" y="3737"/>
                        <a:pt x="5803" y="3762"/>
                      </a:cubicBezTo>
                      <a:lnTo>
                        <a:pt x="5803" y="4216"/>
                      </a:lnTo>
                      <a:close/>
                      <a:moveTo>
                        <a:pt x="5803" y="3218"/>
                      </a:moveTo>
                      <a:cubicBezTo>
                        <a:pt x="5803" y="3243"/>
                        <a:pt x="5782" y="3264"/>
                        <a:pt x="5757" y="3264"/>
                      </a:cubicBezTo>
                      <a:lnTo>
                        <a:pt x="5304" y="3264"/>
                      </a:lnTo>
                      <a:cubicBezTo>
                        <a:pt x="5279" y="3264"/>
                        <a:pt x="5259" y="3243"/>
                        <a:pt x="5259" y="3218"/>
                      </a:cubicBezTo>
                      <a:lnTo>
                        <a:pt x="5259" y="2765"/>
                      </a:lnTo>
                      <a:cubicBezTo>
                        <a:pt x="5259" y="2740"/>
                        <a:pt x="5279" y="2720"/>
                        <a:pt x="5304" y="2720"/>
                      </a:cubicBezTo>
                      <a:lnTo>
                        <a:pt x="5757" y="2720"/>
                      </a:lnTo>
                      <a:cubicBezTo>
                        <a:pt x="5782" y="2720"/>
                        <a:pt x="5803" y="2740"/>
                        <a:pt x="5803" y="2765"/>
                      </a:cubicBezTo>
                      <a:lnTo>
                        <a:pt x="5803" y="3218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normAutofit fontScale="92500" lnSpcReduction="20000"/>
                </a:bodyPr>
                <a:lstStyle>
                  <a:defPPr>
                    <a:defRPr lang="zh-CN"/>
                  </a:defPPr>
                  <a:lvl1pPr marL="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3765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marL="0" marR="0" lvl="0" indent="0" algn="l" defTabSz="913765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13" name="iŝļîdè">
              <a:extLst>
                <a:ext uri="{FF2B5EF4-FFF2-40B4-BE49-F238E27FC236}">
                  <a16:creationId xmlns:a16="http://schemas.microsoft.com/office/drawing/2014/main" id="{4A37BAC1-AA61-495F-858A-8656EFF74EF9}"/>
                </a:ext>
              </a:extLst>
            </p:cNvPr>
            <p:cNvGrpSpPr/>
            <p:nvPr/>
          </p:nvGrpSpPr>
          <p:grpSpPr>
            <a:xfrm>
              <a:off x="8664691" y="1406023"/>
              <a:ext cx="2855797" cy="1210855"/>
              <a:chOff x="8211000" y="1130300"/>
              <a:chExt cx="2760913" cy="1210855"/>
            </a:xfrm>
          </p:grpSpPr>
          <p:sp>
            <p:nvSpPr>
              <p:cNvPr id="26" name="íśḷîdê">
                <a:extLst>
                  <a:ext uri="{FF2B5EF4-FFF2-40B4-BE49-F238E27FC236}">
                    <a16:creationId xmlns:a16="http://schemas.microsoft.com/office/drawing/2014/main" id="{070EA69E-B3D2-4188-A74B-896C4274CF3B}"/>
                  </a:ext>
                </a:extLst>
              </p:cNvPr>
              <p:cNvSpPr txBox="1"/>
              <p:nvPr/>
            </p:nvSpPr>
            <p:spPr bwMode="auto">
              <a:xfrm>
                <a:off x="8211000" y="1130300"/>
                <a:ext cx="276091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</a:t>
                </a:r>
                <a:r>
                  <a:rPr kumimoji="0" lang="en-US" altLang="zh-CN" sz="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7" name="îṣ1iḑê">
                <a:extLst>
                  <a:ext uri="{FF2B5EF4-FFF2-40B4-BE49-F238E27FC236}">
                    <a16:creationId xmlns:a16="http://schemas.microsoft.com/office/drawing/2014/main" id="{47A9FC6D-8B8B-421F-BD72-7867A1F98E72}"/>
                  </a:ext>
                </a:extLst>
              </p:cNvPr>
              <p:cNvSpPr/>
              <p:nvPr/>
            </p:nvSpPr>
            <p:spPr bwMode="auto">
              <a:xfrm>
                <a:off x="8211000" y="1572107"/>
                <a:ext cx="2760913" cy="769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r">
                  <a:lnSpc>
                    <a:spcPct val="150000"/>
                  </a:lnSpc>
                  <a:defRPr/>
                </a:pPr>
                <a:r>
                  <a:rPr lang="en-US" altLang="zh-CN" sz="1100">
                    <a:solidFill>
                      <a:srgbClr val="000000"/>
                    </a:solidFill>
                  </a:rPr>
                  <a:t>Supporting text he</a:t>
                </a:r>
                <a:r>
                  <a:rPr lang="en-US" altLang="zh-CN" sz="10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1100">
                    <a:solidFill>
                      <a:srgbClr val="000000"/>
                    </a:solidFill>
                  </a:rPr>
                  <a:t>re.</a:t>
                </a:r>
              </a:p>
              <a:p>
                <a:pPr lvl="0" algn="r">
                  <a:lnSpc>
                    <a:spcPct val="150000"/>
                  </a:lnSpc>
                  <a:defRPr/>
                </a:pPr>
                <a:r>
                  <a:rPr lang="en-US" altLang="zh-CN" sz="1100">
                    <a:solidFill>
                      <a:srgbClr val="000000"/>
                    </a:solidFill>
                  </a:rPr>
                  <a:t>…… </a:t>
                </a:r>
                <a:endParaRPr lang="en-US" altLang="zh-CN" sz="11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2E60ADC1-D8F7-4E24-94D0-0549F55939B0}"/>
                </a:ext>
              </a:extLst>
            </p:cNvPr>
            <p:cNvCxnSpPr>
              <a:cxnSpLocks/>
            </p:cNvCxnSpPr>
            <p:nvPr/>
          </p:nvCxnSpPr>
          <p:spPr>
            <a:xfrm>
              <a:off x="8664690" y="1847828"/>
              <a:ext cx="2846371" cy="0"/>
            </a:xfrm>
            <a:prstGeom prst="line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îšlîḍè">
              <a:extLst>
                <a:ext uri="{FF2B5EF4-FFF2-40B4-BE49-F238E27FC236}">
                  <a16:creationId xmlns:a16="http://schemas.microsoft.com/office/drawing/2014/main" id="{80E4E755-69AE-49B3-B6DD-DF8C27E06329}"/>
                </a:ext>
              </a:extLst>
            </p:cNvPr>
            <p:cNvSpPr/>
            <p:nvPr/>
          </p:nvSpPr>
          <p:spPr bwMode="auto">
            <a:xfrm>
              <a:off x="8663764" y="1441838"/>
              <a:ext cx="358620" cy="315953"/>
            </a:xfrm>
            <a:custGeom>
              <a:avLst/>
              <a:gdLst>
                <a:gd name="T0" fmla="*/ 0 w 6165"/>
                <a:gd name="T1" fmla="*/ 90 h 5440"/>
                <a:gd name="T2" fmla="*/ 363 w 6165"/>
                <a:gd name="T3" fmla="*/ 4624 h 5440"/>
                <a:gd name="T4" fmla="*/ 907 w 6165"/>
                <a:gd name="T5" fmla="*/ 4624 h 5440"/>
                <a:gd name="T6" fmla="*/ 2901 w 6165"/>
                <a:gd name="T7" fmla="*/ 90 h 5440"/>
                <a:gd name="T8" fmla="*/ 861 w 6165"/>
                <a:gd name="T9" fmla="*/ 4080 h 5440"/>
                <a:gd name="T10" fmla="*/ 363 w 6165"/>
                <a:gd name="T11" fmla="*/ 3581 h 5440"/>
                <a:gd name="T12" fmla="*/ 907 w 6165"/>
                <a:gd name="T13" fmla="*/ 3581 h 5440"/>
                <a:gd name="T14" fmla="*/ 861 w 6165"/>
                <a:gd name="T15" fmla="*/ 3082 h 5440"/>
                <a:gd name="T16" fmla="*/ 363 w 6165"/>
                <a:gd name="T17" fmla="*/ 2584 h 5440"/>
                <a:gd name="T18" fmla="*/ 907 w 6165"/>
                <a:gd name="T19" fmla="*/ 2584 h 5440"/>
                <a:gd name="T20" fmla="*/ 861 w 6165"/>
                <a:gd name="T21" fmla="*/ 2085 h 5440"/>
                <a:gd name="T22" fmla="*/ 363 w 6165"/>
                <a:gd name="T23" fmla="*/ 1586 h 5440"/>
                <a:gd name="T24" fmla="*/ 907 w 6165"/>
                <a:gd name="T25" fmla="*/ 1586 h 5440"/>
                <a:gd name="T26" fmla="*/ 861 w 6165"/>
                <a:gd name="T27" fmla="*/ 1088 h 5440"/>
                <a:gd name="T28" fmla="*/ 363 w 6165"/>
                <a:gd name="T29" fmla="*/ 589 h 5440"/>
                <a:gd name="T30" fmla="*/ 907 w 6165"/>
                <a:gd name="T31" fmla="*/ 589 h 5440"/>
                <a:gd name="T32" fmla="*/ 1677 w 6165"/>
                <a:gd name="T33" fmla="*/ 4080 h 5440"/>
                <a:gd name="T34" fmla="*/ 1179 w 6165"/>
                <a:gd name="T35" fmla="*/ 3581 h 5440"/>
                <a:gd name="T36" fmla="*/ 1723 w 6165"/>
                <a:gd name="T37" fmla="*/ 3581 h 5440"/>
                <a:gd name="T38" fmla="*/ 1677 w 6165"/>
                <a:gd name="T39" fmla="*/ 3082 h 5440"/>
                <a:gd name="T40" fmla="*/ 1179 w 6165"/>
                <a:gd name="T41" fmla="*/ 2584 h 5440"/>
                <a:gd name="T42" fmla="*/ 1723 w 6165"/>
                <a:gd name="T43" fmla="*/ 2584 h 5440"/>
                <a:gd name="T44" fmla="*/ 1677 w 6165"/>
                <a:gd name="T45" fmla="*/ 2085 h 5440"/>
                <a:gd name="T46" fmla="*/ 1179 w 6165"/>
                <a:gd name="T47" fmla="*/ 1586 h 5440"/>
                <a:gd name="T48" fmla="*/ 1723 w 6165"/>
                <a:gd name="T49" fmla="*/ 1586 h 5440"/>
                <a:gd name="T50" fmla="*/ 1677 w 6165"/>
                <a:gd name="T51" fmla="*/ 1088 h 5440"/>
                <a:gd name="T52" fmla="*/ 1179 w 6165"/>
                <a:gd name="T53" fmla="*/ 589 h 5440"/>
                <a:gd name="T54" fmla="*/ 1723 w 6165"/>
                <a:gd name="T55" fmla="*/ 589 h 5440"/>
                <a:gd name="T56" fmla="*/ 2493 w 6165"/>
                <a:gd name="T57" fmla="*/ 4080 h 5440"/>
                <a:gd name="T58" fmla="*/ 1995 w 6165"/>
                <a:gd name="T59" fmla="*/ 3581 h 5440"/>
                <a:gd name="T60" fmla="*/ 2539 w 6165"/>
                <a:gd name="T61" fmla="*/ 3581 h 5440"/>
                <a:gd name="T62" fmla="*/ 2493 w 6165"/>
                <a:gd name="T63" fmla="*/ 3082 h 5440"/>
                <a:gd name="T64" fmla="*/ 1995 w 6165"/>
                <a:gd name="T65" fmla="*/ 2584 h 5440"/>
                <a:gd name="T66" fmla="*/ 2539 w 6165"/>
                <a:gd name="T67" fmla="*/ 2584 h 5440"/>
                <a:gd name="T68" fmla="*/ 2493 w 6165"/>
                <a:gd name="T69" fmla="*/ 2085 h 5440"/>
                <a:gd name="T70" fmla="*/ 1995 w 6165"/>
                <a:gd name="T71" fmla="*/ 1586 h 5440"/>
                <a:gd name="T72" fmla="*/ 2539 w 6165"/>
                <a:gd name="T73" fmla="*/ 1586 h 5440"/>
                <a:gd name="T74" fmla="*/ 2493 w 6165"/>
                <a:gd name="T75" fmla="*/ 1088 h 5440"/>
                <a:gd name="T76" fmla="*/ 1995 w 6165"/>
                <a:gd name="T77" fmla="*/ 589 h 5440"/>
                <a:gd name="T78" fmla="*/ 2539 w 6165"/>
                <a:gd name="T79" fmla="*/ 589 h 5440"/>
                <a:gd name="T80" fmla="*/ 3379 w 6165"/>
                <a:gd name="T81" fmla="*/ 1845 h 5440"/>
                <a:gd name="T82" fmla="*/ 3627 w 6165"/>
                <a:gd name="T83" fmla="*/ 5440 h 5440"/>
                <a:gd name="T84" fmla="*/ 4080 w 6165"/>
                <a:gd name="T85" fmla="*/ 4624 h 5440"/>
                <a:gd name="T86" fmla="*/ 6165 w 6165"/>
                <a:gd name="T87" fmla="*/ 5440 h 5440"/>
                <a:gd name="T88" fmla="*/ 4171 w 6165"/>
                <a:gd name="T89" fmla="*/ 4216 h 5440"/>
                <a:gd name="T90" fmla="*/ 3627 w 6165"/>
                <a:gd name="T91" fmla="*/ 4216 h 5440"/>
                <a:gd name="T92" fmla="*/ 4125 w 6165"/>
                <a:gd name="T93" fmla="*/ 3717 h 5440"/>
                <a:gd name="T94" fmla="*/ 4171 w 6165"/>
                <a:gd name="T95" fmla="*/ 3218 h 5440"/>
                <a:gd name="T96" fmla="*/ 3627 w 6165"/>
                <a:gd name="T97" fmla="*/ 3218 h 5440"/>
                <a:gd name="T98" fmla="*/ 4125 w 6165"/>
                <a:gd name="T99" fmla="*/ 2720 h 5440"/>
                <a:gd name="T100" fmla="*/ 4987 w 6165"/>
                <a:gd name="T101" fmla="*/ 4216 h 5440"/>
                <a:gd name="T102" fmla="*/ 4443 w 6165"/>
                <a:gd name="T103" fmla="*/ 4216 h 5440"/>
                <a:gd name="T104" fmla="*/ 4941 w 6165"/>
                <a:gd name="T105" fmla="*/ 3717 h 5440"/>
                <a:gd name="T106" fmla="*/ 4987 w 6165"/>
                <a:gd name="T107" fmla="*/ 3218 h 5440"/>
                <a:gd name="T108" fmla="*/ 4443 w 6165"/>
                <a:gd name="T109" fmla="*/ 3218 h 5440"/>
                <a:gd name="T110" fmla="*/ 4941 w 6165"/>
                <a:gd name="T111" fmla="*/ 2720 h 5440"/>
                <a:gd name="T112" fmla="*/ 5803 w 6165"/>
                <a:gd name="T113" fmla="*/ 4216 h 5440"/>
                <a:gd name="T114" fmla="*/ 5259 w 6165"/>
                <a:gd name="T115" fmla="*/ 4216 h 5440"/>
                <a:gd name="T116" fmla="*/ 5757 w 6165"/>
                <a:gd name="T117" fmla="*/ 3717 h 5440"/>
                <a:gd name="T118" fmla="*/ 5803 w 6165"/>
                <a:gd name="T119" fmla="*/ 3218 h 5440"/>
                <a:gd name="T120" fmla="*/ 5259 w 6165"/>
                <a:gd name="T121" fmla="*/ 3218 h 5440"/>
                <a:gd name="T122" fmla="*/ 5757 w 6165"/>
                <a:gd name="T123" fmla="*/ 2720 h 5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165" h="5440">
                  <a:moveTo>
                    <a:pt x="2811" y="0"/>
                  </a:moveTo>
                  <a:lnTo>
                    <a:pt x="91" y="0"/>
                  </a:lnTo>
                  <a:cubicBezTo>
                    <a:pt x="41" y="0"/>
                    <a:pt x="0" y="40"/>
                    <a:pt x="0" y="90"/>
                  </a:cubicBezTo>
                  <a:lnTo>
                    <a:pt x="0" y="5440"/>
                  </a:lnTo>
                  <a:lnTo>
                    <a:pt x="363" y="5440"/>
                  </a:lnTo>
                  <a:lnTo>
                    <a:pt x="363" y="4624"/>
                  </a:lnTo>
                  <a:cubicBezTo>
                    <a:pt x="363" y="4574"/>
                    <a:pt x="403" y="4533"/>
                    <a:pt x="453" y="4533"/>
                  </a:cubicBezTo>
                  <a:lnTo>
                    <a:pt x="816" y="4533"/>
                  </a:lnTo>
                  <a:cubicBezTo>
                    <a:pt x="866" y="4533"/>
                    <a:pt x="907" y="4574"/>
                    <a:pt x="907" y="4624"/>
                  </a:cubicBezTo>
                  <a:lnTo>
                    <a:pt x="907" y="5440"/>
                  </a:lnTo>
                  <a:lnTo>
                    <a:pt x="2901" y="5440"/>
                  </a:lnTo>
                  <a:lnTo>
                    <a:pt x="2901" y="90"/>
                  </a:lnTo>
                  <a:cubicBezTo>
                    <a:pt x="2901" y="40"/>
                    <a:pt x="2861" y="0"/>
                    <a:pt x="2811" y="0"/>
                  </a:cubicBezTo>
                  <a:close/>
                  <a:moveTo>
                    <a:pt x="907" y="4034"/>
                  </a:moveTo>
                  <a:cubicBezTo>
                    <a:pt x="907" y="4059"/>
                    <a:pt x="886" y="4080"/>
                    <a:pt x="861" y="4080"/>
                  </a:cubicBezTo>
                  <a:lnTo>
                    <a:pt x="408" y="4080"/>
                  </a:lnTo>
                  <a:cubicBezTo>
                    <a:pt x="383" y="4080"/>
                    <a:pt x="363" y="4059"/>
                    <a:pt x="363" y="4034"/>
                  </a:cubicBezTo>
                  <a:lnTo>
                    <a:pt x="363" y="3581"/>
                  </a:lnTo>
                  <a:cubicBezTo>
                    <a:pt x="363" y="3556"/>
                    <a:pt x="383" y="3536"/>
                    <a:pt x="408" y="3536"/>
                  </a:cubicBezTo>
                  <a:lnTo>
                    <a:pt x="861" y="3536"/>
                  </a:lnTo>
                  <a:cubicBezTo>
                    <a:pt x="886" y="3536"/>
                    <a:pt x="907" y="3556"/>
                    <a:pt x="907" y="3581"/>
                  </a:cubicBezTo>
                  <a:lnTo>
                    <a:pt x="907" y="4034"/>
                  </a:lnTo>
                  <a:close/>
                  <a:moveTo>
                    <a:pt x="907" y="3037"/>
                  </a:moveTo>
                  <a:cubicBezTo>
                    <a:pt x="907" y="3062"/>
                    <a:pt x="886" y="3082"/>
                    <a:pt x="861" y="3082"/>
                  </a:cubicBezTo>
                  <a:lnTo>
                    <a:pt x="408" y="3082"/>
                  </a:lnTo>
                  <a:cubicBezTo>
                    <a:pt x="383" y="3082"/>
                    <a:pt x="363" y="3062"/>
                    <a:pt x="363" y="3037"/>
                  </a:cubicBezTo>
                  <a:lnTo>
                    <a:pt x="363" y="2584"/>
                  </a:lnTo>
                  <a:cubicBezTo>
                    <a:pt x="363" y="2559"/>
                    <a:pt x="383" y="2538"/>
                    <a:pt x="408" y="2538"/>
                  </a:cubicBezTo>
                  <a:lnTo>
                    <a:pt x="861" y="2538"/>
                  </a:lnTo>
                  <a:cubicBezTo>
                    <a:pt x="886" y="2538"/>
                    <a:pt x="907" y="2559"/>
                    <a:pt x="907" y="2584"/>
                  </a:cubicBezTo>
                  <a:lnTo>
                    <a:pt x="907" y="3037"/>
                  </a:lnTo>
                  <a:close/>
                  <a:moveTo>
                    <a:pt x="907" y="2040"/>
                  </a:moveTo>
                  <a:cubicBezTo>
                    <a:pt x="907" y="2065"/>
                    <a:pt x="886" y="2085"/>
                    <a:pt x="861" y="2085"/>
                  </a:cubicBezTo>
                  <a:lnTo>
                    <a:pt x="408" y="2085"/>
                  </a:lnTo>
                  <a:cubicBezTo>
                    <a:pt x="383" y="2085"/>
                    <a:pt x="363" y="2065"/>
                    <a:pt x="363" y="2040"/>
                  </a:cubicBezTo>
                  <a:lnTo>
                    <a:pt x="363" y="1586"/>
                  </a:lnTo>
                  <a:cubicBezTo>
                    <a:pt x="363" y="1561"/>
                    <a:pt x="383" y="1541"/>
                    <a:pt x="408" y="1541"/>
                  </a:cubicBezTo>
                  <a:lnTo>
                    <a:pt x="861" y="1541"/>
                  </a:lnTo>
                  <a:cubicBezTo>
                    <a:pt x="886" y="1541"/>
                    <a:pt x="907" y="1561"/>
                    <a:pt x="907" y="1586"/>
                  </a:cubicBezTo>
                  <a:lnTo>
                    <a:pt x="907" y="2040"/>
                  </a:lnTo>
                  <a:close/>
                  <a:moveTo>
                    <a:pt x="907" y="1042"/>
                  </a:moveTo>
                  <a:cubicBezTo>
                    <a:pt x="907" y="1067"/>
                    <a:pt x="886" y="1088"/>
                    <a:pt x="861" y="1088"/>
                  </a:cubicBezTo>
                  <a:lnTo>
                    <a:pt x="408" y="1088"/>
                  </a:lnTo>
                  <a:cubicBezTo>
                    <a:pt x="383" y="1088"/>
                    <a:pt x="363" y="1067"/>
                    <a:pt x="363" y="1042"/>
                  </a:cubicBezTo>
                  <a:lnTo>
                    <a:pt x="363" y="589"/>
                  </a:lnTo>
                  <a:cubicBezTo>
                    <a:pt x="363" y="564"/>
                    <a:pt x="383" y="544"/>
                    <a:pt x="408" y="544"/>
                  </a:cubicBezTo>
                  <a:lnTo>
                    <a:pt x="861" y="544"/>
                  </a:lnTo>
                  <a:cubicBezTo>
                    <a:pt x="886" y="544"/>
                    <a:pt x="907" y="564"/>
                    <a:pt x="907" y="589"/>
                  </a:cubicBezTo>
                  <a:lnTo>
                    <a:pt x="907" y="1042"/>
                  </a:lnTo>
                  <a:close/>
                  <a:moveTo>
                    <a:pt x="1723" y="4034"/>
                  </a:moveTo>
                  <a:cubicBezTo>
                    <a:pt x="1723" y="4059"/>
                    <a:pt x="1702" y="4080"/>
                    <a:pt x="1677" y="4080"/>
                  </a:cubicBezTo>
                  <a:lnTo>
                    <a:pt x="1224" y="4080"/>
                  </a:lnTo>
                  <a:cubicBezTo>
                    <a:pt x="1199" y="4080"/>
                    <a:pt x="1179" y="4059"/>
                    <a:pt x="1179" y="4034"/>
                  </a:cubicBezTo>
                  <a:lnTo>
                    <a:pt x="1179" y="3581"/>
                  </a:lnTo>
                  <a:cubicBezTo>
                    <a:pt x="1179" y="3556"/>
                    <a:pt x="1199" y="3536"/>
                    <a:pt x="1224" y="3536"/>
                  </a:cubicBezTo>
                  <a:lnTo>
                    <a:pt x="1677" y="3536"/>
                  </a:lnTo>
                  <a:cubicBezTo>
                    <a:pt x="1702" y="3536"/>
                    <a:pt x="1723" y="3556"/>
                    <a:pt x="1723" y="3581"/>
                  </a:cubicBezTo>
                  <a:lnTo>
                    <a:pt x="1723" y="4034"/>
                  </a:lnTo>
                  <a:close/>
                  <a:moveTo>
                    <a:pt x="1723" y="3037"/>
                  </a:moveTo>
                  <a:cubicBezTo>
                    <a:pt x="1723" y="3062"/>
                    <a:pt x="1702" y="3082"/>
                    <a:pt x="1677" y="3082"/>
                  </a:cubicBezTo>
                  <a:lnTo>
                    <a:pt x="1224" y="3082"/>
                  </a:lnTo>
                  <a:cubicBezTo>
                    <a:pt x="1199" y="3082"/>
                    <a:pt x="1179" y="3062"/>
                    <a:pt x="1179" y="3037"/>
                  </a:cubicBezTo>
                  <a:lnTo>
                    <a:pt x="1179" y="2584"/>
                  </a:lnTo>
                  <a:cubicBezTo>
                    <a:pt x="1179" y="2559"/>
                    <a:pt x="1199" y="2538"/>
                    <a:pt x="1224" y="2538"/>
                  </a:cubicBezTo>
                  <a:lnTo>
                    <a:pt x="1677" y="2538"/>
                  </a:lnTo>
                  <a:cubicBezTo>
                    <a:pt x="1702" y="2538"/>
                    <a:pt x="1723" y="2559"/>
                    <a:pt x="1723" y="2584"/>
                  </a:cubicBezTo>
                  <a:lnTo>
                    <a:pt x="1723" y="3037"/>
                  </a:lnTo>
                  <a:close/>
                  <a:moveTo>
                    <a:pt x="1723" y="2040"/>
                  </a:moveTo>
                  <a:cubicBezTo>
                    <a:pt x="1723" y="2065"/>
                    <a:pt x="1702" y="2085"/>
                    <a:pt x="1677" y="2085"/>
                  </a:cubicBezTo>
                  <a:lnTo>
                    <a:pt x="1224" y="2085"/>
                  </a:lnTo>
                  <a:cubicBezTo>
                    <a:pt x="1199" y="2085"/>
                    <a:pt x="1179" y="2065"/>
                    <a:pt x="1179" y="2040"/>
                  </a:cubicBezTo>
                  <a:lnTo>
                    <a:pt x="1179" y="1586"/>
                  </a:lnTo>
                  <a:cubicBezTo>
                    <a:pt x="1179" y="1561"/>
                    <a:pt x="1199" y="1541"/>
                    <a:pt x="1224" y="1541"/>
                  </a:cubicBezTo>
                  <a:lnTo>
                    <a:pt x="1677" y="1541"/>
                  </a:lnTo>
                  <a:cubicBezTo>
                    <a:pt x="1702" y="1541"/>
                    <a:pt x="1723" y="1561"/>
                    <a:pt x="1723" y="1586"/>
                  </a:cubicBezTo>
                  <a:lnTo>
                    <a:pt x="1723" y="2040"/>
                  </a:lnTo>
                  <a:close/>
                  <a:moveTo>
                    <a:pt x="1723" y="1042"/>
                  </a:moveTo>
                  <a:cubicBezTo>
                    <a:pt x="1723" y="1067"/>
                    <a:pt x="1702" y="1088"/>
                    <a:pt x="1677" y="1088"/>
                  </a:cubicBezTo>
                  <a:lnTo>
                    <a:pt x="1224" y="1088"/>
                  </a:lnTo>
                  <a:cubicBezTo>
                    <a:pt x="1199" y="1088"/>
                    <a:pt x="1179" y="1067"/>
                    <a:pt x="1179" y="1042"/>
                  </a:cubicBezTo>
                  <a:lnTo>
                    <a:pt x="1179" y="589"/>
                  </a:lnTo>
                  <a:cubicBezTo>
                    <a:pt x="1179" y="564"/>
                    <a:pt x="1199" y="544"/>
                    <a:pt x="1224" y="544"/>
                  </a:cubicBezTo>
                  <a:lnTo>
                    <a:pt x="1677" y="544"/>
                  </a:lnTo>
                  <a:cubicBezTo>
                    <a:pt x="1702" y="544"/>
                    <a:pt x="1723" y="564"/>
                    <a:pt x="1723" y="589"/>
                  </a:cubicBezTo>
                  <a:lnTo>
                    <a:pt x="1723" y="1042"/>
                  </a:lnTo>
                  <a:close/>
                  <a:moveTo>
                    <a:pt x="2539" y="4034"/>
                  </a:moveTo>
                  <a:cubicBezTo>
                    <a:pt x="2539" y="4059"/>
                    <a:pt x="2518" y="4080"/>
                    <a:pt x="2493" y="4080"/>
                  </a:cubicBezTo>
                  <a:lnTo>
                    <a:pt x="2040" y="4080"/>
                  </a:lnTo>
                  <a:cubicBezTo>
                    <a:pt x="2015" y="4080"/>
                    <a:pt x="1995" y="4059"/>
                    <a:pt x="1995" y="4034"/>
                  </a:cubicBezTo>
                  <a:lnTo>
                    <a:pt x="1995" y="3581"/>
                  </a:lnTo>
                  <a:cubicBezTo>
                    <a:pt x="1995" y="3556"/>
                    <a:pt x="2015" y="3536"/>
                    <a:pt x="2040" y="3536"/>
                  </a:cubicBezTo>
                  <a:lnTo>
                    <a:pt x="2493" y="3536"/>
                  </a:lnTo>
                  <a:cubicBezTo>
                    <a:pt x="2518" y="3536"/>
                    <a:pt x="2539" y="3556"/>
                    <a:pt x="2539" y="3581"/>
                  </a:cubicBezTo>
                  <a:lnTo>
                    <a:pt x="2539" y="4034"/>
                  </a:lnTo>
                  <a:close/>
                  <a:moveTo>
                    <a:pt x="2539" y="3037"/>
                  </a:moveTo>
                  <a:cubicBezTo>
                    <a:pt x="2539" y="3062"/>
                    <a:pt x="2518" y="3082"/>
                    <a:pt x="2493" y="3082"/>
                  </a:cubicBezTo>
                  <a:lnTo>
                    <a:pt x="2040" y="3082"/>
                  </a:lnTo>
                  <a:cubicBezTo>
                    <a:pt x="2015" y="3082"/>
                    <a:pt x="1995" y="3062"/>
                    <a:pt x="1995" y="3037"/>
                  </a:cubicBezTo>
                  <a:lnTo>
                    <a:pt x="1995" y="2584"/>
                  </a:lnTo>
                  <a:cubicBezTo>
                    <a:pt x="1995" y="2559"/>
                    <a:pt x="2015" y="2538"/>
                    <a:pt x="2040" y="2538"/>
                  </a:cubicBezTo>
                  <a:lnTo>
                    <a:pt x="2493" y="2538"/>
                  </a:lnTo>
                  <a:cubicBezTo>
                    <a:pt x="2518" y="2538"/>
                    <a:pt x="2539" y="2559"/>
                    <a:pt x="2539" y="2584"/>
                  </a:cubicBezTo>
                  <a:lnTo>
                    <a:pt x="2539" y="3037"/>
                  </a:lnTo>
                  <a:close/>
                  <a:moveTo>
                    <a:pt x="2539" y="2040"/>
                  </a:moveTo>
                  <a:cubicBezTo>
                    <a:pt x="2539" y="2065"/>
                    <a:pt x="2518" y="2085"/>
                    <a:pt x="2493" y="2085"/>
                  </a:cubicBezTo>
                  <a:lnTo>
                    <a:pt x="2040" y="2085"/>
                  </a:lnTo>
                  <a:cubicBezTo>
                    <a:pt x="2015" y="2085"/>
                    <a:pt x="1995" y="2065"/>
                    <a:pt x="1995" y="2040"/>
                  </a:cubicBezTo>
                  <a:lnTo>
                    <a:pt x="1995" y="1586"/>
                  </a:lnTo>
                  <a:cubicBezTo>
                    <a:pt x="1995" y="1561"/>
                    <a:pt x="2015" y="1541"/>
                    <a:pt x="2040" y="1541"/>
                  </a:cubicBezTo>
                  <a:lnTo>
                    <a:pt x="2493" y="1541"/>
                  </a:lnTo>
                  <a:cubicBezTo>
                    <a:pt x="2518" y="1541"/>
                    <a:pt x="2539" y="1561"/>
                    <a:pt x="2539" y="1586"/>
                  </a:cubicBezTo>
                  <a:lnTo>
                    <a:pt x="2539" y="2040"/>
                  </a:lnTo>
                  <a:close/>
                  <a:moveTo>
                    <a:pt x="2539" y="1042"/>
                  </a:moveTo>
                  <a:cubicBezTo>
                    <a:pt x="2539" y="1067"/>
                    <a:pt x="2518" y="1088"/>
                    <a:pt x="2493" y="1088"/>
                  </a:cubicBezTo>
                  <a:lnTo>
                    <a:pt x="2040" y="1088"/>
                  </a:lnTo>
                  <a:cubicBezTo>
                    <a:pt x="2015" y="1088"/>
                    <a:pt x="1995" y="1067"/>
                    <a:pt x="1995" y="1042"/>
                  </a:cubicBezTo>
                  <a:lnTo>
                    <a:pt x="1995" y="589"/>
                  </a:lnTo>
                  <a:cubicBezTo>
                    <a:pt x="1995" y="564"/>
                    <a:pt x="2015" y="544"/>
                    <a:pt x="2040" y="544"/>
                  </a:cubicBezTo>
                  <a:lnTo>
                    <a:pt x="2493" y="544"/>
                  </a:lnTo>
                  <a:cubicBezTo>
                    <a:pt x="2518" y="544"/>
                    <a:pt x="2539" y="564"/>
                    <a:pt x="2539" y="589"/>
                  </a:cubicBezTo>
                  <a:lnTo>
                    <a:pt x="2539" y="1042"/>
                  </a:lnTo>
                  <a:close/>
                  <a:moveTo>
                    <a:pt x="6099" y="2610"/>
                  </a:moveTo>
                  <a:lnTo>
                    <a:pt x="3379" y="1845"/>
                  </a:lnTo>
                  <a:cubicBezTo>
                    <a:pt x="3321" y="1829"/>
                    <a:pt x="3264" y="1873"/>
                    <a:pt x="3264" y="1933"/>
                  </a:cubicBezTo>
                  <a:lnTo>
                    <a:pt x="3264" y="5440"/>
                  </a:lnTo>
                  <a:lnTo>
                    <a:pt x="3627" y="5440"/>
                  </a:lnTo>
                  <a:lnTo>
                    <a:pt x="3627" y="4714"/>
                  </a:lnTo>
                  <a:cubicBezTo>
                    <a:pt x="3627" y="4664"/>
                    <a:pt x="3667" y="4624"/>
                    <a:pt x="3717" y="4624"/>
                  </a:cubicBezTo>
                  <a:lnTo>
                    <a:pt x="4080" y="4624"/>
                  </a:lnTo>
                  <a:cubicBezTo>
                    <a:pt x="4130" y="4624"/>
                    <a:pt x="4171" y="4664"/>
                    <a:pt x="4171" y="4714"/>
                  </a:cubicBezTo>
                  <a:lnTo>
                    <a:pt x="4171" y="5440"/>
                  </a:lnTo>
                  <a:lnTo>
                    <a:pt x="6165" y="5440"/>
                  </a:lnTo>
                  <a:lnTo>
                    <a:pt x="6165" y="2698"/>
                  </a:lnTo>
                  <a:cubicBezTo>
                    <a:pt x="6165" y="2657"/>
                    <a:pt x="6138" y="2621"/>
                    <a:pt x="6099" y="2610"/>
                  </a:cubicBezTo>
                  <a:close/>
                  <a:moveTo>
                    <a:pt x="4171" y="4216"/>
                  </a:moveTo>
                  <a:cubicBezTo>
                    <a:pt x="4171" y="4241"/>
                    <a:pt x="4150" y="4261"/>
                    <a:pt x="4125" y="4261"/>
                  </a:cubicBezTo>
                  <a:lnTo>
                    <a:pt x="3672" y="4261"/>
                  </a:lnTo>
                  <a:cubicBezTo>
                    <a:pt x="3647" y="4261"/>
                    <a:pt x="3627" y="4241"/>
                    <a:pt x="3627" y="4216"/>
                  </a:cubicBezTo>
                  <a:lnTo>
                    <a:pt x="3627" y="3762"/>
                  </a:lnTo>
                  <a:cubicBezTo>
                    <a:pt x="3627" y="3737"/>
                    <a:pt x="3647" y="3717"/>
                    <a:pt x="3672" y="3717"/>
                  </a:cubicBezTo>
                  <a:lnTo>
                    <a:pt x="4125" y="3717"/>
                  </a:lnTo>
                  <a:cubicBezTo>
                    <a:pt x="4150" y="3717"/>
                    <a:pt x="4171" y="3737"/>
                    <a:pt x="4171" y="3762"/>
                  </a:cubicBezTo>
                  <a:lnTo>
                    <a:pt x="4171" y="4216"/>
                  </a:lnTo>
                  <a:close/>
                  <a:moveTo>
                    <a:pt x="4171" y="3218"/>
                  </a:moveTo>
                  <a:cubicBezTo>
                    <a:pt x="4171" y="3243"/>
                    <a:pt x="4150" y="3264"/>
                    <a:pt x="4125" y="3264"/>
                  </a:cubicBezTo>
                  <a:lnTo>
                    <a:pt x="3672" y="3264"/>
                  </a:lnTo>
                  <a:cubicBezTo>
                    <a:pt x="3647" y="3264"/>
                    <a:pt x="3627" y="3243"/>
                    <a:pt x="3627" y="3218"/>
                  </a:cubicBezTo>
                  <a:lnTo>
                    <a:pt x="3627" y="2765"/>
                  </a:lnTo>
                  <a:cubicBezTo>
                    <a:pt x="3627" y="2740"/>
                    <a:pt x="3647" y="2720"/>
                    <a:pt x="3672" y="2720"/>
                  </a:cubicBezTo>
                  <a:lnTo>
                    <a:pt x="4125" y="2720"/>
                  </a:lnTo>
                  <a:cubicBezTo>
                    <a:pt x="4150" y="2720"/>
                    <a:pt x="4171" y="2740"/>
                    <a:pt x="4171" y="2765"/>
                  </a:cubicBezTo>
                  <a:lnTo>
                    <a:pt x="4171" y="3218"/>
                  </a:lnTo>
                  <a:close/>
                  <a:moveTo>
                    <a:pt x="4987" y="4216"/>
                  </a:moveTo>
                  <a:cubicBezTo>
                    <a:pt x="4987" y="4241"/>
                    <a:pt x="4966" y="4261"/>
                    <a:pt x="4941" y="4261"/>
                  </a:cubicBezTo>
                  <a:lnTo>
                    <a:pt x="4488" y="4261"/>
                  </a:lnTo>
                  <a:cubicBezTo>
                    <a:pt x="4463" y="4261"/>
                    <a:pt x="4443" y="4241"/>
                    <a:pt x="4443" y="4216"/>
                  </a:cubicBezTo>
                  <a:lnTo>
                    <a:pt x="4443" y="3762"/>
                  </a:lnTo>
                  <a:cubicBezTo>
                    <a:pt x="4443" y="3737"/>
                    <a:pt x="4463" y="3717"/>
                    <a:pt x="4488" y="3717"/>
                  </a:cubicBezTo>
                  <a:lnTo>
                    <a:pt x="4941" y="3717"/>
                  </a:lnTo>
                  <a:cubicBezTo>
                    <a:pt x="4966" y="3717"/>
                    <a:pt x="4987" y="3737"/>
                    <a:pt x="4987" y="3762"/>
                  </a:cubicBezTo>
                  <a:lnTo>
                    <a:pt x="4987" y="4216"/>
                  </a:lnTo>
                  <a:close/>
                  <a:moveTo>
                    <a:pt x="4987" y="3218"/>
                  </a:moveTo>
                  <a:cubicBezTo>
                    <a:pt x="4987" y="3243"/>
                    <a:pt x="4966" y="3264"/>
                    <a:pt x="4941" y="3264"/>
                  </a:cubicBezTo>
                  <a:lnTo>
                    <a:pt x="4488" y="3264"/>
                  </a:lnTo>
                  <a:cubicBezTo>
                    <a:pt x="4463" y="3264"/>
                    <a:pt x="4443" y="3243"/>
                    <a:pt x="4443" y="3218"/>
                  </a:cubicBezTo>
                  <a:lnTo>
                    <a:pt x="4443" y="2765"/>
                  </a:lnTo>
                  <a:cubicBezTo>
                    <a:pt x="4443" y="2740"/>
                    <a:pt x="4463" y="2720"/>
                    <a:pt x="4488" y="2720"/>
                  </a:cubicBezTo>
                  <a:lnTo>
                    <a:pt x="4941" y="2720"/>
                  </a:lnTo>
                  <a:cubicBezTo>
                    <a:pt x="4966" y="2720"/>
                    <a:pt x="4987" y="2740"/>
                    <a:pt x="4987" y="2765"/>
                  </a:cubicBezTo>
                  <a:lnTo>
                    <a:pt x="4987" y="3218"/>
                  </a:lnTo>
                  <a:close/>
                  <a:moveTo>
                    <a:pt x="5803" y="4216"/>
                  </a:moveTo>
                  <a:cubicBezTo>
                    <a:pt x="5803" y="4241"/>
                    <a:pt x="5782" y="4261"/>
                    <a:pt x="5757" y="4261"/>
                  </a:cubicBezTo>
                  <a:lnTo>
                    <a:pt x="5304" y="4261"/>
                  </a:lnTo>
                  <a:cubicBezTo>
                    <a:pt x="5279" y="4261"/>
                    <a:pt x="5259" y="4241"/>
                    <a:pt x="5259" y="4216"/>
                  </a:cubicBezTo>
                  <a:lnTo>
                    <a:pt x="5259" y="3762"/>
                  </a:lnTo>
                  <a:cubicBezTo>
                    <a:pt x="5259" y="3737"/>
                    <a:pt x="5279" y="3717"/>
                    <a:pt x="5304" y="3717"/>
                  </a:cubicBezTo>
                  <a:lnTo>
                    <a:pt x="5757" y="3717"/>
                  </a:lnTo>
                  <a:cubicBezTo>
                    <a:pt x="5782" y="3717"/>
                    <a:pt x="5803" y="3737"/>
                    <a:pt x="5803" y="3762"/>
                  </a:cubicBezTo>
                  <a:lnTo>
                    <a:pt x="5803" y="4216"/>
                  </a:lnTo>
                  <a:close/>
                  <a:moveTo>
                    <a:pt x="5803" y="3218"/>
                  </a:moveTo>
                  <a:cubicBezTo>
                    <a:pt x="5803" y="3243"/>
                    <a:pt x="5782" y="3264"/>
                    <a:pt x="5757" y="3264"/>
                  </a:cubicBezTo>
                  <a:lnTo>
                    <a:pt x="5304" y="3264"/>
                  </a:lnTo>
                  <a:cubicBezTo>
                    <a:pt x="5279" y="3264"/>
                    <a:pt x="5259" y="3243"/>
                    <a:pt x="5259" y="3218"/>
                  </a:cubicBezTo>
                  <a:lnTo>
                    <a:pt x="5259" y="2765"/>
                  </a:lnTo>
                  <a:cubicBezTo>
                    <a:pt x="5259" y="2740"/>
                    <a:pt x="5279" y="2720"/>
                    <a:pt x="5304" y="2720"/>
                  </a:cubicBezTo>
                  <a:lnTo>
                    <a:pt x="5757" y="2720"/>
                  </a:lnTo>
                  <a:cubicBezTo>
                    <a:pt x="5782" y="2720"/>
                    <a:pt x="5803" y="2740"/>
                    <a:pt x="5803" y="2765"/>
                  </a:cubicBezTo>
                  <a:lnTo>
                    <a:pt x="5803" y="32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6" name="îŝľïďé">
              <a:extLst>
                <a:ext uri="{FF2B5EF4-FFF2-40B4-BE49-F238E27FC236}">
                  <a16:creationId xmlns:a16="http://schemas.microsoft.com/office/drawing/2014/main" id="{2EA83A14-C69E-44B0-A48F-C20B2A81B6AF}"/>
                </a:ext>
              </a:extLst>
            </p:cNvPr>
            <p:cNvGrpSpPr/>
            <p:nvPr/>
          </p:nvGrpSpPr>
          <p:grpSpPr>
            <a:xfrm>
              <a:off x="8664691" y="3033123"/>
              <a:ext cx="2855797" cy="1210855"/>
              <a:chOff x="8211000" y="1130300"/>
              <a:chExt cx="2760913" cy="1210855"/>
            </a:xfrm>
          </p:grpSpPr>
          <p:sp>
            <p:nvSpPr>
              <p:cNvPr id="24" name="íṧ1ïḍé">
                <a:extLst>
                  <a:ext uri="{FF2B5EF4-FFF2-40B4-BE49-F238E27FC236}">
                    <a16:creationId xmlns:a16="http://schemas.microsoft.com/office/drawing/2014/main" id="{AEF35A2F-8080-4314-9060-7771D58A6FEB}"/>
                  </a:ext>
                </a:extLst>
              </p:cNvPr>
              <p:cNvSpPr txBox="1"/>
              <p:nvPr/>
            </p:nvSpPr>
            <p:spPr bwMode="auto">
              <a:xfrm>
                <a:off x="8211000" y="1130300"/>
                <a:ext cx="276091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Text h</a:t>
                </a:r>
                <a:r>
                  <a:rPr kumimoji="0" lang="en-US" altLang="zh-CN" sz="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ere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25" name="iSļïḍé">
                <a:extLst>
                  <a:ext uri="{FF2B5EF4-FFF2-40B4-BE49-F238E27FC236}">
                    <a16:creationId xmlns:a16="http://schemas.microsoft.com/office/drawing/2014/main" id="{968189CB-96DB-4081-8B4D-A7ACA12B0200}"/>
                  </a:ext>
                </a:extLst>
              </p:cNvPr>
              <p:cNvSpPr/>
              <p:nvPr/>
            </p:nvSpPr>
            <p:spPr bwMode="auto">
              <a:xfrm>
                <a:off x="8211000" y="1572107"/>
                <a:ext cx="2760913" cy="769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r">
                  <a:lnSpc>
                    <a:spcPct val="150000"/>
                  </a:lnSpc>
                  <a:defRPr/>
                </a:pPr>
                <a:r>
                  <a:rPr lang="en-US" altLang="zh-CN" sz="1100">
                    <a:solidFill>
                      <a:srgbClr val="000000"/>
                    </a:solidFill>
                  </a:rPr>
                  <a:t>Sup</a:t>
                </a:r>
                <a:r>
                  <a:rPr lang="en-US" altLang="zh-CN" sz="10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1100">
                    <a:solidFill>
                      <a:srgbClr val="000000"/>
                    </a:solidFill>
                  </a:rPr>
                  <a:t>porting text here.</a:t>
                </a:r>
              </a:p>
              <a:p>
                <a:pPr lvl="0" algn="r">
                  <a:lnSpc>
                    <a:spcPct val="150000"/>
                  </a:lnSpc>
                  <a:defRPr/>
                </a:pPr>
                <a:r>
                  <a:rPr lang="en-US" altLang="zh-CN" sz="1100">
                    <a:solidFill>
                      <a:srgbClr val="000000"/>
                    </a:solidFill>
                  </a:rPr>
                  <a:t>…… </a:t>
                </a:r>
                <a:endParaRPr lang="en-US" altLang="zh-CN" sz="11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5C7315D1-4421-44DE-8795-51DCC9FEA863}"/>
                </a:ext>
              </a:extLst>
            </p:cNvPr>
            <p:cNvCxnSpPr>
              <a:cxnSpLocks/>
            </p:cNvCxnSpPr>
            <p:nvPr/>
          </p:nvCxnSpPr>
          <p:spPr>
            <a:xfrm>
              <a:off x="8664690" y="3474928"/>
              <a:ext cx="2846371" cy="0"/>
            </a:xfrm>
            <a:prstGeom prst="line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íṩ1íḋê">
              <a:extLst>
                <a:ext uri="{FF2B5EF4-FFF2-40B4-BE49-F238E27FC236}">
                  <a16:creationId xmlns:a16="http://schemas.microsoft.com/office/drawing/2014/main" id="{D6CB8772-ED69-4DDE-A68F-6D1FFC0F0C28}"/>
                </a:ext>
              </a:extLst>
            </p:cNvPr>
            <p:cNvSpPr/>
            <p:nvPr/>
          </p:nvSpPr>
          <p:spPr bwMode="auto">
            <a:xfrm>
              <a:off x="8663764" y="3068938"/>
              <a:ext cx="358620" cy="315953"/>
            </a:xfrm>
            <a:custGeom>
              <a:avLst/>
              <a:gdLst>
                <a:gd name="T0" fmla="*/ 0 w 6165"/>
                <a:gd name="T1" fmla="*/ 90 h 5440"/>
                <a:gd name="T2" fmla="*/ 363 w 6165"/>
                <a:gd name="T3" fmla="*/ 4624 h 5440"/>
                <a:gd name="T4" fmla="*/ 907 w 6165"/>
                <a:gd name="T5" fmla="*/ 4624 h 5440"/>
                <a:gd name="T6" fmla="*/ 2901 w 6165"/>
                <a:gd name="T7" fmla="*/ 90 h 5440"/>
                <a:gd name="T8" fmla="*/ 861 w 6165"/>
                <a:gd name="T9" fmla="*/ 4080 h 5440"/>
                <a:gd name="T10" fmla="*/ 363 w 6165"/>
                <a:gd name="T11" fmla="*/ 3581 h 5440"/>
                <a:gd name="T12" fmla="*/ 907 w 6165"/>
                <a:gd name="T13" fmla="*/ 3581 h 5440"/>
                <a:gd name="T14" fmla="*/ 861 w 6165"/>
                <a:gd name="T15" fmla="*/ 3082 h 5440"/>
                <a:gd name="T16" fmla="*/ 363 w 6165"/>
                <a:gd name="T17" fmla="*/ 2584 h 5440"/>
                <a:gd name="T18" fmla="*/ 907 w 6165"/>
                <a:gd name="T19" fmla="*/ 2584 h 5440"/>
                <a:gd name="T20" fmla="*/ 861 w 6165"/>
                <a:gd name="T21" fmla="*/ 2085 h 5440"/>
                <a:gd name="T22" fmla="*/ 363 w 6165"/>
                <a:gd name="T23" fmla="*/ 1586 h 5440"/>
                <a:gd name="T24" fmla="*/ 907 w 6165"/>
                <a:gd name="T25" fmla="*/ 1586 h 5440"/>
                <a:gd name="T26" fmla="*/ 861 w 6165"/>
                <a:gd name="T27" fmla="*/ 1088 h 5440"/>
                <a:gd name="T28" fmla="*/ 363 w 6165"/>
                <a:gd name="T29" fmla="*/ 589 h 5440"/>
                <a:gd name="T30" fmla="*/ 907 w 6165"/>
                <a:gd name="T31" fmla="*/ 589 h 5440"/>
                <a:gd name="T32" fmla="*/ 1677 w 6165"/>
                <a:gd name="T33" fmla="*/ 4080 h 5440"/>
                <a:gd name="T34" fmla="*/ 1179 w 6165"/>
                <a:gd name="T35" fmla="*/ 3581 h 5440"/>
                <a:gd name="T36" fmla="*/ 1723 w 6165"/>
                <a:gd name="T37" fmla="*/ 3581 h 5440"/>
                <a:gd name="T38" fmla="*/ 1677 w 6165"/>
                <a:gd name="T39" fmla="*/ 3082 h 5440"/>
                <a:gd name="T40" fmla="*/ 1179 w 6165"/>
                <a:gd name="T41" fmla="*/ 2584 h 5440"/>
                <a:gd name="T42" fmla="*/ 1723 w 6165"/>
                <a:gd name="T43" fmla="*/ 2584 h 5440"/>
                <a:gd name="T44" fmla="*/ 1677 w 6165"/>
                <a:gd name="T45" fmla="*/ 2085 h 5440"/>
                <a:gd name="T46" fmla="*/ 1179 w 6165"/>
                <a:gd name="T47" fmla="*/ 1586 h 5440"/>
                <a:gd name="T48" fmla="*/ 1723 w 6165"/>
                <a:gd name="T49" fmla="*/ 1586 h 5440"/>
                <a:gd name="T50" fmla="*/ 1677 w 6165"/>
                <a:gd name="T51" fmla="*/ 1088 h 5440"/>
                <a:gd name="T52" fmla="*/ 1179 w 6165"/>
                <a:gd name="T53" fmla="*/ 589 h 5440"/>
                <a:gd name="T54" fmla="*/ 1723 w 6165"/>
                <a:gd name="T55" fmla="*/ 589 h 5440"/>
                <a:gd name="T56" fmla="*/ 2493 w 6165"/>
                <a:gd name="T57" fmla="*/ 4080 h 5440"/>
                <a:gd name="T58" fmla="*/ 1995 w 6165"/>
                <a:gd name="T59" fmla="*/ 3581 h 5440"/>
                <a:gd name="T60" fmla="*/ 2539 w 6165"/>
                <a:gd name="T61" fmla="*/ 3581 h 5440"/>
                <a:gd name="T62" fmla="*/ 2493 w 6165"/>
                <a:gd name="T63" fmla="*/ 3082 h 5440"/>
                <a:gd name="T64" fmla="*/ 1995 w 6165"/>
                <a:gd name="T65" fmla="*/ 2584 h 5440"/>
                <a:gd name="T66" fmla="*/ 2539 w 6165"/>
                <a:gd name="T67" fmla="*/ 2584 h 5440"/>
                <a:gd name="T68" fmla="*/ 2493 w 6165"/>
                <a:gd name="T69" fmla="*/ 2085 h 5440"/>
                <a:gd name="T70" fmla="*/ 1995 w 6165"/>
                <a:gd name="T71" fmla="*/ 1586 h 5440"/>
                <a:gd name="T72" fmla="*/ 2539 w 6165"/>
                <a:gd name="T73" fmla="*/ 1586 h 5440"/>
                <a:gd name="T74" fmla="*/ 2493 w 6165"/>
                <a:gd name="T75" fmla="*/ 1088 h 5440"/>
                <a:gd name="T76" fmla="*/ 1995 w 6165"/>
                <a:gd name="T77" fmla="*/ 589 h 5440"/>
                <a:gd name="T78" fmla="*/ 2539 w 6165"/>
                <a:gd name="T79" fmla="*/ 589 h 5440"/>
                <a:gd name="T80" fmla="*/ 3379 w 6165"/>
                <a:gd name="T81" fmla="*/ 1845 h 5440"/>
                <a:gd name="T82" fmla="*/ 3627 w 6165"/>
                <a:gd name="T83" fmla="*/ 5440 h 5440"/>
                <a:gd name="T84" fmla="*/ 4080 w 6165"/>
                <a:gd name="T85" fmla="*/ 4624 h 5440"/>
                <a:gd name="T86" fmla="*/ 6165 w 6165"/>
                <a:gd name="T87" fmla="*/ 5440 h 5440"/>
                <a:gd name="T88" fmla="*/ 4171 w 6165"/>
                <a:gd name="T89" fmla="*/ 4216 h 5440"/>
                <a:gd name="T90" fmla="*/ 3627 w 6165"/>
                <a:gd name="T91" fmla="*/ 4216 h 5440"/>
                <a:gd name="T92" fmla="*/ 4125 w 6165"/>
                <a:gd name="T93" fmla="*/ 3717 h 5440"/>
                <a:gd name="T94" fmla="*/ 4171 w 6165"/>
                <a:gd name="T95" fmla="*/ 3218 h 5440"/>
                <a:gd name="T96" fmla="*/ 3627 w 6165"/>
                <a:gd name="T97" fmla="*/ 3218 h 5440"/>
                <a:gd name="T98" fmla="*/ 4125 w 6165"/>
                <a:gd name="T99" fmla="*/ 2720 h 5440"/>
                <a:gd name="T100" fmla="*/ 4987 w 6165"/>
                <a:gd name="T101" fmla="*/ 4216 h 5440"/>
                <a:gd name="T102" fmla="*/ 4443 w 6165"/>
                <a:gd name="T103" fmla="*/ 4216 h 5440"/>
                <a:gd name="T104" fmla="*/ 4941 w 6165"/>
                <a:gd name="T105" fmla="*/ 3717 h 5440"/>
                <a:gd name="T106" fmla="*/ 4987 w 6165"/>
                <a:gd name="T107" fmla="*/ 3218 h 5440"/>
                <a:gd name="T108" fmla="*/ 4443 w 6165"/>
                <a:gd name="T109" fmla="*/ 3218 h 5440"/>
                <a:gd name="T110" fmla="*/ 4941 w 6165"/>
                <a:gd name="T111" fmla="*/ 2720 h 5440"/>
                <a:gd name="T112" fmla="*/ 5803 w 6165"/>
                <a:gd name="T113" fmla="*/ 4216 h 5440"/>
                <a:gd name="T114" fmla="*/ 5259 w 6165"/>
                <a:gd name="T115" fmla="*/ 4216 h 5440"/>
                <a:gd name="T116" fmla="*/ 5757 w 6165"/>
                <a:gd name="T117" fmla="*/ 3717 h 5440"/>
                <a:gd name="T118" fmla="*/ 5803 w 6165"/>
                <a:gd name="T119" fmla="*/ 3218 h 5440"/>
                <a:gd name="T120" fmla="*/ 5259 w 6165"/>
                <a:gd name="T121" fmla="*/ 3218 h 5440"/>
                <a:gd name="T122" fmla="*/ 5757 w 6165"/>
                <a:gd name="T123" fmla="*/ 2720 h 5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165" h="5440">
                  <a:moveTo>
                    <a:pt x="2811" y="0"/>
                  </a:moveTo>
                  <a:lnTo>
                    <a:pt x="91" y="0"/>
                  </a:lnTo>
                  <a:cubicBezTo>
                    <a:pt x="41" y="0"/>
                    <a:pt x="0" y="40"/>
                    <a:pt x="0" y="90"/>
                  </a:cubicBezTo>
                  <a:lnTo>
                    <a:pt x="0" y="5440"/>
                  </a:lnTo>
                  <a:lnTo>
                    <a:pt x="363" y="5440"/>
                  </a:lnTo>
                  <a:lnTo>
                    <a:pt x="363" y="4624"/>
                  </a:lnTo>
                  <a:cubicBezTo>
                    <a:pt x="363" y="4574"/>
                    <a:pt x="403" y="4533"/>
                    <a:pt x="453" y="4533"/>
                  </a:cubicBezTo>
                  <a:lnTo>
                    <a:pt x="816" y="4533"/>
                  </a:lnTo>
                  <a:cubicBezTo>
                    <a:pt x="866" y="4533"/>
                    <a:pt x="907" y="4574"/>
                    <a:pt x="907" y="4624"/>
                  </a:cubicBezTo>
                  <a:lnTo>
                    <a:pt x="907" y="5440"/>
                  </a:lnTo>
                  <a:lnTo>
                    <a:pt x="2901" y="5440"/>
                  </a:lnTo>
                  <a:lnTo>
                    <a:pt x="2901" y="90"/>
                  </a:lnTo>
                  <a:cubicBezTo>
                    <a:pt x="2901" y="40"/>
                    <a:pt x="2861" y="0"/>
                    <a:pt x="2811" y="0"/>
                  </a:cubicBezTo>
                  <a:close/>
                  <a:moveTo>
                    <a:pt x="907" y="4034"/>
                  </a:moveTo>
                  <a:cubicBezTo>
                    <a:pt x="907" y="4059"/>
                    <a:pt x="886" y="4080"/>
                    <a:pt x="861" y="4080"/>
                  </a:cubicBezTo>
                  <a:lnTo>
                    <a:pt x="408" y="4080"/>
                  </a:lnTo>
                  <a:cubicBezTo>
                    <a:pt x="383" y="4080"/>
                    <a:pt x="363" y="4059"/>
                    <a:pt x="363" y="4034"/>
                  </a:cubicBezTo>
                  <a:lnTo>
                    <a:pt x="363" y="3581"/>
                  </a:lnTo>
                  <a:cubicBezTo>
                    <a:pt x="363" y="3556"/>
                    <a:pt x="383" y="3536"/>
                    <a:pt x="408" y="3536"/>
                  </a:cubicBezTo>
                  <a:lnTo>
                    <a:pt x="861" y="3536"/>
                  </a:lnTo>
                  <a:cubicBezTo>
                    <a:pt x="886" y="3536"/>
                    <a:pt x="907" y="3556"/>
                    <a:pt x="907" y="3581"/>
                  </a:cubicBezTo>
                  <a:lnTo>
                    <a:pt x="907" y="4034"/>
                  </a:lnTo>
                  <a:close/>
                  <a:moveTo>
                    <a:pt x="907" y="3037"/>
                  </a:moveTo>
                  <a:cubicBezTo>
                    <a:pt x="907" y="3062"/>
                    <a:pt x="886" y="3082"/>
                    <a:pt x="861" y="3082"/>
                  </a:cubicBezTo>
                  <a:lnTo>
                    <a:pt x="408" y="3082"/>
                  </a:lnTo>
                  <a:cubicBezTo>
                    <a:pt x="383" y="3082"/>
                    <a:pt x="363" y="3062"/>
                    <a:pt x="363" y="3037"/>
                  </a:cubicBezTo>
                  <a:lnTo>
                    <a:pt x="363" y="2584"/>
                  </a:lnTo>
                  <a:cubicBezTo>
                    <a:pt x="363" y="2559"/>
                    <a:pt x="383" y="2538"/>
                    <a:pt x="408" y="2538"/>
                  </a:cubicBezTo>
                  <a:lnTo>
                    <a:pt x="861" y="2538"/>
                  </a:lnTo>
                  <a:cubicBezTo>
                    <a:pt x="886" y="2538"/>
                    <a:pt x="907" y="2559"/>
                    <a:pt x="907" y="2584"/>
                  </a:cubicBezTo>
                  <a:lnTo>
                    <a:pt x="907" y="3037"/>
                  </a:lnTo>
                  <a:close/>
                  <a:moveTo>
                    <a:pt x="907" y="2040"/>
                  </a:moveTo>
                  <a:cubicBezTo>
                    <a:pt x="907" y="2065"/>
                    <a:pt x="886" y="2085"/>
                    <a:pt x="861" y="2085"/>
                  </a:cubicBezTo>
                  <a:lnTo>
                    <a:pt x="408" y="2085"/>
                  </a:lnTo>
                  <a:cubicBezTo>
                    <a:pt x="383" y="2085"/>
                    <a:pt x="363" y="2065"/>
                    <a:pt x="363" y="2040"/>
                  </a:cubicBezTo>
                  <a:lnTo>
                    <a:pt x="363" y="1586"/>
                  </a:lnTo>
                  <a:cubicBezTo>
                    <a:pt x="363" y="1561"/>
                    <a:pt x="383" y="1541"/>
                    <a:pt x="408" y="1541"/>
                  </a:cubicBezTo>
                  <a:lnTo>
                    <a:pt x="861" y="1541"/>
                  </a:lnTo>
                  <a:cubicBezTo>
                    <a:pt x="886" y="1541"/>
                    <a:pt x="907" y="1561"/>
                    <a:pt x="907" y="1586"/>
                  </a:cubicBezTo>
                  <a:lnTo>
                    <a:pt x="907" y="2040"/>
                  </a:lnTo>
                  <a:close/>
                  <a:moveTo>
                    <a:pt x="907" y="1042"/>
                  </a:moveTo>
                  <a:cubicBezTo>
                    <a:pt x="907" y="1067"/>
                    <a:pt x="886" y="1088"/>
                    <a:pt x="861" y="1088"/>
                  </a:cubicBezTo>
                  <a:lnTo>
                    <a:pt x="408" y="1088"/>
                  </a:lnTo>
                  <a:cubicBezTo>
                    <a:pt x="383" y="1088"/>
                    <a:pt x="363" y="1067"/>
                    <a:pt x="363" y="1042"/>
                  </a:cubicBezTo>
                  <a:lnTo>
                    <a:pt x="363" y="589"/>
                  </a:lnTo>
                  <a:cubicBezTo>
                    <a:pt x="363" y="564"/>
                    <a:pt x="383" y="544"/>
                    <a:pt x="408" y="544"/>
                  </a:cubicBezTo>
                  <a:lnTo>
                    <a:pt x="861" y="544"/>
                  </a:lnTo>
                  <a:cubicBezTo>
                    <a:pt x="886" y="544"/>
                    <a:pt x="907" y="564"/>
                    <a:pt x="907" y="589"/>
                  </a:cubicBezTo>
                  <a:lnTo>
                    <a:pt x="907" y="1042"/>
                  </a:lnTo>
                  <a:close/>
                  <a:moveTo>
                    <a:pt x="1723" y="4034"/>
                  </a:moveTo>
                  <a:cubicBezTo>
                    <a:pt x="1723" y="4059"/>
                    <a:pt x="1702" y="4080"/>
                    <a:pt x="1677" y="4080"/>
                  </a:cubicBezTo>
                  <a:lnTo>
                    <a:pt x="1224" y="4080"/>
                  </a:lnTo>
                  <a:cubicBezTo>
                    <a:pt x="1199" y="4080"/>
                    <a:pt x="1179" y="4059"/>
                    <a:pt x="1179" y="4034"/>
                  </a:cubicBezTo>
                  <a:lnTo>
                    <a:pt x="1179" y="3581"/>
                  </a:lnTo>
                  <a:cubicBezTo>
                    <a:pt x="1179" y="3556"/>
                    <a:pt x="1199" y="3536"/>
                    <a:pt x="1224" y="3536"/>
                  </a:cubicBezTo>
                  <a:lnTo>
                    <a:pt x="1677" y="3536"/>
                  </a:lnTo>
                  <a:cubicBezTo>
                    <a:pt x="1702" y="3536"/>
                    <a:pt x="1723" y="3556"/>
                    <a:pt x="1723" y="3581"/>
                  </a:cubicBezTo>
                  <a:lnTo>
                    <a:pt x="1723" y="4034"/>
                  </a:lnTo>
                  <a:close/>
                  <a:moveTo>
                    <a:pt x="1723" y="3037"/>
                  </a:moveTo>
                  <a:cubicBezTo>
                    <a:pt x="1723" y="3062"/>
                    <a:pt x="1702" y="3082"/>
                    <a:pt x="1677" y="3082"/>
                  </a:cubicBezTo>
                  <a:lnTo>
                    <a:pt x="1224" y="3082"/>
                  </a:lnTo>
                  <a:cubicBezTo>
                    <a:pt x="1199" y="3082"/>
                    <a:pt x="1179" y="3062"/>
                    <a:pt x="1179" y="3037"/>
                  </a:cubicBezTo>
                  <a:lnTo>
                    <a:pt x="1179" y="2584"/>
                  </a:lnTo>
                  <a:cubicBezTo>
                    <a:pt x="1179" y="2559"/>
                    <a:pt x="1199" y="2538"/>
                    <a:pt x="1224" y="2538"/>
                  </a:cubicBezTo>
                  <a:lnTo>
                    <a:pt x="1677" y="2538"/>
                  </a:lnTo>
                  <a:cubicBezTo>
                    <a:pt x="1702" y="2538"/>
                    <a:pt x="1723" y="2559"/>
                    <a:pt x="1723" y="2584"/>
                  </a:cubicBezTo>
                  <a:lnTo>
                    <a:pt x="1723" y="3037"/>
                  </a:lnTo>
                  <a:close/>
                  <a:moveTo>
                    <a:pt x="1723" y="2040"/>
                  </a:moveTo>
                  <a:cubicBezTo>
                    <a:pt x="1723" y="2065"/>
                    <a:pt x="1702" y="2085"/>
                    <a:pt x="1677" y="2085"/>
                  </a:cubicBezTo>
                  <a:lnTo>
                    <a:pt x="1224" y="2085"/>
                  </a:lnTo>
                  <a:cubicBezTo>
                    <a:pt x="1199" y="2085"/>
                    <a:pt x="1179" y="2065"/>
                    <a:pt x="1179" y="2040"/>
                  </a:cubicBezTo>
                  <a:lnTo>
                    <a:pt x="1179" y="1586"/>
                  </a:lnTo>
                  <a:cubicBezTo>
                    <a:pt x="1179" y="1561"/>
                    <a:pt x="1199" y="1541"/>
                    <a:pt x="1224" y="1541"/>
                  </a:cubicBezTo>
                  <a:lnTo>
                    <a:pt x="1677" y="1541"/>
                  </a:lnTo>
                  <a:cubicBezTo>
                    <a:pt x="1702" y="1541"/>
                    <a:pt x="1723" y="1561"/>
                    <a:pt x="1723" y="1586"/>
                  </a:cubicBezTo>
                  <a:lnTo>
                    <a:pt x="1723" y="2040"/>
                  </a:lnTo>
                  <a:close/>
                  <a:moveTo>
                    <a:pt x="1723" y="1042"/>
                  </a:moveTo>
                  <a:cubicBezTo>
                    <a:pt x="1723" y="1067"/>
                    <a:pt x="1702" y="1088"/>
                    <a:pt x="1677" y="1088"/>
                  </a:cubicBezTo>
                  <a:lnTo>
                    <a:pt x="1224" y="1088"/>
                  </a:lnTo>
                  <a:cubicBezTo>
                    <a:pt x="1199" y="1088"/>
                    <a:pt x="1179" y="1067"/>
                    <a:pt x="1179" y="1042"/>
                  </a:cubicBezTo>
                  <a:lnTo>
                    <a:pt x="1179" y="589"/>
                  </a:lnTo>
                  <a:cubicBezTo>
                    <a:pt x="1179" y="564"/>
                    <a:pt x="1199" y="544"/>
                    <a:pt x="1224" y="544"/>
                  </a:cubicBezTo>
                  <a:lnTo>
                    <a:pt x="1677" y="544"/>
                  </a:lnTo>
                  <a:cubicBezTo>
                    <a:pt x="1702" y="544"/>
                    <a:pt x="1723" y="564"/>
                    <a:pt x="1723" y="589"/>
                  </a:cubicBezTo>
                  <a:lnTo>
                    <a:pt x="1723" y="1042"/>
                  </a:lnTo>
                  <a:close/>
                  <a:moveTo>
                    <a:pt x="2539" y="4034"/>
                  </a:moveTo>
                  <a:cubicBezTo>
                    <a:pt x="2539" y="4059"/>
                    <a:pt x="2518" y="4080"/>
                    <a:pt x="2493" y="4080"/>
                  </a:cubicBezTo>
                  <a:lnTo>
                    <a:pt x="2040" y="4080"/>
                  </a:lnTo>
                  <a:cubicBezTo>
                    <a:pt x="2015" y="4080"/>
                    <a:pt x="1995" y="4059"/>
                    <a:pt x="1995" y="4034"/>
                  </a:cubicBezTo>
                  <a:lnTo>
                    <a:pt x="1995" y="3581"/>
                  </a:lnTo>
                  <a:cubicBezTo>
                    <a:pt x="1995" y="3556"/>
                    <a:pt x="2015" y="3536"/>
                    <a:pt x="2040" y="3536"/>
                  </a:cubicBezTo>
                  <a:lnTo>
                    <a:pt x="2493" y="3536"/>
                  </a:lnTo>
                  <a:cubicBezTo>
                    <a:pt x="2518" y="3536"/>
                    <a:pt x="2539" y="3556"/>
                    <a:pt x="2539" y="3581"/>
                  </a:cubicBezTo>
                  <a:lnTo>
                    <a:pt x="2539" y="4034"/>
                  </a:lnTo>
                  <a:close/>
                  <a:moveTo>
                    <a:pt x="2539" y="3037"/>
                  </a:moveTo>
                  <a:cubicBezTo>
                    <a:pt x="2539" y="3062"/>
                    <a:pt x="2518" y="3082"/>
                    <a:pt x="2493" y="3082"/>
                  </a:cubicBezTo>
                  <a:lnTo>
                    <a:pt x="2040" y="3082"/>
                  </a:lnTo>
                  <a:cubicBezTo>
                    <a:pt x="2015" y="3082"/>
                    <a:pt x="1995" y="3062"/>
                    <a:pt x="1995" y="3037"/>
                  </a:cubicBezTo>
                  <a:lnTo>
                    <a:pt x="1995" y="2584"/>
                  </a:lnTo>
                  <a:cubicBezTo>
                    <a:pt x="1995" y="2559"/>
                    <a:pt x="2015" y="2538"/>
                    <a:pt x="2040" y="2538"/>
                  </a:cubicBezTo>
                  <a:lnTo>
                    <a:pt x="2493" y="2538"/>
                  </a:lnTo>
                  <a:cubicBezTo>
                    <a:pt x="2518" y="2538"/>
                    <a:pt x="2539" y="2559"/>
                    <a:pt x="2539" y="2584"/>
                  </a:cubicBezTo>
                  <a:lnTo>
                    <a:pt x="2539" y="3037"/>
                  </a:lnTo>
                  <a:close/>
                  <a:moveTo>
                    <a:pt x="2539" y="2040"/>
                  </a:moveTo>
                  <a:cubicBezTo>
                    <a:pt x="2539" y="2065"/>
                    <a:pt x="2518" y="2085"/>
                    <a:pt x="2493" y="2085"/>
                  </a:cubicBezTo>
                  <a:lnTo>
                    <a:pt x="2040" y="2085"/>
                  </a:lnTo>
                  <a:cubicBezTo>
                    <a:pt x="2015" y="2085"/>
                    <a:pt x="1995" y="2065"/>
                    <a:pt x="1995" y="2040"/>
                  </a:cubicBezTo>
                  <a:lnTo>
                    <a:pt x="1995" y="1586"/>
                  </a:lnTo>
                  <a:cubicBezTo>
                    <a:pt x="1995" y="1561"/>
                    <a:pt x="2015" y="1541"/>
                    <a:pt x="2040" y="1541"/>
                  </a:cubicBezTo>
                  <a:lnTo>
                    <a:pt x="2493" y="1541"/>
                  </a:lnTo>
                  <a:cubicBezTo>
                    <a:pt x="2518" y="1541"/>
                    <a:pt x="2539" y="1561"/>
                    <a:pt x="2539" y="1586"/>
                  </a:cubicBezTo>
                  <a:lnTo>
                    <a:pt x="2539" y="2040"/>
                  </a:lnTo>
                  <a:close/>
                  <a:moveTo>
                    <a:pt x="2539" y="1042"/>
                  </a:moveTo>
                  <a:cubicBezTo>
                    <a:pt x="2539" y="1067"/>
                    <a:pt x="2518" y="1088"/>
                    <a:pt x="2493" y="1088"/>
                  </a:cubicBezTo>
                  <a:lnTo>
                    <a:pt x="2040" y="1088"/>
                  </a:lnTo>
                  <a:cubicBezTo>
                    <a:pt x="2015" y="1088"/>
                    <a:pt x="1995" y="1067"/>
                    <a:pt x="1995" y="1042"/>
                  </a:cubicBezTo>
                  <a:lnTo>
                    <a:pt x="1995" y="589"/>
                  </a:lnTo>
                  <a:cubicBezTo>
                    <a:pt x="1995" y="564"/>
                    <a:pt x="2015" y="544"/>
                    <a:pt x="2040" y="544"/>
                  </a:cubicBezTo>
                  <a:lnTo>
                    <a:pt x="2493" y="544"/>
                  </a:lnTo>
                  <a:cubicBezTo>
                    <a:pt x="2518" y="544"/>
                    <a:pt x="2539" y="564"/>
                    <a:pt x="2539" y="589"/>
                  </a:cubicBezTo>
                  <a:lnTo>
                    <a:pt x="2539" y="1042"/>
                  </a:lnTo>
                  <a:close/>
                  <a:moveTo>
                    <a:pt x="6099" y="2610"/>
                  </a:moveTo>
                  <a:lnTo>
                    <a:pt x="3379" y="1845"/>
                  </a:lnTo>
                  <a:cubicBezTo>
                    <a:pt x="3321" y="1829"/>
                    <a:pt x="3264" y="1873"/>
                    <a:pt x="3264" y="1933"/>
                  </a:cubicBezTo>
                  <a:lnTo>
                    <a:pt x="3264" y="5440"/>
                  </a:lnTo>
                  <a:lnTo>
                    <a:pt x="3627" y="5440"/>
                  </a:lnTo>
                  <a:lnTo>
                    <a:pt x="3627" y="4714"/>
                  </a:lnTo>
                  <a:cubicBezTo>
                    <a:pt x="3627" y="4664"/>
                    <a:pt x="3667" y="4624"/>
                    <a:pt x="3717" y="4624"/>
                  </a:cubicBezTo>
                  <a:lnTo>
                    <a:pt x="4080" y="4624"/>
                  </a:lnTo>
                  <a:cubicBezTo>
                    <a:pt x="4130" y="4624"/>
                    <a:pt x="4171" y="4664"/>
                    <a:pt x="4171" y="4714"/>
                  </a:cubicBezTo>
                  <a:lnTo>
                    <a:pt x="4171" y="5440"/>
                  </a:lnTo>
                  <a:lnTo>
                    <a:pt x="6165" y="5440"/>
                  </a:lnTo>
                  <a:lnTo>
                    <a:pt x="6165" y="2698"/>
                  </a:lnTo>
                  <a:cubicBezTo>
                    <a:pt x="6165" y="2657"/>
                    <a:pt x="6138" y="2621"/>
                    <a:pt x="6099" y="2610"/>
                  </a:cubicBezTo>
                  <a:close/>
                  <a:moveTo>
                    <a:pt x="4171" y="4216"/>
                  </a:moveTo>
                  <a:cubicBezTo>
                    <a:pt x="4171" y="4241"/>
                    <a:pt x="4150" y="4261"/>
                    <a:pt x="4125" y="4261"/>
                  </a:cubicBezTo>
                  <a:lnTo>
                    <a:pt x="3672" y="4261"/>
                  </a:lnTo>
                  <a:cubicBezTo>
                    <a:pt x="3647" y="4261"/>
                    <a:pt x="3627" y="4241"/>
                    <a:pt x="3627" y="4216"/>
                  </a:cubicBezTo>
                  <a:lnTo>
                    <a:pt x="3627" y="3762"/>
                  </a:lnTo>
                  <a:cubicBezTo>
                    <a:pt x="3627" y="3737"/>
                    <a:pt x="3647" y="3717"/>
                    <a:pt x="3672" y="3717"/>
                  </a:cubicBezTo>
                  <a:lnTo>
                    <a:pt x="4125" y="3717"/>
                  </a:lnTo>
                  <a:cubicBezTo>
                    <a:pt x="4150" y="3717"/>
                    <a:pt x="4171" y="3737"/>
                    <a:pt x="4171" y="3762"/>
                  </a:cubicBezTo>
                  <a:lnTo>
                    <a:pt x="4171" y="4216"/>
                  </a:lnTo>
                  <a:close/>
                  <a:moveTo>
                    <a:pt x="4171" y="3218"/>
                  </a:moveTo>
                  <a:cubicBezTo>
                    <a:pt x="4171" y="3243"/>
                    <a:pt x="4150" y="3264"/>
                    <a:pt x="4125" y="3264"/>
                  </a:cubicBezTo>
                  <a:lnTo>
                    <a:pt x="3672" y="3264"/>
                  </a:lnTo>
                  <a:cubicBezTo>
                    <a:pt x="3647" y="3264"/>
                    <a:pt x="3627" y="3243"/>
                    <a:pt x="3627" y="3218"/>
                  </a:cubicBezTo>
                  <a:lnTo>
                    <a:pt x="3627" y="2765"/>
                  </a:lnTo>
                  <a:cubicBezTo>
                    <a:pt x="3627" y="2740"/>
                    <a:pt x="3647" y="2720"/>
                    <a:pt x="3672" y="2720"/>
                  </a:cubicBezTo>
                  <a:lnTo>
                    <a:pt x="4125" y="2720"/>
                  </a:lnTo>
                  <a:cubicBezTo>
                    <a:pt x="4150" y="2720"/>
                    <a:pt x="4171" y="2740"/>
                    <a:pt x="4171" y="2765"/>
                  </a:cubicBezTo>
                  <a:lnTo>
                    <a:pt x="4171" y="3218"/>
                  </a:lnTo>
                  <a:close/>
                  <a:moveTo>
                    <a:pt x="4987" y="4216"/>
                  </a:moveTo>
                  <a:cubicBezTo>
                    <a:pt x="4987" y="4241"/>
                    <a:pt x="4966" y="4261"/>
                    <a:pt x="4941" y="4261"/>
                  </a:cubicBezTo>
                  <a:lnTo>
                    <a:pt x="4488" y="4261"/>
                  </a:lnTo>
                  <a:cubicBezTo>
                    <a:pt x="4463" y="4261"/>
                    <a:pt x="4443" y="4241"/>
                    <a:pt x="4443" y="4216"/>
                  </a:cubicBezTo>
                  <a:lnTo>
                    <a:pt x="4443" y="3762"/>
                  </a:lnTo>
                  <a:cubicBezTo>
                    <a:pt x="4443" y="3737"/>
                    <a:pt x="4463" y="3717"/>
                    <a:pt x="4488" y="3717"/>
                  </a:cubicBezTo>
                  <a:lnTo>
                    <a:pt x="4941" y="3717"/>
                  </a:lnTo>
                  <a:cubicBezTo>
                    <a:pt x="4966" y="3717"/>
                    <a:pt x="4987" y="3737"/>
                    <a:pt x="4987" y="3762"/>
                  </a:cubicBezTo>
                  <a:lnTo>
                    <a:pt x="4987" y="4216"/>
                  </a:lnTo>
                  <a:close/>
                  <a:moveTo>
                    <a:pt x="4987" y="3218"/>
                  </a:moveTo>
                  <a:cubicBezTo>
                    <a:pt x="4987" y="3243"/>
                    <a:pt x="4966" y="3264"/>
                    <a:pt x="4941" y="3264"/>
                  </a:cubicBezTo>
                  <a:lnTo>
                    <a:pt x="4488" y="3264"/>
                  </a:lnTo>
                  <a:cubicBezTo>
                    <a:pt x="4463" y="3264"/>
                    <a:pt x="4443" y="3243"/>
                    <a:pt x="4443" y="3218"/>
                  </a:cubicBezTo>
                  <a:lnTo>
                    <a:pt x="4443" y="2765"/>
                  </a:lnTo>
                  <a:cubicBezTo>
                    <a:pt x="4443" y="2740"/>
                    <a:pt x="4463" y="2720"/>
                    <a:pt x="4488" y="2720"/>
                  </a:cubicBezTo>
                  <a:lnTo>
                    <a:pt x="4941" y="2720"/>
                  </a:lnTo>
                  <a:cubicBezTo>
                    <a:pt x="4966" y="2720"/>
                    <a:pt x="4987" y="2740"/>
                    <a:pt x="4987" y="2765"/>
                  </a:cubicBezTo>
                  <a:lnTo>
                    <a:pt x="4987" y="3218"/>
                  </a:lnTo>
                  <a:close/>
                  <a:moveTo>
                    <a:pt x="5803" y="4216"/>
                  </a:moveTo>
                  <a:cubicBezTo>
                    <a:pt x="5803" y="4241"/>
                    <a:pt x="5782" y="4261"/>
                    <a:pt x="5757" y="4261"/>
                  </a:cubicBezTo>
                  <a:lnTo>
                    <a:pt x="5304" y="4261"/>
                  </a:lnTo>
                  <a:cubicBezTo>
                    <a:pt x="5279" y="4261"/>
                    <a:pt x="5259" y="4241"/>
                    <a:pt x="5259" y="4216"/>
                  </a:cubicBezTo>
                  <a:lnTo>
                    <a:pt x="5259" y="3762"/>
                  </a:lnTo>
                  <a:cubicBezTo>
                    <a:pt x="5259" y="3737"/>
                    <a:pt x="5279" y="3717"/>
                    <a:pt x="5304" y="3717"/>
                  </a:cubicBezTo>
                  <a:lnTo>
                    <a:pt x="5757" y="3717"/>
                  </a:lnTo>
                  <a:cubicBezTo>
                    <a:pt x="5782" y="3717"/>
                    <a:pt x="5803" y="3737"/>
                    <a:pt x="5803" y="3762"/>
                  </a:cubicBezTo>
                  <a:lnTo>
                    <a:pt x="5803" y="4216"/>
                  </a:lnTo>
                  <a:close/>
                  <a:moveTo>
                    <a:pt x="5803" y="3218"/>
                  </a:moveTo>
                  <a:cubicBezTo>
                    <a:pt x="5803" y="3243"/>
                    <a:pt x="5782" y="3264"/>
                    <a:pt x="5757" y="3264"/>
                  </a:cubicBezTo>
                  <a:lnTo>
                    <a:pt x="5304" y="3264"/>
                  </a:lnTo>
                  <a:cubicBezTo>
                    <a:pt x="5279" y="3264"/>
                    <a:pt x="5259" y="3243"/>
                    <a:pt x="5259" y="3218"/>
                  </a:cubicBezTo>
                  <a:lnTo>
                    <a:pt x="5259" y="2765"/>
                  </a:lnTo>
                  <a:cubicBezTo>
                    <a:pt x="5259" y="2740"/>
                    <a:pt x="5279" y="2720"/>
                    <a:pt x="5304" y="2720"/>
                  </a:cubicBezTo>
                  <a:lnTo>
                    <a:pt x="5757" y="2720"/>
                  </a:lnTo>
                  <a:cubicBezTo>
                    <a:pt x="5782" y="2720"/>
                    <a:pt x="5803" y="2740"/>
                    <a:pt x="5803" y="2765"/>
                  </a:cubicBezTo>
                  <a:lnTo>
                    <a:pt x="5803" y="32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19" name="íśḻîḋê">
              <a:extLst>
                <a:ext uri="{FF2B5EF4-FFF2-40B4-BE49-F238E27FC236}">
                  <a16:creationId xmlns:a16="http://schemas.microsoft.com/office/drawing/2014/main" id="{B889E879-2E2F-40D3-9824-51134B06B978}"/>
                </a:ext>
              </a:extLst>
            </p:cNvPr>
            <p:cNvGrpSpPr/>
            <p:nvPr/>
          </p:nvGrpSpPr>
          <p:grpSpPr>
            <a:xfrm>
              <a:off x="8664691" y="4660223"/>
              <a:ext cx="2855797" cy="1210855"/>
              <a:chOff x="8211000" y="1130300"/>
              <a:chExt cx="2760913" cy="1210855"/>
            </a:xfrm>
          </p:grpSpPr>
          <p:sp>
            <p:nvSpPr>
              <p:cNvPr id="22" name="îṥ1ïḋè">
                <a:extLst>
                  <a:ext uri="{FF2B5EF4-FFF2-40B4-BE49-F238E27FC236}">
                    <a16:creationId xmlns:a16="http://schemas.microsoft.com/office/drawing/2014/main" id="{CE22E042-34F8-44F3-8D95-71723F2880E6}"/>
                  </a:ext>
                </a:extLst>
              </p:cNvPr>
              <p:cNvSpPr txBox="1"/>
              <p:nvPr/>
            </p:nvSpPr>
            <p:spPr bwMode="auto">
              <a:xfrm>
                <a:off x="8211000" y="1130300"/>
                <a:ext cx="2760913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r" defTabSz="913765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T</a:t>
                </a:r>
                <a:r>
                  <a:rPr kumimoji="0" lang="en-US" altLang="zh-CN" sz="1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 </a:t>
                </a:r>
                <a:r>
                  <a:rPr kumimoji="0" lang="en-US" altLang="zh-CN" sz="2000" b="1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ext </a:t>
                </a: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rPr>
                  <a:t>here</a:t>
                </a:r>
              </a:p>
            </p:txBody>
          </p:sp>
          <p:sp>
            <p:nvSpPr>
              <p:cNvPr id="23" name="iṡḷïḑe">
                <a:extLst>
                  <a:ext uri="{FF2B5EF4-FFF2-40B4-BE49-F238E27FC236}">
                    <a16:creationId xmlns:a16="http://schemas.microsoft.com/office/drawing/2014/main" id="{C4E53DBD-7619-441E-AC03-EBE20B79B4ED}"/>
                  </a:ext>
                </a:extLst>
              </p:cNvPr>
              <p:cNvSpPr/>
              <p:nvPr/>
            </p:nvSpPr>
            <p:spPr bwMode="auto">
              <a:xfrm>
                <a:off x="8211000" y="1572107"/>
                <a:ext cx="2760913" cy="7690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 algn="r">
                  <a:lnSpc>
                    <a:spcPct val="150000"/>
                  </a:lnSpc>
                  <a:defRPr/>
                </a:pPr>
                <a:r>
                  <a:rPr lang="en-US" altLang="zh-CN" sz="1100">
                    <a:solidFill>
                      <a:srgbClr val="000000"/>
                    </a:solidFill>
                  </a:rPr>
                  <a:t>Sup</a:t>
                </a:r>
                <a:r>
                  <a:rPr lang="en-US" altLang="zh-CN" sz="100">
                    <a:solidFill>
                      <a:srgbClr val="000000"/>
                    </a:solidFill>
                  </a:rPr>
                  <a:t> </a:t>
                </a:r>
                <a:r>
                  <a:rPr lang="en-US" altLang="zh-CN" sz="1100">
                    <a:solidFill>
                      <a:srgbClr val="000000"/>
                    </a:solidFill>
                  </a:rPr>
                  <a:t>porting text here.</a:t>
                </a:r>
              </a:p>
              <a:p>
                <a:pPr lvl="0" algn="r">
                  <a:lnSpc>
                    <a:spcPct val="150000"/>
                  </a:lnSpc>
                  <a:defRPr/>
                </a:pPr>
                <a:r>
                  <a:rPr lang="en-US" altLang="zh-CN" sz="1100">
                    <a:solidFill>
                      <a:srgbClr val="000000"/>
                    </a:solidFill>
                  </a:rPr>
                  <a:t>…… </a:t>
                </a:r>
                <a:endParaRPr lang="en-US" altLang="zh-CN" sz="1100" dirty="0">
                  <a:solidFill>
                    <a:srgbClr val="000000"/>
                  </a:solidFill>
                </a:endParaRPr>
              </a:p>
            </p:txBody>
          </p:sp>
        </p:grp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6A442DC1-D323-405F-AA0A-FA57D6430ED2}"/>
                </a:ext>
              </a:extLst>
            </p:cNvPr>
            <p:cNvCxnSpPr>
              <a:cxnSpLocks/>
            </p:cNvCxnSpPr>
            <p:nvPr/>
          </p:nvCxnSpPr>
          <p:spPr>
            <a:xfrm>
              <a:off x="8664690" y="5102028"/>
              <a:ext cx="2846371" cy="0"/>
            </a:xfrm>
            <a:prstGeom prst="line">
              <a:avLst/>
            </a:prstGeom>
            <a:ln w="3175" cap="rnd">
              <a:solidFill>
                <a:schemeClr val="tx2">
                  <a:lumMod val="90000"/>
                </a:schemeClr>
              </a:solidFill>
              <a:round/>
              <a:headEnd type="none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iṡḻiďê">
              <a:extLst>
                <a:ext uri="{FF2B5EF4-FFF2-40B4-BE49-F238E27FC236}">
                  <a16:creationId xmlns:a16="http://schemas.microsoft.com/office/drawing/2014/main" id="{5BA3185E-204F-4064-A67C-365E9FCBE25A}"/>
                </a:ext>
              </a:extLst>
            </p:cNvPr>
            <p:cNvSpPr/>
            <p:nvPr/>
          </p:nvSpPr>
          <p:spPr bwMode="auto">
            <a:xfrm>
              <a:off x="8663764" y="4696038"/>
              <a:ext cx="358620" cy="315953"/>
            </a:xfrm>
            <a:custGeom>
              <a:avLst/>
              <a:gdLst>
                <a:gd name="T0" fmla="*/ 0 w 6165"/>
                <a:gd name="T1" fmla="*/ 90 h 5440"/>
                <a:gd name="T2" fmla="*/ 363 w 6165"/>
                <a:gd name="T3" fmla="*/ 4624 h 5440"/>
                <a:gd name="T4" fmla="*/ 907 w 6165"/>
                <a:gd name="T5" fmla="*/ 4624 h 5440"/>
                <a:gd name="T6" fmla="*/ 2901 w 6165"/>
                <a:gd name="T7" fmla="*/ 90 h 5440"/>
                <a:gd name="T8" fmla="*/ 861 w 6165"/>
                <a:gd name="T9" fmla="*/ 4080 h 5440"/>
                <a:gd name="T10" fmla="*/ 363 w 6165"/>
                <a:gd name="T11" fmla="*/ 3581 h 5440"/>
                <a:gd name="T12" fmla="*/ 907 w 6165"/>
                <a:gd name="T13" fmla="*/ 3581 h 5440"/>
                <a:gd name="T14" fmla="*/ 861 w 6165"/>
                <a:gd name="T15" fmla="*/ 3082 h 5440"/>
                <a:gd name="T16" fmla="*/ 363 w 6165"/>
                <a:gd name="T17" fmla="*/ 2584 h 5440"/>
                <a:gd name="T18" fmla="*/ 907 w 6165"/>
                <a:gd name="T19" fmla="*/ 2584 h 5440"/>
                <a:gd name="T20" fmla="*/ 861 w 6165"/>
                <a:gd name="T21" fmla="*/ 2085 h 5440"/>
                <a:gd name="T22" fmla="*/ 363 w 6165"/>
                <a:gd name="T23" fmla="*/ 1586 h 5440"/>
                <a:gd name="T24" fmla="*/ 907 w 6165"/>
                <a:gd name="T25" fmla="*/ 1586 h 5440"/>
                <a:gd name="T26" fmla="*/ 861 w 6165"/>
                <a:gd name="T27" fmla="*/ 1088 h 5440"/>
                <a:gd name="T28" fmla="*/ 363 w 6165"/>
                <a:gd name="T29" fmla="*/ 589 h 5440"/>
                <a:gd name="T30" fmla="*/ 907 w 6165"/>
                <a:gd name="T31" fmla="*/ 589 h 5440"/>
                <a:gd name="T32" fmla="*/ 1677 w 6165"/>
                <a:gd name="T33" fmla="*/ 4080 h 5440"/>
                <a:gd name="T34" fmla="*/ 1179 w 6165"/>
                <a:gd name="T35" fmla="*/ 3581 h 5440"/>
                <a:gd name="T36" fmla="*/ 1723 w 6165"/>
                <a:gd name="T37" fmla="*/ 3581 h 5440"/>
                <a:gd name="T38" fmla="*/ 1677 w 6165"/>
                <a:gd name="T39" fmla="*/ 3082 h 5440"/>
                <a:gd name="T40" fmla="*/ 1179 w 6165"/>
                <a:gd name="T41" fmla="*/ 2584 h 5440"/>
                <a:gd name="T42" fmla="*/ 1723 w 6165"/>
                <a:gd name="T43" fmla="*/ 2584 h 5440"/>
                <a:gd name="T44" fmla="*/ 1677 w 6165"/>
                <a:gd name="T45" fmla="*/ 2085 h 5440"/>
                <a:gd name="T46" fmla="*/ 1179 w 6165"/>
                <a:gd name="T47" fmla="*/ 1586 h 5440"/>
                <a:gd name="T48" fmla="*/ 1723 w 6165"/>
                <a:gd name="T49" fmla="*/ 1586 h 5440"/>
                <a:gd name="T50" fmla="*/ 1677 w 6165"/>
                <a:gd name="T51" fmla="*/ 1088 h 5440"/>
                <a:gd name="T52" fmla="*/ 1179 w 6165"/>
                <a:gd name="T53" fmla="*/ 589 h 5440"/>
                <a:gd name="T54" fmla="*/ 1723 w 6165"/>
                <a:gd name="T55" fmla="*/ 589 h 5440"/>
                <a:gd name="T56" fmla="*/ 2493 w 6165"/>
                <a:gd name="T57" fmla="*/ 4080 h 5440"/>
                <a:gd name="T58" fmla="*/ 1995 w 6165"/>
                <a:gd name="T59" fmla="*/ 3581 h 5440"/>
                <a:gd name="T60" fmla="*/ 2539 w 6165"/>
                <a:gd name="T61" fmla="*/ 3581 h 5440"/>
                <a:gd name="T62" fmla="*/ 2493 w 6165"/>
                <a:gd name="T63" fmla="*/ 3082 h 5440"/>
                <a:gd name="T64" fmla="*/ 1995 w 6165"/>
                <a:gd name="T65" fmla="*/ 2584 h 5440"/>
                <a:gd name="T66" fmla="*/ 2539 w 6165"/>
                <a:gd name="T67" fmla="*/ 2584 h 5440"/>
                <a:gd name="T68" fmla="*/ 2493 w 6165"/>
                <a:gd name="T69" fmla="*/ 2085 h 5440"/>
                <a:gd name="T70" fmla="*/ 1995 w 6165"/>
                <a:gd name="T71" fmla="*/ 1586 h 5440"/>
                <a:gd name="T72" fmla="*/ 2539 w 6165"/>
                <a:gd name="T73" fmla="*/ 1586 h 5440"/>
                <a:gd name="T74" fmla="*/ 2493 w 6165"/>
                <a:gd name="T75" fmla="*/ 1088 h 5440"/>
                <a:gd name="T76" fmla="*/ 1995 w 6165"/>
                <a:gd name="T77" fmla="*/ 589 h 5440"/>
                <a:gd name="T78" fmla="*/ 2539 w 6165"/>
                <a:gd name="T79" fmla="*/ 589 h 5440"/>
                <a:gd name="T80" fmla="*/ 3379 w 6165"/>
                <a:gd name="T81" fmla="*/ 1845 h 5440"/>
                <a:gd name="T82" fmla="*/ 3627 w 6165"/>
                <a:gd name="T83" fmla="*/ 5440 h 5440"/>
                <a:gd name="T84" fmla="*/ 4080 w 6165"/>
                <a:gd name="T85" fmla="*/ 4624 h 5440"/>
                <a:gd name="T86" fmla="*/ 6165 w 6165"/>
                <a:gd name="T87" fmla="*/ 5440 h 5440"/>
                <a:gd name="T88" fmla="*/ 4171 w 6165"/>
                <a:gd name="T89" fmla="*/ 4216 h 5440"/>
                <a:gd name="T90" fmla="*/ 3627 w 6165"/>
                <a:gd name="T91" fmla="*/ 4216 h 5440"/>
                <a:gd name="T92" fmla="*/ 4125 w 6165"/>
                <a:gd name="T93" fmla="*/ 3717 h 5440"/>
                <a:gd name="T94" fmla="*/ 4171 w 6165"/>
                <a:gd name="T95" fmla="*/ 3218 h 5440"/>
                <a:gd name="T96" fmla="*/ 3627 w 6165"/>
                <a:gd name="T97" fmla="*/ 3218 h 5440"/>
                <a:gd name="T98" fmla="*/ 4125 w 6165"/>
                <a:gd name="T99" fmla="*/ 2720 h 5440"/>
                <a:gd name="T100" fmla="*/ 4987 w 6165"/>
                <a:gd name="T101" fmla="*/ 4216 h 5440"/>
                <a:gd name="T102" fmla="*/ 4443 w 6165"/>
                <a:gd name="T103" fmla="*/ 4216 h 5440"/>
                <a:gd name="T104" fmla="*/ 4941 w 6165"/>
                <a:gd name="T105" fmla="*/ 3717 h 5440"/>
                <a:gd name="T106" fmla="*/ 4987 w 6165"/>
                <a:gd name="T107" fmla="*/ 3218 h 5440"/>
                <a:gd name="T108" fmla="*/ 4443 w 6165"/>
                <a:gd name="T109" fmla="*/ 3218 h 5440"/>
                <a:gd name="T110" fmla="*/ 4941 w 6165"/>
                <a:gd name="T111" fmla="*/ 2720 h 5440"/>
                <a:gd name="T112" fmla="*/ 5803 w 6165"/>
                <a:gd name="T113" fmla="*/ 4216 h 5440"/>
                <a:gd name="T114" fmla="*/ 5259 w 6165"/>
                <a:gd name="T115" fmla="*/ 4216 h 5440"/>
                <a:gd name="T116" fmla="*/ 5757 w 6165"/>
                <a:gd name="T117" fmla="*/ 3717 h 5440"/>
                <a:gd name="T118" fmla="*/ 5803 w 6165"/>
                <a:gd name="T119" fmla="*/ 3218 h 5440"/>
                <a:gd name="T120" fmla="*/ 5259 w 6165"/>
                <a:gd name="T121" fmla="*/ 3218 h 5440"/>
                <a:gd name="T122" fmla="*/ 5757 w 6165"/>
                <a:gd name="T123" fmla="*/ 2720 h 5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165" h="5440">
                  <a:moveTo>
                    <a:pt x="2811" y="0"/>
                  </a:moveTo>
                  <a:lnTo>
                    <a:pt x="91" y="0"/>
                  </a:lnTo>
                  <a:cubicBezTo>
                    <a:pt x="41" y="0"/>
                    <a:pt x="0" y="40"/>
                    <a:pt x="0" y="90"/>
                  </a:cubicBezTo>
                  <a:lnTo>
                    <a:pt x="0" y="5440"/>
                  </a:lnTo>
                  <a:lnTo>
                    <a:pt x="363" y="5440"/>
                  </a:lnTo>
                  <a:lnTo>
                    <a:pt x="363" y="4624"/>
                  </a:lnTo>
                  <a:cubicBezTo>
                    <a:pt x="363" y="4574"/>
                    <a:pt x="403" y="4533"/>
                    <a:pt x="453" y="4533"/>
                  </a:cubicBezTo>
                  <a:lnTo>
                    <a:pt x="816" y="4533"/>
                  </a:lnTo>
                  <a:cubicBezTo>
                    <a:pt x="866" y="4533"/>
                    <a:pt x="907" y="4574"/>
                    <a:pt x="907" y="4624"/>
                  </a:cubicBezTo>
                  <a:lnTo>
                    <a:pt x="907" y="5440"/>
                  </a:lnTo>
                  <a:lnTo>
                    <a:pt x="2901" y="5440"/>
                  </a:lnTo>
                  <a:lnTo>
                    <a:pt x="2901" y="90"/>
                  </a:lnTo>
                  <a:cubicBezTo>
                    <a:pt x="2901" y="40"/>
                    <a:pt x="2861" y="0"/>
                    <a:pt x="2811" y="0"/>
                  </a:cubicBezTo>
                  <a:close/>
                  <a:moveTo>
                    <a:pt x="907" y="4034"/>
                  </a:moveTo>
                  <a:cubicBezTo>
                    <a:pt x="907" y="4059"/>
                    <a:pt x="886" y="4080"/>
                    <a:pt x="861" y="4080"/>
                  </a:cubicBezTo>
                  <a:lnTo>
                    <a:pt x="408" y="4080"/>
                  </a:lnTo>
                  <a:cubicBezTo>
                    <a:pt x="383" y="4080"/>
                    <a:pt x="363" y="4059"/>
                    <a:pt x="363" y="4034"/>
                  </a:cubicBezTo>
                  <a:lnTo>
                    <a:pt x="363" y="3581"/>
                  </a:lnTo>
                  <a:cubicBezTo>
                    <a:pt x="363" y="3556"/>
                    <a:pt x="383" y="3536"/>
                    <a:pt x="408" y="3536"/>
                  </a:cubicBezTo>
                  <a:lnTo>
                    <a:pt x="861" y="3536"/>
                  </a:lnTo>
                  <a:cubicBezTo>
                    <a:pt x="886" y="3536"/>
                    <a:pt x="907" y="3556"/>
                    <a:pt x="907" y="3581"/>
                  </a:cubicBezTo>
                  <a:lnTo>
                    <a:pt x="907" y="4034"/>
                  </a:lnTo>
                  <a:close/>
                  <a:moveTo>
                    <a:pt x="907" y="3037"/>
                  </a:moveTo>
                  <a:cubicBezTo>
                    <a:pt x="907" y="3062"/>
                    <a:pt x="886" y="3082"/>
                    <a:pt x="861" y="3082"/>
                  </a:cubicBezTo>
                  <a:lnTo>
                    <a:pt x="408" y="3082"/>
                  </a:lnTo>
                  <a:cubicBezTo>
                    <a:pt x="383" y="3082"/>
                    <a:pt x="363" y="3062"/>
                    <a:pt x="363" y="3037"/>
                  </a:cubicBezTo>
                  <a:lnTo>
                    <a:pt x="363" y="2584"/>
                  </a:lnTo>
                  <a:cubicBezTo>
                    <a:pt x="363" y="2559"/>
                    <a:pt x="383" y="2538"/>
                    <a:pt x="408" y="2538"/>
                  </a:cubicBezTo>
                  <a:lnTo>
                    <a:pt x="861" y="2538"/>
                  </a:lnTo>
                  <a:cubicBezTo>
                    <a:pt x="886" y="2538"/>
                    <a:pt x="907" y="2559"/>
                    <a:pt x="907" y="2584"/>
                  </a:cubicBezTo>
                  <a:lnTo>
                    <a:pt x="907" y="3037"/>
                  </a:lnTo>
                  <a:close/>
                  <a:moveTo>
                    <a:pt x="907" y="2040"/>
                  </a:moveTo>
                  <a:cubicBezTo>
                    <a:pt x="907" y="2065"/>
                    <a:pt x="886" y="2085"/>
                    <a:pt x="861" y="2085"/>
                  </a:cubicBezTo>
                  <a:lnTo>
                    <a:pt x="408" y="2085"/>
                  </a:lnTo>
                  <a:cubicBezTo>
                    <a:pt x="383" y="2085"/>
                    <a:pt x="363" y="2065"/>
                    <a:pt x="363" y="2040"/>
                  </a:cubicBezTo>
                  <a:lnTo>
                    <a:pt x="363" y="1586"/>
                  </a:lnTo>
                  <a:cubicBezTo>
                    <a:pt x="363" y="1561"/>
                    <a:pt x="383" y="1541"/>
                    <a:pt x="408" y="1541"/>
                  </a:cubicBezTo>
                  <a:lnTo>
                    <a:pt x="861" y="1541"/>
                  </a:lnTo>
                  <a:cubicBezTo>
                    <a:pt x="886" y="1541"/>
                    <a:pt x="907" y="1561"/>
                    <a:pt x="907" y="1586"/>
                  </a:cubicBezTo>
                  <a:lnTo>
                    <a:pt x="907" y="2040"/>
                  </a:lnTo>
                  <a:close/>
                  <a:moveTo>
                    <a:pt x="907" y="1042"/>
                  </a:moveTo>
                  <a:cubicBezTo>
                    <a:pt x="907" y="1067"/>
                    <a:pt x="886" y="1088"/>
                    <a:pt x="861" y="1088"/>
                  </a:cubicBezTo>
                  <a:lnTo>
                    <a:pt x="408" y="1088"/>
                  </a:lnTo>
                  <a:cubicBezTo>
                    <a:pt x="383" y="1088"/>
                    <a:pt x="363" y="1067"/>
                    <a:pt x="363" y="1042"/>
                  </a:cubicBezTo>
                  <a:lnTo>
                    <a:pt x="363" y="589"/>
                  </a:lnTo>
                  <a:cubicBezTo>
                    <a:pt x="363" y="564"/>
                    <a:pt x="383" y="544"/>
                    <a:pt x="408" y="544"/>
                  </a:cubicBezTo>
                  <a:lnTo>
                    <a:pt x="861" y="544"/>
                  </a:lnTo>
                  <a:cubicBezTo>
                    <a:pt x="886" y="544"/>
                    <a:pt x="907" y="564"/>
                    <a:pt x="907" y="589"/>
                  </a:cubicBezTo>
                  <a:lnTo>
                    <a:pt x="907" y="1042"/>
                  </a:lnTo>
                  <a:close/>
                  <a:moveTo>
                    <a:pt x="1723" y="4034"/>
                  </a:moveTo>
                  <a:cubicBezTo>
                    <a:pt x="1723" y="4059"/>
                    <a:pt x="1702" y="4080"/>
                    <a:pt x="1677" y="4080"/>
                  </a:cubicBezTo>
                  <a:lnTo>
                    <a:pt x="1224" y="4080"/>
                  </a:lnTo>
                  <a:cubicBezTo>
                    <a:pt x="1199" y="4080"/>
                    <a:pt x="1179" y="4059"/>
                    <a:pt x="1179" y="4034"/>
                  </a:cubicBezTo>
                  <a:lnTo>
                    <a:pt x="1179" y="3581"/>
                  </a:lnTo>
                  <a:cubicBezTo>
                    <a:pt x="1179" y="3556"/>
                    <a:pt x="1199" y="3536"/>
                    <a:pt x="1224" y="3536"/>
                  </a:cubicBezTo>
                  <a:lnTo>
                    <a:pt x="1677" y="3536"/>
                  </a:lnTo>
                  <a:cubicBezTo>
                    <a:pt x="1702" y="3536"/>
                    <a:pt x="1723" y="3556"/>
                    <a:pt x="1723" y="3581"/>
                  </a:cubicBezTo>
                  <a:lnTo>
                    <a:pt x="1723" y="4034"/>
                  </a:lnTo>
                  <a:close/>
                  <a:moveTo>
                    <a:pt x="1723" y="3037"/>
                  </a:moveTo>
                  <a:cubicBezTo>
                    <a:pt x="1723" y="3062"/>
                    <a:pt x="1702" y="3082"/>
                    <a:pt x="1677" y="3082"/>
                  </a:cubicBezTo>
                  <a:lnTo>
                    <a:pt x="1224" y="3082"/>
                  </a:lnTo>
                  <a:cubicBezTo>
                    <a:pt x="1199" y="3082"/>
                    <a:pt x="1179" y="3062"/>
                    <a:pt x="1179" y="3037"/>
                  </a:cubicBezTo>
                  <a:lnTo>
                    <a:pt x="1179" y="2584"/>
                  </a:lnTo>
                  <a:cubicBezTo>
                    <a:pt x="1179" y="2559"/>
                    <a:pt x="1199" y="2538"/>
                    <a:pt x="1224" y="2538"/>
                  </a:cubicBezTo>
                  <a:lnTo>
                    <a:pt x="1677" y="2538"/>
                  </a:lnTo>
                  <a:cubicBezTo>
                    <a:pt x="1702" y="2538"/>
                    <a:pt x="1723" y="2559"/>
                    <a:pt x="1723" y="2584"/>
                  </a:cubicBezTo>
                  <a:lnTo>
                    <a:pt x="1723" y="3037"/>
                  </a:lnTo>
                  <a:close/>
                  <a:moveTo>
                    <a:pt x="1723" y="2040"/>
                  </a:moveTo>
                  <a:cubicBezTo>
                    <a:pt x="1723" y="2065"/>
                    <a:pt x="1702" y="2085"/>
                    <a:pt x="1677" y="2085"/>
                  </a:cubicBezTo>
                  <a:lnTo>
                    <a:pt x="1224" y="2085"/>
                  </a:lnTo>
                  <a:cubicBezTo>
                    <a:pt x="1199" y="2085"/>
                    <a:pt x="1179" y="2065"/>
                    <a:pt x="1179" y="2040"/>
                  </a:cubicBezTo>
                  <a:lnTo>
                    <a:pt x="1179" y="1586"/>
                  </a:lnTo>
                  <a:cubicBezTo>
                    <a:pt x="1179" y="1561"/>
                    <a:pt x="1199" y="1541"/>
                    <a:pt x="1224" y="1541"/>
                  </a:cubicBezTo>
                  <a:lnTo>
                    <a:pt x="1677" y="1541"/>
                  </a:lnTo>
                  <a:cubicBezTo>
                    <a:pt x="1702" y="1541"/>
                    <a:pt x="1723" y="1561"/>
                    <a:pt x="1723" y="1586"/>
                  </a:cubicBezTo>
                  <a:lnTo>
                    <a:pt x="1723" y="2040"/>
                  </a:lnTo>
                  <a:close/>
                  <a:moveTo>
                    <a:pt x="1723" y="1042"/>
                  </a:moveTo>
                  <a:cubicBezTo>
                    <a:pt x="1723" y="1067"/>
                    <a:pt x="1702" y="1088"/>
                    <a:pt x="1677" y="1088"/>
                  </a:cubicBezTo>
                  <a:lnTo>
                    <a:pt x="1224" y="1088"/>
                  </a:lnTo>
                  <a:cubicBezTo>
                    <a:pt x="1199" y="1088"/>
                    <a:pt x="1179" y="1067"/>
                    <a:pt x="1179" y="1042"/>
                  </a:cubicBezTo>
                  <a:lnTo>
                    <a:pt x="1179" y="589"/>
                  </a:lnTo>
                  <a:cubicBezTo>
                    <a:pt x="1179" y="564"/>
                    <a:pt x="1199" y="544"/>
                    <a:pt x="1224" y="544"/>
                  </a:cubicBezTo>
                  <a:lnTo>
                    <a:pt x="1677" y="544"/>
                  </a:lnTo>
                  <a:cubicBezTo>
                    <a:pt x="1702" y="544"/>
                    <a:pt x="1723" y="564"/>
                    <a:pt x="1723" y="589"/>
                  </a:cubicBezTo>
                  <a:lnTo>
                    <a:pt x="1723" y="1042"/>
                  </a:lnTo>
                  <a:close/>
                  <a:moveTo>
                    <a:pt x="2539" y="4034"/>
                  </a:moveTo>
                  <a:cubicBezTo>
                    <a:pt x="2539" y="4059"/>
                    <a:pt x="2518" y="4080"/>
                    <a:pt x="2493" y="4080"/>
                  </a:cubicBezTo>
                  <a:lnTo>
                    <a:pt x="2040" y="4080"/>
                  </a:lnTo>
                  <a:cubicBezTo>
                    <a:pt x="2015" y="4080"/>
                    <a:pt x="1995" y="4059"/>
                    <a:pt x="1995" y="4034"/>
                  </a:cubicBezTo>
                  <a:lnTo>
                    <a:pt x="1995" y="3581"/>
                  </a:lnTo>
                  <a:cubicBezTo>
                    <a:pt x="1995" y="3556"/>
                    <a:pt x="2015" y="3536"/>
                    <a:pt x="2040" y="3536"/>
                  </a:cubicBezTo>
                  <a:lnTo>
                    <a:pt x="2493" y="3536"/>
                  </a:lnTo>
                  <a:cubicBezTo>
                    <a:pt x="2518" y="3536"/>
                    <a:pt x="2539" y="3556"/>
                    <a:pt x="2539" y="3581"/>
                  </a:cubicBezTo>
                  <a:lnTo>
                    <a:pt x="2539" y="4034"/>
                  </a:lnTo>
                  <a:close/>
                  <a:moveTo>
                    <a:pt x="2539" y="3037"/>
                  </a:moveTo>
                  <a:cubicBezTo>
                    <a:pt x="2539" y="3062"/>
                    <a:pt x="2518" y="3082"/>
                    <a:pt x="2493" y="3082"/>
                  </a:cubicBezTo>
                  <a:lnTo>
                    <a:pt x="2040" y="3082"/>
                  </a:lnTo>
                  <a:cubicBezTo>
                    <a:pt x="2015" y="3082"/>
                    <a:pt x="1995" y="3062"/>
                    <a:pt x="1995" y="3037"/>
                  </a:cubicBezTo>
                  <a:lnTo>
                    <a:pt x="1995" y="2584"/>
                  </a:lnTo>
                  <a:cubicBezTo>
                    <a:pt x="1995" y="2559"/>
                    <a:pt x="2015" y="2538"/>
                    <a:pt x="2040" y="2538"/>
                  </a:cubicBezTo>
                  <a:lnTo>
                    <a:pt x="2493" y="2538"/>
                  </a:lnTo>
                  <a:cubicBezTo>
                    <a:pt x="2518" y="2538"/>
                    <a:pt x="2539" y="2559"/>
                    <a:pt x="2539" y="2584"/>
                  </a:cubicBezTo>
                  <a:lnTo>
                    <a:pt x="2539" y="3037"/>
                  </a:lnTo>
                  <a:close/>
                  <a:moveTo>
                    <a:pt x="2539" y="2040"/>
                  </a:moveTo>
                  <a:cubicBezTo>
                    <a:pt x="2539" y="2065"/>
                    <a:pt x="2518" y="2085"/>
                    <a:pt x="2493" y="2085"/>
                  </a:cubicBezTo>
                  <a:lnTo>
                    <a:pt x="2040" y="2085"/>
                  </a:lnTo>
                  <a:cubicBezTo>
                    <a:pt x="2015" y="2085"/>
                    <a:pt x="1995" y="2065"/>
                    <a:pt x="1995" y="2040"/>
                  </a:cubicBezTo>
                  <a:lnTo>
                    <a:pt x="1995" y="1586"/>
                  </a:lnTo>
                  <a:cubicBezTo>
                    <a:pt x="1995" y="1561"/>
                    <a:pt x="2015" y="1541"/>
                    <a:pt x="2040" y="1541"/>
                  </a:cubicBezTo>
                  <a:lnTo>
                    <a:pt x="2493" y="1541"/>
                  </a:lnTo>
                  <a:cubicBezTo>
                    <a:pt x="2518" y="1541"/>
                    <a:pt x="2539" y="1561"/>
                    <a:pt x="2539" y="1586"/>
                  </a:cubicBezTo>
                  <a:lnTo>
                    <a:pt x="2539" y="2040"/>
                  </a:lnTo>
                  <a:close/>
                  <a:moveTo>
                    <a:pt x="2539" y="1042"/>
                  </a:moveTo>
                  <a:cubicBezTo>
                    <a:pt x="2539" y="1067"/>
                    <a:pt x="2518" y="1088"/>
                    <a:pt x="2493" y="1088"/>
                  </a:cubicBezTo>
                  <a:lnTo>
                    <a:pt x="2040" y="1088"/>
                  </a:lnTo>
                  <a:cubicBezTo>
                    <a:pt x="2015" y="1088"/>
                    <a:pt x="1995" y="1067"/>
                    <a:pt x="1995" y="1042"/>
                  </a:cubicBezTo>
                  <a:lnTo>
                    <a:pt x="1995" y="589"/>
                  </a:lnTo>
                  <a:cubicBezTo>
                    <a:pt x="1995" y="564"/>
                    <a:pt x="2015" y="544"/>
                    <a:pt x="2040" y="544"/>
                  </a:cubicBezTo>
                  <a:lnTo>
                    <a:pt x="2493" y="544"/>
                  </a:lnTo>
                  <a:cubicBezTo>
                    <a:pt x="2518" y="544"/>
                    <a:pt x="2539" y="564"/>
                    <a:pt x="2539" y="589"/>
                  </a:cubicBezTo>
                  <a:lnTo>
                    <a:pt x="2539" y="1042"/>
                  </a:lnTo>
                  <a:close/>
                  <a:moveTo>
                    <a:pt x="6099" y="2610"/>
                  </a:moveTo>
                  <a:lnTo>
                    <a:pt x="3379" y="1845"/>
                  </a:lnTo>
                  <a:cubicBezTo>
                    <a:pt x="3321" y="1829"/>
                    <a:pt x="3264" y="1873"/>
                    <a:pt x="3264" y="1933"/>
                  </a:cubicBezTo>
                  <a:lnTo>
                    <a:pt x="3264" y="5440"/>
                  </a:lnTo>
                  <a:lnTo>
                    <a:pt x="3627" y="5440"/>
                  </a:lnTo>
                  <a:lnTo>
                    <a:pt x="3627" y="4714"/>
                  </a:lnTo>
                  <a:cubicBezTo>
                    <a:pt x="3627" y="4664"/>
                    <a:pt x="3667" y="4624"/>
                    <a:pt x="3717" y="4624"/>
                  </a:cubicBezTo>
                  <a:lnTo>
                    <a:pt x="4080" y="4624"/>
                  </a:lnTo>
                  <a:cubicBezTo>
                    <a:pt x="4130" y="4624"/>
                    <a:pt x="4171" y="4664"/>
                    <a:pt x="4171" y="4714"/>
                  </a:cubicBezTo>
                  <a:lnTo>
                    <a:pt x="4171" y="5440"/>
                  </a:lnTo>
                  <a:lnTo>
                    <a:pt x="6165" y="5440"/>
                  </a:lnTo>
                  <a:lnTo>
                    <a:pt x="6165" y="2698"/>
                  </a:lnTo>
                  <a:cubicBezTo>
                    <a:pt x="6165" y="2657"/>
                    <a:pt x="6138" y="2621"/>
                    <a:pt x="6099" y="2610"/>
                  </a:cubicBezTo>
                  <a:close/>
                  <a:moveTo>
                    <a:pt x="4171" y="4216"/>
                  </a:moveTo>
                  <a:cubicBezTo>
                    <a:pt x="4171" y="4241"/>
                    <a:pt x="4150" y="4261"/>
                    <a:pt x="4125" y="4261"/>
                  </a:cubicBezTo>
                  <a:lnTo>
                    <a:pt x="3672" y="4261"/>
                  </a:lnTo>
                  <a:cubicBezTo>
                    <a:pt x="3647" y="4261"/>
                    <a:pt x="3627" y="4241"/>
                    <a:pt x="3627" y="4216"/>
                  </a:cubicBezTo>
                  <a:lnTo>
                    <a:pt x="3627" y="3762"/>
                  </a:lnTo>
                  <a:cubicBezTo>
                    <a:pt x="3627" y="3737"/>
                    <a:pt x="3647" y="3717"/>
                    <a:pt x="3672" y="3717"/>
                  </a:cubicBezTo>
                  <a:lnTo>
                    <a:pt x="4125" y="3717"/>
                  </a:lnTo>
                  <a:cubicBezTo>
                    <a:pt x="4150" y="3717"/>
                    <a:pt x="4171" y="3737"/>
                    <a:pt x="4171" y="3762"/>
                  </a:cubicBezTo>
                  <a:lnTo>
                    <a:pt x="4171" y="4216"/>
                  </a:lnTo>
                  <a:close/>
                  <a:moveTo>
                    <a:pt x="4171" y="3218"/>
                  </a:moveTo>
                  <a:cubicBezTo>
                    <a:pt x="4171" y="3243"/>
                    <a:pt x="4150" y="3264"/>
                    <a:pt x="4125" y="3264"/>
                  </a:cubicBezTo>
                  <a:lnTo>
                    <a:pt x="3672" y="3264"/>
                  </a:lnTo>
                  <a:cubicBezTo>
                    <a:pt x="3647" y="3264"/>
                    <a:pt x="3627" y="3243"/>
                    <a:pt x="3627" y="3218"/>
                  </a:cubicBezTo>
                  <a:lnTo>
                    <a:pt x="3627" y="2765"/>
                  </a:lnTo>
                  <a:cubicBezTo>
                    <a:pt x="3627" y="2740"/>
                    <a:pt x="3647" y="2720"/>
                    <a:pt x="3672" y="2720"/>
                  </a:cubicBezTo>
                  <a:lnTo>
                    <a:pt x="4125" y="2720"/>
                  </a:lnTo>
                  <a:cubicBezTo>
                    <a:pt x="4150" y="2720"/>
                    <a:pt x="4171" y="2740"/>
                    <a:pt x="4171" y="2765"/>
                  </a:cubicBezTo>
                  <a:lnTo>
                    <a:pt x="4171" y="3218"/>
                  </a:lnTo>
                  <a:close/>
                  <a:moveTo>
                    <a:pt x="4987" y="4216"/>
                  </a:moveTo>
                  <a:cubicBezTo>
                    <a:pt x="4987" y="4241"/>
                    <a:pt x="4966" y="4261"/>
                    <a:pt x="4941" y="4261"/>
                  </a:cubicBezTo>
                  <a:lnTo>
                    <a:pt x="4488" y="4261"/>
                  </a:lnTo>
                  <a:cubicBezTo>
                    <a:pt x="4463" y="4261"/>
                    <a:pt x="4443" y="4241"/>
                    <a:pt x="4443" y="4216"/>
                  </a:cubicBezTo>
                  <a:lnTo>
                    <a:pt x="4443" y="3762"/>
                  </a:lnTo>
                  <a:cubicBezTo>
                    <a:pt x="4443" y="3737"/>
                    <a:pt x="4463" y="3717"/>
                    <a:pt x="4488" y="3717"/>
                  </a:cubicBezTo>
                  <a:lnTo>
                    <a:pt x="4941" y="3717"/>
                  </a:lnTo>
                  <a:cubicBezTo>
                    <a:pt x="4966" y="3717"/>
                    <a:pt x="4987" y="3737"/>
                    <a:pt x="4987" y="3762"/>
                  </a:cubicBezTo>
                  <a:lnTo>
                    <a:pt x="4987" y="4216"/>
                  </a:lnTo>
                  <a:close/>
                  <a:moveTo>
                    <a:pt x="4987" y="3218"/>
                  </a:moveTo>
                  <a:cubicBezTo>
                    <a:pt x="4987" y="3243"/>
                    <a:pt x="4966" y="3264"/>
                    <a:pt x="4941" y="3264"/>
                  </a:cubicBezTo>
                  <a:lnTo>
                    <a:pt x="4488" y="3264"/>
                  </a:lnTo>
                  <a:cubicBezTo>
                    <a:pt x="4463" y="3264"/>
                    <a:pt x="4443" y="3243"/>
                    <a:pt x="4443" y="3218"/>
                  </a:cubicBezTo>
                  <a:lnTo>
                    <a:pt x="4443" y="2765"/>
                  </a:lnTo>
                  <a:cubicBezTo>
                    <a:pt x="4443" y="2740"/>
                    <a:pt x="4463" y="2720"/>
                    <a:pt x="4488" y="2720"/>
                  </a:cubicBezTo>
                  <a:lnTo>
                    <a:pt x="4941" y="2720"/>
                  </a:lnTo>
                  <a:cubicBezTo>
                    <a:pt x="4966" y="2720"/>
                    <a:pt x="4987" y="2740"/>
                    <a:pt x="4987" y="2765"/>
                  </a:cubicBezTo>
                  <a:lnTo>
                    <a:pt x="4987" y="3218"/>
                  </a:lnTo>
                  <a:close/>
                  <a:moveTo>
                    <a:pt x="5803" y="4216"/>
                  </a:moveTo>
                  <a:cubicBezTo>
                    <a:pt x="5803" y="4241"/>
                    <a:pt x="5782" y="4261"/>
                    <a:pt x="5757" y="4261"/>
                  </a:cubicBezTo>
                  <a:lnTo>
                    <a:pt x="5304" y="4261"/>
                  </a:lnTo>
                  <a:cubicBezTo>
                    <a:pt x="5279" y="4261"/>
                    <a:pt x="5259" y="4241"/>
                    <a:pt x="5259" y="4216"/>
                  </a:cubicBezTo>
                  <a:lnTo>
                    <a:pt x="5259" y="3762"/>
                  </a:lnTo>
                  <a:cubicBezTo>
                    <a:pt x="5259" y="3737"/>
                    <a:pt x="5279" y="3717"/>
                    <a:pt x="5304" y="3717"/>
                  </a:cubicBezTo>
                  <a:lnTo>
                    <a:pt x="5757" y="3717"/>
                  </a:lnTo>
                  <a:cubicBezTo>
                    <a:pt x="5782" y="3717"/>
                    <a:pt x="5803" y="3737"/>
                    <a:pt x="5803" y="3762"/>
                  </a:cubicBezTo>
                  <a:lnTo>
                    <a:pt x="5803" y="4216"/>
                  </a:lnTo>
                  <a:close/>
                  <a:moveTo>
                    <a:pt x="5803" y="3218"/>
                  </a:moveTo>
                  <a:cubicBezTo>
                    <a:pt x="5803" y="3243"/>
                    <a:pt x="5782" y="3264"/>
                    <a:pt x="5757" y="3264"/>
                  </a:cubicBezTo>
                  <a:lnTo>
                    <a:pt x="5304" y="3264"/>
                  </a:lnTo>
                  <a:cubicBezTo>
                    <a:pt x="5279" y="3264"/>
                    <a:pt x="5259" y="3243"/>
                    <a:pt x="5259" y="3218"/>
                  </a:cubicBezTo>
                  <a:lnTo>
                    <a:pt x="5259" y="2765"/>
                  </a:lnTo>
                  <a:cubicBezTo>
                    <a:pt x="5259" y="2740"/>
                    <a:pt x="5279" y="2720"/>
                    <a:pt x="5304" y="2720"/>
                  </a:cubicBezTo>
                  <a:lnTo>
                    <a:pt x="5757" y="2720"/>
                  </a:lnTo>
                  <a:cubicBezTo>
                    <a:pt x="5782" y="2720"/>
                    <a:pt x="5803" y="2740"/>
                    <a:pt x="5803" y="2765"/>
                  </a:cubicBezTo>
                  <a:lnTo>
                    <a:pt x="5803" y="321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rmAutofit fontScale="92500" lnSpcReduction="20000"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823803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</a:t>
            </a:r>
            <a:r>
              <a:rPr lang="en-US" altLang="zh-CN" sz="100"/>
              <a:t> </a:t>
            </a:r>
            <a:r>
              <a:rPr lang="en-US" altLang="zh-CN"/>
              <a:t>tion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/>
              <a:t>Supporting</a:t>
            </a:r>
            <a:r>
              <a:rPr lang="en-US" altLang="zh-CN" sz="100"/>
              <a:t> </a:t>
            </a:r>
            <a:r>
              <a:rPr lang="en-US" altLang="zh-CN"/>
              <a:t> </a:t>
            </a:r>
            <a:r>
              <a:rPr lang="en-US" altLang="zh-CN" dirty="0"/>
              <a:t>text here.</a:t>
            </a:r>
          </a:p>
          <a:p>
            <a:pPr lvl="0"/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732004" y="2313213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00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 </a:t>
            </a:r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03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429165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02C506-8FA5-46AD-8524-BBB6D29A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31E7F0-74EC-4712-B79B-C10A93B1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</a:t>
            </a:r>
            <a:r>
              <a:rPr lang="zh-CN" altLang="en-US" sz="100"/>
              <a:t> </a:t>
            </a:r>
            <a:r>
              <a:rPr lang="zh-CN" altLang="en-US"/>
              <a:t>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2DADB2-1C3A-41D6-A3B7-98FF7F61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22</a:t>
            </a:fld>
            <a:r>
              <a:rPr lang="zh-CN" altLang="en-US" sz="100"/>
              <a:t> </a:t>
            </a:r>
          </a:p>
        </p:txBody>
      </p:sp>
      <p:grpSp>
        <p:nvGrpSpPr>
          <p:cNvPr id="5" name="277642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06AF7FF-814A-40E9-BC18-0828FEA62064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130300"/>
            <a:ext cx="10845800" cy="5016500"/>
            <a:chOff x="673100" y="1130300"/>
            <a:chExt cx="10845800" cy="5016500"/>
          </a:xfrm>
        </p:grpSpPr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43544FFD-AD08-461A-A955-C49ED85D17FD}"/>
                </a:ext>
              </a:extLst>
            </p:cNvPr>
            <p:cNvCxnSpPr/>
            <p:nvPr/>
          </p:nvCxnSpPr>
          <p:spPr>
            <a:xfrm>
              <a:off x="673100" y="3638550"/>
              <a:ext cx="108458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702CC80-6AA8-42CD-8FDB-7C25EBD6130C}"/>
                </a:ext>
              </a:extLst>
            </p:cNvPr>
            <p:cNvCxnSpPr/>
            <p:nvPr/>
          </p:nvCxnSpPr>
          <p:spPr>
            <a:xfrm>
              <a:off x="6096000" y="1130300"/>
              <a:ext cx="0" cy="501650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îş1íḑè">
              <a:extLst>
                <a:ext uri="{FF2B5EF4-FFF2-40B4-BE49-F238E27FC236}">
                  <a16:creationId xmlns:a16="http://schemas.microsoft.com/office/drawing/2014/main" id="{4F5F5FE3-027E-4F75-8E34-3E5FFF0E458F}"/>
                </a:ext>
              </a:extLst>
            </p:cNvPr>
            <p:cNvSpPr/>
            <p:nvPr/>
          </p:nvSpPr>
          <p:spPr>
            <a:xfrm>
              <a:off x="4320988" y="1863538"/>
              <a:ext cx="3550024" cy="3550024"/>
            </a:xfrm>
            <a:prstGeom prst="diamond">
              <a:avLst/>
            </a:prstGeom>
            <a:solidFill>
              <a:schemeClr val="bg1">
                <a:lumMod val="9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îṣḻiḍè">
              <a:extLst>
                <a:ext uri="{FF2B5EF4-FFF2-40B4-BE49-F238E27FC236}">
                  <a16:creationId xmlns:a16="http://schemas.microsoft.com/office/drawing/2014/main" id="{5BD3AE90-3FD7-44EF-BBB6-C08D4B955493}"/>
                </a:ext>
              </a:extLst>
            </p:cNvPr>
            <p:cNvSpPr/>
            <p:nvPr/>
          </p:nvSpPr>
          <p:spPr>
            <a:xfrm>
              <a:off x="4432375" y="1978519"/>
              <a:ext cx="1552237" cy="1545051"/>
            </a:xfrm>
            <a:prstGeom prst="roundRect">
              <a:avLst>
                <a:gd name="adj" fmla="val 8973"/>
              </a:avLst>
            </a:prstGeom>
            <a:solidFill>
              <a:schemeClr val="bg1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grpSp>
          <p:nvGrpSpPr>
            <p:cNvPr id="10" name="ïṩļíḓê">
              <a:extLst>
                <a:ext uri="{FF2B5EF4-FFF2-40B4-BE49-F238E27FC236}">
                  <a16:creationId xmlns:a16="http://schemas.microsoft.com/office/drawing/2014/main" id="{1D5B5AE3-89AA-4072-B597-4C548CE1A7EC}"/>
                </a:ext>
              </a:extLst>
            </p:cNvPr>
            <p:cNvGrpSpPr/>
            <p:nvPr/>
          </p:nvGrpSpPr>
          <p:grpSpPr>
            <a:xfrm>
              <a:off x="2401513" y="2187170"/>
              <a:ext cx="1684618" cy="1005914"/>
              <a:chOff x="9672575" y="1647223"/>
              <a:chExt cx="1846325" cy="1005914"/>
            </a:xfrm>
          </p:grpSpPr>
          <p:sp>
            <p:nvSpPr>
              <p:cNvPr id="27" name="ï$ḻiḍe">
                <a:extLst>
                  <a:ext uri="{FF2B5EF4-FFF2-40B4-BE49-F238E27FC236}">
                    <a16:creationId xmlns:a16="http://schemas.microsoft.com/office/drawing/2014/main" id="{73DA5CA1-A22D-45FF-B355-18D3880E7B99}"/>
                  </a:ext>
                </a:extLst>
              </p:cNvPr>
              <p:cNvSpPr/>
              <p:nvPr/>
            </p:nvSpPr>
            <p:spPr>
              <a:xfrm>
                <a:off x="9672578" y="1647223"/>
                <a:ext cx="1846322" cy="410188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r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chemeClr val="tx1"/>
                    </a:solidFill>
                  </a:rPr>
                  <a:t>Text he</a:t>
                </a:r>
                <a:r>
                  <a:rPr lang="en-US" altLang="zh-CN" sz="1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400" b="1">
                    <a:solidFill>
                      <a:schemeClr val="tx1"/>
                    </a:solidFill>
                  </a:rPr>
                  <a:t>re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íṡľiḓê">
                <a:extLst>
                  <a:ext uri="{FF2B5EF4-FFF2-40B4-BE49-F238E27FC236}">
                    <a16:creationId xmlns:a16="http://schemas.microsoft.com/office/drawing/2014/main" id="{B40F5E8D-FBEB-4054-86D5-66BEF7C4392C}"/>
                  </a:ext>
                </a:extLst>
              </p:cNvPr>
              <p:cNvSpPr txBox="1"/>
              <p:nvPr/>
            </p:nvSpPr>
            <p:spPr>
              <a:xfrm>
                <a:off x="9672575" y="2057412"/>
                <a:ext cx="1846324" cy="595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Supporting tex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t </a:t>
                </a:r>
                <a:r>
                  <a:rPr lang="en-US" altLang="zh-CN" sz="1000" dirty="0"/>
                  <a:t>here.</a:t>
                </a:r>
              </a:p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Supporting text here.</a:t>
                </a:r>
              </a:p>
            </p:txBody>
          </p:sp>
        </p:grpSp>
        <p:sp>
          <p:nvSpPr>
            <p:cNvPr id="11" name="îšľïḓe">
              <a:extLst>
                <a:ext uri="{FF2B5EF4-FFF2-40B4-BE49-F238E27FC236}">
                  <a16:creationId xmlns:a16="http://schemas.microsoft.com/office/drawing/2014/main" id="{BFFA7563-4053-463F-83EE-DE9B5D642E59}"/>
                </a:ext>
              </a:extLst>
            </p:cNvPr>
            <p:cNvSpPr/>
            <p:nvPr/>
          </p:nvSpPr>
          <p:spPr>
            <a:xfrm>
              <a:off x="4902090" y="2504924"/>
              <a:ext cx="612810" cy="492240"/>
            </a:xfrm>
            <a:custGeom>
              <a:avLst/>
              <a:gdLst>
                <a:gd name="connsiteX0" fmla="*/ 360943 w 600541"/>
                <a:gd name="connsiteY0" fmla="*/ 344430 h 482385"/>
                <a:gd name="connsiteX1" fmla="*/ 415206 w 600541"/>
                <a:gd name="connsiteY1" fmla="*/ 369480 h 482385"/>
                <a:gd name="connsiteX2" fmla="*/ 334409 w 600541"/>
                <a:gd name="connsiteY2" fmla="*/ 431508 h 482385"/>
                <a:gd name="connsiteX3" fmla="*/ 360943 w 600541"/>
                <a:gd name="connsiteY3" fmla="*/ 344430 h 482385"/>
                <a:gd name="connsiteX4" fmla="*/ 158230 w 600541"/>
                <a:gd name="connsiteY4" fmla="*/ 344430 h 482385"/>
                <a:gd name="connsiteX5" fmla="*/ 184529 w 600541"/>
                <a:gd name="connsiteY5" fmla="*/ 431014 h 482385"/>
                <a:gd name="connsiteX6" fmla="*/ 104437 w 600541"/>
                <a:gd name="connsiteY6" fmla="*/ 369236 h 482385"/>
                <a:gd name="connsiteX7" fmla="*/ 158230 w 600541"/>
                <a:gd name="connsiteY7" fmla="*/ 344430 h 482385"/>
                <a:gd name="connsiteX8" fmla="*/ 272241 w 600541"/>
                <a:gd name="connsiteY8" fmla="*/ 331516 h 482385"/>
                <a:gd name="connsiteX9" fmla="*/ 343018 w 600541"/>
                <a:gd name="connsiteY9" fmla="*/ 339630 h 482385"/>
                <a:gd name="connsiteX10" fmla="*/ 308586 w 600541"/>
                <a:gd name="connsiteY10" fmla="*/ 440343 h 482385"/>
                <a:gd name="connsiteX11" fmla="*/ 272241 w 600541"/>
                <a:gd name="connsiteY11" fmla="*/ 445832 h 482385"/>
                <a:gd name="connsiteX12" fmla="*/ 253118 w 600541"/>
                <a:gd name="connsiteY12" fmla="*/ 331516 h 482385"/>
                <a:gd name="connsiteX13" fmla="*/ 253118 w 600541"/>
                <a:gd name="connsiteY13" fmla="*/ 446044 h 482385"/>
                <a:gd name="connsiteX14" fmla="*/ 212245 w 600541"/>
                <a:gd name="connsiteY14" fmla="*/ 440079 h 482385"/>
                <a:gd name="connsiteX15" fmla="*/ 177825 w 600541"/>
                <a:gd name="connsiteY15" fmla="*/ 339867 h 482385"/>
                <a:gd name="connsiteX16" fmla="*/ 253118 w 600541"/>
                <a:gd name="connsiteY16" fmla="*/ 331516 h 482385"/>
                <a:gd name="connsiteX17" fmla="*/ 368784 w 600541"/>
                <a:gd name="connsiteY17" fmla="*/ 260175 h 482385"/>
                <a:gd name="connsiteX18" fmla="*/ 454583 w 600541"/>
                <a:gd name="connsiteY18" fmla="*/ 260175 h 482385"/>
                <a:gd name="connsiteX19" fmla="*/ 425904 w 600541"/>
                <a:gd name="connsiteY19" fmla="*/ 353251 h 482385"/>
                <a:gd name="connsiteX20" fmla="*/ 363765 w 600541"/>
                <a:gd name="connsiteY20" fmla="*/ 325090 h 482385"/>
                <a:gd name="connsiteX21" fmla="*/ 368784 w 600541"/>
                <a:gd name="connsiteY21" fmla="*/ 260175 h 482385"/>
                <a:gd name="connsiteX22" fmla="*/ 272241 w 600541"/>
                <a:gd name="connsiteY22" fmla="*/ 260175 h 482385"/>
                <a:gd name="connsiteX23" fmla="*/ 349440 w 600541"/>
                <a:gd name="connsiteY23" fmla="*/ 260175 h 482385"/>
                <a:gd name="connsiteX24" fmla="*/ 345616 w 600541"/>
                <a:gd name="connsiteY24" fmla="*/ 320297 h 482385"/>
                <a:gd name="connsiteX25" fmla="*/ 272241 w 600541"/>
                <a:gd name="connsiteY25" fmla="*/ 312185 h 482385"/>
                <a:gd name="connsiteX26" fmla="*/ 169710 w 600541"/>
                <a:gd name="connsiteY26" fmla="*/ 260175 h 482385"/>
                <a:gd name="connsiteX27" fmla="*/ 253118 w 600541"/>
                <a:gd name="connsiteY27" fmla="*/ 260175 h 482385"/>
                <a:gd name="connsiteX28" fmla="*/ 253118 w 600541"/>
                <a:gd name="connsiteY28" fmla="*/ 312185 h 482385"/>
                <a:gd name="connsiteX29" fmla="*/ 174729 w 600541"/>
                <a:gd name="connsiteY29" fmla="*/ 320297 h 482385"/>
                <a:gd name="connsiteX30" fmla="*/ 169710 w 600541"/>
                <a:gd name="connsiteY30" fmla="*/ 260175 h 482385"/>
                <a:gd name="connsiteX31" fmla="*/ 65273 w 600541"/>
                <a:gd name="connsiteY31" fmla="*/ 260175 h 482385"/>
                <a:gd name="connsiteX32" fmla="*/ 150605 w 600541"/>
                <a:gd name="connsiteY32" fmla="*/ 260175 h 482385"/>
                <a:gd name="connsiteX33" fmla="*/ 155385 w 600541"/>
                <a:gd name="connsiteY33" fmla="*/ 325078 h 482385"/>
                <a:gd name="connsiteX34" fmla="*/ 93717 w 600541"/>
                <a:gd name="connsiteY34" fmla="*/ 352757 h 482385"/>
                <a:gd name="connsiteX35" fmla="*/ 65273 w 600541"/>
                <a:gd name="connsiteY35" fmla="*/ 260175 h 482385"/>
                <a:gd name="connsiteX36" fmla="*/ 346333 w 600541"/>
                <a:gd name="connsiteY36" fmla="*/ 186645 h 482385"/>
                <a:gd name="connsiteX37" fmla="*/ 349440 w 600541"/>
                <a:gd name="connsiteY37" fmla="*/ 244367 h 482385"/>
                <a:gd name="connsiteX38" fmla="*/ 272241 w 600541"/>
                <a:gd name="connsiteY38" fmla="*/ 244367 h 482385"/>
                <a:gd name="connsiteX39" fmla="*/ 272241 w 600541"/>
                <a:gd name="connsiteY39" fmla="*/ 193801 h 482385"/>
                <a:gd name="connsiteX40" fmla="*/ 346333 w 600541"/>
                <a:gd name="connsiteY40" fmla="*/ 186645 h 482385"/>
                <a:gd name="connsiteX41" fmla="*/ 174251 w 600541"/>
                <a:gd name="connsiteY41" fmla="*/ 186645 h 482385"/>
                <a:gd name="connsiteX42" fmla="*/ 253118 w 600541"/>
                <a:gd name="connsiteY42" fmla="*/ 193801 h 482385"/>
                <a:gd name="connsiteX43" fmla="*/ 253118 w 600541"/>
                <a:gd name="connsiteY43" fmla="*/ 244367 h 482385"/>
                <a:gd name="connsiteX44" fmla="*/ 169710 w 600541"/>
                <a:gd name="connsiteY44" fmla="*/ 244367 h 482385"/>
                <a:gd name="connsiteX45" fmla="*/ 174251 w 600541"/>
                <a:gd name="connsiteY45" fmla="*/ 186645 h 482385"/>
                <a:gd name="connsiteX46" fmla="*/ 92525 w 600541"/>
                <a:gd name="connsiteY46" fmla="*/ 153974 h 482385"/>
                <a:gd name="connsiteX47" fmla="*/ 154679 w 600541"/>
                <a:gd name="connsiteY47" fmla="*/ 181879 h 482385"/>
                <a:gd name="connsiteX48" fmla="*/ 150376 w 600541"/>
                <a:gd name="connsiteY48" fmla="*/ 244368 h 482385"/>
                <a:gd name="connsiteX49" fmla="*/ 65273 w 600541"/>
                <a:gd name="connsiteY49" fmla="*/ 244368 h 482385"/>
                <a:gd name="connsiteX50" fmla="*/ 92525 w 600541"/>
                <a:gd name="connsiteY50" fmla="*/ 153974 h 482385"/>
                <a:gd name="connsiteX51" fmla="*/ 426413 w 600541"/>
                <a:gd name="connsiteY51" fmla="*/ 153197 h 482385"/>
                <a:gd name="connsiteX52" fmla="*/ 429044 w 600541"/>
                <a:gd name="connsiteY52" fmla="*/ 156061 h 482385"/>
                <a:gd name="connsiteX53" fmla="*/ 444350 w 600541"/>
                <a:gd name="connsiteY53" fmla="*/ 188758 h 482385"/>
                <a:gd name="connsiteX54" fmla="*/ 404410 w 600541"/>
                <a:gd name="connsiteY54" fmla="*/ 212863 h 482385"/>
                <a:gd name="connsiteX55" fmla="*/ 392930 w 600541"/>
                <a:gd name="connsiteY55" fmla="*/ 231002 h 482385"/>
                <a:gd name="connsiteX56" fmla="*/ 394844 w 600541"/>
                <a:gd name="connsiteY56" fmla="*/ 244367 h 482385"/>
                <a:gd name="connsiteX57" fmla="*/ 368775 w 600541"/>
                <a:gd name="connsiteY57" fmla="*/ 244367 h 482385"/>
                <a:gd name="connsiteX58" fmla="*/ 364470 w 600541"/>
                <a:gd name="connsiteY58" fmla="*/ 181837 h 482385"/>
                <a:gd name="connsiteX59" fmla="*/ 426413 w 600541"/>
                <a:gd name="connsiteY59" fmla="*/ 153197 h 482385"/>
                <a:gd name="connsiteX60" fmla="*/ 182835 w 600541"/>
                <a:gd name="connsiteY60" fmla="*/ 72541 h 482385"/>
                <a:gd name="connsiteX61" fmla="*/ 157498 w 600541"/>
                <a:gd name="connsiteY61" fmla="*/ 161101 h 482385"/>
                <a:gd name="connsiteX62" fmla="*/ 103237 w 600541"/>
                <a:gd name="connsiteY62" fmla="*/ 135798 h 482385"/>
                <a:gd name="connsiteX63" fmla="*/ 182835 w 600541"/>
                <a:gd name="connsiteY63" fmla="*/ 72541 h 482385"/>
                <a:gd name="connsiteX64" fmla="*/ 336032 w 600541"/>
                <a:gd name="connsiteY64" fmla="*/ 72330 h 482385"/>
                <a:gd name="connsiteX65" fmla="*/ 374284 w 600541"/>
                <a:gd name="connsiteY65" fmla="*/ 93807 h 482385"/>
                <a:gd name="connsiteX66" fmla="*/ 373806 w 600541"/>
                <a:gd name="connsiteY66" fmla="*/ 94284 h 482385"/>
                <a:gd name="connsiteX67" fmla="*/ 361852 w 600541"/>
                <a:gd name="connsiteY67" fmla="*/ 111943 h 482385"/>
                <a:gd name="connsiteX68" fmla="*/ 368785 w 600541"/>
                <a:gd name="connsiteY68" fmla="*/ 131988 h 482385"/>
                <a:gd name="connsiteX69" fmla="*/ 370220 w 600541"/>
                <a:gd name="connsiteY69" fmla="*/ 133420 h 482385"/>
                <a:gd name="connsiteX70" fmla="*/ 393649 w 600541"/>
                <a:gd name="connsiteY70" fmla="*/ 142726 h 482385"/>
                <a:gd name="connsiteX71" fmla="*/ 396279 w 600541"/>
                <a:gd name="connsiteY71" fmla="*/ 142726 h 482385"/>
                <a:gd name="connsiteX72" fmla="*/ 407515 w 600541"/>
                <a:gd name="connsiteY72" fmla="*/ 141533 h 482385"/>
                <a:gd name="connsiteX73" fmla="*/ 361613 w 600541"/>
                <a:gd name="connsiteY73" fmla="*/ 161101 h 482385"/>
                <a:gd name="connsiteX74" fmla="*/ 336032 w 600541"/>
                <a:gd name="connsiteY74" fmla="*/ 72330 h 482385"/>
                <a:gd name="connsiteX75" fmla="*/ 272241 w 600541"/>
                <a:gd name="connsiteY75" fmla="*/ 57299 h 482385"/>
                <a:gd name="connsiteX76" fmla="*/ 310732 w 600541"/>
                <a:gd name="connsiteY76" fmla="*/ 63263 h 482385"/>
                <a:gd name="connsiteX77" fmla="*/ 343724 w 600541"/>
                <a:gd name="connsiteY77" fmla="*/ 165849 h 482385"/>
                <a:gd name="connsiteX78" fmla="*/ 272241 w 600541"/>
                <a:gd name="connsiteY78" fmla="*/ 174438 h 482385"/>
                <a:gd name="connsiteX79" fmla="*/ 253118 w 600541"/>
                <a:gd name="connsiteY79" fmla="*/ 57017 h 482385"/>
                <a:gd name="connsiteX80" fmla="*/ 253118 w 600541"/>
                <a:gd name="connsiteY80" fmla="*/ 174438 h 482385"/>
                <a:gd name="connsiteX81" fmla="*/ 177119 w 600541"/>
                <a:gd name="connsiteY81" fmla="*/ 165846 h 482385"/>
                <a:gd name="connsiteX82" fmla="*/ 209861 w 600541"/>
                <a:gd name="connsiteY82" fmla="*/ 63461 h 482385"/>
                <a:gd name="connsiteX83" fmla="*/ 253118 w 600541"/>
                <a:gd name="connsiteY83" fmla="*/ 57017 h 482385"/>
                <a:gd name="connsiteX84" fmla="*/ 253128 w 600541"/>
                <a:gd name="connsiteY84" fmla="*/ 0 h 482385"/>
                <a:gd name="connsiteX85" fmla="*/ 424509 w 600541"/>
                <a:gd name="connsiteY85" fmla="*/ 66832 h 482385"/>
                <a:gd name="connsiteX86" fmla="*/ 436699 w 600541"/>
                <a:gd name="connsiteY86" fmla="*/ 45350 h 482385"/>
                <a:gd name="connsiteX87" fmla="*/ 445782 w 600541"/>
                <a:gd name="connsiteY87" fmla="*/ 40099 h 482385"/>
                <a:gd name="connsiteX88" fmla="*/ 453192 w 600541"/>
                <a:gd name="connsiteY88" fmla="*/ 43202 h 482385"/>
                <a:gd name="connsiteX89" fmla="*/ 459168 w 600541"/>
                <a:gd name="connsiteY89" fmla="*/ 48931 h 482385"/>
                <a:gd name="connsiteX90" fmla="*/ 463231 w 600541"/>
                <a:gd name="connsiteY90" fmla="*/ 60865 h 482385"/>
                <a:gd name="connsiteX91" fmla="*/ 461080 w 600541"/>
                <a:gd name="connsiteY91" fmla="*/ 82585 h 482385"/>
                <a:gd name="connsiteX92" fmla="*/ 517251 w 600541"/>
                <a:gd name="connsiteY92" fmla="*/ 138677 h 482385"/>
                <a:gd name="connsiteX93" fmla="*/ 553582 w 600541"/>
                <a:gd name="connsiteY93" fmla="*/ 79005 h 482385"/>
                <a:gd name="connsiteX94" fmla="*/ 564578 w 600541"/>
                <a:gd name="connsiteY94" fmla="*/ 72561 h 482385"/>
                <a:gd name="connsiteX95" fmla="*/ 573900 w 600541"/>
                <a:gd name="connsiteY95" fmla="*/ 76618 h 482385"/>
                <a:gd name="connsiteX96" fmla="*/ 578441 w 600541"/>
                <a:gd name="connsiteY96" fmla="*/ 80915 h 482385"/>
                <a:gd name="connsiteX97" fmla="*/ 582983 w 600541"/>
                <a:gd name="connsiteY97" fmla="*/ 99532 h 482385"/>
                <a:gd name="connsiteX98" fmla="*/ 558841 w 600541"/>
                <a:gd name="connsiteY98" fmla="*/ 180208 h 482385"/>
                <a:gd name="connsiteX99" fmla="*/ 592544 w 600541"/>
                <a:gd name="connsiteY99" fmla="*/ 214102 h 482385"/>
                <a:gd name="connsiteX100" fmla="*/ 589914 w 600541"/>
                <a:gd name="connsiteY100" fmla="*/ 258020 h 482385"/>
                <a:gd name="connsiteX101" fmla="*/ 589675 w 600541"/>
                <a:gd name="connsiteY101" fmla="*/ 258497 h 482385"/>
                <a:gd name="connsiteX102" fmla="*/ 568402 w 600541"/>
                <a:gd name="connsiteY102" fmla="*/ 267567 h 482385"/>
                <a:gd name="connsiteX103" fmla="*/ 547846 w 600541"/>
                <a:gd name="connsiteY103" fmla="*/ 258736 h 482385"/>
                <a:gd name="connsiteX104" fmla="*/ 515338 w 600541"/>
                <a:gd name="connsiteY104" fmla="*/ 226275 h 482385"/>
                <a:gd name="connsiteX105" fmla="*/ 430724 w 600541"/>
                <a:gd name="connsiteY105" fmla="*/ 251575 h 482385"/>
                <a:gd name="connsiteX106" fmla="*/ 425943 w 600541"/>
                <a:gd name="connsiteY106" fmla="*/ 252291 h 482385"/>
                <a:gd name="connsiteX107" fmla="*/ 412319 w 600541"/>
                <a:gd name="connsiteY107" fmla="*/ 246802 h 482385"/>
                <a:gd name="connsiteX108" fmla="*/ 407777 w 600541"/>
                <a:gd name="connsiteY108" fmla="*/ 242267 h 482385"/>
                <a:gd name="connsiteX109" fmla="*/ 403953 w 600541"/>
                <a:gd name="connsiteY109" fmla="*/ 231526 h 482385"/>
                <a:gd name="connsiteX110" fmla="*/ 410167 w 600541"/>
                <a:gd name="connsiteY110" fmla="*/ 222217 h 482385"/>
                <a:gd name="connsiteX111" fmla="*/ 473031 w 600541"/>
                <a:gd name="connsiteY111" fmla="*/ 184027 h 482385"/>
                <a:gd name="connsiteX112" fmla="*/ 418294 w 600541"/>
                <a:gd name="connsiteY112" fmla="*/ 129368 h 482385"/>
                <a:gd name="connsiteX113" fmla="*/ 392001 w 600541"/>
                <a:gd name="connsiteY113" fmla="*/ 131994 h 482385"/>
                <a:gd name="connsiteX114" fmla="*/ 390806 w 600541"/>
                <a:gd name="connsiteY114" fmla="*/ 131994 h 482385"/>
                <a:gd name="connsiteX115" fmla="*/ 380289 w 600541"/>
                <a:gd name="connsiteY115" fmla="*/ 127697 h 482385"/>
                <a:gd name="connsiteX116" fmla="*/ 374314 w 600541"/>
                <a:gd name="connsiteY116" fmla="*/ 121730 h 482385"/>
                <a:gd name="connsiteX117" fmla="*/ 371445 w 600541"/>
                <a:gd name="connsiteY117" fmla="*/ 113137 h 482385"/>
                <a:gd name="connsiteX118" fmla="*/ 376465 w 600541"/>
                <a:gd name="connsiteY118" fmla="*/ 105499 h 482385"/>
                <a:gd name="connsiteX119" fmla="*/ 402997 w 600541"/>
                <a:gd name="connsiteY119" fmla="*/ 90462 h 482385"/>
                <a:gd name="connsiteX120" fmla="*/ 253128 w 600541"/>
                <a:gd name="connsiteY120" fmla="*/ 31745 h 482385"/>
                <a:gd name="connsiteX121" fmla="*/ 31790 w 600541"/>
                <a:gd name="connsiteY121" fmla="*/ 252769 h 482385"/>
                <a:gd name="connsiteX122" fmla="*/ 157518 w 600541"/>
                <a:gd name="connsiteY122" fmla="*/ 452072 h 482385"/>
                <a:gd name="connsiteX123" fmla="*/ 164927 w 600541"/>
                <a:gd name="connsiteY123" fmla="*/ 473315 h 482385"/>
                <a:gd name="connsiteX124" fmla="*/ 150586 w 600541"/>
                <a:gd name="connsiteY124" fmla="*/ 482385 h 482385"/>
                <a:gd name="connsiteX125" fmla="*/ 143654 w 600541"/>
                <a:gd name="connsiteY125" fmla="*/ 480714 h 482385"/>
                <a:gd name="connsiteX126" fmla="*/ 0 w 600541"/>
                <a:gd name="connsiteY126" fmla="*/ 252769 h 482385"/>
                <a:gd name="connsiteX127" fmla="*/ 253128 w 600541"/>
                <a:gd name="connsiteY127" fmla="*/ 0 h 48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600541" h="482385">
                  <a:moveTo>
                    <a:pt x="360943" y="344430"/>
                  </a:moveTo>
                  <a:cubicBezTo>
                    <a:pt x="383891" y="351110"/>
                    <a:pt x="402537" y="359937"/>
                    <a:pt x="415206" y="369480"/>
                  </a:cubicBezTo>
                  <a:cubicBezTo>
                    <a:pt x="394409" y="396677"/>
                    <a:pt x="366680" y="418148"/>
                    <a:pt x="334409" y="431508"/>
                  </a:cubicBezTo>
                  <a:cubicBezTo>
                    <a:pt x="345883" y="407412"/>
                    <a:pt x="354967" y="377830"/>
                    <a:pt x="360943" y="344430"/>
                  </a:cubicBezTo>
                  <a:close/>
                  <a:moveTo>
                    <a:pt x="158230" y="344430"/>
                  </a:moveTo>
                  <a:cubicBezTo>
                    <a:pt x="164207" y="377823"/>
                    <a:pt x="173292" y="407162"/>
                    <a:pt x="184529" y="431014"/>
                  </a:cubicBezTo>
                  <a:cubicBezTo>
                    <a:pt x="152731" y="417895"/>
                    <a:pt x="125237" y="396190"/>
                    <a:pt x="104437" y="369236"/>
                  </a:cubicBezTo>
                  <a:cubicBezTo>
                    <a:pt x="117108" y="359696"/>
                    <a:pt x="135517" y="351109"/>
                    <a:pt x="158230" y="344430"/>
                  </a:cubicBezTo>
                  <a:close/>
                  <a:moveTo>
                    <a:pt x="272241" y="331516"/>
                  </a:moveTo>
                  <a:cubicBezTo>
                    <a:pt x="297826" y="332232"/>
                    <a:pt x="321976" y="335096"/>
                    <a:pt x="343018" y="339630"/>
                  </a:cubicBezTo>
                  <a:cubicBezTo>
                    <a:pt x="335606" y="382111"/>
                    <a:pt x="323172" y="416477"/>
                    <a:pt x="308586" y="440343"/>
                  </a:cubicBezTo>
                  <a:cubicBezTo>
                    <a:pt x="296630" y="443207"/>
                    <a:pt x="281805" y="445116"/>
                    <a:pt x="272241" y="445832"/>
                  </a:cubicBezTo>
                  <a:close/>
                  <a:moveTo>
                    <a:pt x="253118" y="331516"/>
                  </a:moveTo>
                  <a:lnTo>
                    <a:pt x="253118" y="446044"/>
                  </a:lnTo>
                  <a:cubicBezTo>
                    <a:pt x="237342" y="445328"/>
                    <a:pt x="225152" y="443419"/>
                    <a:pt x="212245" y="440079"/>
                  </a:cubicBezTo>
                  <a:cubicBezTo>
                    <a:pt x="197664" y="416219"/>
                    <a:pt x="184996" y="381861"/>
                    <a:pt x="177825" y="339867"/>
                  </a:cubicBezTo>
                  <a:cubicBezTo>
                    <a:pt x="199815" y="334856"/>
                    <a:pt x="221328" y="331993"/>
                    <a:pt x="253118" y="331516"/>
                  </a:cubicBezTo>
                  <a:close/>
                  <a:moveTo>
                    <a:pt x="368784" y="260175"/>
                  </a:moveTo>
                  <a:lnTo>
                    <a:pt x="454583" y="260175"/>
                  </a:lnTo>
                  <a:cubicBezTo>
                    <a:pt x="453149" y="298360"/>
                    <a:pt x="442872" y="326044"/>
                    <a:pt x="425904" y="353251"/>
                  </a:cubicBezTo>
                  <a:cubicBezTo>
                    <a:pt x="410608" y="341796"/>
                    <a:pt x="389337" y="332249"/>
                    <a:pt x="363765" y="325090"/>
                  </a:cubicBezTo>
                  <a:cubicBezTo>
                    <a:pt x="366633" y="304565"/>
                    <a:pt x="368306" y="282609"/>
                    <a:pt x="368784" y="260175"/>
                  </a:cubicBezTo>
                  <a:close/>
                  <a:moveTo>
                    <a:pt x="272241" y="260175"/>
                  </a:moveTo>
                  <a:lnTo>
                    <a:pt x="349440" y="260175"/>
                  </a:lnTo>
                  <a:cubicBezTo>
                    <a:pt x="348962" y="282601"/>
                    <a:pt x="348006" y="301688"/>
                    <a:pt x="345616" y="320297"/>
                  </a:cubicBezTo>
                  <a:cubicBezTo>
                    <a:pt x="323149" y="315525"/>
                    <a:pt x="297815" y="312901"/>
                    <a:pt x="272241" y="312185"/>
                  </a:cubicBezTo>
                  <a:close/>
                  <a:moveTo>
                    <a:pt x="169710" y="260175"/>
                  </a:moveTo>
                  <a:lnTo>
                    <a:pt x="253118" y="260175"/>
                  </a:lnTo>
                  <a:lnTo>
                    <a:pt x="253118" y="312185"/>
                  </a:lnTo>
                  <a:cubicBezTo>
                    <a:pt x="221332" y="312662"/>
                    <a:pt x="198389" y="315287"/>
                    <a:pt x="174729" y="320297"/>
                  </a:cubicBezTo>
                  <a:cubicBezTo>
                    <a:pt x="172339" y="301688"/>
                    <a:pt x="170188" y="282601"/>
                    <a:pt x="169710" y="260175"/>
                  </a:cubicBezTo>
                  <a:close/>
                  <a:moveTo>
                    <a:pt x="65273" y="260175"/>
                  </a:moveTo>
                  <a:lnTo>
                    <a:pt x="150605" y="260175"/>
                  </a:lnTo>
                  <a:cubicBezTo>
                    <a:pt x="150844" y="282605"/>
                    <a:pt x="152517" y="304557"/>
                    <a:pt x="155385" y="325078"/>
                  </a:cubicBezTo>
                  <a:cubicBezTo>
                    <a:pt x="130048" y="331998"/>
                    <a:pt x="109014" y="341542"/>
                    <a:pt x="93717" y="352757"/>
                  </a:cubicBezTo>
                  <a:cubicBezTo>
                    <a:pt x="76985" y="325794"/>
                    <a:pt x="66707" y="298353"/>
                    <a:pt x="65273" y="260175"/>
                  </a:cubicBezTo>
                  <a:close/>
                  <a:moveTo>
                    <a:pt x="346333" y="186645"/>
                  </a:moveTo>
                  <a:cubicBezTo>
                    <a:pt x="348484" y="204296"/>
                    <a:pt x="349201" y="221946"/>
                    <a:pt x="349440" y="244367"/>
                  </a:cubicBezTo>
                  <a:lnTo>
                    <a:pt x="272241" y="244367"/>
                  </a:lnTo>
                  <a:lnTo>
                    <a:pt x="272241" y="193801"/>
                  </a:lnTo>
                  <a:cubicBezTo>
                    <a:pt x="297815" y="193085"/>
                    <a:pt x="323627" y="191415"/>
                    <a:pt x="346333" y="186645"/>
                  </a:cubicBezTo>
                  <a:close/>
                  <a:moveTo>
                    <a:pt x="174251" y="186645"/>
                  </a:moveTo>
                  <a:cubicBezTo>
                    <a:pt x="197911" y="191654"/>
                    <a:pt x="221332" y="193324"/>
                    <a:pt x="253118" y="193801"/>
                  </a:cubicBezTo>
                  <a:lnTo>
                    <a:pt x="253118" y="244367"/>
                  </a:lnTo>
                  <a:lnTo>
                    <a:pt x="169710" y="244367"/>
                  </a:lnTo>
                  <a:cubicBezTo>
                    <a:pt x="170188" y="221946"/>
                    <a:pt x="172100" y="204296"/>
                    <a:pt x="174251" y="186645"/>
                  </a:cubicBezTo>
                  <a:close/>
                  <a:moveTo>
                    <a:pt x="92525" y="153974"/>
                  </a:moveTo>
                  <a:cubicBezTo>
                    <a:pt x="107825" y="165661"/>
                    <a:pt x="129100" y="174724"/>
                    <a:pt x="154679" y="181879"/>
                  </a:cubicBezTo>
                  <a:cubicBezTo>
                    <a:pt x="152288" y="201198"/>
                    <a:pt x="150854" y="221948"/>
                    <a:pt x="150376" y="244368"/>
                  </a:cubicBezTo>
                  <a:lnTo>
                    <a:pt x="65273" y="244368"/>
                  </a:lnTo>
                  <a:cubicBezTo>
                    <a:pt x="66946" y="209308"/>
                    <a:pt x="76748" y="180448"/>
                    <a:pt x="92525" y="153974"/>
                  </a:cubicBezTo>
                  <a:close/>
                  <a:moveTo>
                    <a:pt x="426413" y="153197"/>
                  </a:moveTo>
                  <a:lnTo>
                    <a:pt x="429044" y="156061"/>
                  </a:lnTo>
                  <a:cubicBezTo>
                    <a:pt x="435262" y="166324"/>
                    <a:pt x="440284" y="177302"/>
                    <a:pt x="444350" y="188758"/>
                  </a:cubicBezTo>
                  <a:lnTo>
                    <a:pt x="404410" y="212863"/>
                  </a:lnTo>
                  <a:cubicBezTo>
                    <a:pt x="397953" y="216921"/>
                    <a:pt x="393648" y="223603"/>
                    <a:pt x="392930" y="231002"/>
                  </a:cubicBezTo>
                  <a:cubicBezTo>
                    <a:pt x="392213" y="235298"/>
                    <a:pt x="392930" y="237923"/>
                    <a:pt x="394844" y="244367"/>
                  </a:cubicBezTo>
                  <a:lnTo>
                    <a:pt x="368775" y="244367"/>
                  </a:lnTo>
                  <a:cubicBezTo>
                    <a:pt x="368297" y="221933"/>
                    <a:pt x="366862" y="201169"/>
                    <a:pt x="364470" y="181837"/>
                  </a:cubicBezTo>
                  <a:cubicBezTo>
                    <a:pt x="389821" y="174677"/>
                    <a:pt x="411107" y="164653"/>
                    <a:pt x="426413" y="153197"/>
                  </a:cubicBezTo>
                  <a:close/>
                  <a:moveTo>
                    <a:pt x="182835" y="72541"/>
                  </a:moveTo>
                  <a:cubicBezTo>
                    <a:pt x="171839" y="97128"/>
                    <a:pt x="162995" y="127205"/>
                    <a:pt x="157498" y="161101"/>
                  </a:cubicBezTo>
                  <a:cubicBezTo>
                    <a:pt x="134072" y="154179"/>
                    <a:pt x="115667" y="145346"/>
                    <a:pt x="103237" y="135798"/>
                  </a:cubicBezTo>
                  <a:cubicBezTo>
                    <a:pt x="123555" y="108108"/>
                    <a:pt x="151044" y="86386"/>
                    <a:pt x="182835" y="72541"/>
                  </a:cubicBezTo>
                  <a:close/>
                  <a:moveTo>
                    <a:pt x="336032" y="72330"/>
                  </a:moveTo>
                  <a:cubicBezTo>
                    <a:pt x="349659" y="78057"/>
                    <a:pt x="362569" y="85216"/>
                    <a:pt x="374284" y="93807"/>
                  </a:cubicBezTo>
                  <a:lnTo>
                    <a:pt x="373806" y="94284"/>
                  </a:lnTo>
                  <a:cubicBezTo>
                    <a:pt x="367112" y="98102"/>
                    <a:pt x="362808" y="104545"/>
                    <a:pt x="361852" y="111943"/>
                  </a:cubicBezTo>
                  <a:cubicBezTo>
                    <a:pt x="360657" y="119102"/>
                    <a:pt x="363286" y="126499"/>
                    <a:pt x="368785" y="131988"/>
                  </a:cubicBezTo>
                  <a:lnTo>
                    <a:pt x="370220" y="133420"/>
                  </a:lnTo>
                  <a:cubicBezTo>
                    <a:pt x="375957" y="139147"/>
                    <a:pt x="385042" y="142726"/>
                    <a:pt x="393649" y="142726"/>
                  </a:cubicBezTo>
                  <a:cubicBezTo>
                    <a:pt x="394605" y="142726"/>
                    <a:pt x="395561" y="142726"/>
                    <a:pt x="396279" y="142726"/>
                  </a:cubicBezTo>
                  <a:lnTo>
                    <a:pt x="407515" y="141533"/>
                  </a:lnTo>
                  <a:cubicBezTo>
                    <a:pt x="395561" y="148931"/>
                    <a:pt x="380261" y="155612"/>
                    <a:pt x="361613" y="161101"/>
                  </a:cubicBezTo>
                  <a:cubicBezTo>
                    <a:pt x="356114" y="127215"/>
                    <a:pt x="347268" y="96909"/>
                    <a:pt x="336032" y="72330"/>
                  </a:cubicBezTo>
                  <a:close/>
                  <a:moveTo>
                    <a:pt x="272241" y="57299"/>
                  </a:moveTo>
                  <a:cubicBezTo>
                    <a:pt x="285151" y="58015"/>
                    <a:pt x="298300" y="59923"/>
                    <a:pt x="310732" y="63263"/>
                  </a:cubicBezTo>
                  <a:cubicBezTo>
                    <a:pt x="325076" y="88075"/>
                    <a:pt x="336791" y="123145"/>
                    <a:pt x="343724" y="165849"/>
                  </a:cubicBezTo>
                  <a:cubicBezTo>
                    <a:pt x="322446" y="170621"/>
                    <a:pt x="297822" y="173722"/>
                    <a:pt x="272241" y="174438"/>
                  </a:cubicBezTo>
                  <a:close/>
                  <a:moveTo>
                    <a:pt x="253118" y="57017"/>
                  </a:moveTo>
                  <a:lnTo>
                    <a:pt x="253118" y="174438"/>
                  </a:lnTo>
                  <a:cubicBezTo>
                    <a:pt x="221332" y="173961"/>
                    <a:pt x="199345" y="170858"/>
                    <a:pt x="177119" y="165846"/>
                  </a:cubicBezTo>
                  <a:cubicBezTo>
                    <a:pt x="184050" y="123126"/>
                    <a:pt x="195521" y="88282"/>
                    <a:pt x="209861" y="63461"/>
                  </a:cubicBezTo>
                  <a:cubicBezTo>
                    <a:pt x="223483" y="59881"/>
                    <a:pt x="237345" y="57494"/>
                    <a:pt x="253118" y="57017"/>
                  </a:cubicBezTo>
                  <a:close/>
                  <a:moveTo>
                    <a:pt x="253128" y="0"/>
                  </a:moveTo>
                  <a:cubicBezTo>
                    <a:pt x="316708" y="0"/>
                    <a:pt x="377899" y="24107"/>
                    <a:pt x="424509" y="66832"/>
                  </a:cubicBezTo>
                  <a:lnTo>
                    <a:pt x="436699" y="45350"/>
                  </a:lnTo>
                  <a:cubicBezTo>
                    <a:pt x="438611" y="42009"/>
                    <a:pt x="441958" y="40099"/>
                    <a:pt x="445782" y="40099"/>
                  </a:cubicBezTo>
                  <a:cubicBezTo>
                    <a:pt x="448411" y="40099"/>
                    <a:pt x="451041" y="41054"/>
                    <a:pt x="453192" y="43202"/>
                  </a:cubicBezTo>
                  <a:lnTo>
                    <a:pt x="459168" y="48931"/>
                  </a:lnTo>
                  <a:cubicBezTo>
                    <a:pt x="462036" y="52034"/>
                    <a:pt x="463709" y="56807"/>
                    <a:pt x="463231" y="60865"/>
                  </a:cubicBezTo>
                  <a:lnTo>
                    <a:pt x="461080" y="82585"/>
                  </a:lnTo>
                  <a:lnTo>
                    <a:pt x="517251" y="138677"/>
                  </a:lnTo>
                  <a:lnTo>
                    <a:pt x="553582" y="79005"/>
                  </a:lnTo>
                  <a:cubicBezTo>
                    <a:pt x="555973" y="74948"/>
                    <a:pt x="560036" y="72561"/>
                    <a:pt x="564578" y="72561"/>
                  </a:cubicBezTo>
                  <a:cubicBezTo>
                    <a:pt x="567924" y="72561"/>
                    <a:pt x="571270" y="73993"/>
                    <a:pt x="573900" y="76618"/>
                  </a:cubicBezTo>
                  <a:lnTo>
                    <a:pt x="578441" y="80915"/>
                  </a:lnTo>
                  <a:cubicBezTo>
                    <a:pt x="582983" y="85450"/>
                    <a:pt x="584895" y="93326"/>
                    <a:pt x="582983" y="99532"/>
                  </a:cubicBezTo>
                  <a:lnTo>
                    <a:pt x="558841" y="180208"/>
                  </a:lnTo>
                  <a:lnTo>
                    <a:pt x="592544" y="214102"/>
                  </a:lnTo>
                  <a:cubicBezTo>
                    <a:pt x="605451" y="226752"/>
                    <a:pt x="601388" y="246324"/>
                    <a:pt x="589914" y="258020"/>
                  </a:cubicBezTo>
                  <a:lnTo>
                    <a:pt x="589675" y="258497"/>
                  </a:lnTo>
                  <a:cubicBezTo>
                    <a:pt x="583461" y="264464"/>
                    <a:pt x="575812" y="267567"/>
                    <a:pt x="568402" y="267567"/>
                  </a:cubicBezTo>
                  <a:cubicBezTo>
                    <a:pt x="560753" y="267567"/>
                    <a:pt x="553582" y="264464"/>
                    <a:pt x="547846" y="258736"/>
                  </a:cubicBezTo>
                  <a:lnTo>
                    <a:pt x="515338" y="226275"/>
                  </a:lnTo>
                  <a:lnTo>
                    <a:pt x="430724" y="251575"/>
                  </a:lnTo>
                  <a:cubicBezTo>
                    <a:pt x="429289" y="252053"/>
                    <a:pt x="427616" y="252291"/>
                    <a:pt x="425943" y="252291"/>
                  </a:cubicBezTo>
                  <a:cubicBezTo>
                    <a:pt x="420924" y="252291"/>
                    <a:pt x="415665" y="250143"/>
                    <a:pt x="412319" y="246802"/>
                  </a:cubicBezTo>
                  <a:lnTo>
                    <a:pt x="407777" y="242267"/>
                  </a:lnTo>
                  <a:cubicBezTo>
                    <a:pt x="404909" y="239402"/>
                    <a:pt x="403475" y="235583"/>
                    <a:pt x="403953" y="231526"/>
                  </a:cubicBezTo>
                  <a:cubicBezTo>
                    <a:pt x="404431" y="227707"/>
                    <a:pt x="406821" y="224365"/>
                    <a:pt x="410167" y="222217"/>
                  </a:cubicBezTo>
                  <a:lnTo>
                    <a:pt x="473031" y="184027"/>
                  </a:lnTo>
                  <a:lnTo>
                    <a:pt x="418294" y="129368"/>
                  </a:lnTo>
                  <a:lnTo>
                    <a:pt x="392001" y="131994"/>
                  </a:lnTo>
                  <a:cubicBezTo>
                    <a:pt x="391762" y="131994"/>
                    <a:pt x="391284" y="131994"/>
                    <a:pt x="390806" y="131994"/>
                  </a:cubicBezTo>
                  <a:cubicBezTo>
                    <a:pt x="386982" y="131994"/>
                    <a:pt x="382918" y="130323"/>
                    <a:pt x="380289" y="127697"/>
                  </a:cubicBezTo>
                  <a:lnTo>
                    <a:pt x="374314" y="121730"/>
                  </a:lnTo>
                  <a:cubicBezTo>
                    <a:pt x="371923" y="119582"/>
                    <a:pt x="370967" y="116240"/>
                    <a:pt x="371445" y="113137"/>
                  </a:cubicBezTo>
                  <a:cubicBezTo>
                    <a:pt x="371684" y="110034"/>
                    <a:pt x="373596" y="107170"/>
                    <a:pt x="376465" y="105499"/>
                  </a:cubicBezTo>
                  <a:lnTo>
                    <a:pt x="402997" y="90462"/>
                  </a:lnTo>
                  <a:cubicBezTo>
                    <a:pt x="362362" y="52988"/>
                    <a:pt x="308582" y="31745"/>
                    <a:pt x="253128" y="31745"/>
                  </a:cubicBezTo>
                  <a:cubicBezTo>
                    <a:pt x="131225" y="31745"/>
                    <a:pt x="31790" y="130800"/>
                    <a:pt x="31790" y="252769"/>
                  </a:cubicBezTo>
                  <a:cubicBezTo>
                    <a:pt x="31790" y="337264"/>
                    <a:pt x="81269" y="415553"/>
                    <a:pt x="157518" y="452072"/>
                  </a:cubicBezTo>
                  <a:cubicBezTo>
                    <a:pt x="165405" y="455891"/>
                    <a:pt x="168752" y="465438"/>
                    <a:pt x="164927" y="473315"/>
                  </a:cubicBezTo>
                  <a:cubicBezTo>
                    <a:pt x="162298" y="479043"/>
                    <a:pt x="156562" y="482385"/>
                    <a:pt x="150586" y="482385"/>
                  </a:cubicBezTo>
                  <a:cubicBezTo>
                    <a:pt x="148196" y="482385"/>
                    <a:pt x="145805" y="481669"/>
                    <a:pt x="143654" y="480714"/>
                  </a:cubicBezTo>
                  <a:cubicBezTo>
                    <a:pt x="56410" y="438944"/>
                    <a:pt x="0" y="349437"/>
                    <a:pt x="0" y="252769"/>
                  </a:cubicBezTo>
                  <a:cubicBezTo>
                    <a:pt x="0" y="113376"/>
                    <a:pt x="113537" y="0"/>
                    <a:pt x="253128" y="0"/>
                  </a:cubicBezTo>
                  <a:close/>
                </a:path>
              </a:pathLst>
            </a:cu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2" name="ïṡlíḍé">
              <a:extLst>
                <a:ext uri="{FF2B5EF4-FFF2-40B4-BE49-F238E27FC236}">
                  <a16:creationId xmlns:a16="http://schemas.microsoft.com/office/drawing/2014/main" id="{549C1056-62F9-4327-8406-7D514D2C2BB4}"/>
                </a:ext>
              </a:extLst>
            </p:cNvPr>
            <p:cNvSpPr/>
            <p:nvPr/>
          </p:nvSpPr>
          <p:spPr>
            <a:xfrm>
              <a:off x="6207388" y="1978519"/>
              <a:ext cx="1552237" cy="1545051"/>
            </a:xfrm>
            <a:prstGeom prst="roundRect">
              <a:avLst>
                <a:gd name="adj" fmla="val 8973"/>
              </a:avLst>
            </a:prstGeom>
            <a:solidFill>
              <a:schemeClr val="bg1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íš1iďè">
              <a:extLst>
                <a:ext uri="{FF2B5EF4-FFF2-40B4-BE49-F238E27FC236}">
                  <a16:creationId xmlns:a16="http://schemas.microsoft.com/office/drawing/2014/main" id="{8882A9C7-319F-4EDF-BC00-A17E423D897D}"/>
                </a:ext>
              </a:extLst>
            </p:cNvPr>
            <p:cNvSpPr/>
            <p:nvPr/>
          </p:nvSpPr>
          <p:spPr>
            <a:xfrm>
              <a:off x="6207388" y="3753530"/>
              <a:ext cx="1552237" cy="1545051"/>
            </a:xfrm>
            <a:prstGeom prst="roundRect">
              <a:avLst>
                <a:gd name="adj" fmla="val 897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íṥlïḋé">
              <a:extLst>
                <a:ext uri="{FF2B5EF4-FFF2-40B4-BE49-F238E27FC236}">
                  <a16:creationId xmlns:a16="http://schemas.microsoft.com/office/drawing/2014/main" id="{49B3B1D0-CC12-48C4-A174-246CF7CF339F}"/>
                </a:ext>
              </a:extLst>
            </p:cNvPr>
            <p:cNvSpPr/>
            <p:nvPr/>
          </p:nvSpPr>
          <p:spPr>
            <a:xfrm>
              <a:off x="4432375" y="3753530"/>
              <a:ext cx="1552237" cy="1545051"/>
            </a:xfrm>
            <a:prstGeom prst="roundRect">
              <a:avLst>
                <a:gd name="adj" fmla="val 8973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îśḻïḋê">
              <a:extLst>
                <a:ext uri="{FF2B5EF4-FFF2-40B4-BE49-F238E27FC236}">
                  <a16:creationId xmlns:a16="http://schemas.microsoft.com/office/drawing/2014/main" id="{1F84F642-3537-4846-9610-DE856CA81087}"/>
                </a:ext>
              </a:extLst>
            </p:cNvPr>
            <p:cNvSpPr/>
            <p:nvPr/>
          </p:nvSpPr>
          <p:spPr>
            <a:xfrm>
              <a:off x="6677101" y="2504924"/>
              <a:ext cx="612810" cy="492240"/>
            </a:xfrm>
            <a:custGeom>
              <a:avLst/>
              <a:gdLst>
                <a:gd name="connsiteX0" fmla="*/ 360943 w 600541"/>
                <a:gd name="connsiteY0" fmla="*/ 344430 h 482385"/>
                <a:gd name="connsiteX1" fmla="*/ 415206 w 600541"/>
                <a:gd name="connsiteY1" fmla="*/ 369480 h 482385"/>
                <a:gd name="connsiteX2" fmla="*/ 334409 w 600541"/>
                <a:gd name="connsiteY2" fmla="*/ 431508 h 482385"/>
                <a:gd name="connsiteX3" fmla="*/ 360943 w 600541"/>
                <a:gd name="connsiteY3" fmla="*/ 344430 h 482385"/>
                <a:gd name="connsiteX4" fmla="*/ 158230 w 600541"/>
                <a:gd name="connsiteY4" fmla="*/ 344430 h 482385"/>
                <a:gd name="connsiteX5" fmla="*/ 184529 w 600541"/>
                <a:gd name="connsiteY5" fmla="*/ 431014 h 482385"/>
                <a:gd name="connsiteX6" fmla="*/ 104437 w 600541"/>
                <a:gd name="connsiteY6" fmla="*/ 369236 h 482385"/>
                <a:gd name="connsiteX7" fmla="*/ 158230 w 600541"/>
                <a:gd name="connsiteY7" fmla="*/ 344430 h 482385"/>
                <a:gd name="connsiteX8" fmla="*/ 272241 w 600541"/>
                <a:gd name="connsiteY8" fmla="*/ 331516 h 482385"/>
                <a:gd name="connsiteX9" fmla="*/ 343018 w 600541"/>
                <a:gd name="connsiteY9" fmla="*/ 339630 h 482385"/>
                <a:gd name="connsiteX10" fmla="*/ 308586 w 600541"/>
                <a:gd name="connsiteY10" fmla="*/ 440343 h 482385"/>
                <a:gd name="connsiteX11" fmla="*/ 272241 w 600541"/>
                <a:gd name="connsiteY11" fmla="*/ 445832 h 482385"/>
                <a:gd name="connsiteX12" fmla="*/ 253118 w 600541"/>
                <a:gd name="connsiteY12" fmla="*/ 331516 h 482385"/>
                <a:gd name="connsiteX13" fmla="*/ 253118 w 600541"/>
                <a:gd name="connsiteY13" fmla="*/ 446044 h 482385"/>
                <a:gd name="connsiteX14" fmla="*/ 212245 w 600541"/>
                <a:gd name="connsiteY14" fmla="*/ 440079 h 482385"/>
                <a:gd name="connsiteX15" fmla="*/ 177825 w 600541"/>
                <a:gd name="connsiteY15" fmla="*/ 339867 h 482385"/>
                <a:gd name="connsiteX16" fmla="*/ 253118 w 600541"/>
                <a:gd name="connsiteY16" fmla="*/ 331516 h 482385"/>
                <a:gd name="connsiteX17" fmla="*/ 368784 w 600541"/>
                <a:gd name="connsiteY17" fmla="*/ 260175 h 482385"/>
                <a:gd name="connsiteX18" fmla="*/ 454583 w 600541"/>
                <a:gd name="connsiteY18" fmla="*/ 260175 h 482385"/>
                <a:gd name="connsiteX19" fmla="*/ 425904 w 600541"/>
                <a:gd name="connsiteY19" fmla="*/ 353251 h 482385"/>
                <a:gd name="connsiteX20" fmla="*/ 363765 w 600541"/>
                <a:gd name="connsiteY20" fmla="*/ 325090 h 482385"/>
                <a:gd name="connsiteX21" fmla="*/ 368784 w 600541"/>
                <a:gd name="connsiteY21" fmla="*/ 260175 h 482385"/>
                <a:gd name="connsiteX22" fmla="*/ 272241 w 600541"/>
                <a:gd name="connsiteY22" fmla="*/ 260175 h 482385"/>
                <a:gd name="connsiteX23" fmla="*/ 349440 w 600541"/>
                <a:gd name="connsiteY23" fmla="*/ 260175 h 482385"/>
                <a:gd name="connsiteX24" fmla="*/ 345616 w 600541"/>
                <a:gd name="connsiteY24" fmla="*/ 320297 h 482385"/>
                <a:gd name="connsiteX25" fmla="*/ 272241 w 600541"/>
                <a:gd name="connsiteY25" fmla="*/ 312185 h 482385"/>
                <a:gd name="connsiteX26" fmla="*/ 169710 w 600541"/>
                <a:gd name="connsiteY26" fmla="*/ 260175 h 482385"/>
                <a:gd name="connsiteX27" fmla="*/ 253118 w 600541"/>
                <a:gd name="connsiteY27" fmla="*/ 260175 h 482385"/>
                <a:gd name="connsiteX28" fmla="*/ 253118 w 600541"/>
                <a:gd name="connsiteY28" fmla="*/ 312185 h 482385"/>
                <a:gd name="connsiteX29" fmla="*/ 174729 w 600541"/>
                <a:gd name="connsiteY29" fmla="*/ 320297 h 482385"/>
                <a:gd name="connsiteX30" fmla="*/ 169710 w 600541"/>
                <a:gd name="connsiteY30" fmla="*/ 260175 h 482385"/>
                <a:gd name="connsiteX31" fmla="*/ 65273 w 600541"/>
                <a:gd name="connsiteY31" fmla="*/ 260175 h 482385"/>
                <a:gd name="connsiteX32" fmla="*/ 150605 w 600541"/>
                <a:gd name="connsiteY32" fmla="*/ 260175 h 482385"/>
                <a:gd name="connsiteX33" fmla="*/ 155385 w 600541"/>
                <a:gd name="connsiteY33" fmla="*/ 325078 h 482385"/>
                <a:gd name="connsiteX34" fmla="*/ 93717 w 600541"/>
                <a:gd name="connsiteY34" fmla="*/ 352757 h 482385"/>
                <a:gd name="connsiteX35" fmla="*/ 65273 w 600541"/>
                <a:gd name="connsiteY35" fmla="*/ 260175 h 482385"/>
                <a:gd name="connsiteX36" fmla="*/ 346333 w 600541"/>
                <a:gd name="connsiteY36" fmla="*/ 186645 h 482385"/>
                <a:gd name="connsiteX37" fmla="*/ 349440 w 600541"/>
                <a:gd name="connsiteY37" fmla="*/ 244367 h 482385"/>
                <a:gd name="connsiteX38" fmla="*/ 272241 w 600541"/>
                <a:gd name="connsiteY38" fmla="*/ 244367 h 482385"/>
                <a:gd name="connsiteX39" fmla="*/ 272241 w 600541"/>
                <a:gd name="connsiteY39" fmla="*/ 193801 h 482385"/>
                <a:gd name="connsiteX40" fmla="*/ 346333 w 600541"/>
                <a:gd name="connsiteY40" fmla="*/ 186645 h 482385"/>
                <a:gd name="connsiteX41" fmla="*/ 174251 w 600541"/>
                <a:gd name="connsiteY41" fmla="*/ 186645 h 482385"/>
                <a:gd name="connsiteX42" fmla="*/ 253118 w 600541"/>
                <a:gd name="connsiteY42" fmla="*/ 193801 h 482385"/>
                <a:gd name="connsiteX43" fmla="*/ 253118 w 600541"/>
                <a:gd name="connsiteY43" fmla="*/ 244367 h 482385"/>
                <a:gd name="connsiteX44" fmla="*/ 169710 w 600541"/>
                <a:gd name="connsiteY44" fmla="*/ 244367 h 482385"/>
                <a:gd name="connsiteX45" fmla="*/ 174251 w 600541"/>
                <a:gd name="connsiteY45" fmla="*/ 186645 h 482385"/>
                <a:gd name="connsiteX46" fmla="*/ 92525 w 600541"/>
                <a:gd name="connsiteY46" fmla="*/ 153974 h 482385"/>
                <a:gd name="connsiteX47" fmla="*/ 154679 w 600541"/>
                <a:gd name="connsiteY47" fmla="*/ 181879 h 482385"/>
                <a:gd name="connsiteX48" fmla="*/ 150376 w 600541"/>
                <a:gd name="connsiteY48" fmla="*/ 244368 h 482385"/>
                <a:gd name="connsiteX49" fmla="*/ 65273 w 600541"/>
                <a:gd name="connsiteY49" fmla="*/ 244368 h 482385"/>
                <a:gd name="connsiteX50" fmla="*/ 92525 w 600541"/>
                <a:gd name="connsiteY50" fmla="*/ 153974 h 482385"/>
                <a:gd name="connsiteX51" fmla="*/ 426413 w 600541"/>
                <a:gd name="connsiteY51" fmla="*/ 153197 h 482385"/>
                <a:gd name="connsiteX52" fmla="*/ 429044 w 600541"/>
                <a:gd name="connsiteY52" fmla="*/ 156061 h 482385"/>
                <a:gd name="connsiteX53" fmla="*/ 444350 w 600541"/>
                <a:gd name="connsiteY53" fmla="*/ 188758 h 482385"/>
                <a:gd name="connsiteX54" fmla="*/ 404410 w 600541"/>
                <a:gd name="connsiteY54" fmla="*/ 212863 h 482385"/>
                <a:gd name="connsiteX55" fmla="*/ 392930 w 600541"/>
                <a:gd name="connsiteY55" fmla="*/ 231002 h 482385"/>
                <a:gd name="connsiteX56" fmla="*/ 394844 w 600541"/>
                <a:gd name="connsiteY56" fmla="*/ 244367 h 482385"/>
                <a:gd name="connsiteX57" fmla="*/ 368775 w 600541"/>
                <a:gd name="connsiteY57" fmla="*/ 244367 h 482385"/>
                <a:gd name="connsiteX58" fmla="*/ 364470 w 600541"/>
                <a:gd name="connsiteY58" fmla="*/ 181837 h 482385"/>
                <a:gd name="connsiteX59" fmla="*/ 426413 w 600541"/>
                <a:gd name="connsiteY59" fmla="*/ 153197 h 482385"/>
                <a:gd name="connsiteX60" fmla="*/ 182835 w 600541"/>
                <a:gd name="connsiteY60" fmla="*/ 72541 h 482385"/>
                <a:gd name="connsiteX61" fmla="*/ 157498 w 600541"/>
                <a:gd name="connsiteY61" fmla="*/ 161101 h 482385"/>
                <a:gd name="connsiteX62" fmla="*/ 103237 w 600541"/>
                <a:gd name="connsiteY62" fmla="*/ 135798 h 482385"/>
                <a:gd name="connsiteX63" fmla="*/ 182835 w 600541"/>
                <a:gd name="connsiteY63" fmla="*/ 72541 h 482385"/>
                <a:gd name="connsiteX64" fmla="*/ 336032 w 600541"/>
                <a:gd name="connsiteY64" fmla="*/ 72330 h 482385"/>
                <a:gd name="connsiteX65" fmla="*/ 374284 w 600541"/>
                <a:gd name="connsiteY65" fmla="*/ 93807 h 482385"/>
                <a:gd name="connsiteX66" fmla="*/ 373806 w 600541"/>
                <a:gd name="connsiteY66" fmla="*/ 94284 h 482385"/>
                <a:gd name="connsiteX67" fmla="*/ 361852 w 600541"/>
                <a:gd name="connsiteY67" fmla="*/ 111943 h 482385"/>
                <a:gd name="connsiteX68" fmla="*/ 368785 w 600541"/>
                <a:gd name="connsiteY68" fmla="*/ 131988 h 482385"/>
                <a:gd name="connsiteX69" fmla="*/ 370220 w 600541"/>
                <a:gd name="connsiteY69" fmla="*/ 133420 h 482385"/>
                <a:gd name="connsiteX70" fmla="*/ 393649 w 600541"/>
                <a:gd name="connsiteY70" fmla="*/ 142726 h 482385"/>
                <a:gd name="connsiteX71" fmla="*/ 396279 w 600541"/>
                <a:gd name="connsiteY71" fmla="*/ 142726 h 482385"/>
                <a:gd name="connsiteX72" fmla="*/ 407515 w 600541"/>
                <a:gd name="connsiteY72" fmla="*/ 141533 h 482385"/>
                <a:gd name="connsiteX73" fmla="*/ 361613 w 600541"/>
                <a:gd name="connsiteY73" fmla="*/ 161101 h 482385"/>
                <a:gd name="connsiteX74" fmla="*/ 336032 w 600541"/>
                <a:gd name="connsiteY74" fmla="*/ 72330 h 482385"/>
                <a:gd name="connsiteX75" fmla="*/ 272241 w 600541"/>
                <a:gd name="connsiteY75" fmla="*/ 57299 h 482385"/>
                <a:gd name="connsiteX76" fmla="*/ 310732 w 600541"/>
                <a:gd name="connsiteY76" fmla="*/ 63263 h 482385"/>
                <a:gd name="connsiteX77" fmla="*/ 343724 w 600541"/>
                <a:gd name="connsiteY77" fmla="*/ 165849 h 482385"/>
                <a:gd name="connsiteX78" fmla="*/ 272241 w 600541"/>
                <a:gd name="connsiteY78" fmla="*/ 174438 h 482385"/>
                <a:gd name="connsiteX79" fmla="*/ 253118 w 600541"/>
                <a:gd name="connsiteY79" fmla="*/ 57017 h 482385"/>
                <a:gd name="connsiteX80" fmla="*/ 253118 w 600541"/>
                <a:gd name="connsiteY80" fmla="*/ 174438 h 482385"/>
                <a:gd name="connsiteX81" fmla="*/ 177119 w 600541"/>
                <a:gd name="connsiteY81" fmla="*/ 165846 h 482385"/>
                <a:gd name="connsiteX82" fmla="*/ 209861 w 600541"/>
                <a:gd name="connsiteY82" fmla="*/ 63461 h 482385"/>
                <a:gd name="connsiteX83" fmla="*/ 253118 w 600541"/>
                <a:gd name="connsiteY83" fmla="*/ 57017 h 482385"/>
                <a:gd name="connsiteX84" fmla="*/ 253128 w 600541"/>
                <a:gd name="connsiteY84" fmla="*/ 0 h 482385"/>
                <a:gd name="connsiteX85" fmla="*/ 424509 w 600541"/>
                <a:gd name="connsiteY85" fmla="*/ 66832 h 482385"/>
                <a:gd name="connsiteX86" fmla="*/ 436699 w 600541"/>
                <a:gd name="connsiteY86" fmla="*/ 45350 h 482385"/>
                <a:gd name="connsiteX87" fmla="*/ 445782 w 600541"/>
                <a:gd name="connsiteY87" fmla="*/ 40099 h 482385"/>
                <a:gd name="connsiteX88" fmla="*/ 453192 w 600541"/>
                <a:gd name="connsiteY88" fmla="*/ 43202 h 482385"/>
                <a:gd name="connsiteX89" fmla="*/ 459168 w 600541"/>
                <a:gd name="connsiteY89" fmla="*/ 48931 h 482385"/>
                <a:gd name="connsiteX90" fmla="*/ 463231 w 600541"/>
                <a:gd name="connsiteY90" fmla="*/ 60865 h 482385"/>
                <a:gd name="connsiteX91" fmla="*/ 461080 w 600541"/>
                <a:gd name="connsiteY91" fmla="*/ 82585 h 482385"/>
                <a:gd name="connsiteX92" fmla="*/ 517251 w 600541"/>
                <a:gd name="connsiteY92" fmla="*/ 138677 h 482385"/>
                <a:gd name="connsiteX93" fmla="*/ 553582 w 600541"/>
                <a:gd name="connsiteY93" fmla="*/ 79005 h 482385"/>
                <a:gd name="connsiteX94" fmla="*/ 564578 w 600541"/>
                <a:gd name="connsiteY94" fmla="*/ 72561 h 482385"/>
                <a:gd name="connsiteX95" fmla="*/ 573900 w 600541"/>
                <a:gd name="connsiteY95" fmla="*/ 76618 h 482385"/>
                <a:gd name="connsiteX96" fmla="*/ 578441 w 600541"/>
                <a:gd name="connsiteY96" fmla="*/ 80915 h 482385"/>
                <a:gd name="connsiteX97" fmla="*/ 582983 w 600541"/>
                <a:gd name="connsiteY97" fmla="*/ 99532 h 482385"/>
                <a:gd name="connsiteX98" fmla="*/ 558841 w 600541"/>
                <a:gd name="connsiteY98" fmla="*/ 180208 h 482385"/>
                <a:gd name="connsiteX99" fmla="*/ 592544 w 600541"/>
                <a:gd name="connsiteY99" fmla="*/ 214102 h 482385"/>
                <a:gd name="connsiteX100" fmla="*/ 589914 w 600541"/>
                <a:gd name="connsiteY100" fmla="*/ 258020 h 482385"/>
                <a:gd name="connsiteX101" fmla="*/ 589675 w 600541"/>
                <a:gd name="connsiteY101" fmla="*/ 258497 h 482385"/>
                <a:gd name="connsiteX102" fmla="*/ 568402 w 600541"/>
                <a:gd name="connsiteY102" fmla="*/ 267567 h 482385"/>
                <a:gd name="connsiteX103" fmla="*/ 547846 w 600541"/>
                <a:gd name="connsiteY103" fmla="*/ 258736 h 482385"/>
                <a:gd name="connsiteX104" fmla="*/ 515338 w 600541"/>
                <a:gd name="connsiteY104" fmla="*/ 226275 h 482385"/>
                <a:gd name="connsiteX105" fmla="*/ 430724 w 600541"/>
                <a:gd name="connsiteY105" fmla="*/ 251575 h 482385"/>
                <a:gd name="connsiteX106" fmla="*/ 425943 w 600541"/>
                <a:gd name="connsiteY106" fmla="*/ 252291 h 482385"/>
                <a:gd name="connsiteX107" fmla="*/ 412319 w 600541"/>
                <a:gd name="connsiteY107" fmla="*/ 246802 h 482385"/>
                <a:gd name="connsiteX108" fmla="*/ 407777 w 600541"/>
                <a:gd name="connsiteY108" fmla="*/ 242267 h 482385"/>
                <a:gd name="connsiteX109" fmla="*/ 403953 w 600541"/>
                <a:gd name="connsiteY109" fmla="*/ 231526 h 482385"/>
                <a:gd name="connsiteX110" fmla="*/ 410167 w 600541"/>
                <a:gd name="connsiteY110" fmla="*/ 222217 h 482385"/>
                <a:gd name="connsiteX111" fmla="*/ 473031 w 600541"/>
                <a:gd name="connsiteY111" fmla="*/ 184027 h 482385"/>
                <a:gd name="connsiteX112" fmla="*/ 418294 w 600541"/>
                <a:gd name="connsiteY112" fmla="*/ 129368 h 482385"/>
                <a:gd name="connsiteX113" fmla="*/ 392001 w 600541"/>
                <a:gd name="connsiteY113" fmla="*/ 131994 h 482385"/>
                <a:gd name="connsiteX114" fmla="*/ 390806 w 600541"/>
                <a:gd name="connsiteY114" fmla="*/ 131994 h 482385"/>
                <a:gd name="connsiteX115" fmla="*/ 380289 w 600541"/>
                <a:gd name="connsiteY115" fmla="*/ 127697 h 482385"/>
                <a:gd name="connsiteX116" fmla="*/ 374314 w 600541"/>
                <a:gd name="connsiteY116" fmla="*/ 121730 h 482385"/>
                <a:gd name="connsiteX117" fmla="*/ 371445 w 600541"/>
                <a:gd name="connsiteY117" fmla="*/ 113137 h 482385"/>
                <a:gd name="connsiteX118" fmla="*/ 376465 w 600541"/>
                <a:gd name="connsiteY118" fmla="*/ 105499 h 482385"/>
                <a:gd name="connsiteX119" fmla="*/ 402997 w 600541"/>
                <a:gd name="connsiteY119" fmla="*/ 90462 h 482385"/>
                <a:gd name="connsiteX120" fmla="*/ 253128 w 600541"/>
                <a:gd name="connsiteY120" fmla="*/ 31745 h 482385"/>
                <a:gd name="connsiteX121" fmla="*/ 31790 w 600541"/>
                <a:gd name="connsiteY121" fmla="*/ 252769 h 482385"/>
                <a:gd name="connsiteX122" fmla="*/ 157518 w 600541"/>
                <a:gd name="connsiteY122" fmla="*/ 452072 h 482385"/>
                <a:gd name="connsiteX123" fmla="*/ 164927 w 600541"/>
                <a:gd name="connsiteY123" fmla="*/ 473315 h 482385"/>
                <a:gd name="connsiteX124" fmla="*/ 150586 w 600541"/>
                <a:gd name="connsiteY124" fmla="*/ 482385 h 482385"/>
                <a:gd name="connsiteX125" fmla="*/ 143654 w 600541"/>
                <a:gd name="connsiteY125" fmla="*/ 480714 h 482385"/>
                <a:gd name="connsiteX126" fmla="*/ 0 w 600541"/>
                <a:gd name="connsiteY126" fmla="*/ 252769 h 482385"/>
                <a:gd name="connsiteX127" fmla="*/ 253128 w 600541"/>
                <a:gd name="connsiteY127" fmla="*/ 0 h 48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600541" h="482385">
                  <a:moveTo>
                    <a:pt x="360943" y="344430"/>
                  </a:moveTo>
                  <a:cubicBezTo>
                    <a:pt x="383891" y="351110"/>
                    <a:pt x="402537" y="359937"/>
                    <a:pt x="415206" y="369480"/>
                  </a:cubicBezTo>
                  <a:cubicBezTo>
                    <a:pt x="394409" y="396677"/>
                    <a:pt x="366680" y="418148"/>
                    <a:pt x="334409" y="431508"/>
                  </a:cubicBezTo>
                  <a:cubicBezTo>
                    <a:pt x="345883" y="407412"/>
                    <a:pt x="354967" y="377830"/>
                    <a:pt x="360943" y="344430"/>
                  </a:cubicBezTo>
                  <a:close/>
                  <a:moveTo>
                    <a:pt x="158230" y="344430"/>
                  </a:moveTo>
                  <a:cubicBezTo>
                    <a:pt x="164207" y="377823"/>
                    <a:pt x="173292" y="407162"/>
                    <a:pt x="184529" y="431014"/>
                  </a:cubicBezTo>
                  <a:cubicBezTo>
                    <a:pt x="152731" y="417895"/>
                    <a:pt x="125237" y="396190"/>
                    <a:pt x="104437" y="369236"/>
                  </a:cubicBezTo>
                  <a:cubicBezTo>
                    <a:pt x="117108" y="359696"/>
                    <a:pt x="135517" y="351109"/>
                    <a:pt x="158230" y="344430"/>
                  </a:cubicBezTo>
                  <a:close/>
                  <a:moveTo>
                    <a:pt x="272241" y="331516"/>
                  </a:moveTo>
                  <a:cubicBezTo>
                    <a:pt x="297826" y="332232"/>
                    <a:pt x="321976" y="335096"/>
                    <a:pt x="343018" y="339630"/>
                  </a:cubicBezTo>
                  <a:cubicBezTo>
                    <a:pt x="335606" y="382111"/>
                    <a:pt x="323172" y="416477"/>
                    <a:pt x="308586" y="440343"/>
                  </a:cubicBezTo>
                  <a:cubicBezTo>
                    <a:pt x="296630" y="443207"/>
                    <a:pt x="281805" y="445116"/>
                    <a:pt x="272241" y="445832"/>
                  </a:cubicBezTo>
                  <a:close/>
                  <a:moveTo>
                    <a:pt x="253118" y="331516"/>
                  </a:moveTo>
                  <a:lnTo>
                    <a:pt x="253118" y="446044"/>
                  </a:lnTo>
                  <a:cubicBezTo>
                    <a:pt x="237342" y="445328"/>
                    <a:pt x="225152" y="443419"/>
                    <a:pt x="212245" y="440079"/>
                  </a:cubicBezTo>
                  <a:cubicBezTo>
                    <a:pt x="197664" y="416219"/>
                    <a:pt x="184996" y="381861"/>
                    <a:pt x="177825" y="339867"/>
                  </a:cubicBezTo>
                  <a:cubicBezTo>
                    <a:pt x="199815" y="334856"/>
                    <a:pt x="221328" y="331993"/>
                    <a:pt x="253118" y="331516"/>
                  </a:cubicBezTo>
                  <a:close/>
                  <a:moveTo>
                    <a:pt x="368784" y="260175"/>
                  </a:moveTo>
                  <a:lnTo>
                    <a:pt x="454583" y="260175"/>
                  </a:lnTo>
                  <a:cubicBezTo>
                    <a:pt x="453149" y="298360"/>
                    <a:pt x="442872" y="326044"/>
                    <a:pt x="425904" y="353251"/>
                  </a:cubicBezTo>
                  <a:cubicBezTo>
                    <a:pt x="410608" y="341796"/>
                    <a:pt x="389337" y="332249"/>
                    <a:pt x="363765" y="325090"/>
                  </a:cubicBezTo>
                  <a:cubicBezTo>
                    <a:pt x="366633" y="304565"/>
                    <a:pt x="368306" y="282609"/>
                    <a:pt x="368784" y="260175"/>
                  </a:cubicBezTo>
                  <a:close/>
                  <a:moveTo>
                    <a:pt x="272241" y="260175"/>
                  </a:moveTo>
                  <a:lnTo>
                    <a:pt x="349440" y="260175"/>
                  </a:lnTo>
                  <a:cubicBezTo>
                    <a:pt x="348962" y="282601"/>
                    <a:pt x="348006" y="301688"/>
                    <a:pt x="345616" y="320297"/>
                  </a:cubicBezTo>
                  <a:cubicBezTo>
                    <a:pt x="323149" y="315525"/>
                    <a:pt x="297815" y="312901"/>
                    <a:pt x="272241" y="312185"/>
                  </a:cubicBezTo>
                  <a:close/>
                  <a:moveTo>
                    <a:pt x="169710" y="260175"/>
                  </a:moveTo>
                  <a:lnTo>
                    <a:pt x="253118" y="260175"/>
                  </a:lnTo>
                  <a:lnTo>
                    <a:pt x="253118" y="312185"/>
                  </a:lnTo>
                  <a:cubicBezTo>
                    <a:pt x="221332" y="312662"/>
                    <a:pt x="198389" y="315287"/>
                    <a:pt x="174729" y="320297"/>
                  </a:cubicBezTo>
                  <a:cubicBezTo>
                    <a:pt x="172339" y="301688"/>
                    <a:pt x="170188" y="282601"/>
                    <a:pt x="169710" y="260175"/>
                  </a:cubicBezTo>
                  <a:close/>
                  <a:moveTo>
                    <a:pt x="65273" y="260175"/>
                  </a:moveTo>
                  <a:lnTo>
                    <a:pt x="150605" y="260175"/>
                  </a:lnTo>
                  <a:cubicBezTo>
                    <a:pt x="150844" y="282605"/>
                    <a:pt x="152517" y="304557"/>
                    <a:pt x="155385" y="325078"/>
                  </a:cubicBezTo>
                  <a:cubicBezTo>
                    <a:pt x="130048" y="331998"/>
                    <a:pt x="109014" y="341542"/>
                    <a:pt x="93717" y="352757"/>
                  </a:cubicBezTo>
                  <a:cubicBezTo>
                    <a:pt x="76985" y="325794"/>
                    <a:pt x="66707" y="298353"/>
                    <a:pt x="65273" y="260175"/>
                  </a:cubicBezTo>
                  <a:close/>
                  <a:moveTo>
                    <a:pt x="346333" y="186645"/>
                  </a:moveTo>
                  <a:cubicBezTo>
                    <a:pt x="348484" y="204296"/>
                    <a:pt x="349201" y="221946"/>
                    <a:pt x="349440" y="244367"/>
                  </a:cubicBezTo>
                  <a:lnTo>
                    <a:pt x="272241" y="244367"/>
                  </a:lnTo>
                  <a:lnTo>
                    <a:pt x="272241" y="193801"/>
                  </a:lnTo>
                  <a:cubicBezTo>
                    <a:pt x="297815" y="193085"/>
                    <a:pt x="323627" y="191415"/>
                    <a:pt x="346333" y="186645"/>
                  </a:cubicBezTo>
                  <a:close/>
                  <a:moveTo>
                    <a:pt x="174251" y="186645"/>
                  </a:moveTo>
                  <a:cubicBezTo>
                    <a:pt x="197911" y="191654"/>
                    <a:pt x="221332" y="193324"/>
                    <a:pt x="253118" y="193801"/>
                  </a:cubicBezTo>
                  <a:lnTo>
                    <a:pt x="253118" y="244367"/>
                  </a:lnTo>
                  <a:lnTo>
                    <a:pt x="169710" y="244367"/>
                  </a:lnTo>
                  <a:cubicBezTo>
                    <a:pt x="170188" y="221946"/>
                    <a:pt x="172100" y="204296"/>
                    <a:pt x="174251" y="186645"/>
                  </a:cubicBezTo>
                  <a:close/>
                  <a:moveTo>
                    <a:pt x="92525" y="153974"/>
                  </a:moveTo>
                  <a:cubicBezTo>
                    <a:pt x="107825" y="165661"/>
                    <a:pt x="129100" y="174724"/>
                    <a:pt x="154679" y="181879"/>
                  </a:cubicBezTo>
                  <a:cubicBezTo>
                    <a:pt x="152288" y="201198"/>
                    <a:pt x="150854" y="221948"/>
                    <a:pt x="150376" y="244368"/>
                  </a:cubicBezTo>
                  <a:lnTo>
                    <a:pt x="65273" y="244368"/>
                  </a:lnTo>
                  <a:cubicBezTo>
                    <a:pt x="66946" y="209308"/>
                    <a:pt x="76748" y="180448"/>
                    <a:pt x="92525" y="153974"/>
                  </a:cubicBezTo>
                  <a:close/>
                  <a:moveTo>
                    <a:pt x="426413" y="153197"/>
                  </a:moveTo>
                  <a:lnTo>
                    <a:pt x="429044" y="156061"/>
                  </a:lnTo>
                  <a:cubicBezTo>
                    <a:pt x="435262" y="166324"/>
                    <a:pt x="440284" y="177302"/>
                    <a:pt x="444350" y="188758"/>
                  </a:cubicBezTo>
                  <a:lnTo>
                    <a:pt x="404410" y="212863"/>
                  </a:lnTo>
                  <a:cubicBezTo>
                    <a:pt x="397953" y="216921"/>
                    <a:pt x="393648" y="223603"/>
                    <a:pt x="392930" y="231002"/>
                  </a:cubicBezTo>
                  <a:cubicBezTo>
                    <a:pt x="392213" y="235298"/>
                    <a:pt x="392930" y="237923"/>
                    <a:pt x="394844" y="244367"/>
                  </a:cubicBezTo>
                  <a:lnTo>
                    <a:pt x="368775" y="244367"/>
                  </a:lnTo>
                  <a:cubicBezTo>
                    <a:pt x="368297" y="221933"/>
                    <a:pt x="366862" y="201169"/>
                    <a:pt x="364470" y="181837"/>
                  </a:cubicBezTo>
                  <a:cubicBezTo>
                    <a:pt x="389821" y="174677"/>
                    <a:pt x="411107" y="164653"/>
                    <a:pt x="426413" y="153197"/>
                  </a:cubicBezTo>
                  <a:close/>
                  <a:moveTo>
                    <a:pt x="182835" y="72541"/>
                  </a:moveTo>
                  <a:cubicBezTo>
                    <a:pt x="171839" y="97128"/>
                    <a:pt x="162995" y="127205"/>
                    <a:pt x="157498" y="161101"/>
                  </a:cubicBezTo>
                  <a:cubicBezTo>
                    <a:pt x="134072" y="154179"/>
                    <a:pt x="115667" y="145346"/>
                    <a:pt x="103237" y="135798"/>
                  </a:cubicBezTo>
                  <a:cubicBezTo>
                    <a:pt x="123555" y="108108"/>
                    <a:pt x="151044" y="86386"/>
                    <a:pt x="182835" y="72541"/>
                  </a:cubicBezTo>
                  <a:close/>
                  <a:moveTo>
                    <a:pt x="336032" y="72330"/>
                  </a:moveTo>
                  <a:cubicBezTo>
                    <a:pt x="349659" y="78057"/>
                    <a:pt x="362569" y="85216"/>
                    <a:pt x="374284" y="93807"/>
                  </a:cubicBezTo>
                  <a:lnTo>
                    <a:pt x="373806" y="94284"/>
                  </a:lnTo>
                  <a:cubicBezTo>
                    <a:pt x="367112" y="98102"/>
                    <a:pt x="362808" y="104545"/>
                    <a:pt x="361852" y="111943"/>
                  </a:cubicBezTo>
                  <a:cubicBezTo>
                    <a:pt x="360657" y="119102"/>
                    <a:pt x="363286" y="126499"/>
                    <a:pt x="368785" y="131988"/>
                  </a:cubicBezTo>
                  <a:lnTo>
                    <a:pt x="370220" y="133420"/>
                  </a:lnTo>
                  <a:cubicBezTo>
                    <a:pt x="375957" y="139147"/>
                    <a:pt x="385042" y="142726"/>
                    <a:pt x="393649" y="142726"/>
                  </a:cubicBezTo>
                  <a:cubicBezTo>
                    <a:pt x="394605" y="142726"/>
                    <a:pt x="395561" y="142726"/>
                    <a:pt x="396279" y="142726"/>
                  </a:cubicBezTo>
                  <a:lnTo>
                    <a:pt x="407515" y="141533"/>
                  </a:lnTo>
                  <a:cubicBezTo>
                    <a:pt x="395561" y="148931"/>
                    <a:pt x="380261" y="155612"/>
                    <a:pt x="361613" y="161101"/>
                  </a:cubicBezTo>
                  <a:cubicBezTo>
                    <a:pt x="356114" y="127215"/>
                    <a:pt x="347268" y="96909"/>
                    <a:pt x="336032" y="72330"/>
                  </a:cubicBezTo>
                  <a:close/>
                  <a:moveTo>
                    <a:pt x="272241" y="57299"/>
                  </a:moveTo>
                  <a:cubicBezTo>
                    <a:pt x="285151" y="58015"/>
                    <a:pt x="298300" y="59923"/>
                    <a:pt x="310732" y="63263"/>
                  </a:cubicBezTo>
                  <a:cubicBezTo>
                    <a:pt x="325076" y="88075"/>
                    <a:pt x="336791" y="123145"/>
                    <a:pt x="343724" y="165849"/>
                  </a:cubicBezTo>
                  <a:cubicBezTo>
                    <a:pt x="322446" y="170621"/>
                    <a:pt x="297822" y="173722"/>
                    <a:pt x="272241" y="174438"/>
                  </a:cubicBezTo>
                  <a:close/>
                  <a:moveTo>
                    <a:pt x="253118" y="57017"/>
                  </a:moveTo>
                  <a:lnTo>
                    <a:pt x="253118" y="174438"/>
                  </a:lnTo>
                  <a:cubicBezTo>
                    <a:pt x="221332" y="173961"/>
                    <a:pt x="199345" y="170858"/>
                    <a:pt x="177119" y="165846"/>
                  </a:cubicBezTo>
                  <a:cubicBezTo>
                    <a:pt x="184050" y="123126"/>
                    <a:pt x="195521" y="88282"/>
                    <a:pt x="209861" y="63461"/>
                  </a:cubicBezTo>
                  <a:cubicBezTo>
                    <a:pt x="223483" y="59881"/>
                    <a:pt x="237345" y="57494"/>
                    <a:pt x="253118" y="57017"/>
                  </a:cubicBezTo>
                  <a:close/>
                  <a:moveTo>
                    <a:pt x="253128" y="0"/>
                  </a:moveTo>
                  <a:cubicBezTo>
                    <a:pt x="316708" y="0"/>
                    <a:pt x="377899" y="24107"/>
                    <a:pt x="424509" y="66832"/>
                  </a:cubicBezTo>
                  <a:lnTo>
                    <a:pt x="436699" y="45350"/>
                  </a:lnTo>
                  <a:cubicBezTo>
                    <a:pt x="438611" y="42009"/>
                    <a:pt x="441958" y="40099"/>
                    <a:pt x="445782" y="40099"/>
                  </a:cubicBezTo>
                  <a:cubicBezTo>
                    <a:pt x="448411" y="40099"/>
                    <a:pt x="451041" y="41054"/>
                    <a:pt x="453192" y="43202"/>
                  </a:cubicBezTo>
                  <a:lnTo>
                    <a:pt x="459168" y="48931"/>
                  </a:lnTo>
                  <a:cubicBezTo>
                    <a:pt x="462036" y="52034"/>
                    <a:pt x="463709" y="56807"/>
                    <a:pt x="463231" y="60865"/>
                  </a:cubicBezTo>
                  <a:lnTo>
                    <a:pt x="461080" y="82585"/>
                  </a:lnTo>
                  <a:lnTo>
                    <a:pt x="517251" y="138677"/>
                  </a:lnTo>
                  <a:lnTo>
                    <a:pt x="553582" y="79005"/>
                  </a:lnTo>
                  <a:cubicBezTo>
                    <a:pt x="555973" y="74948"/>
                    <a:pt x="560036" y="72561"/>
                    <a:pt x="564578" y="72561"/>
                  </a:cubicBezTo>
                  <a:cubicBezTo>
                    <a:pt x="567924" y="72561"/>
                    <a:pt x="571270" y="73993"/>
                    <a:pt x="573900" y="76618"/>
                  </a:cubicBezTo>
                  <a:lnTo>
                    <a:pt x="578441" y="80915"/>
                  </a:lnTo>
                  <a:cubicBezTo>
                    <a:pt x="582983" y="85450"/>
                    <a:pt x="584895" y="93326"/>
                    <a:pt x="582983" y="99532"/>
                  </a:cubicBezTo>
                  <a:lnTo>
                    <a:pt x="558841" y="180208"/>
                  </a:lnTo>
                  <a:lnTo>
                    <a:pt x="592544" y="214102"/>
                  </a:lnTo>
                  <a:cubicBezTo>
                    <a:pt x="605451" y="226752"/>
                    <a:pt x="601388" y="246324"/>
                    <a:pt x="589914" y="258020"/>
                  </a:cubicBezTo>
                  <a:lnTo>
                    <a:pt x="589675" y="258497"/>
                  </a:lnTo>
                  <a:cubicBezTo>
                    <a:pt x="583461" y="264464"/>
                    <a:pt x="575812" y="267567"/>
                    <a:pt x="568402" y="267567"/>
                  </a:cubicBezTo>
                  <a:cubicBezTo>
                    <a:pt x="560753" y="267567"/>
                    <a:pt x="553582" y="264464"/>
                    <a:pt x="547846" y="258736"/>
                  </a:cubicBezTo>
                  <a:lnTo>
                    <a:pt x="515338" y="226275"/>
                  </a:lnTo>
                  <a:lnTo>
                    <a:pt x="430724" y="251575"/>
                  </a:lnTo>
                  <a:cubicBezTo>
                    <a:pt x="429289" y="252053"/>
                    <a:pt x="427616" y="252291"/>
                    <a:pt x="425943" y="252291"/>
                  </a:cubicBezTo>
                  <a:cubicBezTo>
                    <a:pt x="420924" y="252291"/>
                    <a:pt x="415665" y="250143"/>
                    <a:pt x="412319" y="246802"/>
                  </a:cubicBezTo>
                  <a:lnTo>
                    <a:pt x="407777" y="242267"/>
                  </a:lnTo>
                  <a:cubicBezTo>
                    <a:pt x="404909" y="239402"/>
                    <a:pt x="403475" y="235583"/>
                    <a:pt x="403953" y="231526"/>
                  </a:cubicBezTo>
                  <a:cubicBezTo>
                    <a:pt x="404431" y="227707"/>
                    <a:pt x="406821" y="224365"/>
                    <a:pt x="410167" y="222217"/>
                  </a:cubicBezTo>
                  <a:lnTo>
                    <a:pt x="473031" y="184027"/>
                  </a:lnTo>
                  <a:lnTo>
                    <a:pt x="418294" y="129368"/>
                  </a:lnTo>
                  <a:lnTo>
                    <a:pt x="392001" y="131994"/>
                  </a:lnTo>
                  <a:cubicBezTo>
                    <a:pt x="391762" y="131994"/>
                    <a:pt x="391284" y="131994"/>
                    <a:pt x="390806" y="131994"/>
                  </a:cubicBezTo>
                  <a:cubicBezTo>
                    <a:pt x="386982" y="131994"/>
                    <a:pt x="382918" y="130323"/>
                    <a:pt x="380289" y="127697"/>
                  </a:cubicBezTo>
                  <a:lnTo>
                    <a:pt x="374314" y="121730"/>
                  </a:lnTo>
                  <a:cubicBezTo>
                    <a:pt x="371923" y="119582"/>
                    <a:pt x="370967" y="116240"/>
                    <a:pt x="371445" y="113137"/>
                  </a:cubicBezTo>
                  <a:cubicBezTo>
                    <a:pt x="371684" y="110034"/>
                    <a:pt x="373596" y="107170"/>
                    <a:pt x="376465" y="105499"/>
                  </a:cubicBezTo>
                  <a:lnTo>
                    <a:pt x="402997" y="90462"/>
                  </a:lnTo>
                  <a:cubicBezTo>
                    <a:pt x="362362" y="52988"/>
                    <a:pt x="308582" y="31745"/>
                    <a:pt x="253128" y="31745"/>
                  </a:cubicBezTo>
                  <a:cubicBezTo>
                    <a:pt x="131225" y="31745"/>
                    <a:pt x="31790" y="130800"/>
                    <a:pt x="31790" y="252769"/>
                  </a:cubicBezTo>
                  <a:cubicBezTo>
                    <a:pt x="31790" y="337264"/>
                    <a:pt x="81269" y="415553"/>
                    <a:pt x="157518" y="452072"/>
                  </a:cubicBezTo>
                  <a:cubicBezTo>
                    <a:pt x="165405" y="455891"/>
                    <a:pt x="168752" y="465438"/>
                    <a:pt x="164927" y="473315"/>
                  </a:cubicBezTo>
                  <a:cubicBezTo>
                    <a:pt x="162298" y="479043"/>
                    <a:pt x="156562" y="482385"/>
                    <a:pt x="150586" y="482385"/>
                  </a:cubicBezTo>
                  <a:cubicBezTo>
                    <a:pt x="148196" y="482385"/>
                    <a:pt x="145805" y="481669"/>
                    <a:pt x="143654" y="480714"/>
                  </a:cubicBezTo>
                  <a:cubicBezTo>
                    <a:pt x="56410" y="438944"/>
                    <a:pt x="0" y="349437"/>
                    <a:pt x="0" y="252769"/>
                  </a:cubicBezTo>
                  <a:cubicBezTo>
                    <a:pt x="0" y="113376"/>
                    <a:pt x="113537" y="0"/>
                    <a:pt x="253128" y="0"/>
                  </a:cubicBezTo>
                  <a:close/>
                </a:path>
              </a:pathLst>
            </a:cu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6" name="íṣ1iḑé">
              <a:extLst>
                <a:ext uri="{FF2B5EF4-FFF2-40B4-BE49-F238E27FC236}">
                  <a16:creationId xmlns:a16="http://schemas.microsoft.com/office/drawing/2014/main" id="{8932E691-F395-4133-8819-DD7739B9114F}"/>
                </a:ext>
              </a:extLst>
            </p:cNvPr>
            <p:cNvSpPr/>
            <p:nvPr/>
          </p:nvSpPr>
          <p:spPr>
            <a:xfrm>
              <a:off x="6677101" y="4279936"/>
              <a:ext cx="612810" cy="492240"/>
            </a:xfrm>
            <a:custGeom>
              <a:avLst/>
              <a:gdLst>
                <a:gd name="connsiteX0" fmla="*/ 360943 w 600541"/>
                <a:gd name="connsiteY0" fmla="*/ 344430 h 482385"/>
                <a:gd name="connsiteX1" fmla="*/ 415206 w 600541"/>
                <a:gd name="connsiteY1" fmla="*/ 369480 h 482385"/>
                <a:gd name="connsiteX2" fmla="*/ 334409 w 600541"/>
                <a:gd name="connsiteY2" fmla="*/ 431508 h 482385"/>
                <a:gd name="connsiteX3" fmla="*/ 360943 w 600541"/>
                <a:gd name="connsiteY3" fmla="*/ 344430 h 482385"/>
                <a:gd name="connsiteX4" fmla="*/ 158230 w 600541"/>
                <a:gd name="connsiteY4" fmla="*/ 344430 h 482385"/>
                <a:gd name="connsiteX5" fmla="*/ 184529 w 600541"/>
                <a:gd name="connsiteY5" fmla="*/ 431014 h 482385"/>
                <a:gd name="connsiteX6" fmla="*/ 104437 w 600541"/>
                <a:gd name="connsiteY6" fmla="*/ 369236 h 482385"/>
                <a:gd name="connsiteX7" fmla="*/ 158230 w 600541"/>
                <a:gd name="connsiteY7" fmla="*/ 344430 h 482385"/>
                <a:gd name="connsiteX8" fmla="*/ 272241 w 600541"/>
                <a:gd name="connsiteY8" fmla="*/ 331516 h 482385"/>
                <a:gd name="connsiteX9" fmla="*/ 343018 w 600541"/>
                <a:gd name="connsiteY9" fmla="*/ 339630 h 482385"/>
                <a:gd name="connsiteX10" fmla="*/ 308586 w 600541"/>
                <a:gd name="connsiteY10" fmla="*/ 440343 h 482385"/>
                <a:gd name="connsiteX11" fmla="*/ 272241 w 600541"/>
                <a:gd name="connsiteY11" fmla="*/ 445832 h 482385"/>
                <a:gd name="connsiteX12" fmla="*/ 253118 w 600541"/>
                <a:gd name="connsiteY12" fmla="*/ 331516 h 482385"/>
                <a:gd name="connsiteX13" fmla="*/ 253118 w 600541"/>
                <a:gd name="connsiteY13" fmla="*/ 446044 h 482385"/>
                <a:gd name="connsiteX14" fmla="*/ 212245 w 600541"/>
                <a:gd name="connsiteY14" fmla="*/ 440079 h 482385"/>
                <a:gd name="connsiteX15" fmla="*/ 177825 w 600541"/>
                <a:gd name="connsiteY15" fmla="*/ 339867 h 482385"/>
                <a:gd name="connsiteX16" fmla="*/ 253118 w 600541"/>
                <a:gd name="connsiteY16" fmla="*/ 331516 h 482385"/>
                <a:gd name="connsiteX17" fmla="*/ 368784 w 600541"/>
                <a:gd name="connsiteY17" fmla="*/ 260175 h 482385"/>
                <a:gd name="connsiteX18" fmla="*/ 454583 w 600541"/>
                <a:gd name="connsiteY18" fmla="*/ 260175 h 482385"/>
                <a:gd name="connsiteX19" fmla="*/ 425904 w 600541"/>
                <a:gd name="connsiteY19" fmla="*/ 353251 h 482385"/>
                <a:gd name="connsiteX20" fmla="*/ 363765 w 600541"/>
                <a:gd name="connsiteY20" fmla="*/ 325090 h 482385"/>
                <a:gd name="connsiteX21" fmla="*/ 368784 w 600541"/>
                <a:gd name="connsiteY21" fmla="*/ 260175 h 482385"/>
                <a:gd name="connsiteX22" fmla="*/ 272241 w 600541"/>
                <a:gd name="connsiteY22" fmla="*/ 260175 h 482385"/>
                <a:gd name="connsiteX23" fmla="*/ 349440 w 600541"/>
                <a:gd name="connsiteY23" fmla="*/ 260175 h 482385"/>
                <a:gd name="connsiteX24" fmla="*/ 345616 w 600541"/>
                <a:gd name="connsiteY24" fmla="*/ 320297 h 482385"/>
                <a:gd name="connsiteX25" fmla="*/ 272241 w 600541"/>
                <a:gd name="connsiteY25" fmla="*/ 312185 h 482385"/>
                <a:gd name="connsiteX26" fmla="*/ 169710 w 600541"/>
                <a:gd name="connsiteY26" fmla="*/ 260175 h 482385"/>
                <a:gd name="connsiteX27" fmla="*/ 253118 w 600541"/>
                <a:gd name="connsiteY27" fmla="*/ 260175 h 482385"/>
                <a:gd name="connsiteX28" fmla="*/ 253118 w 600541"/>
                <a:gd name="connsiteY28" fmla="*/ 312185 h 482385"/>
                <a:gd name="connsiteX29" fmla="*/ 174729 w 600541"/>
                <a:gd name="connsiteY29" fmla="*/ 320297 h 482385"/>
                <a:gd name="connsiteX30" fmla="*/ 169710 w 600541"/>
                <a:gd name="connsiteY30" fmla="*/ 260175 h 482385"/>
                <a:gd name="connsiteX31" fmla="*/ 65273 w 600541"/>
                <a:gd name="connsiteY31" fmla="*/ 260175 h 482385"/>
                <a:gd name="connsiteX32" fmla="*/ 150605 w 600541"/>
                <a:gd name="connsiteY32" fmla="*/ 260175 h 482385"/>
                <a:gd name="connsiteX33" fmla="*/ 155385 w 600541"/>
                <a:gd name="connsiteY33" fmla="*/ 325078 h 482385"/>
                <a:gd name="connsiteX34" fmla="*/ 93717 w 600541"/>
                <a:gd name="connsiteY34" fmla="*/ 352757 h 482385"/>
                <a:gd name="connsiteX35" fmla="*/ 65273 w 600541"/>
                <a:gd name="connsiteY35" fmla="*/ 260175 h 482385"/>
                <a:gd name="connsiteX36" fmla="*/ 346333 w 600541"/>
                <a:gd name="connsiteY36" fmla="*/ 186645 h 482385"/>
                <a:gd name="connsiteX37" fmla="*/ 349440 w 600541"/>
                <a:gd name="connsiteY37" fmla="*/ 244367 h 482385"/>
                <a:gd name="connsiteX38" fmla="*/ 272241 w 600541"/>
                <a:gd name="connsiteY38" fmla="*/ 244367 h 482385"/>
                <a:gd name="connsiteX39" fmla="*/ 272241 w 600541"/>
                <a:gd name="connsiteY39" fmla="*/ 193801 h 482385"/>
                <a:gd name="connsiteX40" fmla="*/ 346333 w 600541"/>
                <a:gd name="connsiteY40" fmla="*/ 186645 h 482385"/>
                <a:gd name="connsiteX41" fmla="*/ 174251 w 600541"/>
                <a:gd name="connsiteY41" fmla="*/ 186645 h 482385"/>
                <a:gd name="connsiteX42" fmla="*/ 253118 w 600541"/>
                <a:gd name="connsiteY42" fmla="*/ 193801 h 482385"/>
                <a:gd name="connsiteX43" fmla="*/ 253118 w 600541"/>
                <a:gd name="connsiteY43" fmla="*/ 244367 h 482385"/>
                <a:gd name="connsiteX44" fmla="*/ 169710 w 600541"/>
                <a:gd name="connsiteY44" fmla="*/ 244367 h 482385"/>
                <a:gd name="connsiteX45" fmla="*/ 174251 w 600541"/>
                <a:gd name="connsiteY45" fmla="*/ 186645 h 482385"/>
                <a:gd name="connsiteX46" fmla="*/ 92525 w 600541"/>
                <a:gd name="connsiteY46" fmla="*/ 153974 h 482385"/>
                <a:gd name="connsiteX47" fmla="*/ 154679 w 600541"/>
                <a:gd name="connsiteY47" fmla="*/ 181879 h 482385"/>
                <a:gd name="connsiteX48" fmla="*/ 150376 w 600541"/>
                <a:gd name="connsiteY48" fmla="*/ 244368 h 482385"/>
                <a:gd name="connsiteX49" fmla="*/ 65273 w 600541"/>
                <a:gd name="connsiteY49" fmla="*/ 244368 h 482385"/>
                <a:gd name="connsiteX50" fmla="*/ 92525 w 600541"/>
                <a:gd name="connsiteY50" fmla="*/ 153974 h 482385"/>
                <a:gd name="connsiteX51" fmla="*/ 426413 w 600541"/>
                <a:gd name="connsiteY51" fmla="*/ 153197 h 482385"/>
                <a:gd name="connsiteX52" fmla="*/ 429044 w 600541"/>
                <a:gd name="connsiteY52" fmla="*/ 156061 h 482385"/>
                <a:gd name="connsiteX53" fmla="*/ 444350 w 600541"/>
                <a:gd name="connsiteY53" fmla="*/ 188758 h 482385"/>
                <a:gd name="connsiteX54" fmla="*/ 404410 w 600541"/>
                <a:gd name="connsiteY54" fmla="*/ 212863 h 482385"/>
                <a:gd name="connsiteX55" fmla="*/ 392930 w 600541"/>
                <a:gd name="connsiteY55" fmla="*/ 231002 h 482385"/>
                <a:gd name="connsiteX56" fmla="*/ 394844 w 600541"/>
                <a:gd name="connsiteY56" fmla="*/ 244367 h 482385"/>
                <a:gd name="connsiteX57" fmla="*/ 368775 w 600541"/>
                <a:gd name="connsiteY57" fmla="*/ 244367 h 482385"/>
                <a:gd name="connsiteX58" fmla="*/ 364470 w 600541"/>
                <a:gd name="connsiteY58" fmla="*/ 181837 h 482385"/>
                <a:gd name="connsiteX59" fmla="*/ 426413 w 600541"/>
                <a:gd name="connsiteY59" fmla="*/ 153197 h 482385"/>
                <a:gd name="connsiteX60" fmla="*/ 182835 w 600541"/>
                <a:gd name="connsiteY60" fmla="*/ 72541 h 482385"/>
                <a:gd name="connsiteX61" fmla="*/ 157498 w 600541"/>
                <a:gd name="connsiteY61" fmla="*/ 161101 h 482385"/>
                <a:gd name="connsiteX62" fmla="*/ 103237 w 600541"/>
                <a:gd name="connsiteY62" fmla="*/ 135798 h 482385"/>
                <a:gd name="connsiteX63" fmla="*/ 182835 w 600541"/>
                <a:gd name="connsiteY63" fmla="*/ 72541 h 482385"/>
                <a:gd name="connsiteX64" fmla="*/ 336032 w 600541"/>
                <a:gd name="connsiteY64" fmla="*/ 72330 h 482385"/>
                <a:gd name="connsiteX65" fmla="*/ 374284 w 600541"/>
                <a:gd name="connsiteY65" fmla="*/ 93807 h 482385"/>
                <a:gd name="connsiteX66" fmla="*/ 373806 w 600541"/>
                <a:gd name="connsiteY66" fmla="*/ 94284 h 482385"/>
                <a:gd name="connsiteX67" fmla="*/ 361852 w 600541"/>
                <a:gd name="connsiteY67" fmla="*/ 111943 h 482385"/>
                <a:gd name="connsiteX68" fmla="*/ 368785 w 600541"/>
                <a:gd name="connsiteY68" fmla="*/ 131988 h 482385"/>
                <a:gd name="connsiteX69" fmla="*/ 370220 w 600541"/>
                <a:gd name="connsiteY69" fmla="*/ 133420 h 482385"/>
                <a:gd name="connsiteX70" fmla="*/ 393649 w 600541"/>
                <a:gd name="connsiteY70" fmla="*/ 142726 h 482385"/>
                <a:gd name="connsiteX71" fmla="*/ 396279 w 600541"/>
                <a:gd name="connsiteY71" fmla="*/ 142726 h 482385"/>
                <a:gd name="connsiteX72" fmla="*/ 407515 w 600541"/>
                <a:gd name="connsiteY72" fmla="*/ 141533 h 482385"/>
                <a:gd name="connsiteX73" fmla="*/ 361613 w 600541"/>
                <a:gd name="connsiteY73" fmla="*/ 161101 h 482385"/>
                <a:gd name="connsiteX74" fmla="*/ 336032 w 600541"/>
                <a:gd name="connsiteY74" fmla="*/ 72330 h 482385"/>
                <a:gd name="connsiteX75" fmla="*/ 272241 w 600541"/>
                <a:gd name="connsiteY75" fmla="*/ 57299 h 482385"/>
                <a:gd name="connsiteX76" fmla="*/ 310732 w 600541"/>
                <a:gd name="connsiteY76" fmla="*/ 63263 h 482385"/>
                <a:gd name="connsiteX77" fmla="*/ 343724 w 600541"/>
                <a:gd name="connsiteY77" fmla="*/ 165849 h 482385"/>
                <a:gd name="connsiteX78" fmla="*/ 272241 w 600541"/>
                <a:gd name="connsiteY78" fmla="*/ 174438 h 482385"/>
                <a:gd name="connsiteX79" fmla="*/ 253118 w 600541"/>
                <a:gd name="connsiteY79" fmla="*/ 57017 h 482385"/>
                <a:gd name="connsiteX80" fmla="*/ 253118 w 600541"/>
                <a:gd name="connsiteY80" fmla="*/ 174438 h 482385"/>
                <a:gd name="connsiteX81" fmla="*/ 177119 w 600541"/>
                <a:gd name="connsiteY81" fmla="*/ 165846 h 482385"/>
                <a:gd name="connsiteX82" fmla="*/ 209861 w 600541"/>
                <a:gd name="connsiteY82" fmla="*/ 63461 h 482385"/>
                <a:gd name="connsiteX83" fmla="*/ 253118 w 600541"/>
                <a:gd name="connsiteY83" fmla="*/ 57017 h 482385"/>
                <a:gd name="connsiteX84" fmla="*/ 253128 w 600541"/>
                <a:gd name="connsiteY84" fmla="*/ 0 h 482385"/>
                <a:gd name="connsiteX85" fmla="*/ 424509 w 600541"/>
                <a:gd name="connsiteY85" fmla="*/ 66832 h 482385"/>
                <a:gd name="connsiteX86" fmla="*/ 436699 w 600541"/>
                <a:gd name="connsiteY86" fmla="*/ 45350 h 482385"/>
                <a:gd name="connsiteX87" fmla="*/ 445782 w 600541"/>
                <a:gd name="connsiteY87" fmla="*/ 40099 h 482385"/>
                <a:gd name="connsiteX88" fmla="*/ 453192 w 600541"/>
                <a:gd name="connsiteY88" fmla="*/ 43202 h 482385"/>
                <a:gd name="connsiteX89" fmla="*/ 459168 w 600541"/>
                <a:gd name="connsiteY89" fmla="*/ 48931 h 482385"/>
                <a:gd name="connsiteX90" fmla="*/ 463231 w 600541"/>
                <a:gd name="connsiteY90" fmla="*/ 60865 h 482385"/>
                <a:gd name="connsiteX91" fmla="*/ 461080 w 600541"/>
                <a:gd name="connsiteY91" fmla="*/ 82585 h 482385"/>
                <a:gd name="connsiteX92" fmla="*/ 517251 w 600541"/>
                <a:gd name="connsiteY92" fmla="*/ 138677 h 482385"/>
                <a:gd name="connsiteX93" fmla="*/ 553582 w 600541"/>
                <a:gd name="connsiteY93" fmla="*/ 79005 h 482385"/>
                <a:gd name="connsiteX94" fmla="*/ 564578 w 600541"/>
                <a:gd name="connsiteY94" fmla="*/ 72561 h 482385"/>
                <a:gd name="connsiteX95" fmla="*/ 573900 w 600541"/>
                <a:gd name="connsiteY95" fmla="*/ 76618 h 482385"/>
                <a:gd name="connsiteX96" fmla="*/ 578441 w 600541"/>
                <a:gd name="connsiteY96" fmla="*/ 80915 h 482385"/>
                <a:gd name="connsiteX97" fmla="*/ 582983 w 600541"/>
                <a:gd name="connsiteY97" fmla="*/ 99532 h 482385"/>
                <a:gd name="connsiteX98" fmla="*/ 558841 w 600541"/>
                <a:gd name="connsiteY98" fmla="*/ 180208 h 482385"/>
                <a:gd name="connsiteX99" fmla="*/ 592544 w 600541"/>
                <a:gd name="connsiteY99" fmla="*/ 214102 h 482385"/>
                <a:gd name="connsiteX100" fmla="*/ 589914 w 600541"/>
                <a:gd name="connsiteY100" fmla="*/ 258020 h 482385"/>
                <a:gd name="connsiteX101" fmla="*/ 589675 w 600541"/>
                <a:gd name="connsiteY101" fmla="*/ 258497 h 482385"/>
                <a:gd name="connsiteX102" fmla="*/ 568402 w 600541"/>
                <a:gd name="connsiteY102" fmla="*/ 267567 h 482385"/>
                <a:gd name="connsiteX103" fmla="*/ 547846 w 600541"/>
                <a:gd name="connsiteY103" fmla="*/ 258736 h 482385"/>
                <a:gd name="connsiteX104" fmla="*/ 515338 w 600541"/>
                <a:gd name="connsiteY104" fmla="*/ 226275 h 482385"/>
                <a:gd name="connsiteX105" fmla="*/ 430724 w 600541"/>
                <a:gd name="connsiteY105" fmla="*/ 251575 h 482385"/>
                <a:gd name="connsiteX106" fmla="*/ 425943 w 600541"/>
                <a:gd name="connsiteY106" fmla="*/ 252291 h 482385"/>
                <a:gd name="connsiteX107" fmla="*/ 412319 w 600541"/>
                <a:gd name="connsiteY107" fmla="*/ 246802 h 482385"/>
                <a:gd name="connsiteX108" fmla="*/ 407777 w 600541"/>
                <a:gd name="connsiteY108" fmla="*/ 242267 h 482385"/>
                <a:gd name="connsiteX109" fmla="*/ 403953 w 600541"/>
                <a:gd name="connsiteY109" fmla="*/ 231526 h 482385"/>
                <a:gd name="connsiteX110" fmla="*/ 410167 w 600541"/>
                <a:gd name="connsiteY110" fmla="*/ 222217 h 482385"/>
                <a:gd name="connsiteX111" fmla="*/ 473031 w 600541"/>
                <a:gd name="connsiteY111" fmla="*/ 184027 h 482385"/>
                <a:gd name="connsiteX112" fmla="*/ 418294 w 600541"/>
                <a:gd name="connsiteY112" fmla="*/ 129368 h 482385"/>
                <a:gd name="connsiteX113" fmla="*/ 392001 w 600541"/>
                <a:gd name="connsiteY113" fmla="*/ 131994 h 482385"/>
                <a:gd name="connsiteX114" fmla="*/ 390806 w 600541"/>
                <a:gd name="connsiteY114" fmla="*/ 131994 h 482385"/>
                <a:gd name="connsiteX115" fmla="*/ 380289 w 600541"/>
                <a:gd name="connsiteY115" fmla="*/ 127697 h 482385"/>
                <a:gd name="connsiteX116" fmla="*/ 374314 w 600541"/>
                <a:gd name="connsiteY116" fmla="*/ 121730 h 482385"/>
                <a:gd name="connsiteX117" fmla="*/ 371445 w 600541"/>
                <a:gd name="connsiteY117" fmla="*/ 113137 h 482385"/>
                <a:gd name="connsiteX118" fmla="*/ 376465 w 600541"/>
                <a:gd name="connsiteY118" fmla="*/ 105499 h 482385"/>
                <a:gd name="connsiteX119" fmla="*/ 402997 w 600541"/>
                <a:gd name="connsiteY119" fmla="*/ 90462 h 482385"/>
                <a:gd name="connsiteX120" fmla="*/ 253128 w 600541"/>
                <a:gd name="connsiteY120" fmla="*/ 31745 h 482385"/>
                <a:gd name="connsiteX121" fmla="*/ 31790 w 600541"/>
                <a:gd name="connsiteY121" fmla="*/ 252769 h 482385"/>
                <a:gd name="connsiteX122" fmla="*/ 157518 w 600541"/>
                <a:gd name="connsiteY122" fmla="*/ 452072 h 482385"/>
                <a:gd name="connsiteX123" fmla="*/ 164927 w 600541"/>
                <a:gd name="connsiteY123" fmla="*/ 473315 h 482385"/>
                <a:gd name="connsiteX124" fmla="*/ 150586 w 600541"/>
                <a:gd name="connsiteY124" fmla="*/ 482385 h 482385"/>
                <a:gd name="connsiteX125" fmla="*/ 143654 w 600541"/>
                <a:gd name="connsiteY125" fmla="*/ 480714 h 482385"/>
                <a:gd name="connsiteX126" fmla="*/ 0 w 600541"/>
                <a:gd name="connsiteY126" fmla="*/ 252769 h 482385"/>
                <a:gd name="connsiteX127" fmla="*/ 253128 w 600541"/>
                <a:gd name="connsiteY127" fmla="*/ 0 h 48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600541" h="482385">
                  <a:moveTo>
                    <a:pt x="360943" y="344430"/>
                  </a:moveTo>
                  <a:cubicBezTo>
                    <a:pt x="383891" y="351110"/>
                    <a:pt x="402537" y="359937"/>
                    <a:pt x="415206" y="369480"/>
                  </a:cubicBezTo>
                  <a:cubicBezTo>
                    <a:pt x="394409" y="396677"/>
                    <a:pt x="366680" y="418148"/>
                    <a:pt x="334409" y="431508"/>
                  </a:cubicBezTo>
                  <a:cubicBezTo>
                    <a:pt x="345883" y="407412"/>
                    <a:pt x="354967" y="377830"/>
                    <a:pt x="360943" y="344430"/>
                  </a:cubicBezTo>
                  <a:close/>
                  <a:moveTo>
                    <a:pt x="158230" y="344430"/>
                  </a:moveTo>
                  <a:cubicBezTo>
                    <a:pt x="164207" y="377823"/>
                    <a:pt x="173292" y="407162"/>
                    <a:pt x="184529" y="431014"/>
                  </a:cubicBezTo>
                  <a:cubicBezTo>
                    <a:pt x="152731" y="417895"/>
                    <a:pt x="125237" y="396190"/>
                    <a:pt x="104437" y="369236"/>
                  </a:cubicBezTo>
                  <a:cubicBezTo>
                    <a:pt x="117108" y="359696"/>
                    <a:pt x="135517" y="351109"/>
                    <a:pt x="158230" y="344430"/>
                  </a:cubicBezTo>
                  <a:close/>
                  <a:moveTo>
                    <a:pt x="272241" y="331516"/>
                  </a:moveTo>
                  <a:cubicBezTo>
                    <a:pt x="297826" y="332232"/>
                    <a:pt x="321976" y="335096"/>
                    <a:pt x="343018" y="339630"/>
                  </a:cubicBezTo>
                  <a:cubicBezTo>
                    <a:pt x="335606" y="382111"/>
                    <a:pt x="323172" y="416477"/>
                    <a:pt x="308586" y="440343"/>
                  </a:cubicBezTo>
                  <a:cubicBezTo>
                    <a:pt x="296630" y="443207"/>
                    <a:pt x="281805" y="445116"/>
                    <a:pt x="272241" y="445832"/>
                  </a:cubicBezTo>
                  <a:close/>
                  <a:moveTo>
                    <a:pt x="253118" y="331516"/>
                  </a:moveTo>
                  <a:lnTo>
                    <a:pt x="253118" y="446044"/>
                  </a:lnTo>
                  <a:cubicBezTo>
                    <a:pt x="237342" y="445328"/>
                    <a:pt x="225152" y="443419"/>
                    <a:pt x="212245" y="440079"/>
                  </a:cubicBezTo>
                  <a:cubicBezTo>
                    <a:pt x="197664" y="416219"/>
                    <a:pt x="184996" y="381861"/>
                    <a:pt x="177825" y="339867"/>
                  </a:cubicBezTo>
                  <a:cubicBezTo>
                    <a:pt x="199815" y="334856"/>
                    <a:pt x="221328" y="331993"/>
                    <a:pt x="253118" y="331516"/>
                  </a:cubicBezTo>
                  <a:close/>
                  <a:moveTo>
                    <a:pt x="368784" y="260175"/>
                  </a:moveTo>
                  <a:lnTo>
                    <a:pt x="454583" y="260175"/>
                  </a:lnTo>
                  <a:cubicBezTo>
                    <a:pt x="453149" y="298360"/>
                    <a:pt x="442872" y="326044"/>
                    <a:pt x="425904" y="353251"/>
                  </a:cubicBezTo>
                  <a:cubicBezTo>
                    <a:pt x="410608" y="341796"/>
                    <a:pt x="389337" y="332249"/>
                    <a:pt x="363765" y="325090"/>
                  </a:cubicBezTo>
                  <a:cubicBezTo>
                    <a:pt x="366633" y="304565"/>
                    <a:pt x="368306" y="282609"/>
                    <a:pt x="368784" y="260175"/>
                  </a:cubicBezTo>
                  <a:close/>
                  <a:moveTo>
                    <a:pt x="272241" y="260175"/>
                  </a:moveTo>
                  <a:lnTo>
                    <a:pt x="349440" y="260175"/>
                  </a:lnTo>
                  <a:cubicBezTo>
                    <a:pt x="348962" y="282601"/>
                    <a:pt x="348006" y="301688"/>
                    <a:pt x="345616" y="320297"/>
                  </a:cubicBezTo>
                  <a:cubicBezTo>
                    <a:pt x="323149" y="315525"/>
                    <a:pt x="297815" y="312901"/>
                    <a:pt x="272241" y="312185"/>
                  </a:cubicBezTo>
                  <a:close/>
                  <a:moveTo>
                    <a:pt x="169710" y="260175"/>
                  </a:moveTo>
                  <a:lnTo>
                    <a:pt x="253118" y="260175"/>
                  </a:lnTo>
                  <a:lnTo>
                    <a:pt x="253118" y="312185"/>
                  </a:lnTo>
                  <a:cubicBezTo>
                    <a:pt x="221332" y="312662"/>
                    <a:pt x="198389" y="315287"/>
                    <a:pt x="174729" y="320297"/>
                  </a:cubicBezTo>
                  <a:cubicBezTo>
                    <a:pt x="172339" y="301688"/>
                    <a:pt x="170188" y="282601"/>
                    <a:pt x="169710" y="260175"/>
                  </a:cubicBezTo>
                  <a:close/>
                  <a:moveTo>
                    <a:pt x="65273" y="260175"/>
                  </a:moveTo>
                  <a:lnTo>
                    <a:pt x="150605" y="260175"/>
                  </a:lnTo>
                  <a:cubicBezTo>
                    <a:pt x="150844" y="282605"/>
                    <a:pt x="152517" y="304557"/>
                    <a:pt x="155385" y="325078"/>
                  </a:cubicBezTo>
                  <a:cubicBezTo>
                    <a:pt x="130048" y="331998"/>
                    <a:pt x="109014" y="341542"/>
                    <a:pt x="93717" y="352757"/>
                  </a:cubicBezTo>
                  <a:cubicBezTo>
                    <a:pt x="76985" y="325794"/>
                    <a:pt x="66707" y="298353"/>
                    <a:pt x="65273" y="260175"/>
                  </a:cubicBezTo>
                  <a:close/>
                  <a:moveTo>
                    <a:pt x="346333" y="186645"/>
                  </a:moveTo>
                  <a:cubicBezTo>
                    <a:pt x="348484" y="204296"/>
                    <a:pt x="349201" y="221946"/>
                    <a:pt x="349440" y="244367"/>
                  </a:cubicBezTo>
                  <a:lnTo>
                    <a:pt x="272241" y="244367"/>
                  </a:lnTo>
                  <a:lnTo>
                    <a:pt x="272241" y="193801"/>
                  </a:lnTo>
                  <a:cubicBezTo>
                    <a:pt x="297815" y="193085"/>
                    <a:pt x="323627" y="191415"/>
                    <a:pt x="346333" y="186645"/>
                  </a:cubicBezTo>
                  <a:close/>
                  <a:moveTo>
                    <a:pt x="174251" y="186645"/>
                  </a:moveTo>
                  <a:cubicBezTo>
                    <a:pt x="197911" y="191654"/>
                    <a:pt x="221332" y="193324"/>
                    <a:pt x="253118" y="193801"/>
                  </a:cubicBezTo>
                  <a:lnTo>
                    <a:pt x="253118" y="244367"/>
                  </a:lnTo>
                  <a:lnTo>
                    <a:pt x="169710" y="244367"/>
                  </a:lnTo>
                  <a:cubicBezTo>
                    <a:pt x="170188" y="221946"/>
                    <a:pt x="172100" y="204296"/>
                    <a:pt x="174251" y="186645"/>
                  </a:cubicBezTo>
                  <a:close/>
                  <a:moveTo>
                    <a:pt x="92525" y="153974"/>
                  </a:moveTo>
                  <a:cubicBezTo>
                    <a:pt x="107825" y="165661"/>
                    <a:pt x="129100" y="174724"/>
                    <a:pt x="154679" y="181879"/>
                  </a:cubicBezTo>
                  <a:cubicBezTo>
                    <a:pt x="152288" y="201198"/>
                    <a:pt x="150854" y="221948"/>
                    <a:pt x="150376" y="244368"/>
                  </a:cubicBezTo>
                  <a:lnTo>
                    <a:pt x="65273" y="244368"/>
                  </a:lnTo>
                  <a:cubicBezTo>
                    <a:pt x="66946" y="209308"/>
                    <a:pt x="76748" y="180448"/>
                    <a:pt x="92525" y="153974"/>
                  </a:cubicBezTo>
                  <a:close/>
                  <a:moveTo>
                    <a:pt x="426413" y="153197"/>
                  </a:moveTo>
                  <a:lnTo>
                    <a:pt x="429044" y="156061"/>
                  </a:lnTo>
                  <a:cubicBezTo>
                    <a:pt x="435262" y="166324"/>
                    <a:pt x="440284" y="177302"/>
                    <a:pt x="444350" y="188758"/>
                  </a:cubicBezTo>
                  <a:lnTo>
                    <a:pt x="404410" y="212863"/>
                  </a:lnTo>
                  <a:cubicBezTo>
                    <a:pt x="397953" y="216921"/>
                    <a:pt x="393648" y="223603"/>
                    <a:pt x="392930" y="231002"/>
                  </a:cubicBezTo>
                  <a:cubicBezTo>
                    <a:pt x="392213" y="235298"/>
                    <a:pt x="392930" y="237923"/>
                    <a:pt x="394844" y="244367"/>
                  </a:cubicBezTo>
                  <a:lnTo>
                    <a:pt x="368775" y="244367"/>
                  </a:lnTo>
                  <a:cubicBezTo>
                    <a:pt x="368297" y="221933"/>
                    <a:pt x="366862" y="201169"/>
                    <a:pt x="364470" y="181837"/>
                  </a:cubicBezTo>
                  <a:cubicBezTo>
                    <a:pt x="389821" y="174677"/>
                    <a:pt x="411107" y="164653"/>
                    <a:pt x="426413" y="153197"/>
                  </a:cubicBezTo>
                  <a:close/>
                  <a:moveTo>
                    <a:pt x="182835" y="72541"/>
                  </a:moveTo>
                  <a:cubicBezTo>
                    <a:pt x="171839" y="97128"/>
                    <a:pt x="162995" y="127205"/>
                    <a:pt x="157498" y="161101"/>
                  </a:cubicBezTo>
                  <a:cubicBezTo>
                    <a:pt x="134072" y="154179"/>
                    <a:pt x="115667" y="145346"/>
                    <a:pt x="103237" y="135798"/>
                  </a:cubicBezTo>
                  <a:cubicBezTo>
                    <a:pt x="123555" y="108108"/>
                    <a:pt x="151044" y="86386"/>
                    <a:pt x="182835" y="72541"/>
                  </a:cubicBezTo>
                  <a:close/>
                  <a:moveTo>
                    <a:pt x="336032" y="72330"/>
                  </a:moveTo>
                  <a:cubicBezTo>
                    <a:pt x="349659" y="78057"/>
                    <a:pt x="362569" y="85216"/>
                    <a:pt x="374284" y="93807"/>
                  </a:cubicBezTo>
                  <a:lnTo>
                    <a:pt x="373806" y="94284"/>
                  </a:lnTo>
                  <a:cubicBezTo>
                    <a:pt x="367112" y="98102"/>
                    <a:pt x="362808" y="104545"/>
                    <a:pt x="361852" y="111943"/>
                  </a:cubicBezTo>
                  <a:cubicBezTo>
                    <a:pt x="360657" y="119102"/>
                    <a:pt x="363286" y="126499"/>
                    <a:pt x="368785" y="131988"/>
                  </a:cubicBezTo>
                  <a:lnTo>
                    <a:pt x="370220" y="133420"/>
                  </a:lnTo>
                  <a:cubicBezTo>
                    <a:pt x="375957" y="139147"/>
                    <a:pt x="385042" y="142726"/>
                    <a:pt x="393649" y="142726"/>
                  </a:cubicBezTo>
                  <a:cubicBezTo>
                    <a:pt x="394605" y="142726"/>
                    <a:pt x="395561" y="142726"/>
                    <a:pt x="396279" y="142726"/>
                  </a:cubicBezTo>
                  <a:lnTo>
                    <a:pt x="407515" y="141533"/>
                  </a:lnTo>
                  <a:cubicBezTo>
                    <a:pt x="395561" y="148931"/>
                    <a:pt x="380261" y="155612"/>
                    <a:pt x="361613" y="161101"/>
                  </a:cubicBezTo>
                  <a:cubicBezTo>
                    <a:pt x="356114" y="127215"/>
                    <a:pt x="347268" y="96909"/>
                    <a:pt x="336032" y="72330"/>
                  </a:cubicBezTo>
                  <a:close/>
                  <a:moveTo>
                    <a:pt x="272241" y="57299"/>
                  </a:moveTo>
                  <a:cubicBezTo>
                    <a:pt x="285151" y="58015"/>
                    <a:pt x="298300" y="59923"/>
                    <a:pt x="310732" y="63263"/>
                  </a:cubicBezTo>
                  <a:cubicBezTo>
                    <a:pt x="325076" y="88075"/>
                    <a:pt x="336791" y="123145"/>
                    <a:pt x="343724" y="165849"/>
                  </a:cubicBezTo>
                  <a:cubicBezTo>
                    <a:pt x="322446" y="170621"/>
                    <a:pt x="297822" y="173722"/>
                    <a:pt x="272241" y="174438"/>
                  </a:cubicBezTo>
                  <a:close/>
                  <a:moveTo>
                    <a:pt x="253118" y="57017"/>
                  </a:moveTo>
                  <a:lnTo>
                    <a:pt x="253118" y="174438"/>
                  </a:lnTo>
                  <a:cubicBezTo>
                    <a:pt x="221332" y="173961"/>
                    <a:pt x="199345" y="170858"/>
                    <a:pt x="177119" y="165846"/>
                  </a:cubicBezTo>
                  <a:cubicBezTo>
                    <a:pt x="184050" y="123126"/>
                    <a:pt x="195521" y="88282"/>
                    <a:pt x="209861" y="63461"/>
                  </a:cubicBezTo>
                  <a:cubicBezTo>
                    <a:pt x="223483" y="59881"/>
                    <a:pt x="237345" y="57494"/>
                    <a:pt x="253118" y="57017"/>
                  </a:cubicBezTo>
                  <a:close/>
                  <a:moveTo>
                    <a:pt x="253128" y="0"/>
                  </a:moveTo>
                  <a:cubicBezTo>
                    <a:pt x="316708" y="0"/>
                    <a:pt x="377899" y="24107"/>
                    <a:pt x="424509" y="66832"/>
                  </a:cubicBezTo>
                  <a:lnTo>
                    <a:pt x="436699" y="45350"/>
                  </a:lnTo>
                  <a:cubicBezTo>
                    <a:pt x="438611" y="42009"/>
                    <a:pt x="441958" y="40099"/>
                    <a:pt x="445782" y="40099"/>
                  </a:cubicBezTo>
                  <a:cubicBezTo>
                    <a:pt x="448411" y="40099"/>
                    <a:pt x="451041" y="41054"/>
                    <a:pt x="453192" y="43202"/>
                  </a:cubicBezTo>
                  <a:lnTo>
                    <a:pt x="459168" y="48931"/>
                  </a:lnTo>
                  <a:cubicBezTo>
                    <a:pt x="462036" y="52034"/>
                    <a:pt x="463709" y="56807"/>
                    <a:pt x="463231" y="60865"/>
                  </a:cubicBezTo>
                  <a:lnTo>
                    <a:pt x="461080" y="82585"/>
                  </a:lnTo>
                  <a:lnTo>
                    <a:pt x="517251" y="138677"/>
                  </a:lnTo>
                  <a:lnTo>
                    <a:pt x="553582" y="79005"/>
                  </a:lnTo>
                  <a:cubicBezTo>
                    <a:pt x="555973" y="74948"/>
                    <a:pt x="560036" y="72561"/>
                    <a:pt x="564578" y="72561"/>
                  </a:cubicBezTo>
                  <a:cubicBezTo>
                    <a:pt x="567924" y="72561"/>
                    <a:pt x="571270" y="73993"/>
                    <a:pt x="573900" y="76618"/>
                  </a:cubicBezTo>
                  <a:lnTo>
                    <a:pt x="578441" y="80915"/>
                  </a:lnTo>
                  <a:cubicBezTo>
                    <a:pt x="582983" y="85450"/>
                    <a:pt x="584895" y="93326"/>
                    <a:pt x="582983" y="99532"/>
                  </a:cubicBezTo>
                  <a:lnTo>
                    <a:pt x="558841" y="180208"/>
                  </a:lnTo>
                  <a:lnTo>
                    <a:pt x="592544" y="214102"/>
                  </a:lnTo>
                  <a:cubicBezTo>
                    <a:pt x="605451" y="226752"/>
                    <a:pt x="601388" y="246324"/>
                    <a:pt x="589914" y="258020"/>
                  </a:cubicBezTo>
                  <a:lnTo>
                    <a:pt x="589675" y="258497"/>
                  </a:lnTo>
                  <a:cubicBezTo>
                    <a:pt x="583461" y="264464"/>
                    <a:pt x="575812" y="267567"/>
                    <a:pt x="568402" y="267567"/>
                  </a:cubicBezTo>
                  <a:cubicBezTo>
                    <a:pt x="560753" y="267567"/>
                    <a:pt x="553582" y="264464"/>
                    <a:pt x="547846" y="258736"/>
                  </a:cubicBezTo>
                  <a:lnTo>
                    <a:pt x="515338" y="226275"/>
                  </a:lnTo>
                  <a:lnTo>
                    <a:pt x="430724" y="251575"/>
                  </a:lnTo>
                  <a:cubicBezTo>
                    <a:pt x="429289" y="252053"/>
                    <a:pt x="427616" y="252291"/>
                    <a:pt x="425943" y="252291"/>
                  </a:cubicBezTo>
                  <a:cubicBezTo>
                    <a:pt x="420924" y="252291"/>
                    <a:pt x="415665" y="250143"/>
                    <a:pt x="412319" y="246802"/>
                  </a:cubicBezTo>
                  <a:lnTo>
                    <a:pt x="407777" y="242267"/>
                  </a:lnTo>
                  <a:cubicBezTo>
                    <a:pt x="404909" y="239402"/>
                    <a:pt x="403475" y="235583"/>
                    <a:pt x="403953" y="231526"/>
                  </a:cubicBezTo>
                  <a:cubicBezTo>
                    <a:pt x="404431" y="227707"/>
                    <a:pt x="406821" y="224365"/>
                    <a:pt x="410167" y="222217"/>
                  </a:cubicBezTo>
                  <a:lnTo>
                    <a:pt x="473031" y="184027"/>
                  </a:lnTo>
                  <a:lnTo>
                    <a:pt x="418294" y="129368"/>
                  </a:lnTo>
                  <a:lnTo>
                    <a:pt x="392001" y="131994"/>
                  </a:lnTo>
                  <a:cubicBezTo>
                    <a:pt x="391762" y="131994"/>
                    <a:pt x="391284" y="131994"/>
                    <a:pt x="390806" y="131994"/>
                  </a:cubicBezTo>
                  <a:cubicBezTo>
                    <a:pt x="386982" y="131994"/>
                    <a:pt x="382918" y="130323"/>
                    <a:pt x="380289" y="127697"/>
                  </a:cubicBezTo>
                  <a:lnTo>
                    <a:pt x="374314" y="121730"/>
                  </a:lnTo>
                  <a:cubicBezTo>
                    <a:pt x="371923" y="119582"/>
                    <a:pt x="370967" y="116240"/>
                    <a:pt x="371445" y="113137"/>
                  </a:cubicBezTo>
                  <a:cubicBezTo>
                    <a:pt x="371684" y="110034"/>
                    <a:pt x="373596" y="107170"/>
                    <a:pt x="376465" y="105499"/>
                  </a:cubicBezTo>
                  <a:lnTo>
                    <a:pt x="402997" y="90462"/>
                  </a:lnTo>
                  <a:cubicBezTo>
                    <a:pt x="362362" y="52988"/>
                    <a:pt x="308582" y="31745"/>
                    <a:pt x="253128" y="31745"/>
                  </a:cubicBezTo>
                  <a:cubicBezTo>
                    <a:pt x="131225" y="31745"/>
                    <a:pt x="31790" y="130800"/>
                    <a:pt x="31790" y="252769"/>
                  </a:cubicBezTo>
                  <a:cubicBezTo>
                    <a:pt x="31790" y="337264"/>
                    <a:pt x="81269" y="415553"/>
                    <a:pt x="157518" y="452072"/>
                  </a:cubicBezTo>
                  <a:cubicBezTo>
                    <a:pt x="165405" y="455891"/>
                    <a:pt x="168752" y="465438"/>
                    <a:pt x="164927" y="473315"/>
                  </a:cubicBezTo>
                  <a:cubicBezTo>
                    <a:pt x="162298" y="479043"/>
                    <a:pt x="156562" y="482385"/>
                    <a:pt x="150586" y="482385"/>
                  </a:cubicBezTo>
                  <a:cubicBezTo>
                    <a:pt x="148196" y="482385"/>
                    <a:pt x="145805" y="481669"/>
                    <a:pt x="143654" y="480714"/>
                  </a:cubicBezTo>
                  <a:cubicBezTo>
                    <a:pt x="56410" y="438944"/>
                    <a:pt x="0" y="349437"/>
                    <a:pt x="0" y="252769"/>
                  </a:cubicBezTo>
                  <a:cubicBezTo>
                    <a:pt x="0" y="113376"/>
                    <a:pt x="113537" y="0"/>
                    <a:pt x="253128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7" name="ïŝḻïḋe">
              <a:extLst>
                <a:ext uri="{FF2B5EF4-FFF2-40B4-BE49-F238E27FC236}">
                  <a16:creationId xmlns:a16="http://schemas.microsoft.com/office/drawing/2014/main" id="{5EB6F6A6-FE18-4431-9C7E-0AE9FD3A625F}"/>
                </a:ext>
              </a:extLst>
            </p:cNvPr>
            <p:cNvSpPr/>
            <p:nvPr/>
          </p:nvSpPr>
          <p:spPr>
            <a:xfrm>
              <a:off x="4902090" y="4279936"/>
              <a:ext cx="612810" cy="492240"/>
            </a:xfrm>
            <a:custGeom>
              <a:avLst/>
              <a:gdLst>
                <a:gd name="connsiteX0" fmla="*/ 360943 w 600541"/>
                <a:gd name="connsiteY0" fmla="*/ 344430 h 482385"/>
                <a:gd name="connsiteX1" fmla="*/ 415206 w 600541"/>
                <a:gd name="connsiteY1" fmla="*/ 369480 h 482385"/>
                <a:gd name="connsiteX2" fmla="*/ 334409 w 600541"/>
                <a:gd name="connsiteY2" fmla="*/ 431508 h 482385"/>
                <a:gd name="connsiteX3" fmla="*/ 360943 w 600541"/>
                <a:gd name="connsiteY3" fmla="*/ 344430 h 482385"/>
                <a:gd name="connsiteX4" fmla="*/ 158230 w 600541"/>
                <a:gd name="connsiteY4" fmla="*/ 344430 h 482385"/>
                <a:gd name="connsiteX5" fmla="*/ 184529 w 600541"/>
                <a:gd name="connsiteY5" fmla="*/ 431014 h 482385"/>
                <a:gd name="connsiteX6" fmla="*/ 104437 w 600541"/>
                <a:gd name="connsiteY6" fmla="*/ 369236 h 482385"/>
                <a:gd name="connsiteX7" fmla="*/ 158230 w 600541"/>
                <a:gd name="connsiteY7" fmla="*/ 344430 h 482385"/>
                <a:gd name="connsiteX8" fmla="*/ 272241 w 600541"/>
                <a:gd name="connsiteY8" fmla="*/ 331516 h 482385"/>
                <a:gd name="connsiteX9" fmla="*/ 343018 w 600541"/>
                <a:gd name="connsiteY9" fmla="*/ 339630 h 482385"/>
                <a:gd name="connsiteX10" fmla="*/ 308586 w 600541"/>
                <a:gd name="connsiteY10" fmla="*/ 440343 h 482385"/>
                <a:gd name="connsiteX11" fmla="*/ 272241 w 600541"/>
                <a:gd name="connsiteY11" fmla="*/ 445832 h 482385"/>
                <a:gd name="connsiteX12" fmla="*/ 253118 w 600541"/>
                <a:gd name="connsiteY12" fmla="*/ 331516 h 482385"/>
                <a:gd name="connsiteX13" fmla="*/ 253118 w 600541"/>
                <a:gd name="connsiteY13" fmla="*/ 446044 h 482385"/>
                <a:gd name="connsiteX14" fmla="*/ 212245 w 600541"/>
                <a:gd name="connsiteY14" fmla="*/ 440079 h 482385"/>
                <a:gd name="connsiteX15" fmla="*/ 177825 w 600541"/>
                <a:gd name="connsiteY15" fmla="*/ 339867 h 482385"/>
                <a:gd name="connsiteX16" fmla="*/ 253118 w 600541"/>
                <a:gd name="connsiteY16" fmla="*/ 331516 h 482385"/>
                <a:gd name="connsiteX17" fmla="*/ 368784 w 600541"/>
                <a:gd name="connsiteY17" fmla="*/ 260175 h 482385"/>
                <a:gd name="connsiteX18" fmla="*/ 454583 w 600541"/>
                <a:gd name="connsiteY18" fmla="*/ 260175 h 482385"/>
                <a:gd name="connsiteX19" fmla="*/ 425904 w 600541"/>
                <a:gd name="connsiteY19" fmla="*/ 353251 h 482385"/>
                <a:gd name="connsiteX20" fmla="*/ 363765 w 600541"/>
                <a:gd name="connsiteY20" fmla="*/ 325090 h 482385"/>
                <a:gd name="connsiteX21" fmla="*/ 368784 w 600541"/>
                <a:gd name="connsiteY21" fmla="*/ 260175 h 482385"/>
                <a:gd name="connsiteX22" fmla="*/ 272241 w 600541"/>
                <a:gd name="connsiteY22" fmla="*/ 260175 h 482385"/>
                <a:gd name="connsiteX23" fmla="*/ 349440 w 600541"/>
                <a:gd name="connsiteY23" fmla="*/ 260175 h 482385"/>
                <a:gd name="connsiteX24" fmla="*/ 345616 w 600541"/>
                <a:gd name="connsiteY24" fmla="*/ 320297 h 482385"/>
                <a:gd name="connsiteX25" fmla="*/ 272241 w 600541"/>
                <a:gd name="connsiteY25" fmla="*/ 312185 h 482385"/>
                <a:gd name="connsiteX26" fmla="*/ 169710 w 600541"/>
                <a:gd name="connsiteY26" fmla="*/ 260175 h 482385"/>
                <a:gd name="connsiteX27" fmla="*/ 253118 w 600541"/>
                <a:gd name="connsiteY27" fmla="*/ 260175 h 482385"/>
                <a:gd name="connsiteX28" fmla="*/ 253118 w 600541"/>
                <a:gd name="connsiteY28" fmla="*/ 312185 h 482385"/>
                <a:gd name="connsiteX29" fmla="*/ 174729 w 600541"/>
                <a:gd name="connsiteY29" fmla="*/ 320297 h 482385"/>
                <a:gd name="connsiteX30" fmla="*/ 169710 w 600541"/>
                <a:gd name="connsiteY30" fmla="*/ 260175 h 482385"/>
                <a:gd name="connsiteX31" fmla="*/ 65273 w 600541"/>
                <a:gd name="connsiteY31" fmla="*/ 260175 h 482385"/>
                <a:gd name="connsiteX32" fmla="*/ 150605 w 600541"/>
                <a:gd name="connsiteY32" fmla="*/ 260175 h 482385"/>
                <a:gd name="connsiteX33" fmla="*/ 155385 w 600541"/>
                <a:gd name="connsiteY33" fmla="*/ 325078 h 482385"/>
                <a:gd name="connsiteX34" fmla="*/ 93717 w 600541"/>
                <a:gd name="connsiteY34" fmla="*/ 352757 h 482385"/>
                <a:gd name="connsiteX35" fmla="*/ 65273 w 600541"/>
                <a:gd name="connsiteY35" fmla="*/ 260175 h 482385"/>
                <a:gd name="connsiteX36" fmla="*/ 346333 w 600541"/>
                <a:gd name="connsiteY36" fmla="*/ 186645 h 482385"/>
                <a:gd name="connsiteX37" fmla="*/ 349440 w 600541"/>
                <a:gd name="connsiteY37" fmla="*/ 244367 h 482385"/>
                <a:gd name="connsiteX38" fmla="*/ 272241 w 600541"/>
                <a:gd name="connsiteY38" fmla="*/ 244367 h 482385"/>
                <a:gd name="connsiteX39" fmla="*/ 272241 w 600541"/>
                <a:gd name="connsiteY39" fmla="*/ 193801 h 482385"/>
                <a:gd name="connsiteX40" fmla="*/ 346333 w 600541"/>
                <a:gd name="connsiteY40" fmla="*/ 186645 h 482385"/>
                <a:gd name="connsiteX41" fmla="*/ 174251 w 600541"/>
                <a:gd name="connsiteY41" fmla="*/ 186645 h 482385"/>
                <a:gd name="connsiteX42" fmla="*/ 253118 w 600541"/>
                <a:gd name="connsiteY42" fmla="*/ 193801 h 482385"/>
                <a:gd name="connsiteX43" fmla="*/ 253118 w 600541"/>
                <a:gd name="connsiteY43" fmla="*/ 244367 h 482385"/>
                <a:gd name="connsiteX44" fmla="*/ 169710 w 600541"/>
                <a:gd name="connsiteY44" fmla="*/ 244367 h 482385"/>
                <a:gd name="connsiteX45" fmla="*/ 174251 w 600541"/>
                <a:gd name="connsiteY45" fmla="*/ 186645 h 482385"/>
                <a:gd name="connsiteX46" fmla="*/ 92525 w 600541"/>
                <a:gd name="connsiteY46" fmla="*/ 153974 h 482385"/>
                <a:gd name="connsiteX47" fmla="*/ 154679 w 600541"/>
                <a:gd name="connsiteY47" fmla="*/ 181879 h 482385"/>
                <a:gd name="connsiteX48" fmla="*/ 150376 w 600541"/>
                <a:gd name="connsiteY48" fmla="*/ 244368 h 482385"/>
                <a:gd name="connsiteX49" fmla="*/ 65273 w 600541"/>
                <a:gd name="connsiteY49" fmla="*/ 244368 h 482385"/>
                <a:gd name="connsiteX50" fmla="*/ 92525 w 600541"/>
                <a:gd name="connsiteY50" fmla="*/ 153974 h 482385"/>
                <a:gd name="connsiteX51" fmla="*/ 426413 w 600541"/>
                <a:gd name="connsiteY51" fmla="*/ 153197 h 482385"/>
                <a:gd name="connsiteX52" fmla="*/ 429044 w 600541"/>
                <a:gd name="connsiteY52" fmla="*/ 156061 h 482385"/>
                <a:gd name="connsiteX53" fmla="*/ 444350 w 600541"/>
                <a:gd name="connsiteY53" fmla="*/ 188758 h 482385"/>
                <a:gd name="connsiteX54" fmla="*/ 404410 w 600541"/>
                <a:gd name="connsiteY54" fmla="*/ 212863 h 482385"/>
                <a:gd name="connsiteX55" fmla="*/ 392930 w 600541"/>
                <a:gd name="connsiteY55" fmla="*/ 231002 h 482385"/>
                <a:gd name="connsiteX56" fmla="*/ 394844 w 600541"/>
                <a:gd name="connsiteY56" fmla="*/ 244367 h 482385"/>
                <a:gd name="connsiteX57" fmla="*/ 368775 w 600541"/>
                <a:gd name="connsiteY57" fmla="*/ 244367 h 482385"/>
                <a:gd name="connsiteX58" fmla="*/ 364470 w 600541"/>
                <a:gd name="connsiteY58" fmla="*/ 181837 h 482385"/>
                <a:gd name="connsiteX59" fmla="*/ 426413 w 600541"/>
                <a:gd name="connsiteY59" fmla="*/ 153197 h 482385"/>
                <a:gd name="connsiteX60" fmla="*/ 182835 w 600541"/>
                <a:gd name="connsiteY60" fmla="*/ 72541 h 482385"/>
                <a:gd name="connsiteX61" fmla="*/ 157498 w 600541"/>
                <a:gd name="connsiteY61" fmla="*/ 161101 h 482385"/>
                <a:gd name="connsiteX62" fmla="*/ 103237 w 600541"/>
                <a:gd name="connsiteY62" fmla="*/ 135798 h 482385"/>
                <a:gd name="connsiteX63" fmla="*/ 182835 w 600541"/>
                <a:gd name="connsiteY63" fmla="*/ 72541 h 482385"/>
                <a:gd name="connsiteX64" fmla="*/ 336032 w 600541"/>
                <a:gd name="connsiteY64" fmla="*/ 72330 h 482385"/>
                <a:gd name="connsiteX65" fmla="*/ 374284 w 600541"/>
                <a:gd name="connsiteY65" fmla="*/ 93807 h 482385"/>
                <a:gd name="connsiteX66" fmla="*/ 373806 w 600541"/>
                <a:gd name="connsiteY66" fmla="*/ 94284 h 482385"/>
                <a:gd name="connsiteX67" fmla="*/ 361852 w 600541"/>
                <a:gd name="connsiteY67" fmla="*/ 111943 h 482385"/>
                <a:gd name="connsiteX68" fmla="*/ 368785 w 600541"/>
                <a:gd name="connsiteY68" fmla="*/ 131988 h 482385"/>
                <a:gd name="connsiteX69" fmla="*/ 370220 w 600541"/>
                <a:gd name="connsiteY69" fmla="*/ 133420 h 482385"/>
                <a:gd name="connsiteX70" fmla="*/ 393649 w 600541"/>
                <a:gd name="connsiteY70" fmla="*/ 142726 h 482385"/>
                <a:gd name="connsiteX71" fmla="*/ 396279 w 600541"/>
                <a:gd name="connsiteY71" fmla="*/ 142726 h 482385"/>
                <a:gd name="connsiteX72" fmla="*/ 407515 w 600541"/>
                <a:gd name="connsiteY72" fmla="*/ 141533 h 482385"/>
                <a:gd name="connsiteX73" fmla="*/ 361613 w 600541"/>
                <a:gd name="connsiteY73" fmla="*/ 161101 h 482385"/>
                <a:gd name="connsiteX74" fmla="*/ 336032 w 600541"/>
                <a:gd name="connsiteY74" fmla="*/ 72330 h 482385"/>
                <a:gd name="connsiteX75" fmla="*/ 272241 w 600541"/>
                <a:gd name="connsiteY75" fmla="*/ 57299 h 482385"/>
                <a:gd name="connsiteX76" fmla="*/ 310732 w 600541"/>
                <a:gd name="connsiteY76" fmla="*/ 63263 h 482385"/>
                <a:gd name="connsiteX77" fmla="*/ 343724 w 600541"/>
                <a:gd name="connsiteY77" fmla="*/ 165849 h 482385"/>
                <a:gd name="connsiteX78" fmla="*/ 272241 w 600541"/>
                <a:gd name="connsiteY78" fmla="*/ 174438 h 482385"/>
                <a:gd name="connsiteX79" fmla="*/ 253118 w 600541"/>
                <a:gd name="connsiteY79" fmla="*/ 57017 h 482385"/>
                <a:gd name="connsiteX80" fmla="*/ 253118 w 600541"/>
                <a:gd name="connsiteY80" fmla="*/ 174438 h 482385"/>
                <a:gd name="connsiteX81" fmla="*/ 177119 w 600541"/>
                <a:gd name="connsiteY81" fmla="*/ 165846 h 482385"/>
                <a:gd name="connsiteX82" fmla="*/ 209861 w 600541"/>
                <a:gd name="connsiteY82" fmla="*/ 63461 h 482385"/>
                <a:gd name="connsiteX83" fmla="*/ 253118 w 600541"/>
                <a:gd name="connsiteY83" fmla="*/ 57017 h 482385"/>
                <a:gd name="connsiteX84" fmla="*/ 253128 w 600541"/>
                <a:gd name="connsiteY84" fmla="*/ 0 h 482385"/>
                <a:gd name="connsiteX85" fmla="*/ 424509 w 600541"/>
                <a:gd name="connsiteY85" fmla="*/ 66832 h 482385"/>
                <a:gd name="connsiteX86" fmla="*/ 436699 w 600541"/>
                <a:gd name="connsiteY86" fmla="*/ 45350 h 482385"/>
                <a:gd name="connsiteX87" fmla="*/ 445782 w 600541"/>
                <a:gd name="connsiteY87" fmla="*/ 40099 h 482385"/>
                <a:gd name="connsiteX88" fmla="*/ 453192 w 600541"/>
                <a:gd name="connsiteY88" fmla="*/ 43202 h 482385"/>
                <a:gd name="connsiteX89" fmla="*/ 459168 w 600541"/>
                <a:gd name="connsiteY89" fmla="*/ 48931 h 482385"/>
                <a:gd name="connsiteX90" fmla="*/ 463231 w 600541"/>
                <a:gd name="connsiteY90" fmla="*/ 60865 h 482385"/>
                <a:gd name="connsiteX91" fmla="*/ 461080 w 600541"/>
                <a:gd name="connsiteY91" fmla="*/ 82585 h 482385"/>
                <a:gd name="connsiteX92" fmla="*/ 517251 w 600541"/>
                <a:gd name="connsiteY92" fmla="*/ 138677 h 482385"/>
                <a:gd name="connsiteX93" fmla="*/ 553582 w 600541"/>
                <a:gd name="connsiteY93" fmla="*/ 79005 h 482385"/>
                <a:gd name="connsiteX94" fmla="*/ 564578 w 600541"/>
                <a:gd name="connsiteY94" fmla="*/ 72561 h 482385"/>
                <a:gd name="connsiteX95" fmla="*/ 573900 w 600541"/>
                <a:gd name="connsiteY95" fmla="*/ 76618 h 482385"/>
                <a:gd name="connsiteX96" fmla="*/ 578441 w 600541"/>
                <a:gd name="connsiteY96" fmla="*/ 80915 h 482385"/>
                <a:gd name="connsiteX97" fmla="*/ 582983 w 600541"/>
                <a:gd name="connsiteY97" fmla="*/ 99532 h 482385"/>
                <a:gd name="connsiteX98" fmla="*/ 558841 w 600541"/>
                <a:gd name="connsiteY98" fmla="*/ 180208 h 482385"/>
                <a:gd name="connsiteX99" fmla="*/ 592544 w 600541"/>
                <a:gd name="connsiteY99" fmla="*/ 214102 h 482385"/>
                <a:gd name="connsiteX100" fmla="*/ 589914 w 600541"/>
                <a:gd name="connsiteY100" fmla="*/ 258020 h 482385"/>
                <a:gd name="connsiteX101" fmla="*/ 589675 w 600541"/>
                <a:gd name="connsiteY101" fmla="*/ 258497 h 482385"/>
                <a:gd name="connsiteX102" fmla="*/ 568402 w 600541"/>
                <a:gd name="connsiteY102" fmla="*/ 267567 h 482385"/>
                <a:gd name="connsiteX103" fmla="*/ 547846 w 600541"/>
                <a:gd name="connsiteY103" fmla="*/ 258736 h 482385"/>
                <a:gd name="connsiteX104" fmla="*/ 515338 w 600541"/>
                <a:gd name="connsiteY104" fmla="*/ 226275 h 482385"/>
                <a:gd name="connsiteX105" fmla="*/ 430724 w 600541"/>
                <a:gd name="connsiteY105" fmla="*/ 251575 h 482385"/>
                <a:gd name="connsiteX106" fmla="*/ 425943 w 600541"/>
                <a:gd name="connsiteY106" fmla="*/ 252291 h 482385"/>
                <a:gd name="connsiteX107" fmla="*/ 412319 w 600541"/>
                <a:gd name="connsiteY107" fmla="*/ 246802 h 482385"/>
                <a:gd name="connsiteX108" fmla="*/ 407777 w 600541"/>
                <a:gd name="connsiteY108" fmla="*/ 242267 h 482385"/>
                <a:gd name="connsiteX109" fmla="*/ 403953 w 600541"/>
                <a:gd name="connsiteY109" fmla="*/ 231526 h 482385"/>
                <a:gd name="connsiteX110" fmla="*/ 410167 w 600541"/>
                <a:gd name="connsiteY110" fmla="*/ 222217 h 482385"/>
                <a:gd name="connsiteX111" fmla="*/ 473031 w 600541"/>
                <a:gd name="connsiteY111" fmla="*/ 184027 h 482385"/>
                <a:gd name="connsiteX112" fmla="*/ 418294 w 600541"/>
                <a:gd name="connsiteY112" fmla="*/ 129368 h 482385"/>
                <a:gd name="connsiteX113" fmla="*/ 392001 w 600541"/>
                <a:gd name="connsiteY113" fmla="*/ 131994 h 482385"/>
                <a:gd name="connsiteX114" fmla="*/ 390806 w 600541"/>
                <a:gd name="connsiteY114" fmla="*/ 131994 h 482385"/>
                <a:gd name="connsiteX115" fmla="*/ 380289 w 600541"/>
                <a:gd name="connsiteY115" fmla="*/ 127697 h 482385"/>
                <a:gd name="connsiteX116" fmla="*/ 374314 w 600541"/>
                <a:gd name="connsiteY116" fmla="*/ 121730 h 482385"/>
                <a:gd name="connsiteX117" fmla="*/ 371445 w 600541"/>
                <a:gd name="connsiteY117" fmla="*/ 113137 h 482385"/>
                <a:gd name="connsiteX118" fmla="*/ 376465 w 600541"/>
                <a:gd name="connsiteY118" fmla="*/ 105499 h 482385"/>
                <a:gd name="connsiteX119" fmla="*/ 402997 w 600541"/>
                <a:gd name="connsiteY119" fmla="*/ 90462 h 482385"/>
                <a:gd name="connsiteX120" fmla="*/ 253128 w 600541"/>
                <a:gd name="connsiteY120" fmla="*/ 31745 h 482385"/>
                <a:gd name="connsiteX121" fmla="*/ 31790 w 600541"/>
                <a:gd name="connsiteY121" fmla="*/ 252769 h 482385"/>
                <a:gd name="connsiteX122" fmla="*/ 157518 w 600541"/>
                <a:gd name="connsiteY122" fmla="*/ 452072 h 482385"/>
                <a:gd name="connsiteX123" fmla="*/ 164927 w 600541"/>
                <a:gd name="connsiteY123" fmla="*/ 473315 h 482385"/>
                <a:gd name="connsiteX124" fmla="*/ 150586 w 600541"/>
                <a:gd name="connsiteY124" fmla="*/ 482385 h 482385"/>
                <a:gd name="connsiteX125" fmla="*/ 143654 w 600541"/>
                <a:gd name="connsiteY125" fmla="*/ 480714 h 482385"/>
                <a:gd name="connsiteX126" fmla="*/ 0 w 600541"/>
                <a:gd name="connsiteY126" fmla="*/ 252769 h 482385"/>
                <a:gd name="connsiteX127" fmla="*/ 253128 w 600541"/>
                <a:gd name="connsiteY127" fmla="*/ 0 h 48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</a:cxnLst>
              <a:rect l="l" t="t" r="r" b="b"/>
              <a:pathLst>
                <a:path w="600541" h="482385">
                  <a:moveTo>
                    <a:pt x="360943" y="344430"/>
                  </a:moveTo>
                  <a:cubicBezTo>
                    <a:pt x="383891" y="351110"/>
                    <a:pt x="402537" y="359937"/>
                    <a:pt x="415206" y="369480"/>
                  </a:cubicBezTo>
                  <a:cubicBezTo>
                    <a:pt x="394409" y="396677"/>
                    <a:pt x="366680" y="418148"/>
                    <a:pt x="334409" y="431508"/>
                  </a:cubicBezTo>
                  <a:cubicBezTo>
                    <a:pt x="345883" y="407412"/>
                    <a:pt x="354967" y="377830"/>
                    <a:pt x="360943" y="344430"/>
                  </a:cubicBezTo>
                  <a:close/>
                  <a:moveTo>
                    <a:pt x="158230" y="344430"/>
                  </a:moveTo>
                  <a:cubicBezTo>
                    <a:pt x="164207" y="377823"/>
                    <a:pt x="173292" y="407162"/>
                    <a:pt x="184529" y="431014"/>
                  </a:cubicBezTo>
                  <a:cubicBezTo>
                    <a:pt x="152731" y="417895"/>
                    <a:pt x="125237" y="396190"/>
                    <a:pt x="104437" y="369236"/>
                  </a:cubicBezTo>
                  <a:cubicBezTo>
                    <a:pt x="117108" y="359696"/>
                    <a:pt x="135517" y="351109"/>
                    <a:pt x="158230" y="344430"/>
                  </a:cubicBezTo>
                  <a:close/>
                  <a:moveTo>
                    <a:pt x="272241" y="331516"/>
                  </a:moveTo>
                  <a:cubicBezTo>
                    <a:pt x="297826" y="332232"/>
                    <a:pt x="321976" y="335096"/>
                    <a:pt x="343018" y="339630"/>
                  </a:cubicBezTo>
                  <a:cubicBezTo>
                    <a:pt x="335606" y="382111"/>
                    <a:pt x="323172" y="416477"/>
                    <a:pt x="308586" y="440343"/>
                  </a:cubicBezTo>
                  <a:cubicBezTo>
                    <a:pt x="296630" y="443207"/>
                    <a:pt x="281805" y="445116"/>
                    <a:pt x="272241" y="445832"/>
                  </a:cubicBezTo>
                  <a:close/>
                  <a:moveTo>
                    <a:pt x="253118" y="331516"/>
                  </a:moveTo>
                  <a:lnTo>
                    <a:pt x="253118" y="446044"/>
                  </a:lnTo>
                  <a:cubicBezTo>
                    <a:pt x="237342" y="445328"/>
                    <a:pt x="225152" y="443419"/>
                    <a:pt x="212245" y="440079"/>
                  </a:cubicBezTo>
                  <a:cubicBezTo>
                    <a:pt x="197664" y="416219"/>
                    <a:pt x="184996" y="381861"/>
                    <a:pt x="177825" y="339867"/>
                  </a:cubicBezTo>
                  <a:cubicBezTo>
                    <a:pt x="199815" y="334856"/>
                    <a:pt x="221328" y="331993"/>
                    <a:pt x="253118" y="331516"/>
                  </a:cubicBezTo>
                  <a:close/>
                  <a:moveTo>
                    <a:pt x="368784" y="260175"/>
                  </a:moveTo>
                  <a:lnTo>
                    <a:pt x="454583" y="260175"/>
                  </a:lnTo>
                  <a:cubicBezTo>
                    <a:pt x="453149" y="298360"/>
                    <a:pt x="442872" y="326044"/>
                    <a:pt x="425904" y="353251"/>
                  </a:cubicBezTo>
                  <a:cubicBezTo>
                    <a:pt x="410608" y="341796"/>
                    <a:pt x="389337" y="332249"/>
                    <a:pt x="363765" y="325090"/>
                  </a:cubicBezTo>
                  <a:cubicBezTo>
                    <a:pt x="366633" y="304565"/>
                    <a:pt x="368306" y="282609"/>
                    <a:pt x="368784" y="260175"/>
                  </a:cubicBezTo>
                  <a:close/>
                  <a:moveTo>
                    <a:pt x="272241" y="260175"/>
                  </a:moveTo>
                  <a:lnTo>
                    <a:pt x="349440" y="260175"/>
                  </a:lnTo>
                  <a:cubicBezTo>
                    <a:pt x="348962" y="282601"/>
                    <a:pt x="348006" y="301688"/>
                    <a:pt x="345616" y="320297"/>
                  </a:cubicBezTo>
                  <a:cubicBezTo>
                    <a:pt x="323149" y="315525"/>
                    <a:pt x="297815" y="312901"/>
                    <a:pt x="272241" y="312185"/>
                  </a:cubicBezTo>
                  <a:close/>
                  <a:moveTo>
                    <a:pt x="169710" y="260175"/>
                  </a:moveTo>
                  <a:lnTo>
                    <a:pt x="253118" y="260175"/>
                  </a:lnTo>
                  <a:lnTo>
                    <a:pt x="253118" y="312185"/>
                  </a:lnTo>
                  <a:cubicBezTo>
                    <a:pt x="221332" y="312662"/>
                    <a:pt x="198389" y="315287"/>
                    <a:pt x="174729" y="320297"/>
                  </a:cubicBezTo>
                  <a:cubicBezTo>
                    <a:pt x="172339" y="301688"/>
                    <a:pt x="170188" y="282601"/>
                    <a:pt x="169710" y="260175"/>
                  </a:cubicBezTo>
                  <a:close/>
                  <a:moveTo>
                    <a:pt x="65273" y="260175"/>
                  </a:moveTo>
                  <a:lnTo>
                    <a:pt x="150605" y="260175"/>
                  </a:lnTo>
                  <a:cubicBezTo>
                    <a:pt x="150844" y="282605"/>
                    <a:pt x="152517" y="304557"/>
                    <a:pt x="155385" y="325078"/>
                  </a:cubicBezTo>
                  <a:cubicBezTo>
                    <a:pt x="130048" y="331998"/>
                    <a:pt x="109014" y="341542"/>
                    <a:pt x="93717" y="352757"/>
                  </a:cubicBezTo>
                  <a:cubicBezTo>
                    <a:pt x="76985" y="325794"/>
                    <a:pt x="66707" y="298353"/>
                    <a:pt x="65273" y="260175"/>
                  </a:cubicBezTo>
                  <a:close/>
                  <a:moveTo>
                    <a:pt x="346333" y="186645"/>
                  </a:moveTo>
                  <a:cubicBezTo>
                    <a:pt x="348484" y="204296"/>
                    <a:pt x="349201" y="221946"/>
                    <a:pt x="349440" y="244367"/>
                  </a:cubicBezTo>
                  <a:lnTo>
                    <a:pt x="272241" y="244367"/>
                  </a:lnTo>
                  <a:lnTo>
                    <a:pt x="272241" y="193801"/>
                  </a:lnTo>
                  <a:cubicBezTo>
                    <a:pt x="297815" y="193085"/>
                    <a:pt x="323627" y="191415"/>
                    <a:pt x="346333" y="186645"/>
                  </a:cubicBezTo>
                  <a:close/>
                  <a:moveTo>
                    <a:pt x="174251" y="186645"/>
                  </a:moveTo>
                  <a:cubicBezTo>
                    <a:pt x="197911" y="191654"/>
                    <a:pt x="221332" y="193324"/>
                    <a:pt x="253118" y="193801"/>
                  </a:cubicBezTo>
                  <a:lnTo>
                    <a:pt x="253118" y="244367"/>
                  </a:lnTo>
                  <a:lnTo>
                    <a:pt x="169710" y="244367"/>
                  </a:lnTo>
                  <a:cubicBezTo>
                    <a:pt x="170188" y="221946"/>
                    <a:pt x="172100" y="204296"/>
                    <a:pt x="174251" y="186645"/>
                  </a:cubicBezTo>
                  <a:close/>
                  <a:moveTo>
                    <a:pt x="92525" y="153974"/>
                  </a:moveTo>
                  <a:cubicBezTo>
                    <a:pt x="107825" y="165661"/>
                    <a:pt x="129100" y="174724"/>
                    <a:pt x="154679" y="181879"/>
                  </a:cubicBezTo>
                  <a:cubicBezTo>
                    <a:pt x="152288" y="201198"/>
                    <a:pt x="150854" y="221948"/>
                    <a:pt x="150376" y="244368"/>
                  </a:cubicBezTo>
                  <a:lnTo>
                    <a:pt x="65273" y="244368"/>
                  </a:lnTo>
                  <a:cubicBezTo>
                    <a:pt x="66946" y="209308"/>
                    <a:pt x="76748" y="180448"/>
                    <a:pt x="92525" y="153974"/>
                  </a:cubicBezTo>
                  <a:close/>
                  <a:moveTo>
                    <a:pt x="426413" y="153197"/>
                  </a:moveTo>
                  <a:lnTo>
                    <a:pt x="429044" y="156061"/>
                  </a:lnTo>
                  <a:cubicBezTo>
                    <a:pt x="435262" y="166324"/>
                    <a:pt x="440284" y="177302"/>
                    <a:pt x="444350" y="188758"/>
                  </a:cubicBezTo>
                  <a:lnTo>
                    <a:pt x="404410" y="212863"/>
                  </a:lnTo>
                  <a:cubicBezTo>
                    <a:pt x="397953" y="216921"/>
                    <a:pt x="393648" y="223603"/>
                    <a:pt x="392930" y="231002"/>
                  </a:cubicBezTo>
                  <a:cubicBezTo>
                    <a:pt x="392213" y="235298"/>
                    <a:pt x="392930" y="237923"/>
                    <a:pt x="394844" y="244367"/>
                  </a:cubicBezTo>
                  <a:lnTo>
                    <a:pt x="368775" y="244367"/>
                  </a:lnTo>
                  <a:cubicBezTo>
                    <a:pt x="368297" y="221933"/>
                    <a:pt x="366862" y="201169"/>
                    <a:pt x="364470" y="181837"/>
                  </a:cubicBezTo>
                  <a:cubicBezTo>
                    <a:pt x="389821" y="174677"/>
                    <a:pt x="411107" y="164653"/>
                    <a:pt x="426413" y="153197"/>
                  </a:cubicBezTo>
                  <a:close/>
                  <a:moveTo>
                    <a:pt x="182835" y="72541"/>
                  </a:moveTo>
                  <a:cubicBezTo>
                    <a:pt x="171839" y="97128"/>
                    <a:pt x="162995" y="127205"/>
                    <a:pt x="157498" y="161101"/>
                  </a:cubicBezTo>
                  <a:cubicBezTo>
                    <a:pt x="134072" y="154179"/>
                    <a:pt x="115667" y="145346"/>
                    <a:pt x="103237" y="135798"/>
                  </a:cubicBezTo>
                  <a:cubicBezTo>
                    <a:pt x="123555" y="108108"/>
                    <a:pt x="151044" y="86386"/>
                    <a:pt x="182835" y="72541"/>
                  </a:cubicBezTo>
                  <a:close/>
                  <a:moveTo>
                    <a:pt x="336032" y="72330"/>
                  </a:moveTo>
                  <a:cubicBezTo>
                    <a:pt x="349659" y="78057"/>
                    <a:pt x="362569" y="85216"/>
                    <a:pt x="374284" y="93807"/>
                  </a:cubicBezTo>
                  <a:lnTo>
                    <a:pt x="373806" y="94284"/>
                  </a:lnTo>
                  <a:cubicBezTo>
                    <a:pt x="367112" y="98102"/>
                    <a:pt x="362808" y="104545"/>
                    <a:pt x="361852" y="111943"/>
                  </a:cubicBezTo>
                  <a:cubicBezTo>
                    <a:pt x="360657" y="119102"/>
                    <a:pt x="363286" y="126499"/>
                    <a:pt x="368785" y="131988"/>
                  </a:cubicBezTo>
                  <a:lnTo>
                    <a:pt x="370220" y="133420"/>
                  </a:lnTo>
                  <a:cubicBezTo>
                    <a:pt x="375957" y="139147"/>
                    <a:pt x="385042" y="142726"/>
                    <a:pt x="393649" y="142726"/>
                  </a:cubicBezTo>
                  <a:cubicBezTo>
                    <a:pt x="394605" y="142726"/>
                    <a:pt x="395561" y="142726"/>
                    <a:pt x="396279" y="142726"/>
                  </a:cubicBezTo>
                  <a:lnTo>
                    <a:pt x="407515" y="141533"/>
                  </a:lnTo>
                  <a:cubicBezTo>
                    <a:pt x="395561" y="148931"/>
                    <a:pt x="380261" y="155612"/>
                    <a:pt x="361613" y="161101"/>
                  </a:cubicBezTo>
                  <a:cubicBezTo>
                    <a:pt x="356114" y="127215"/>
                    <a:pt x="347268" y="96909"/>
                    <a:pt x="336032" y="72330"/>
                  </a:cubicBezTo>
                  <a:close/>
                  <a:moveTo>
                    <a:pt x="272241" y="57299"/>
                  </a:moveTo>
                  <a:cubicBezTo>
                    <a:pt x="285151" y="58015"/>
                    <a:pt x="298300" y="59923"/>
                    <a:pt x="310732" y="63263"/>
                  </a:cubicBezTo>
                  <a:cubicBezTo>
                    <a:pt x="325076" y="88075"/>
                    <a:pt x="336791" y="123145"/>
                    <a:pt x="343724" y="165849"/>
                  </a:cubicBezTo>
                  <a:cubicBezTo>
                    <a:pt x="322446" y="170621"/>
                    <a:pt x="297822" y="173722"/>
                    <a:pt x="272241" y="174438"/>
                  </a:cubicBezTo>
                  <a:close/>
                  <a:moveTo>
                    <a:pt x="253118" y="57017"/>
                  </a:moveTo>
                  <a:lnTo>
                    <a:pt x="253118" y="174438"/>
                  </a:lnTo>
                  <a:cubicBezTo>
                    <a:pt x="221332" y="173961"/>
                    <a:pt x="199345" y="170858"/>
                    <a:pt x="177119" y="165846"/>
                  </a:cubicBezTo>
                  <a:cubicBezTo>
                    <a:pt x="184050" y="123126"/>
                    <a:pt x="195521" y="88282"/>
                    <a:pt x="209861" y="63461"/>
                  </a:cubicBezTo>
                  <a:cubicBezTo>
                    <a:pt x="223483" y="59881"/>
                    <a:pt x="237345" y="57494"/>
                    <a:pt x="253118" y="57017"/>
                  </a:cubicBezTo>
                  <a:close/>
                  <a:moveTo>
                    <a:pt x="253128" y="0"/>
                  </a:moveTo>
                  <a:cubicBezTo>
                    <a:pt x="316708" y="0"/>
                    <a:pt x="377899" y="24107"/>
                    <a:pt x="424509" y="66832"/>
                  </a:cubicBezTo>
                  <a:lnTo>
                    <a:pt x="436699" y="45350"/>
                  </a:lnTo>
                  <a:cubicBezTo>
                    <a:pt x="438611" y="42009"/>
                    <a:pt x="441958" y="40099"/>
                    <a:pt x="445782" y="40099"/>
                  </a:cubicBezTo>
                  <a:cubicBezTo>
                    <a:pt x="448411" y="40099"/>
                    <a:pt x="451041" y="41054"/>
                    <a:pt x="453192" y="43202"/>
                  </a:cubicBezTo>
                  <a:lnTo>
                    <a:pt x="459168" y="48931"/>
                  </a:lnTo>
                  <a:cubicBezTo>
                    <a:pt x="462036" y="52034"/>
                    <a:pt x="463709" y="56807"/>
                    <a:pt x="463231" y="60865"/>
                  </a:cubicBezTo>
                  <a:lnTo>
                    <a:pt x="461080" y="82585"/>
                  </a:lnTo>
                  <a:lnTo>
                    <a:pt x="517251" y="138677"/>
                  </a:lnTo>
                  <a:lnTo>
                    <a:pt x="553582" y="79005"/>
                  </a:lnTo>
                  <a:cubicBezTo>
                    <a:pt x="555973" y="74948"/>
                    <a:pt x="560036" y="72561"/>
                    <a:pt x="564578" y="72561"/>
                  </a:cubicBezTo>
                  <a:cubicBezTo>
                    <a:pt x="567924" y="72561"/>
                    <a:pt x="571270" y="73993"/>
                    <a:pt x="573900" y="76618"/>
                  </a:cubicBezTo>
                  <a:lnTo>
                    <a:pt x="578441" y="80915"/>
                  </a:lnTo>
                  <a:cubicBezTo>
                    <a:pt x="582983" y="85450"/>
                    <a:pt x="584895" y="93326"/>
                    <a:pt x="582983" y="99532"/>
                  </a:cubicBezTo>
                  <a:lnTo>
                    <a:pt x="558841" y="180208"/>
                  </a:lnTo>
                  <a:lnTo>
                    <a:pt x="592544" y="214102"/>
                  </a:lnTo>
                  <a:cubicBezTo>
                    <a:pt x="605451" y="226752"/>
                    <a:pt x="601388" y="246324"/>
                    <a:pt x="589914" y="258020"/>
                  </a:cubicBezTo>
                  <a:lnTo>
                    <a:pt x="589675" y="258497"/>
                  </a:lnTo>
                  <a:cubicBezTo>
                    <a:pt x="583461" y="264464"/>
                    <a:pt x="575812" y="267567"/>
                    <a:pt x="568402" y="267567"/>
                  </a:cubicBezTo>
                  <a:cubicBezTo>
                    <a:pt x="560753" y="267567"/>
                    <a:pt x="553582" y="264464"/>
                    <a:pt x="547846" y="258736"/>
                  </a:cubicBezTo>
                  <a:lnTo>
                    <a:pt x="515338" y="226275"/>
                  </a:lnTo>
                  <a:lnTo>
                    <a:pt x="430724" y="251575"/>
                  </a:lnTo>
                  <a:cubicBezTo>
                    <a:pt x="429289" y="252053"/>
                    <a:pt x="427616" y="252291"/>
                    <a:pt x="425943" y="252291"/>
                  </a:cubicBezTo>
                  <a:cubicBezTo>
                    <a:pt x="420924" y="252291"/>
                    <a:pt x="415665" y="250143"/>
                    <a:pt x="412319" y="246802"/>
                  </a:cubicBezTo>
                  <a:lnTo>
                    <a:pt x="407777" y="242267"/>
                  </a:lnTo>
                  <a:cubicBezTo>
                    <a:pt x="404909" y="239402"/>
                    <a:pt x="403475" y="235583"/>
                    <a:pt x="403953" y="231526"/>
                  </a:cubicBezTo>
                  <a:cubicBezTo>
                    <a:pt x="404431" y="227707"/>
                    <a:pt x="406821" y="224365"/>
                    <a:pt x="410167" y="222217"/>
                  </a:cubicBezTo>
                  <a:lnTo>
                    <a:pt x="473031" y="184027"/>
                  </a:lnTo>
                  <a:lnTo>
                    <a:pt x="418294" y="129368"/>
                  </a:lnTo>
                  <a:lnTo>
                    <a:pt x="392001" y="131994"/>
                  </a:lnTo>
                  <a:cubicBezTo>
                    <a:pt x="391762" y="131994"/>
                    <a:pt x="391284" y="131994"/>
                    <a:pt x="390806" y="131994"/>
                  </a:cubicBezTo>
                  <a:cubicBezTo>
                    <a:pt x="386982" y="131994"/>
                    <a:pt x="382918" y="130323"/>
                    <a:pt x="380289" y="127697"/>
                  </a:cubicBezTo>
                  <a:lnTo>
                    <a:pt x="374314" y="121730"/>
                  </a:lnTo>
                  <a:cubicBezTo>
                    <a:pt x="371923" y="119582"/>
                    <a:pt x="370967" y="116240"/>
                    <a:pt x="371445" y="113137"/>
                  </a:cubicBezTo>
                  <a:cubicBezTo>
                    <a:pt x="371684" y="110034"/>
                    <a:pt x="373596" y="107170"/>
                    <a:pt x="376465" y="105499"/>
                  </a:cubicBezTo>
                  <a:lnTo>
                    <a:pt x="402997" y="90462"/>
                  </a:lnTo>
                  <a:cubicBezTo>
                    <a:pt x="362362" y="52988"/>
                    <a:pt x="308582" y="31745"/>
                    <a:pt x="253128" y="31745"/>
                  </a:cubicBezTo>
                  <a:cubicBezTo>
                    <a:pt x="131225" y="31745"/>
                    <a:pt x="31790" y="130800"/>
                    <a:pt x="31790" y="252769"/>
                  </a:cubicBezTo>
                  <a:cubicBezTo>
                    <a:pt x="31790" y="337264"/>
                    <a:pt x="81269" y="415553"/>
                    <a:pt x="157518" y="452072"/>
                  </a:cubicBezTo>
                  <a:cubicBezTo>
                    <a:pt x="165405" y="455891"/>
                    <a:pt x="168752" y="465438"/>
                    <a:pt x="164927" y="473315"/>
                  </a:cubicBezTo>
                  <a:cubicBezTo>
                    <a:pt x="162298" y="479043"/>
                    <a:pt x="156562" y="482385"/>
                    <a:pt x="150586" y="482385"/>
                  </a:cubicBezTo>
                  <a:cubicBezTo>
                    <a:pt x="148196" y="482385"/>
                    <a:pt x="145805" y="481669"/>
                    <a:pt x="143654" y="480714"/>
                  </a:cubicBezTo>
                  <a:cubicBezTo>
                    <a:pt x="56410" y="438944"/>
                    <a:pt x="0" y="349437"/>
                    <a:pt x="0" y="252769"/>
                  </a:cubicBezTo>
                  <a:cubicBezTo>
                    <a:pt x="0" y="113376"/>
                    <a:pt x="113537" y="0"/>
                    <a:pt x="253128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18" name="íṡ1ïḍê">
              <a:extLst>
                <a:ext uri="{FF2B5EF4-FFF2-40B4-BE49-F238E27FC236}">
                  <a16:creationId xmlns:a16="http://schemas.microsoft.com/office/drawing/2014/main" id="{8D24C7EF-B39E-42CD-9F4C-77D1A2F505A1}"/>
                </a:ext>
              </a:extLst>
            </p:cNvPr>
            <p:cNvGrpSpPr/>
            <p:nvPr/>
          </p:nvGrpSpPr>
          <p:grpSpPr>
            <a:xfrm>
              <a:off x="2401513" y="4023099"/>
              <a:ext cx="1684618" cy="1005914"/>
              <a:chOff x="9672575" y="1647223"/>
              <a:chExt cx="1846325" cy="1005914"/>
            </a:xfrm>
          </p:grpSpPr>
          <p:sp>
            <p:nvSpPr>
              <p:cNvPr id="25" name="iṡḷiḓé">
                <a:extLst>
                  <a:ext uri="{FF2B5EF4-FFF2-40B4-BE49-F238E27FC236}">
                    <a16:creationId xmlns:a16="http://schemas.microsoft.com/office/drawing/2014/main" id="{191FB261-14E7-4DB7-A556-AED20447103B}"/>
                  </a:ext>
                </a:extLst>
              </p:cNvPr>
              <p:cNvSpPr/>
              <p:nvPr/>
            </p:nvSpPr>
            <p:spPr>
              <a:xfrm>
                <a:off x="9672578" y="1647223"/>
                <a:ext cx="1846322" cy="410188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r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chemeClr val="tx1"/>
                    </a:solidFill>
                  </a:rPr>
                  <a:t>Tex</a:t>
                </a:r>
                <a:r>
                  <a:rPr lang="en-US" altLang="zh-CN" sz="1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400" b="1">
                    <a:solidFill>
                      <a:schemeClr val="tx1"/>
                    </a:solidFill>
                  </a:rPr>
                  <a:t>t 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here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i$ļiḑè">
                <a:extLst>
                  <a:ext uri="{FF2B5EF4-FFF2-40B4-BE49-F238E27FC236}">
                    <a16:creationId xmlns:a16="http://schemas.microsoft.com/office/drawing/2014/main" id="{3D598D63-27D3-475A-AABD-BB2D80BDBA35}"/>
                  </a:ext>
                </a:extLst>
              </p:cNvPr>
              <p:cNvSpPr txBox="1"/>
              <p:nvPr/>
            </p:nvSpPr>
            <p:spPr>
              <a:xfrm>
                <a:off x="9672575" y="2057412"/>
                <a:ext cx="1846324" cy="595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Supporting tex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t </a:t>
                </a:r>
                <a:r>
                  <a:rPr lang="en-US" altLang="zh-CN" sz="1000" dirty="0"/>
                  <a:t>here.</a:t>
                </a:r>
              </a:p>
              <a:p>
                <a:pPr algn="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Supporting text here.</a:t>
                </a:r>
              </a:p>
            </p:txBody>
          </p:sp>
        </p:grpSp>
        <p:grpSp>
          <p:nvGrpSpPr>
            <p:cNvPr id="19" name="ïSľîḑe">
              <a:extLst>
                <a:ext uri="{FF2B5EF4-FFF2-40B4-BE49-F238E27FC236}">
                  <a16:creationId xmlns:a16="http://schemas.microsoft.com/office/drawing/2014/main" id="{A980FD87-86F8-4A8B-B4CE-A91C9D530B23}"/>
                </a:ext>
              </a:extLst>
            </p:cNvPr>
            <p:cNvGrpSpPr/>
            <p:nvPr/>
          </p:nvGrpSpPr>
          <p:grpSpPr>
            <a:xfrm>
              <a:off x="8241214" y="2187170"/>
              <a:ext cx="1684618" cy="1005914"/>
              <a:chOff x="9672575" y="1647223"/>
              <a:chExt cx="1846325" cy="1005914"/>
            </a:xfrm>
          </p:grpSpPr>
          <p:sp>
            <p:nvSpPr>
              <p:cNvPr id="23" name="îṧḷïḋè">
                <a:extLst>
                  <a:ext uri="{FF2B5EF4-FFF2-40B4-BE49-F238E27FC236}">
                    <a16:creationId xmlns:a16="http://schemas.microsoft.com/office/drawing/2014/main" id="{A7080648-3EB5-4B3E-8FF4-5AE8463C8157}"/>
                  </a:ext>
                </a:extLst>
              </p:cNvPr>
              <p:cNvSpPr/>
              <p:nvPr/>
            </p:nvSpPr>
            <p:spPr>
              <a:xfrm>
                <a:off x="9672578" y="1647223"/>
                <a:ext cx="1846322" cy="410188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chemeClr val="tx1"/>
                    </a:solidFill>
                  </a:rPr>
                  <a:t>Tex</a:t>
                </a:r>
                <a:r>
                  <a:rPr lang="en-US" altLang="zh-CN" sz="1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400" b="1">
                    <a:solidFill>
                      <a:schemeClr val="tx1"/>
                    </a:solidFill>
                  </a:rPr>
                  <a:t>t </a:t>
                </a:r>
                <a:r>
                  <a:rPr lang="en-US" altLang="zh-CN" sz="1400" b="1" dirty="0">
                    <a:solidFill>
                      <a:schemeClr val="tx1"/>
                    </a:solidFill>
                  </a:rPr>
                  <a:t>here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iS1íďê">
                <a:extLst>
                  <a:ext uri="{FF2B5EF4-FFF2-40B4-BE49-F238E27FC236}">
                    <a16:creationId xmlns:a16="http://schemas.microsoft.com/office/drawing/2014/main" id="{4AE8D787-1F7C-4EB6-A95F-4130D574386E}"/>
                  </a:ext>
                </a:extLst>
              </p:cNvPr>
              <p:cNvSpPr txBox="1"/>
              <p:nvPr/>
            </p:nvSpPr>
            <p:spPr>
              <a:xfrm>
                <a:off x="9672575" y="2057412"/>
                <a:ext cx="1846324" cy="595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Supporting text here.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Suppor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ting </a:t>
                </a:r>
                <a:r>
                  <a:rPr lang="en-US" altLang="zh-CN" sz="1000" dirty="0"/>
                  <a:t>text here.</a:t>
                </a:r>
              </a:p>
            </p:txBody>
          </p:sp>
        </p:grpSp>
        <p:grpSp>
          <p:nvGrpSpPr>
            <p:cNvPr id="20" name="ïšľïḓé">
              <a:extLst>
                <a:ext uri="{FF2B5EF4-FFF2-40B4-BE49-F238E27FC236}">
                  <a16:creationId xmlns:a16="http://schemas.microsoft.com/office/drawing/2014/main" id="{81593A05-1E82-4CF9-B724-87CFC554628A}"/>
                </a:ext>
              </a:extLst>
            </p:cNvPr>
            <p:cNvGrpSpPr/>
            <p:nvPr/>
          </p:nvGrpSpPr>
          <p:grpSpPr>
            <a:xfrm>
              <a:off x="8241214" y="4023099"/>
              <a:ext cx="1684618" cy="1005914"/>
              <a:chOff x="9672575" y="1647223"/>
              <a:chExt cx="1846325" cy="1005914"/>
            </a:xfrm>
          </p:grpSpPr>
          <p:sp>
            <p:nvSpPr>
              <p:cNvPr id="21" name="îslíḋe">
                <a:extLst>
                  <a:ext uri="{FF2B5EF4-FFF2-40B4-BE49-F238E27FC236}">
                    <a16:creationId xmlns:a16="http://schemas.microsoft.com/office/drawing/2014/main" id="{1005F9C3-D58E-41DA-913A-A9B4903200D1}"/>
                  </a:ext>
                </a:extLst>
              </p:cNvPr>
              <p:cNvSpPr/>
              <p:nvPr/>
            </p:nvSpPr>
            <p:spPr>
              <a:xfrm>
                <a:off x="9672578" y="1647223"/>
                <a:ext cx="1846322" cy="410188"/>
              </a:xfrm>
              <a:prstGeom prst="rect">
                <a:avLst/>
              </a:prstGeom>
              <a:noFill/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>
                  <a:lnSpc>
                    <a:spcPct val="120000"/>
                  </a:lnSpc>
                </a:pPr>
                <a:r>
                  <a:rPr lang="en-US" altLang="zh-CN" sz="1400" b="1">
                    <a:solidFill>
                      <a:schemeClr val="tx1"/>
                    </a:solidFill>
                  </a:rPr>
                  <a:t>Text </a:t>
                </a:r>
                <a:r>
                  <a:rPr lang="en-US" altLang="zh-CN" sz="1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400" b="1">
                    <a:solidFill>
                      <a:schemeClr val="tx1"/>
                    </a:solidFill>
                  </a:rPr>
                  <a:t>here</a:t>
                </a:r>
                <a:endParaRPr lang="zh-CN" alt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íŝliḑê">
                <a:extLst>
                  <a:ext uri="{FF2B5EF4-FFF2-40B4-BE49-F238E27FC236}">
                    <a16:creationId xmlns:a16="http://schemas.microsoft.com/office/drawing/2014/main" id="{073AEBC9-2633-489B-9B51-3D661FF6D42B}"/>
                  </a:ext>
                </a:extLst>
              </p:cNvPr>
              <p:cNvSpPr txBox="1"/>
              <p:nvPr/>
            </p:nvSpPr>
            <p:spPr>
              <a:xfrm>
                <a:off x="9672575" y="2057412"/>
                <a:ext cx="1846324" cy="595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 dirty="0"/>
                  <a:t>Supporting text here.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000"/>
                  <a:t>Suppor</a:t>
                </a:r>
                <a:r>
                  <a:rPr lang="en-US" altLang="zh-CN" sz="100"/>
                  <a:t> </a:t>
                </a:r>
                <a:r>
                  <a:rPr lang="en-US" altLang="zh-CN" sz="1000"/>
                  <a:t>ting </a:t>
                </a:r>
                <a:r>
                  <a:rPr lang="en-US" altLang="zh-CN" sz="1000" dirty="0"/>
                  <a:t>text here.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69793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F5A2DB-0F84-48FD-BC51-1FACD1CBB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1461F10-2FC0-45DB-ABED-EC09FFA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</a:t>
            </a:r>
            <a:r>
              <a:rPr lang="zh-CN" altLang="en-US" sz="100"/>
              <a:t> </a:t>
            </a:r>
            <a:r>
              <a:rPr lang="zh-CN" altLang="en-US"/>
              <a:t>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904DEF-20DA-49E8-B402-A6FA6CAF1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23</a:t>
            </a:fld>
            <a:r>
              <a:rPr lang="zh-CN" altLang="en-US" sz="100"/>
              <a:t> </a:t>
            </a:r>
          </a:p>
        </p:txBody>
      </p:sp>
      <p:grpSp>
        <p:nvGrpSpPr>
          <p:cNvPr id="5" name="27788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1E670E0D-F417-4246-862C-D882ADE581D3}"/>
              </a:ext>
            </a:extLst>
          </p:cNvPr>
          <p:cNvGrpSpPr>
            <a:grpSpLocks noChangeAspect="1"/>
          </p:cNvGrpSpPr>
          <p:nvPr/>
        </p:nvGrpSpPr>
        <p:grpSpPr>
          <a:xfrm>
            <a:off x="719138" y="1857375"/>
            <a:ext cx="10806575" cy="3663217"/>
            <a:chOff x="719138" y="1857375"/>
            <a:chExt cx="10806575" cy="3663217"/>
          </a:xfrm>
        </p:grpSpPr>
        <p:sp>
          <p:nvSpPr>
            <p:cNvPr id="6" name="i$lïḋé">
              <a:extLst>
                <a:ext uri="{FF2B5EF4-FFF2-40B4-BE49-F238E27FC236}">
                  <a16:creationId xmlns:a16="http://schemas.microsoft.com/office/drawing/2014/main" id="{E9D25F77-CA9E-4C70-851D-4502E477AB4D}"/>
                </a:ext>
              </a:extLst>
            </p:cNvPr>
            <p:cNvSpPr/>
            <p:nvPr/>
          </p:nvSpPr>
          <p:spPr>
            <a:xfrm>
              <a:off x="2129203" y="2071616"/>
              <a:ext cx="489858" cy="4898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7" name="í$ḷíḑê">
              <a:extLst>
                <a:ext uri="{FF2B5EF4-FFF2-40B4-BE49-F238E27FC236}">
                  <a16:creationId xmlns:a16="http://schemas.microsoft.com/office/drawing/2014/main" id="{61B62351-3003-4762-B1CD-74B16803BE62}"/>
                </a:ext>
              </a:extLst>
            </p:cNvPr>
            <p:cNvSpPr/>
            <p:nvPr/>
          </p:nvSpPr>
          <p:spPr bwMode="auto">
            <a:xfrm>
              <a:off x="2249513" y="2198350"/>
              <a:ext cx="249238" cy="228656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8" name="ï$ļiďe">
              <a:extLst>
                <a:ext uri="{FF2B5EF4-FFF2-40B4-BE49-F238E27FC236}">
                  <a16:creationId xmlns:a16="http://schemas.microsoft.com/office/drawing/2014/main" id="{82A02E01-8540-483A-A02E-A42B18DAF25F}"/>
                </a:ext>
              </a:extLst>
            </p:cNvPr>
            <p:cNvSpPr/>
            <p:nvPr/>
          </p:nvSpPr>
          <p:spPr>
            <a:xfrm>
              <a:off x="2672126" y="1857375"/>
              <a:ext cx="1957664" cy="41819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en-US" altLang="zh-CN" sz="1600" b="1"/>
                <a:t>Text</a:t>
              </a:r>
              <a:r>
                <a:rPr lang="en-US" altLang="zh-CN" sz="100" b="1"/>
                <a:t> </a:t>
              </a:r>
              <a:r>
                <a:rPr lang="en-US" altLang="zh-CN" sz="1600" b="1"/>
                <a:t> </a:t>
              </a:r>
              <a:r>
                <a:rPr lang="en-US" altLang="zh-CN" sz="1600" b="1" dirty="0"/>
                <a:t>Here</a:t>
              </a:r>
              <a:endParaRPr lang="zh-CN" altLang="en-US" sz="1600" b="1" dirty="0"/>
            </a:p>
          </p:txBody>
        </p:sp>
        <p:sp>
          <p:nvSpPr>
            <p:cNvPr id="9" name="îSḷîḑé">
              <a:extLst>
                <a:ext uri="{FF2B5EF4-FFF2-40B4-BE49-F238E27FC236}">
                  <a16:creationId xmlns:a16="http://schemas.microsoft.com/office/drawing/2014/main" id="{A45047C0-751E-47C5-8845-6D57BFBBCC8B}"/>
                </a:ext>
              </a:extLst>
            </p:cNvPr>
            <p:cNvSpPr/>
            <p:nvPr/>
          </p:nvSpPr>
          <p:spPr>
            <a:xfrm>
              <a:off x="2672126" y="2349013"/>
              <a:ext cx="1951900" cy="6554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Supporting t</a:t>
              </a:r>
              <a:r>
                <a:rPr lang="en-US" altLang="zh-CN" sz="100">
                  <a:solidFill>
                    <a:schemeClr val="dk1">
                      <a:lumMod val="100000"/>
                    </a:schemeClr>
                  </a:solidFill>
                </a:rPr>
                <a:t> </a:t>
              </a: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ext here.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… …</a:t>
              </a:r>
              <a:endParaRPr lang="zh-CN" altLang="en-US" sz="110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sp>
          <p:nvSpPr>
            <p:cNvPr id="10" name="îşlïḋé">
              <a:extLst>
                <a:ext uri="{FF2B5EF4-FFF2-40B4-BE49-F238E27FC236}">
                  <a16:creationId xmlns:a16="http://schemas.microsoft.com/office/drawing/2014/main" id="{2AC54DD6-B1B4-4A79-80EE-6E27D4EB849E}"/>
                </a:ext>
              </a:extLst>
            </p:cNvPr>
            <p:cNvSpPr/>
            <p:nvPr/>
          </p:nvSpPr>
          <p:spPr>
            <a:xfrm>
              <a:off x="4963683" y="2071616"/>
              <a:ext cx="489858" cy="4898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" name="ïsľïḓè">
              <a:extLst>
                <a:ext uri="{FF2B5EF4-FFF2-40B4-BE49-F238E27FC236}">
                  <a16:creationId xmlns:a16="http://schemas.microsoft.com/office/drawing/2014/main" id="{55616E14-BE71-4094-9BF3-0703C53D2C52}"/>
                </a:ext>
              </a:extLst>
            </p:cNvPr>
            <p:cNvSpPr/>
            <p:nvPr/>
          </p:nvSpPr>
          <p:spPr bwMode="auto">
            <a:xfrm>
              <a:off x="5083993" y="2198350"/>
              <a:ext cx="249238" cy="228656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2" name="íṩ1iḍé">
              <a:extLst>
                <a:ext uri="{FF2B5EF4-FFF2-40B4-BE49-F238E27FC236}">
                  <a16:creationId xmlns:a16="http://schemas.microsoft.com/office/drawing/2014/main" id="{CB9E4819-E6DF-4EAB-AAA2-1AC14CC6D419}"/>
                </a:ext>
              </a:extLst>
            </p:cNvPr>
            <p:cNvSpPr/>
            <p:nvPr/>
          </p:nvSpPr>
          <p:spPr>
            <a:xfrm>
              <a:off x="5506606" y="1857375"/>
              <a:ext cx="1957664" cy="41819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en-US" altLang="zh-CN" sz="1600" b="1"/>
                <a:t>Text</a:t>
              </a:r>
              <a:r>
                <a:rPr lang="en-US" altLang="zh-CN" sz="100" b="1"/>
                <a:t> </a:t>
              </a:r>
              <a:r>
                <a:rPr lang="en-US" altLang="zh-CN" sz="1600" b="1"/>
                <a:t> </a:t>
              </a:r>
              <a:r>
                <a:rPr lang="en-US" altLang="zh-CN" sz="1600" b="1" dirty="0"/>
                <a:t>Here</a:t>
              </a:r>
              <a:endParaRPr lang="zh-CN" altLang="en-US" sz="1600" b="1" dirty="0"/>
            </a:p>
          </p:txBody>
        </p:sp>
        <p:sp>
          <p:nvSpPr>
            <p:cNvPr id="13" name="îsḻïḑê">
              <a:extLst>
                <a:ext uri="{FF2B5EF4-FFF2-40B4-BE49-F238E27FC236}">
                  <a16:creationId xmlns:a16="http://schemas.microsoft.com/office/drawing/2014/main" id="{68A7E7A6-E6CD-49F4-B056-BF76157E7809}"/>
                </a:ext>
              </a:extLst>
            </p:cNvPr>
            <p:cNvSpPr/>
            <p:nvPr/>
          </p:nvSpPr>
          <p:spPr>
            <a:xfrm>
              <a:off x="5506606" y="2349013"/>
              <a:ext cx="1951900" cy="6554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Supporting text here.</a:t>
              </a:r>
              <a:r>
                <a:rPr lang="en-US" altLang="zh-CN" sz="100">
                  <a:solidFill>
                    <a:schemeClr val="dk1">
                      <a:lumMod val="100000"/>
                    </a:schemeClr>
                  </a:solidFill>
                </a:rPr>
                <a:t>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… …</a:t>
              </a:r>
              <a:endParaRPr lang="zh-CN" altLang="en-US" sz="110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sp>
          <p:nvSpPr>
            <p:cNvPr id="14" name="ïşliḍé">
              <a:extLst>
                <a:ext uri="{FF2B5EF4-FFF2-40B4-BE49-F238E27FC236}">
                  <a16:creationId xmlns:a16="http://schemas.microsoft.com/office/drawing/2014/main" id="{CD238468-C625-4528-894C-996E8F44F14E}"/>
                </a:ext>
              </a:extLst>
            </p:cNvPr>
            <p:cNvSpPr/>
            <p:nvPr/>
          </p:nvSpPr>
          <p:spPr>
            <a:xfrm>
              <a:off x="7793378" y="2071616"/>
              <a:ext cx="489858" cy="48985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5" name="ïṣļîḋè">
              <a:extLst>
                <a:ext uri="{FF2B5EF4-FFF2-40B4-BE49-F238E27FC236}">
                  <a16:creationId xmlns:a16="http://schemas.microsoft.com/office/drawing/2014/main" id="{5E92E7DF-DF21-4F15-B265-A4493C2E1EBC}"/>
                </a:ext>
              </a:extLst>
            </p:cNvPr>
            <p:cNvSpPr/>
            <p:nvPr/>
          </p:nvSpPr>
          <p:spPr bwMode="auto">
            <a:xfrm>
              <a:off x="7913688" y="2198350"/>
              <a:ext cx="249238" cy="228656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16" name="íṩḻiḑè">
              <a:extLst>
                <a:ext uri="{FF2B5EF4-FFF2-40B4-BE49-F238E27FC236}">
                  <a16:creationId xmlns:a16="http://schemas.microsoft.com/office/drawing/2014/main" id="{6374ED21-38C8-48B6-9BB8-CE8091B9C4F7}"/>
                </a:ext>
              </a:extLst>
            </p:cNvPr>
            <p:cNvSpPr/>
            <p:nvPr/>
          </p:nvSpPr>
          <p:spPr>
            <a:xfrm>
              <a:off x="8336301" y="1857375"/>
              <a:ext cx="1957664" cy="41819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en-US" altLang="zh-CN" sz="1600" b="1"/>
                <a:t>Text He</a:t>
              </a:r>
              <a:r>
                <a:rPr lang="en-US" altLang="zh-CN" sz="100" b="1"/>
                <a:t> </a:t>
              </a:r>
              <a:r>
                <a:rPr lang="en-US" altLang="zh-CN" sz="1600" b="1"/>
                <a:t>re</a:t>
              </a:r>
              <a:endParaRPr lang="zh-CN" altLang="en-US" sz="1600" b="1" dirty="0"/>
            </a:p>
          </p:txBody>
        </p:sp>
        <p:sp>
          <p:nvSpPr>
            <p:cNvPr id="17" name="íSľiḓè">
              <a:extLst>
                <a:ext uri="{FF2B5EF4-FFF2-40B4-BE49-F238E27FC236}">
                  <a16:creationId xmlns:a16="http://schemas.microsoft.com/office/drawing/2014/main" id="{B07B6576-9C41-46D2-9D97-07A25B44D1F5}"/>
                </a:ext>
              </a:extLst>
            </p:cNvPr>
            <p:cNvSpPr/>
            <p:nvPr/>
          </p:nvSpPr>
          <p:spPr>
            <a:xfrm>
              <a:off x="8336301" y="2349013"/>
              <a:ext cx="1951900" cy="6554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Supporting text here.</a:t>
              </a:r>
              <a:r>
                <a:rPr lang="en-US" altLang="zh-CN" sz="100">
                  <a:solidFill>
                    <a:schemeClr val="dk1">
                      <a:lumMod val="100000"/>
                    </a:schemeClr>
                  </a:solidFill>
                </a:rPr>
                <a:t> 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… …</a:t>
              </a:r>
              <a:endParaRPr lang="zh-CN" altLang="en-US" sz="110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sp>
          <p:nvSpPr>
            <p:cNvPr id="18" name="iṡļiďè">
              <a:extLst>
                <a:ext uri="{FF2B5EF4-FFF2-40B4-BE49-F238E27FC236}">
                  <a16:creationId xmlns:a16="http://schemas.microsoft.com/office/drawing/2014/main" id="{BB334A95-EE25-454E-9BA3-65FA58A1266E}"/>
                </a:ext>
              </a:extLst>
            </p:cNvPr>
            <p:cNvSpPr/>
            <p:nvPr/>
          </p:nvSpPr>
          <p:spPr>
            <a:xfrm>
              <a:off x="719138" y="4569002"/>
              <a:ext cx="489858" cy="4898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9" name="îṧľídè">
              <a:extLst>
                <a:ext uri="{FF2B5EF4-FFF2-40B4-BE49-F238E27FC236}">
                  <a16:creationId xmlns:a16="http://schemas.microsoft.com/office/drawing/2014/main" id="{24790581-18DA-463C-A33A-E9EDE7C6293B}"/>
                </a:ext>
              </a:extLst>
            </p:cNvPr>
            <p:cNvSpPr/>
            <p:nvPr/>
          </p:nvSpPr>
          <p:spPr>
            <a:xfrm>
              <a:off x="1262061" y="4354761"/>
              <a:ext cx="1957664" cy="41819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en-US" altLang="zh-CN" sz="1600" b="1"/>
                <a:t>Text He</a:t>
              </a:r>
              <a:r>
                <a:rPr lang="en-US" altLang="zh-CN" sz="100" b="1"/>
                <a:t> </a:t>
              </a:r>
              <a:r>
                <a:rPr lang="en-US" altLang="zh-CN" sz="1600" b="1"/>
                <a:t>re</a:t>
              </a:r>
              <a:endParaRPr lang="zh-CN" altLang="en-US" sz="1600" b="1" dirty="0"/>
            </a:p>
          </p:txBody>
        </p:sp>
        <p:sp>
          <p:nvSpPr>
            <p:cNvPr id="20" name="iŝḷïďe">
              <a:extLst>
                <a:ext uri="{FF2B5EF4-FFF2-40B4-BE49-F238E27FC236}">
                  <a16:creationId xmlns:a16="http://schemas.microsoft.com/office/drawing/2014/main" id="{D2A0D18E-D102-4670-84D9-4EFF51DDDA8A}"/>
                </a:ext>
              </a:extLst>
            </p:cNvPr>
            <p:cNvSpPr/>
            <p:nvPr/>
          </p:nvSpPr>
          <p:spPr>
            <a:xfrm>
              <a:off x="1262061" y="4846399"/>
              <a:ext cx="1951900" cy="6554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Supporting text h</a:t>
              </a:r>
              <a:r>
                <a:rPr lang="en-US" altLang="zh-CN" sz="100">
                  <a:solidFill>
                    <a:schemeClr val="dk1">
                      <a:lumMod val="100000"/>
                    </a:schemeClr>
                  </a:solidFill>
                </a:rPr>
                <a:t> </a:t>
              </a: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ere.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… …</a:t>
              </a:r>
              <a:endParaRPr lang="zh-CN" altLang="en-US" sz="110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sp>
          <p:nvSpPr>
            <p:cNvPr id="21" name="ïṣlïḓê">
              <a:extLst>
                <a:ext uri="{FF2B5EF4-FFF2-40B4-BE49-F238E27FC236}">
                  <a16:creationId xmlns:a16="http://schemas.microsoft.com/office/drawing/2014/main" id="{2013A2A8-87D2-4EC8-AAD6-AAC5DB343D53}"/>
                </a:ext>
              </a:extLst>
            </p:cNvPr>
            <p:cNvSpPr/>
            <p:nvPr/>
          </p:nvSpPr>
          <p:spPr>
            <a:xfrm>
              <a:off x="3548834" y="4587784"/>
              <a:ext cx="489858" cy="4898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2" name="îśļîḍé">
              <a:extLst>
                <a:ext uri="{FF2B5EF4-FFF2-40B4-BE49-F238E27FC236}">
                  <a16:creationId xmlns:a16="http://schemas.microsoft.com/office/drawing/2014/main" id="{949D79BB-EB84-4C3B-ABBB-A4EFE1B63FDE}"/>
                </a:ext>
              </a:extLst>
            </p:cNvPr>
            <p:cNvSpPr/>
            <p:nvPr/>
          </p:nvSpPr>
          <p:spPr bwMode="auto">
            <a:xfrm>
              <a:off x="839448" y="4695736"/>
              <a:ext cx="249238" cy="228656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3" name="îṥlïdê">
              <a:extLst>
                <a:ext uri="{FF2B5EF4-FFF2-40B4-BE49-F238E27FC236}">
                  <a16:creationId xmlns:a16="http://schemas.microsoft.com/office/drawing/2014/main" id="{7C1F9D46-450B-4CA2-9CAA-28776FBE4F49}"/>
                </a:ext>
              </a:extLst>
            </p:cNvPr>
            <p:cNvSpPr/>
            <p:nvPr/>
          </p:nvSpPr>
          <p:spPr>
            <a:xfrm>
              <a:off x="4091757" y="4373543"/>
              <a:ext cx="1957664" cy="41819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en-US" altLang="zh-CN" sz="16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600" b="1"/>
                <a:t>Here</a:t>
              </a:r>
              <a:endParaRPr lang="zh-CN" altLang="en-US" sz="1600" b="1" dirty="0"/>
            </a:p>
          </p:txBody>
        </p:sp>
        <p:sp>
          <p:nvSpPr>
            <p:cNvPr id="24" name="ïṣļíďè">
              <a:extLst>
                <a:ext uri="{FF2B5EF4-FFF2-40B4-BE49-F238E27FC236}">
                  <a16:creationId xmlns:a16="http://schemas.microsoft.com/office/drawing/2014/main" id="{C941E3D9-0219-4432-99CC-547C58542E0A}"/>
                </a:ext>
              </a:extLst>
            </p:cNvPr>
            <p:cNvSpPr/>
            <p:nvPr/>
          </p:nvSpPr>
          <p:spPr>
            <a:xfrm>
              <a:off x="4091757" y="4865181"/>
              <a:ext cx="1951900" cy="6554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Supporting text h</a:t>
              </a:r>
              <a:r>
                <a:rPr lang="en-US" altLang="zh-CN" sz="100">
                  <a:solidFill>
                    <a:schemeClr val="dk1">
                      <a:lumMod val="100000"/>
                    </a:schemeClr>
                  </a:solidFill>
                </a:rPr>
                <a:t> </a:t>
              </a: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ere.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… …</a:t>
              </a:r>
              <a:endParaRPr lang="zh-CN" altLang="en-US" sz="110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sp>
          <p:nvSpPr>
            <p:cNvPr id="25" name="ïSľîďê">
              <a:extLst>
                <a:ext uri="{FF2B5EF4-FFF2-40B4-BE49-F238E27FC236}">
                  <a16:creationId xmlns:a16="http://schemas.microsoft.com/office/drawing/2014/main" id="{E61763D6-8008-4356-8D07-5F547AEA18A2}"/>
                </a:ext>
              </a:extLst>
            </p:cNvPr>
            <p:cNvSpPr/>
            <p:nvPr/>
          </p:nvSpPr>
          <p:spPr>
            <a:xfrm>
              <a:off x="6378530" y="4574832"/>
              <a:ext cx="489858" cy="4898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6" name="îṣ1iḍe">
              <a:extLst>
                <a:ext uri="{FF2B5EF4-FFF2-40B4-BE49-F238E27FC236}">
                  <a16:creationId xmlns:a16="http://schemas.microsoft.com/office/drawing/2014/main" id="{BC16E903-5CAF-462D-AF3D-1696EB9DF911}"/>
                </a:ext>
              </a:extLst>
            </p:cNvPr>
            <p:cNvSpPr/>
            <p:nvPr/>
          </p:nvSpPr>
          <p:spPr bwMode="auto">
            <a:xfrm>
              <a:off x="3669144" y="4714517"/>
              <a:ext cx="249238" cy="228656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7" name="ísļîḑé">
              <a:extLst>
                <a:ext uri="{FF2B5EF4-FFF2-40B4-BE49-F238E27FC236}">
                  <a16:creationId xmlns:a16="http://schemas.microsoft.com/office/drawing/2014/main" id="{0458BA71-8EA4-4001-B558-22F1DF168BC8}"/>
                </a:ext>
              </a:extLst>
            </p:cNvPr>
            <p:cNvSpPr/>
            <p:nvPr/>
          </p:nvSpPr>
          <p:spPr>
            <a:xfrm>
              <a:off x="6921453" y="4360591"/>
              <a:ext cx="1957664" cy="41819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en-US" altLang="zh-CN" sz="16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600" b="1"/>
                <a:t>Here</a:t>
              </a:r>
              <a:endParaRPr lang="zh-CN" altLang="en-US" sz="1600" b="1" dirty="0"/>
            </a:p>
          </p:txBody>
        </p:sp>
        <p:sp>
          <p:nvSpPr>
            <p:cNvPr id="28" name="ïslïḓè">
              <a:extLst>
                <a:ext uri="{FF2B5EF4-FFF2-40B4-BE49-F238E27FC236}">
                  <a16:creationId xmlns:a16="http://schemas.microsoft.com/office/drawing/2014/main" id="{6E18FE9F-3005-4797-A9CE-374865D6427E}"/>
                </a:ext>
              </a:extLst>
            </p:cNvPr>
            <p:cNvSpPr/>
            <p:nvPr/>
          </p:nvSpPr>
          <p:spPr bwMode="auto">
            <a:xfrm>
              <a:off x="6498840" y="4720347"/>
              <a:ext cx="249238" cy="228656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29" name="iṩļïďè">
              <a:extLst>
                <a:ext uri="{FF2B5EF4-FFF2-40B4-BE49-F238E27FC236}">
                  <a16:creationId xmlns:a16="http://schemas.microsoft.com/office/drawing/2014/main" id="{B35BE180-94DA-4512-AA42-4F8F3DE9B9AF}"/>
                </a:ext>
              </a:extLst>
            </p:cNvPr>
            <p:cNvSpPr/>
            <p:nvPr/>
          </p:nvSpPr>
          <p:spPr>
            <a:xfrm>
              <a:off x="6921453" y="4852229"/>
              <a:ext cx="1951900" cy="6554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Supporting text h</a:t>
              </a:r>
              <a:r>
                <a:rPr lang="en-US" altLang="zh-CN" sz="100">
                  <a:solidFill>
                    <a:schemeClr val="dk1">
                      <a:lumMod val="100000"/>
                    </a:schemeClr>
                  </a:solidFill>
                </a:rPr>
                <a:t> </a:t>
              </a: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ere.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… …</a:t>
              </a:r>
              <a:endParaRPr lang="zh-CN" altLang="en-US" sz="110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sp>
          <p:nvSpPr>
            <p:cNvPr id="30" name="îṥļïďê">
              <a:extLst>
                <a:ext uri="{FF2B5EF4-FFF2-40B4-BE49-F238E27FC236}">
                  <a16:creationId xmlns:a16="http://schemas.microsoft.com/office/drawing/2014/main" id="{B6BAE721-BAA7-4E30-B9DC-BEE91FE4ED04}"/>
                </a:ext>
              </a:extLst>
            </p:cNvPr>
            <p:cNvSpPr/>
            <p:nvPr/>
          </p:nvSpPr>
          <p:spPr>
            <a:xfrm>
              <a:off x="9208227" y="4584423"/>
              <a:ext cx="489858" cy="48985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1" name="íşlîďê">
              <a:extLst>
                <a:ext uri="{FF2B5EF4-FFF2-40B4-BE49-F238E27FC236}">
                  <a16:creationId xmlns:a16="http://schemas.microsoft.com/office/drawing/2014/main" id="{22EFE320-0FA4-4DBB-BFE9-20A6A6E5F30C}"/>
                </a:ext>
              </a:extLst>
            </p:cNvPr>
            <p:cNvSpPr/>
            <p:nvPr/>
          </p:nvSpPr>
          <p:spPr bwMode="auto">
            <a:xfrm>
              <a:off x="9328538" y="4711157"/>
              <a:ext cx="249238" cy="228656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sp>
          <p:nvSpPr>
            <p:cNvPr id="32" name="íṡ1iḑê">
              <a:extLst>
                <a:ext uri="{FF2B5EF4-FFF2-40B4-BE49-F238E27FC236}">
                  <a16:creationId xmlns:a16="http://schemas.microsoft.com/office/drawing/2014/main" id="{D6551D65-9C00-4360-A960-D35AEFCBB352}"/>
                </a:ext>
              </a:extLst>
            </p:cNvPr>
            <p:cNvSpPr/>
            <p:nvPr/>
          </p:nvSpPr>
          <p:spPr>
            <a:xfrm>
              <a:off x="9751150" y="4370182"/>
              <a:ext cx="1774563" cy="418193"/>
            </a:xfrm>
            <a:prstGeom prst="rect">
              <a:avLst/>
            </a:prstGeom>
          </p:spPr>
          <p:txBody>
            <a:bodyPr wrap="square" lIns="91440" tIns="45720" rIns="91440" bIns="45720" anchor="ctr">
              <a:noAutofit/>
            </a:bodyPr>
            <a:lstStyle/>
            <a:p>
              <a:r>
                <a:rPr lang="en-US" altLang="zh-CN" sz="1600" b="1"/>
                <a:t>T</a:t>
              </a:r>
              <a:r>
                <a:rPr lang="en-US" altLang="zh-CN" sz="100" b="1"/>
                <a:t> </a:t>
              </a:r>
              <a:r>
                <a:rPr lang="en-US" altLang="zh-CN" sz="1600" b="1"/>
                <a:t>ext </a:t>
              </a:r>
              <a:r>
                <a:rPr lang="en-US" altLang="zh-CN" sz="1600" b="1" dirty="0"/>
                <a:t>Here</a:t>
              </a:r>
              <a:endParaRPr lang="zh-CN" altLang="en-US" sz="1600" b="1" dirty="0"/>
            </a:p>
          </p:txBody>
        </p:sp>
        <p:sp>
          <p:nvSpPr>
            <p:cNvPr id="33" name="í$1ïḍê">
              <a:extLst>
                <a:ext uri="{FF2B5EF4-FFF2-40B4-BE49-F238E27FC236}">
                  <a16:creationId xmlns:a16="http://schemas.microsoft.com/office/drawing/2014/main" id="{72775793-D4BF-49CC-9C2F-E0E87B848376}"/>
                </a:ext>
              </a:extLst>
            </p:cNvPr>
            <p:cNvSpPr/>
            <p:nvPr/>
          </p:nvSpPr>
          <p:spPr>
            <a:xfrm>
              <a:off x="9751150" y="4861820"/>
              <a:ext cx="1769338" cy="655411"/>
            </a:xfrm>
            <a:prstGeom prst="rect">
              <a:avLst/>
            </a:prstGeom>
          </p:spPr>
          <p:txBody>
            <a:bodyPr wrap="square" lIns="91440" tIns="45720" rIns="91440" bIns="45720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Su</a:t>
              </a:r>
              <a:r>
                <a:rPr lang="en-US" altLang="zh-CN" sz="100">
                  <a:solidFill>
                    <a:schemeClr val="dk1">
                      <a:lumMod val="100000"/>
                    </a:schemeClr>
                  </a:solidFill>
                </a:rPr>
                <a:t> </a:t>
              </a: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pporting text here.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100">
                  <a:solidFill>
                    <a:schemeClr val="dk1">
                      <a:lumMod val="100000"/>
                    </a:schemeClr>
                  </a:solidFill>
                </a:rPr>
                <a:t>… …</a:t>
              </a:r>
              <a:endParaRPr lang="zh-CN" altLang="en-US" sz="1100" dirty="0">
                <a:solidFill>
                  <a:schemeClr val="dk1">
                    <a:lumMod val="100000"/>
                  </a:schemeClr>
                </a:solidFill>
              </a:endParaRPr>
            </a:p>
          </p:txBody>
        </p:sp>
        <p:sp>
          <p:nvSpPr>
            <p:cNvPr id="34" name="isliḑé">
              <a:extLst>
                <a:ext uri="{FF2B5EF4-FFF2-40B4-BE49-F238E27FC236}">
                  <a16:creationId xmlns:a16="http://schemas.microsoft.com/office/drawing/2014/main" id="{EF7C887D-0874-4B57-84BF-BF146AF76180}"/>
                </a:ext>
              </a:extLst>
            </p:cNvPr>
            <p:cNvSpPr/>
            <p:nvPr/>
          </p:nvSpPr>
          <p:spPr>
            <a:xfrm>
              <a:off x="884700" y="3486281"/>
              <a:ext cx="10588163" cy="167183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7D91950A-C087-49DF-801F-4C9AE46050D1}"/>
                </a:ext>
              </a:extLst>
            </p:cNvPr>
            <p:cNvCxnSpPr>
              <a:stCxn id="42" idx="4"/>
              <a:endCxn id="18" idx="0"/>
            </p:cNvCxnSpPr>
            <p:nvPr/>
          </p:nvCxnSpPr>
          <p:spPr>
            <a:xfrm>
              <a:off x="964067" y="3769326"/>
              <a:ext cx="0" cy="799676"/>
            </a:xfrm>
            <a:prstGeom prst="line">
              <a:avLst/>
            </a:prstGeom>
            <a:ln w="317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4D2745DF-CECD-48A5-8A65-F76AAB00912E}"/>
                </a:ext>
              </a:extLst>
            </p:cNvPr>
            <p:cNvCxnSpPr>
              <a:stCxn id="43" idx="4"/>
              <a:endCxn id="21" idx="0"/>
            </p:cNvCxnSpPr>
            <p:nvPr/>
          </p:nvCxnSpPr>
          <p:spPr>
            <a:xfrm>
              <a:off x="3793763" y="3769326"/>
              <a:ext cx="0" cy="818458"/>
            </a:xfrm>
            <a:prstGeom prst="line">
              <a:avLst/>
            </a:prstGeom>
            <a:ln w="317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89C8BF44-A063-422E-9901-DA155981DFA3}"/>
                </a:ext>
              </a:extLst>
            </p:cNvPr>
            <p:cNvCxnSpPr>
              <a:stCxn id="44" idx="4"/>
              <a:endCxn id="25" idx="0"/>
            </p:cNvCxnSpPr>
            <p:nvPr/>
          </p:nvCxnSpPr>
          <p:spPr>
            <a:xfrm>
              <a:off x="6623459" y="3769326"/>
              <a:ext cx="0" cy="805506"/>
            </a:xfrm>
            <a:prstGeom prst="line">
              <a:avLst/>
            </a:prstGeom>
            <a:ln w="317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400B3513-8751-4991-8D1E-A05B05501083}"/>
                </a:ext>
              </a:extLst>
            </p:cNvPr>
            <p:cNvCxnSpPr>
              <a:stCxn id="45" idx="4"/>
              <a:endCxn id="30" idx="0"/>
            </p:cNvCxnSpPr>
            <p:nvPr/>
          </p:nvCxnSpPr>
          <p:spPr>
            <a:xfrm>
              <a:off x="9453156" y="3769326"/>
              <a:ext cx="0" cy="815097"/>
            </a:xfrm>
            <a:prstGeom prst="line">
              <a:avLst/>
            </a:prstGeom>
            <a:ln w="317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A86A5CA8-5F71-49D3-94CD-C256455DB89F}"/>
                </a:ext>
              </a:extLst>
            </p:cNvPr>
            <p:cNvCxnSpPr>
              <a:stCxn id="6" idx="4"/>
              <a:endCxn id="46" idx="0"/>
            </p:cNvCxnSpPr>
            <p:nvPr/>
          </p:nvCxnSpPr>
          <p:spPr>
            <a:xfrm>
              <a:off x="2374132" y="2561474"/>
              <a:ext cx="4783" cy="818459"/>
            </a:xfrm>
            <a:prstGeom prst="line">
              <a:avLst/>
            </a:prstGeom>
            <a:ln w="317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37BA7F45-8F71-4242-9891-9BA9D5A04AA4}"/>
                </a:ext>
              </a:extLst>
            </p:cNvPr>
            <p:cNvCxnSpPr>
              <a:stCxn id="10" idx="4"/>
              <a:endCxn id="47" idx="0"/>
            </p:cNvCxnSpPr>
            <p:nvPr/>
          </p:nvCxnSpPr>
          <p:spPr>
            <a:xfrm flipH="1">
              <a:off x="5208611" y="2561474"/>
              <a:ext cx="1" cy="818459"/>
            </a:xfrm>
            <a:prstGeom prst="line">
              <a:avLst/>
            </a:prstGeom>
            <a:ln w="3175" cap="rnd">
              <a:solidFill>
                <a:schemeClr val="accent1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51455C6D-054F-496E-8B14-546A87886D72}"/>
                </a:ext>
              </a:extLst>
            </p:cNvPr>
            <p:cNvCxnSpPr>
              <a:stCxn id="14" idx="4"/>
              <a:endCxn id="48" idx="0"/>
            </p:cNvCxnSpPr>
            <p:nvPr/>
          </p:nvCxnSpPr>
          <p:spPr>
            <a:xfrm>
              <a:off x="8038307" y="2561474"/>
              <a:ext cx="0" cy="818459"/>
            </a:xfrm>
            <a:prstGeom prst="line">
              <a:avLst/>
            </a:prstGeom>
            <a:ln w="3175" cap="rnd">
              <a:solidFill>
                <a:schemeClr val="accent2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iṧḷîḑê">
              <a:extLst>
                <a:ext uri="{FF2B5EF4-FFF2-40B4-BE49-F238E27FC236}">
                  <a16:creationId xmlns:a16="http://schemas.microsoft.com/office/drawing/2014/main" id="{2FE5ABF6-F803-4251-BB77-96E49CC46D41}"/>
                </a:ext>
              </a:extLst>
            </p:cNvPr>
            <p:cNvSpPr/>
            <p:nvPr/>
          </p:nvSpPr>
          <p:spPr>
            <a:xfrm>
              <a:off x="769370" y="3379932"/>
              <a:ext cx="389394" cy="3893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</a:rPr>
                <a:t>1</a:t>
              </a:r>
            </a:p>
          </p:txBody>
        </p:sp>
        <p:sp>
          <p:nvSpPr>
            <p:cNvPr id="43" name="íṩ1îḋé">
              <a:extLst>
                <a:ext uri="{FF2B5EF4-FFF2-40B4-BE49-F238E27FC236}">
                  <a16:creationId xmlns:a16="http://schemas.microsoft.com/office/drawing/2014/main" id="{B75AEEB2-3F67-4F2C-B379-46288E07813D}"/>
                </a:ext>
              </a:extLst>
            </p:cNvPr>
            <p:cNvSpPr/>
            <p:nvPr/>
          </p:nvSpPr>
          <p:spPr>
            <a:xfrm>
              <a:off x="3599066" y="3379932"/>
              <a:ext cx="389394" cy="3893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>
                  <a:solidFill>
                    <a:schemeClr val="accent1"/>
                  </a:solidFill>
                </a:rPr>
                <a:t>3</a:t>
              </a:r>
              <a:endParaRPr lang="en-US" sz="1600" b="1" dirty="0">
                <a:solidFill>
                  <a:schemeClr val="accent1"/>
                </a:solidFill>
              </a:endParaRPr>
            </a:p>
          </p:txBody>
        </p:sp>
        <p:sp>
          <p:nvSpPr>
            <p:cNvPr id="44" name="ís1íḋè">
              <a:extLst>
                <a:ext uri="{FF2B5EF4-FFF2-40B4-BE49-F238E27FC236}">
                  <a16:creationId xmlns:a16="http://schemas.microsoft.com/office/drawing/2014/main" id="{836FB36A-EC17-4248-9B41-5EF791467F12}"/>
                </a:ext>
              </a:extLst>
            </p:cNvPr>
            <p:cNvSpPr/>
            <p:nvPr/>
          </p:nvSpPr>
          <p:spPr>
            <a:xfrm>
              <a:off x="6428762" y="3379932"/>
              <a:ext cx="389394" cy="3893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>
                  <a:solidFill>
                    <a:schemeClr val="accent1"/>
                  </a:solidFill>
                </a:rPr>
                <a:t>5</a:t>
              </a:r>
              <a:endParaRPr lang="en-US" sz="1600" b="1" dirty="0">
                <a:solidFill>
                  <a:schemeClr val="accent1"/>
                </a:solidFill>
              </a:endParaRPr>
            </a:p>
          </p:txBody>
        </p:sp>
        <p:sp>
          <p:nvSpPr>
            <p:cNvPr id="45" name="íṧḻîḍé">
              <a:extLst>
                <a:ext uri="{FF2B5EF4-FFF2-40B4-BE49-F238E27FC236}">
                  <a16:creationId xmlns:a16="http://schemas.microsoft.com/office/drawing/2014/main" id="{83959BBE-5647-492A-AA8C-F5E233CA5AA6}"/>
                </a:ext>
              </a:extLst>
            </p:cNvPr>
            <p:cNvSpPr/>
            <p:nvPr/>
          </p:nvSpPr>
          <p:spPr>
            <a:xfrm>
              <a:off x="9258459" y="3379932"/>
              <a:ext cx="389394" cy="3893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>
                  <a:solidFill>
                    <a:schemeClr val="accent1"/>
                  </a:solidFill>
                </a:rPr>
                <a:t>7</a:t>
              </a:r>
              <a:endParaRPr lang="en-US" sz="1600" b="1" dirty="0">
                <a:solidFill>
                  <a:schemeClr val="accent1"/>
                </a:solidFill>
              </a:endParaRPr>
            </a:p>
          </p:txBody>
        </p:sp>
        <p:sp>
          <p:nvSpPr>
            <p:cNvPr id="46" name="iŝ1ïḓê">
              <a:extLst>
                <a:ext uri="{FF2B5EF4-FFF2-40B4-BE49-F238E27FC236}">
                  <a16:creationId xmlns:a16="http://schemas.microsoft.com/office/drawing/2014/main" id="{EB24E54C-8246-4FCC-B098-1A1E84C3042A}"/>
                </a:ext>
              </a:extLst>
            </p:cNvPr>
            <p:cNvSpPr/>
            <p:nvPr/>
          </p:nvSpPr>
          <p:spPr>
            <a:xfrm>
              <a:off x="2184218" y="3379933"/>
              <a:ext cx="389394" cy="3893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1"/>
                  </a:solidFill>
                </a:rPr>
                <a:t>2</a:t>
              </a:r>
            </a:p>
          </p:txBody>
        </p:sp>
        <p:sp>
          <p:nvSpPr>
            <p:cNvPr id="47" name="îṩlîḍe">
              <a:extLst>
                <a:ext uri="{FF2B5EF4-FFF2-40B4-BE49-F238E27FC236}">
                  <a16:creationId xmlns:a16="http://schemas.microsoft.com/office/drawing/2014/main" id="{3436D935-0425-435A-A07A-D86654DD3510}"/>
                </a:ext>
              </a:extLst>
            </p:cNvPr>
            <p:cNvSpPr/>
            <p:nvPr/>
          </p:nvSpPr>
          <p:spPr>
            <a:xfrm>
              <a:off x="5013914" y="3379933"/>
              <a:ext cx="389394" cy="3893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>
                  <a:solidFill>
                    <a:schemeClr val="accent1"/>
                  </a:solidFill>
                </a:rPr>
                <a:t>4</a:t>
              </a:r>
              <a:endParaRPr lang="en-US" sz="1600" b="1" dirty="0">
                <a:solidFill>
                  <a:schemeClr val="accent1"/>
                </a:solidFill>
              </a:endParaRPr>
            </a:p>
          </p:txBody>
        </p:sp>
        <p:sp>
          <p:nvSpPr>
            <p:cNvPr id="48" name="iṧḷíďe">
              <a:extLst>
                <a:ext uri="{FF2B5EF4-FFF2-40B4-BE49-F238E27FC236}">
                  <a16:creationId xmlns:a16="http://schemas.microsoft.com/office/drawing/2014/main" id="{00BAE653-65D7-493E-B9DF-F8BDA2EE4C76}"/>
                </a:ext>
              </a:extLst>
            </p:cNvPr>
            <p:cNvSpPr/>
            <p:nvPr/>
          </p:nvSpPr>
          <p:spPr>
            <a:xfrm>
              <a:off x="7843610" y="3379933"/>
              <a:ext cx="389394" cy="3893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 anchorCtr="1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1600" b="1" dirty="0">
                  <a:solidFill>
                    <a:schemeClr val="accent2"/>
                  </a:solidFill>
                </a:rPr>
                <a:t>6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77457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E525-FC20-4A49-98C6-9767B9D81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00488E-7234-4E94-9031-A0F116FAC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</a:t>
            </a:r>
            <a:r>
              <a:rPr lang="zh-CN" altLang="en-US" sz="100"/>
              <a:t> </a:t>
            </a:r>
            <a:r>
              <a:rPr lang="zh-CN" altLang="en-US"/>
              <a:t>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F6EE79-0FDF-4371-86E1-AE78EE1C5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24</a:t>
            </a:fld>
            <a:r>
              <a:rPr lang="zh-CN" altLang="en-US" sz="100"/>
              <a:t> </a:t>
            </a:r>
          </a:p>
        </p:txBody>
      </p:sp>
      <p:grpSp>
        <p:nvGrpSpPr>
          <p:cNvPr id="5" name="27782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5BE36299-F94A-49D4-ABB5-5C03078EE246}"/>
              </a:ext>
            </a:extLst>
          </p:cNvPr>
          <p:cNvGrpSpPr>
            <a:grpSpLocks noChangeAspect="1"/>
          </p:cNvGrpSpPr>
          <p:nvPr/>
        </p:nvGrpSpPr>
        <p:grpSpPr>
          <a:xfrm>
            <a:off x="657225" y="1468904"/>
            <a:ext cx="10877550" cy="4221948"/>
            <a:chOff x="657225" y="1468904"/>
            <a:chExt cx="10877550" cy="4221948"/>
          </a:xfrm>
        </p:grpSpPr>
        <p:sp>
          <p:nvSpPr>
            <p:cNvPr id="6" name="ïŝ1îḑè">
              <a:extLst>
                <a:ext uri="{FF2B5EF4-FFF2-40B4-BE49-F238E27FC236}">
                  <a16:creationId xmlns:a16="http://schemas.microsoft.com/office/drawing/2014/main" id="{2BA06A6B-CCAB-415B-BF4E-FB91D3BED95A}"/>
                </a:ext>
              </a:extLst>
            </p:cNvPr>
            <p:cNvSpPr/>
            <p:nvPr/>
          </p:nvSpPr>
          <p:spPr>
            <a:xfrm>
              <a:off x="4802780" y="1468904"/>
              <a:ext cx="2650971" cy="50596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600" b="1">
                  <a:solidFill>
                    <a:schemeClr val="bg1"/>
                  </a:solidFill>
                </a:rPr>
                <a:t>Tex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600" b="1">
                  <a:solidFill>
                    <a:schemeClr val="bg1"/>
                  </a:solidFill>
                </a:rPr>
                <a:t>t </a:t>
              </a:r>
              <a:r>
                <a:rPr lang="en-US" altLang="zh-CN" sz="1600" b="1" dirty="0">
                  <a:solidFill>
                    <a:schemeClr val="bg1"/>
                  </a:solidFill>
                </a:rPr>
                <a:t>Here</a:t>
              </a:r>
              <a:endParaRPr lang="zh-CN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îṣḷîḓê">
              <a:extLst>
                <a:ext uri="{FF2B5EF4-FFF2-40B4-BE49-F238E27FC236}">
                  <a16:creationId xmlns:a16="http://schemas.microsoft.com/office/drawing/2014/main" id="{3CAC1459-3AA6-4F67-BC8F-E2CA1A50192E}"/>
                </a:ext>
              </a:extLst>
            </p:cNvPr>
            <p:cNvSpPr/>
            <p:nvPr/>
          </p:nvSpPr>
          <p:spPr>
            <a:xfrm rot="5400000">
              <a:off x="5956552" y="-836594"/>
              <a:ext cx="294518" cy="6409524"/>
            </a:xfrm>
            <a:prstGeom prst="leftBracket">
              <a:avLst>
                <a:gd name="adj" fmla="val 102804"/>
              </a:avLst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622BD1CA-1E7E-400E-8BA5-F71B03BD8CB7}"/>
                </a:ext>
              </a:extLst>
            </p:cNvPr>
            <p:cNvCxnSpPr/>
            <p:nvPr/>
          </p:nvCxnSpPr>
          <p:spPr>
            <a:xfrm flipH="1">
              <a:off x="6128265" y="2068896"/>
              <a:ext cx="1" cy="438745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îṥľiḑê">
              <a:extLst>
                <a:ext uri="{FF2B5EF4-FFF2-40B4-BE49-F238E27FC236}">
                  <a16:creationId xmlns:a16="http://schemas.microsoft.com/office/drawing/2014/main" id="{6A6E3B05-9BC4-473C-9395-AF783D556E27}"/>
                </a:ext>
              </a:extLst>
            </p:cNvPr>
            <p:cNvSpPr/>
            <p:nvPr/>
          </p:nvSpPr>
          <p:spPr>
            <a:xfrm>
              <a:off x="5707467" y="2585802"/>
              <a:ext cx="841590" cy="841590"/>
            </a:xfrm>
            <a:prstGeom prst="ellipse">
              <a:avLst/>
            </a:prstGeom>
            <a:solidFill>
              <a:schemeClr val="accent1"/>
            </a:solidFill>
            <a:ln w="28575" algn="ctr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1400" b="1" kern="0">
                <a:solidFill>
                  <a:schemeClr val="tx2"/>
                </a:solidFill>
              </a:endParaRPr>
            </a:p>
          </p:txBody>
        </p:sp>
        <p:sp>
          <p:nvSpPr>
            <p:cNvPr id="10" name="ïṣḷídé">
              <a:extLst>
                <a:ext uri="{FF2B5EF4-FFF2-40B4-BE49-F238E27FC236}">
                  <a16:creationId xmlns:a16="http://schemas.microsoft.com/office/drawing/2014/main" id="{7856C9CB-8535-4C9C-9842-0D751BEB663F}"/>
                </a:ext>
              </a:extLst>
            </p:cNvPr>
            <p:cNvSpPr/>
            <p:nvPr/>
          </p:nvSpPr>
          <p:spPr>
            <a:xfrm>
              <a:off x="5105643" y="3472901"/>
              <a:ext cx="2070725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Tex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600">
                  <a:solidFill>
                    <a:schemeClr val="tx1"/>
                  </a:solidFill>
                </a:rPr>
                <a:t>t </a:t>
              </a:r>
              <a:r>
                <a:rPr lang="en-US" altLang="zh-CN" sz="1600" dirty="0">
                  <a:solidFill>
                    <a:schemeClr val="tx1"/>
                  </a:solidFill>
                </a:rPr>
                <a:t>Here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1" name="íŝļïḍé">
              <a:extLst>
                <a:ext uri="{FF2B5EF4-FFF2-40B4-BE49-F238E27FC236}">
                  <a16:creationId xmlns:a16="http://schemas.microsoft.com/office/drawing/2014/main" id="{7343BDB4-A81C-45B0-AA8D-EB4CCDFA1674}"/>
                </a:ext>
              </a:extLst>
            </p:cNvPr>
            <p:cNvSpPr/>
            <p:nvPr/>
          </p:nvSpPr>
          <p:spPr>
            <a:xfrm>
              <a:off x="2478254" y="2585802"/>
              <a:ext cx="841590" cy="841590"/>
            </a:xfrm>
            <a:prstGeom prst="ellipse">
              <a:avLst/>
            </a:prstGeom>
            <a:solidFill>
              <a:schemeClr val="accent1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2" name="îSḻïďé">
              <a:extLst>
                <a:ext uri="{FF2B5EF4-FFF2-40B4-BE49-F238E27FC236}">
                  <a16:creationId xmlns:a16="http://schemas.microsoft.com/office/drawing/2014/main" id="{DA127AD3-E260-49CC-85F5-171D6253405F}"/>
                </a:ext>
              </a:extLst>
            </p:cNvPr>
            <p:cNvSpPr/>
            <p:nvPr/>
          </p:nvSpPr>
          <p:spPr>
            <a:xfrm>
              <a:off x="1876431" y="3472901"/>
              <a:ext cx="2070725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Tex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600">
                  <a:solidFill>
                    <a:schemeClr val="tx1"/>
                  </a:solidFill>
                </a:rPr>
                <a:t>t </a:t>
              </a:r>
              <a:r>
                <a:rPr lang="en-US" altLang="zh-CN" sz="1600" dirty="0">
                  <a:solidFill>
                    <a:schemeClr val="tx1"/>
                  </a:solidFill>
                </a:rPr>
                <a:t>Here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3" name="îŝ1îde">
              <a:extLst>
                <a:ext uri="{FF2B5EF4-FFF2-40B4-BE49-F238E27FC236}">
                  <a16:creationId xmlns:a16="http://schemas.microsoft.com/office/drawing/2014/main" id="{959C4014-E619-4AFC-8589-B989ED2A8B14}"/>
                </a:ext>
              </a:extLst>
            </p:cNvPr>
            <p:cNvSpPr/>
            <p:nvPr/>
          </p:nvSpPr>
          <p:spPr>
            <a:xfrm>
              <a:off x="8887782" y="2587075"/>
              <a:ext cx="841590" cy="841590"/>
            </a:xfrm>
            <a:prstGeom prst="ellipse">
              <a:avLst/>
            </a:prstGeom>
            <a:solidFill>
              <a:schemeClr val="accent1"/>
            </a:solidFill>
            <a:ln w="571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4" name="išḷídê">
              <a:extLst>
                <a:ext uri="{FF2B5EF4-FFF2-40B4-BE49-F238E27FC236}">
                  <a16:creationId xmlns:a16="http://schemas.microsoft.com/office/drawing/2014/main" id="{C6EAF95A-1878-43FD-9521-4563828EA640}"/>
                </a:ext>
              </a:extLst>
            </p:cNvPr>
            <p:cNvSpPr/>
            <p:nvPr/>
          </p:nvSpPr>
          <p:spPr>
            <a:xfrm>
              <a:off x="8285956" y="3474173"/>
              <a:ext cx="2070725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600">
                  <a:solidFill>
                    <a:schemeClr val="tx1"/>
                  </a:solidFill>
                </a:rPr>
                <a:t>Te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600">
                  <a:solidFill>
                    <a:schemeClr val="tx1"/>
                  </a:solidFill>
                </a:rPr>
                <a:t>xt </a:t>
              </a:r>
              <a:r>
                <a:rPr lang="en-US" altLang="zh-CN" sz="1600" dirty="0">
                  <a:solidFill>
                    <a:schemeClr val="tx1"/>
                  </a:solidFill>
                </a:rPr>
                <a:t>Here</a:t>
              </a:r>
              <a:endParaRPr lang="zh-CN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15" name="ïşlïḑè">
              <a:extLst>
                <a:ext uri="{FF2B5EF4-FFF2-40B4-BE49-F238E27FC236}">
                  <a16:creationId xmlns:a16="http://schemas.microsoft.com/office/drawing/2014/main" id="{8F7842DA-5EC5-4BC5-ADA5-E578235B3916}"/>
                </a:ext>
              </a:extLst>
            </p:cNvPr>
            <p:cNvSpPr/>
            <p:nvPr/>
          </p:nvSpPr>
          <p:spPr>
            <a:xfrm>
              <a:off x="8510484" y="5277646"/>
              <a:ext cx="1570376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Tex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t </a:t>
              </a:r>
              <a:r>
                <a:rPr lang="en-US" altLang="zh-CN" sz="1200" dirty="0">
                  <a:solidFill>
                    <a:schemeClr val="tx1"/>
                  </a:solidFill>
                </a:rPr>
                <a:t>Here</a:t>
              </a:r>
              <a:br>
                <a:rPr lang="zh-CN" altLang="en-US" sz="1200" dirty="0">
                  <a:solidFill>
                    <a:schemeClr val="tx1"/>
                  </a:solidFill>
                </a:rPr>
              </a:b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íṥļíḋê">
              <a:extLst>
                <a:ext uri="{FF2B5EF4-FFF2-40B4-BE49-F238E27FC236}">
                  <a16:creationId xmlns:a16="http://schemas.microsoft.com/office/drawing/2014/main" id="{7D5CF818-4105-42CE-9E03-543D9AFB6069}"/>
                </a:ext>
              </a:extLst>
            </p:cNvPr>
            <p:cNvSpPr/>
            <p:nvPr/>
          </p:nvSpPr>
          <p:spPr>
            <a:xfrm>
              <a:off x="9964399" y="5289308"/>
              <a:ext cx="1570376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Tex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t </a:t>
              </a:r>
              <a:r>
                <a:rPr lang="en-US" altLang="zh-CN" sz="1200" dirty="0">
                  <a:solidFill>
                    <a:schemeClr val="tx1"/>
                  </a:solidFill>
                </a:rPr>
                <a:t>Here</a:t>
              </a:r>
              <a:br>
                <a:rPr lang="zh-CN" altLang="en-US" sz="1200" dirty="0">
                  <a:solidFill>
                    <a:schemeClr val="tx1"/>
                  </a:solidFill>
                </a:rPr>
              </a:b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ïṧlídé">
              <a:extLst>
                <a:ext uri="{FF2B5EF4-FFF2-40B4-BE49-F238E27FC236}">
                  <a16:creationId xmlns:a16="http://schemas.microsoft.com/office/drawing/2014/main" id="{95FFDDAF-F8F1-4A2A-BE20-E9AA0F9ED8F6}"/>
                </a:ext>
              </a:extLst>
            </p:cNvPr>
            <p:cNvSpPr/>
            <p:nvPr/>
          </p:nvSpPr>
          <p:spPr>
            <a:xfrm>
              <a:off x="7082365" y="5289308"/>
              <a:ext cx="1570376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Tex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t </a:t>
              </a:r>
              <a:r>
                <a:rPr lang="en-US" altLang="zh-CN" sz="1200" dirty="0">
                  <a:solidFill>
                    <a:schemeClr val="tx1"/>
                  </a:solidFill>
                </a:rPr>
                <a:t>Here</a:t>
              </a:r>
              <a:br>
                <a:rPr lang="zh-CN" altLang="en-US" sz="1200" dirty="0">
                  <a:solidFill>
                    <a:schemeClr val="tx1"/>
                  </a:solidFill>
                </a:rPr>
              </a:b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8" name="ïşḷïḑê">
              <a:extLst>
                <a:ext uri="{FF2B5EF4-FFF2-40B4-BE49-F238E27FC236}">
                  <a16:creationId xmlns:a16="http://schemas.microsoft.com/office/drawing/2014/main" id="{D4D085FF-657B-4504-BACF-12EDB8BEC04F}"/>
                </a:ext>
              </a:extLst>
            </p:cNvPr>
            <p:cNvSpPr/>
            <p:nvPr/>
          </p:nvSpPr>
          <p:spPr>
            <a:xfrm>
              <a:off x="5343074" y="5289410"/>
              <a:ext cx="1570376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Tex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t </a:t>
              </a:r>
              <a:r>
                <a:rPr lang="en-US" altLang="zh-CN" sz="1200" dirty="0">
                  <a:solidFill>
                    <a:schemeClr val="tx1"/>
                  </a:solidFill>
                </a:rPr>
                <a:t>Here</a:t>
              </a:r>
              <a:br>
                <a:rPr lang="zh-CN" altLang="en-US" sz="1200" dirty="0">
                  <a:solidFill>
                    <a:schemeClr val="tx1"/>
                  </a:solidFill>
                </a:rPr>
              </a:b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îSļîḋè">
              <a:extLst>
                <a:ext uri="{FF2B5EF4-FFF2-40B4-BE49-F238E27FC236}">
                  <a16:creationId xmlns:a16="http://schemas.microsoft.com/office/drawing/2014/main" id="{187F6EF4-5DE8-4A81-8243-E24E34A91859}"/>
                </a:ext>
              </a:extLst>
            </p:cNvPr>
            <p:cNvSpPr/>
            <p:nvPr/>
          </p:nvSpPr>
          <p:spPr>
            <a:xfrm>
              <a:off x="3540002" y="5289308"/>
              <a:ext cx="1625614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Text 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Here</a:t>
              </a:r>
              <a:br>
                <a:rPr lang="zh-CN" altLang="en-US" sz="1200" dirty="0">
                  <a:solidFill>
                    <a:schemeClr val="tx1"/>
                  </a:solidFill>
                </a:rPr>
              </a:b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ïṧḷîdè">
              <a:extLst>
                <a:ext uri="{FF2B5EF4-FFF2-40B4-BE49-F238E27FC236}">
                  <a16:creationId xmlns:a16="http://schemas.microsoft.com/office/drawing/2014/main" id="{8938D607-7CDD-410D-A85A-3A16B8D39406}"/>
                </a:ext>
              </a:extLst>
            </p:cNvPr>
            <p:cNvSpPr/>
            <p:nvPr/>
          </p:nvSpPr>
          <p:spPr>
            <a:xfrm>
              <a:off x="657225" y="5293380"/>
              <a:ext cx="1625614" cy="397472"/>
            </a:xfrm>
            <a:prstGeom prst="roundRect">
              <a:avLst>
                <a:gd name="adj" fmla="val 8562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Text 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Here</a:t>
              </a:r>
              <a:br>
                <a:rPr lang="zh-CN" altLang="en-US" sz="1200" dirty="0">
                  <a:solidFill>
                    <a:schemeClr val="tx1"/>
                  </a:solidFill>
                </a:rPr>
              </a:b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21" name="íšļîḍè">
              <a:extLst>
                <a:ext uri="{FF2B5EF4-FFF2-40B4-BE49-F238E27FC236}">
                  <a16:creationId xmlns:a16="http://schemas.microsoft.com/office/drawing/2014/main" id="{8FAE916B-8721-4A69-988A-5FF4FC105285}"/>
                </a:ext>
              </a:extLst>
            </p:cNvPr>
            <p:cNvSpPr/>
            <p:nvPr/>
          </p:nvSpPr>
          <p:spPr bwMode="auto">
            <a:xfrm>
              <a:off x="2756563" y="2876558"/>
              <a:ext cx="94192" cy="94191"/>
            </a:xfrm>
            <a:custGeom>
              <a:avLst/>
              <a:gdLst>
                <a:gd name="T0" fmla="*/ 185 w 787"/>
                <a:gd name="T1" fmla="*/ 0 h 787"/>
                <a:gd name="T2" fmla="*/ 198 w 787"/>
                <a:gd name="T3" fmla="*/ 4 h 787"/>
                <a:gd name="T4" fmla="*/ 209 w 787"/>
                <a:gd name="T5" fmla="*/ 12 h 787"/>
                <a:gd name="T6" fmla="*/ 394 w 787"/>
                <a:gd name="T7" fmla="*/ 196 h 787"/>
                <a:gd name="T8" fmla="*/ 578 w 787"/>
                <a:gd name="T9" fmla="*/ 12 h 787"/>
                <a:gd name="T10" fmla="*/ 589 w 787"/>
                <a:gd name="T11" fmla="*/ 4 h 787"/>
                <a:gd name="T12" fmla="*/ 602 w 787"/>
                <a:gd name="T13" fmla="*/ 0 h 787"/>
                <a:gd name="T14" fmla="*/ 615 w 787"/>
                <a:gd name="T15" fmla="*/ 0 h 787"/>
                <a:gd name="T16" fmla="*/ 627 w 787"/>
                <a:gd name="T17" fmla="*/ 4 h 787"/>
                <a:gd name="T18" fmla="*/ 638 w 787"/>
                <a:gd name="T19" fmla="*/ 12 h 787"/>
                <a:gd name="T20" fmla="*/ 775 w 787"/>
                <a:gd name="T21" fmla="*/ 149 h 787"/>
                <a:gd name="T22" fmla="*/ 784 w 787"/>
                <a:gd name="T23" fmla="*/ 160 h 787"/>
                <a:gd name="T24" fmla="*/ 787 w 787"/>
                <a:gd name="T25" fmla="*/ 172 h 787"/>
                <a:gd name="T26" fmla="*/ 787 w 787"/>
                <a:gd name="T27" fmla="*/ 185 h 787"/>
                <a:gd name="T28" fmla="*/ 784 w 787"/>
                <a:gd name="T29" fmla="*/ 199 h 787"/>
                <a:gd name="T30" fmla="*/ 775 w 787"/>
                <a:gd name="T31" fmla="*/ 209 h 787"/>
                <a:gd name="T32" fmla="*/ 591 w 787"/>
                <a:gd name="T33" fmla="*/ 394 h 787"/>
                <a:gd name="T34" fmla="*/ 775 w 787"/>
                <a:gd name="T35" fmla="*/ 578 h 787"/>
                <a:gd name="T36" fmla="*/ 784 w 787"/>
                <a:gd name="T37" fmla="*/ 589 h 787"/>
                <a:gd name="T38" fmla="*/ 787 w 787"/>
                <a:gd name="T39" fmla="*/ 602 h 787"/>
                <a:gd name="T40" fmla="*/ 787 w 787"/>
                <a:gd name="T41" fmla="*/ 615 h 787"/>
                <a:gd name="T42" fmla="*/ 784 w 787"/>
                <a:gd name="T43" fmla="*/ 627 h 787"/>
                <a:gd name="T44" fmla="*/ 775 w 787"/>
                <a:gd name="T45" fmla="*/ 638 h 787"/>
                <a:gd name="T46" fmla="*/ 638 w 787"/>
                <a:gd name="T47" fmla="*/ 775 h 787"/>
                <a:gd name="T48" fmla="*/ 627 w 787"/>
                <a:gd name="T49" fmla="*/ 783 h 787"/>
                <a:gd name="T50" fmla="*/ 615 w 787"/>
                <a:gd name="T51" fmla="*/ 787 h 787"/>
                <a:gd name="T52" fmla="*/ 602 w 787"/>
                <a:gd name="T53" fmla="*/ 787 h 787"/>
                <a:gd name="T54" fmla="*/ 589 w 787"/>
                <a:gd name="T55" fmla="*/ 783 h 787"/>
                <a:gd name="T56" fmla="*/ 578 w 787"/>
                <a:gd name="T57" fmla="*/ 775 h 787"/>
                <a:gd name="T58" fmla="*/ 394 w 787"/>
                <a:gd name="T59" fmla="*/ 591 h 787"/>
                <a:gd name="T60" fmla="*/ 209 w 787"/>
                <a:gd name="T61" fmla="*/ 775 h 787"/>
                <a:gd name="T62" fmla="*/ 198 w 787"/>
                <a:gd name="T63" fmla="*/ 783 h 787"/>
                <a:gd name="T64" fmla="*/ 185 w 787"/>
                <a:gd name="T65" fmla="*/ 787 h 787"/>
                <a:gd name="T66" fmla="*/ 173 w 787"/>
                <a:gd name="T67" fmla="*/ 787 h 787"/>
                <a:gd name="T68" fmla="*/ 160 w 787"/>
                <a:gd name="T69" fmla="*/ 783 h 787"/>
                <a:gd name="T70" fmla="*/ 149 w 787"/>
                <a:gd name="T71" fmla="*/ 775 h 787"/>
                <a:gd name="T72" fmla="*/ 12 w 787"/>
                <a:gd name="T73" fmla="*/ 638 h 787"/>
                <a:gd name="T74" fmla="*/ 4 w 787"/>
                <a:gd name="T75" fmla="*/ 627 h 787"/>
                <a:gd name="T76" fmla="*/ 0 w 787"/>
                <a:gd name="T77" fmla="*/ 615 h 787"/>
                <a:gd name="T78" fmla="*/ 0 w 787"/>
                <a:gd name="T79" fmla="*/ 602 h 787"/>
                <a:gd name="T80" fmla="*/ 4 w 787"/>
                <a:gd name="T81" fmla="*/ 589 h 787"/>
                <a:gd name="T82" fmla="*/ 12 w 787"/>
                <a:gd name="T83" fmla="*/ 578 h 787"/>
                <a:gd name="T84" fmla="*/ 196 w 787"/>
                <a:gd name="T85" fmla="*/ 394 h 787"/>
                <a:gd name="T86" fmla="*/ 12 w 787"/>
                <a:gd name="T87" fmla="*/ 209 h 787"/>
                <a:gd name="T88" fmla="*/ 4 w 787"/>
                <a:gd name="T89" fmla="*/ 199 h 787"/>
                <a:gd name="T90" fmla="*/ 0 w 787"/>
                <a:gd name="T91" fmla="*/ 185 h 787"/>
                <a:gd name="T92" fmla="*/ 0 w 787"/>
                <a:gd name="T93" fmla="*/ 172 h 787"/>
                <a:gd name="T94" fmla="*/ 4 w 787"/>
                <a:gd name="T95" fmla="*/ 160 h 787"/>
                <a:gd name="T96" fmla="*/ 12 w 787"/>
                <a:gd name="T97" fmla="*/ 149 h 787"/>
                <a:gd name="T98" fmla="*/ 149 w 787"/>
                <a:gd name="T99" fmla="*/ 12 h 787"/>
                <a:gd name="T100" fmla="*/ 160 w 787"/>
                <a:gd name="T101" fmla="*/ 4 h 787"/>
                <a:gd name="T102" fmla="*/ 173 w 787"/>
                <a:gd name="T103" fmla="*/ 0 h 787"/>
                <a:gd name="T104" fmla="*/ 185 w 787"/>
                <a:gd name="T105" fmla="*/ 0 h 7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7" h="787">
                  <a:moveTo>
                    <a:pt x="185" y="0"/>
                  </a:moveTo>
                  <a:lnTo>
                    <a:pt x="198" y="4"/>
                  </a:lnTo>
                  <a:lnTo>
                    <a:pt x="209" y="12"/>
                  </a:lnTo>
                  <a:lnTo>
                    <a:pt x="394" y="196"/>
                  </a:lnTo>
                  <a:lnTo>
                    <a:pt x="578" y="12"/>
                  </a:lnTo>
                  <a:lnTo>
                    <a:pt x="589" y="4"/>
                  </a:lnTo>
                  <a:lnTo>
                    <a:pt x="602" y="0"/>
                  </a:lnTo>
                  <a:lnTo>
                    <a:pt x="615" y="0"/>
                  </a:lnTo>
                  <a:lnTo>
                    <a:pt x="627" y="4"/>
                  </a:lnTo>
                  <a:lnTo>
                    <a:pt x="638" y="12"/>
                  </a:lnTo>
                  <a:lnTo>
                    <a:pt x="775" y="149"/>
                  </a:lnTo>
                  <a:lnTo>
                    <a:pt x="784" y="160"/>
                  </a:lnTo>
                  <a:lnTo>
                    <a:pt x="787" y="172"/>
                  </a:lnTo>
                  <a:lnTo>
                    <a:pt x="787" y="185"/>
                  </a:lnTo>
                  <a:lnTo>
                    <a:pt x="784" y="199"/>
                  </a:lnTo>
                  <a:lnTo>
                    <a:pt x="775" y="209"/>
                  </a:lnTo>
                  <a:lnTo>
                    <a:pt x="591" y="394"/>
                  </a:lnTo>
                  <a:lnTo>
                    <a:pt x="775" y="578"/>
                  </a:lnTo>
                  <a:lnTo>
                    <a:pt x="784" y="589"/>
                  </a:lnTo>
                  <a:lnTo>
                    <a:pt x="787" y="602"/>
                  </a:lnTo>
                  <a:lnTo>
                    <a:pt x="787" y="615"/>
                  </a:lnTo>
                  <a:lnTo>
                    <a:pt x="784" y="627"/>
                  </a:lnTo>
                  <a:lnTo>
                    <a:pt x="775" y="638"/>
                  </a:lnTo>
                  <a:lnTo>
                    <a:pt x="638" y="775"/>
                  </a:lnTo>
                  <a:lnTo>
                    <a:pt x="627" y="783"/>
                  </a:lnTo>
                  <a:lnTo>
                    <a:pt x="615" y="787"/>
                  </a:lnTo>
                  <a:lnTo>
                    <a:pt x="602" y="787"/>
                  </a:lnTo>
                  <a:lnTo>
                    <a:pt x="589" y="783"/>
                  </a:lnTo>
                  <a:lnTo>
                    <a:pt x="578" y="775"/>
                  </a:lnTo>
                  <a:lnTo>
                    <a:pt x="394" y="591"/>
                  </a:lnTo>
                  <a:lnTo>
                    <a:pt x="209" y="775"/>
                  </a:lnTo>
                  <a:lnTo>
                    <a:pt x="198" y="783"/>
                  </a:lnTo>
                  <a:lnTo>
                    <a:pt x="185" y="787"/>
                  </a:lnTo>
                  <a:lnTo>
                    <a:pt x="173" y="787"/>
                  </a:lnTo>
                  <a:lnTo>
                    <a:pt x="160" y="783"/>
                  </a:lnTo>
                  <a:lnTo>
                    <a:pt x="149" y="775"/>
                  </a:lnTo>
                  <a:lnTo>
                    <a:pt x="12" y="638"/>
                  </a:lnTo>
                  <a:lnTo>
                    <a:pt x="4" y="627"/>
                  </a:lnTo>
                  <a:lnTo>
                    <a:pt x="0" y="615"/>
                  </a:lnTo>
                  <a:lnTo>
                    <a:pt x="0" y="602"/>
                  </a:lnTo>
                  <a:lnTo>
                    <a:pt x="4" y="589"/>
                  </a:lnTo>
                  <a:lnTo>
                    <a:pt x="12" y="578"/>
                  </a:lnTo>
                  <a:lnTo>
                    <a:pt x="196" y="394"/>
                  </a:lnTo>
                  <a:lnTo>
                    <a:pt x="12" y="209"/>
                  </a:lnTo>
                  <a:lnTo>
                    <a:pt x="4" y="199"/>
                  </a:lnTo>
                  <a:lnTo>
                    <a:pt x="0" y="185"/>
                  </a:lnTo>
                  <a:lnTo>
                    <a:pt x="0" y="172"/>
                  </a:lnTo>
                  <a:lnTo>
                    <a:pt x="4" y="160"/>
                  </a:lnTo>
                  <a:lnTo>
                    <a:pt x="12" y="149"/>
                  </a:lnTo>
                  <a:lnTo>
                    <a:pt x="149" y="12"/>
                  </a:lnTo>
                  <a:lnTo>
                    <a:pt x="160" y="4"/>
                  </a:lnTo>
                  <a:lnTo>
                    <a:pt x="173" y="0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2" name="i$ľíďè">
              <a:extLst>
                <a:ext uri="{FF2B5EF4-FFF2-40B4-BE49-F238E27FC236}">
                  <a16:creationId xmlns:a16="http://schemas.microsoft.com/office/drawing/2014/main" id="{C7068F03-4912-48F8-B1E9-C48911B88BC0}"/>
                </a:ext>
              </a:extLst>
            </p:cNvPr>
            <p:cNvSpPr/>
            <p:nvPr/>
          </p:nvSpPr>
          <p:spPr bwMode="auto">
            <a:xfrm>
              <a:off x="2958591" y="3009526"/>
              <a:ext cx="94431" cy="94310"/>
            </a:xfrm>
            <a:custGeom>
              <a:avLst/>
              <a:gdLst>
                <a:gd name="T0" fmla="*/ 174 w 789"/>
                <a:gd name="T1" fmla="*/ 0 h 788"/>
                <a:gd name="T2" fmla="*/ 187 w 789"/>
                <a:gd name="T3" fmla="*/ 0 h 788"/>
                <a:gd name="T4" fmla="*/ 199 w 789"/>
                <a:gd name="T5" fmla="*/ 4 h 788"/>
                <a:gd name="T6" fmla="*/ 211 w 789"/>
                <a:gd name="T7" fmla="*/ 12 h 788"/>
                <a:gd name="T8" fmla="*/ 395 w 789"/>
                <a:gd name="T9" fmla="*/ 197 h 788"/>
                <a:gd name="T10" fmla="*/ 579 w 789"/>
                <a:gd name="T11" fmla="*/ 12 h 788"/>
                <a:gd name="T12" fmla="*/ 590 w 789"/>
                <a:gd name="T13" fmla="*/ 4 h 788"/>
                <a:gd name="T14" fmla="*/ 602 w 789"/>
                <a:gd name="T15" fmla="*/ 0 h 788"/>
                <a:gd name="T16" fmla="*/ 615 w 789"/>
                <a:gd name="T17" fmla="*/ 0 h 788"/>
                <a:gd name="T18" fmla="*/ 628 w 789"/>
                <a:gd name="T19" fmla="*/ 4 h 788"/>
                <a:gd name="T20" fmla="*/ 639 w 789"/>
                <a:gd name="T21" fmla="*/ 12 h 788"/>
                <a:gd name="T22" fmla="*/ 777 w 789"/>
                <a:gd name="T23" fmla="*/ 149 h 788"/>
                <a:gd name="T24" fmla="*/ 784 w 789"/>
                <a:gd name="T25" fmla="*/ 161 h 788"/>
                <a:gd name="T26" fmla="*/ 789 w 789"/>
                <a:gd name="T27" fmla="*/ 173 h 788"/>
                <a:gd name="T28" fmla="*/ 789 w 789"/>
                <a:gd name="T29" fmla="*/ 186 h 788"/>
                <a:gd name="T30" fmla="*/ 784 w 789"/>
                <a:gd name="T31" fmla="*/ 199 h 788"/>
                <a:gd name="T32" fmla="*/ 777 w 789"/>
                <a:gd name="T33" fmla="*/ 210 h 788"/>
                <a:gd name="T34" fmla="*/ 592 w 789"/>
                <a:gd name="T35" fmla="*/ 394 h 788"/>
                <a:gd name="T36" fmla="*/ 776 w 789"/>
                <a:gd name="T37" fmla="*/ 578 h 788"/>
                <a:gd name="T38" fmla="*/ 784 w 789"/>
                <a:gd name="T39" fmla="*/ 589 h 788"/>
                <a:gd name="T40" fmla="*/ 788 w 789"/>
                <a:gd name="T41" fmla="*/ 601 h 788"/>
                <a:gd name="T42" fmla="*/ 788 w 789"/>
                <a:gd name="T43" fmla="*/ 614 h 788"/>
                <a:gd name="T44" fmla="*/ 784 w 789"/>
                <a:gd name="T45" fmla="*/ 628 h 788"/>
                <a:gd name="T46" fmla="*/ 776 w 789"/>
                <a:gd name="T47" fmla="*/ 638 h 788"/>
                <a:gd name="T48" fmla="*/ 639 w 789"/>
                <a:gd name="T49" fmla="*/ 776 h 788"/>
                <a:gd name="T50" fmla="*/ 627 w 789"/>
                <a:gd name="T51" fmla="*/ 783 h 788"/>
                <a:gd name="T52" fmla="*/ 615 w 789"/>
                <a:gd name="T53" fmla="*/ 788 h 788"/>
                <a:gd name="T54" fmla="*/ 602 w 789"/>
                <a:gd name="T55" fmla="*/ 788 h 788"/>
                <a:gd name="T56" fmla="*/ 589 w 789"/>
                <a:gd name="T57" fmla="*/ 783 h 788"/>
                <a:gd name="T58" fmla="*/ 578 w 789"/>
                <a:gd name="T59" fmla="*/ 776 h 788"/>
                <a:gd name="T60" fmla="*/ 394 w 789"/>
                <a:gd name="T61" fmla="*/ 592 h 788"/>
                <a:gd name="T62" fmla="*/ 210 w 789"/>
                <a:gd name="T63" fmla="*/ 776 h 788"/>
                <a:gd name="T64" fmla="*/ 199 w 789"/>
                <a:gd name="T65" fmla="*/ 783 h 788"/>
                <a:gd name="T66" fmla="*/ 187 w 789"/>
                <a:gd name="T67" fmla="*/ 788 h 788"/>
                <a:gd name="T68" fmla="*/ 174 w 789"/>
                <a:gd name="T69" fmla="*/ 788 h 788"/>
                <a:gd name="T70" fmla="*/ 161 w 789"/>
                <a:gd name="T71" fmla="*/ 783 h 788"/>
                <a:gd name="T72" fmla="*/ 150 w 789"/>
                <a:gd name="T73" fmla="*/ 776 h 788"/>
                <a:gd name="T74" fmla="*/ 12 w 789"/>
                <a:gd name="T75" fmla="*/ 638 h 788"/>
                <a:gd name="T76" fmla="*/ 5 w 789"/>
                <a:gd name="T77" fmla="*/ 628 h 788"/>
                <a:gd name="T78" fmla="*/ 0 w 789"/>
                <a:gd name="T79" fmla="*/ 614 h 788"/>
                <a:gd name="T80" fmla="*/ 0 w 789"/>
                <a:gd name="T81" fmla="*/ 601 h 788"/>
                <a:gd name="T82" fmla="*/ 5 w 789"/>
                <a:gd name="T83" fmla="*/ 589 h 788"/>
                <a:gd name="T84" fmla="*/ 12 w 789"/>
                <a:gd name="T85" fmla="*/ 578 h 788"/>
                <a:gd name="T86" fmla="*/ 197 w 789"/>
                <a:gd name="T87" fmla="*/ 394 h 788"/>
                <a:gd name="T88" fmla="*/ 12 w 789"/>
                <a:gd name="T89" fmla="*/ 210 h 788"/>
                <a:gd name="T90" fmla="*/ 5 w 789"/>
                <a:gd name="T91" fmla="*/ 199 h 788"/>
                <a:gd name="T92" fmla="*/ 0 w 789"/>
                <a:gd name="T93" fmla="*/ 186 h 788"/>
                <a:gd name="T94" fmla="*/ 0 w 789"/>
                <a:gd name="T95" fmla="*/ 173 h 788"/>
                <a:gd name="T96" fmla="*/ 5 w 789"/>
                <a:gd name="T97" fmla="*/ 161 h 788"/>
                <a:gd name="T98" fmla="*/ 12 w 789"/>
                <a:gd name="T99" fmla="*/ 149 h 788"/>
                <a:gd name="T100" fmla="*/ 150 w 789"/>
                <a:gd name="T101" fmla="*/ 12 h 788"/>
                <a:gd name="T102" fmla="*/ 161 w 789"/>
                <a:gd name="T103" fmla="*/ 4 h 788"/>
                <a:gd name="T104" fmla="*/ 174 w 789"/>
                <a:gd name="T105" fmla="*/ 0 h 7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89" h="788">
                  <a:moveTo>
                    <a:pt x="174" y="0"/>
                  </a:moveTo>
                  <a:lnTo>
                    <a:pt x="187" y="0"/>
                  </a:lnTo>
                  <a:lnTo>
                    <a:pt x="199" y="4"/>
                  </a:lnTo>
                  <a:lnTo>
                    <a:pt x="211" y="12"/>
                  </a:lnTo>
                  <a:lnTo>
                    <a:pt x="395" y="197"/>
                  </a:lnTo>
                  <a:lnTo>
                    <a:pt x="579" y="12"/>
                  </a:lnTo>
                  <a:lnTo>
                    <a:pt x="590" y="4"/>
                  </a:lnTo>
                  <a:lnTo>
                    <a:pt x="602" y="0"/>
                  </a:lnTo>
                  <a:lnTo>
                    <a:pt x="615" y="0"/>
                  </a:lnTo>
                  <a:lnTo>
                    <a:pt x="628" y="4"/>
                  </a:lnTo>
                  <a:lnTo>
                    <a:pt x="639" y="12"/>
                  </a:lnTo>
                  <a:lnTo>
                    <a:pt x="777" y="149"/>
                  </a:lnTo>
                  <a:lnTo>
                    <a:pt x="784" y="161"/>
                  </a:lnTo>
                  <a:lnTo>
                    <a:pt x="789" y="173"/>
                  </a:lnTo>
                  <a:lnTo>
                    <a:pt x="789" y="186"/>
                  </a:lnTo>
                  <a:lnTo>
                    <a:pt x="784" y="199"/>
                  </a:lnTo>
                  <a:lnTo>
                    <a:pt x="777" y="210"/>
                  </a:lnTo>
                  <a:lnTo>
                    <a:pt x="592" y="394"/>
                  </a:lnTo>
                  <a:lnTo>
                    <a:pt x="776" y="578"/>
                  </a:lnTo>
                  <a:lnTo>
                    <a:pt x="784" y="589"/>
                  </a:lnTo>
                  <a:lnTo>
                    <a:pt x="788" y="601"/>
                  </a:lnTo>
                  <a:lnTo>
                    <a:pt x="788" y="614"/>
                  </a:lnTo>
                  <a:lnTo>
                    <a:pt x="784" y="628"/>
                  </a:lnTo>
                  <a:lnTo>
                    <a:pt x="776" y="638"/>
                  </a:lnTo>
                  <a:lnTo>
                    <a:pt x="639" y="776"/>
                  </a:lnTo>
                  <a:lnTo>
                    <a:pt x="627" y="783"/>
                  </a:lnTo>
                  <a:lnTo>
                    <a:pt x="615" y="788"/>
                  </a:lnTo>
                  <a:lnTo>
                    <a:pt x="602" y="788"/>
                  </a:lnTo>
                  <a:lnTo>
                    <a:pt x="589" y="783"/>
                  </a:lnTo>
                  <a:lnTo>
                    <a:pt x="578" y="776"/>
                  </a:lnTo>
                  <a:lnTo>
                    <a:pt x="394" y="592"/>
                  </a:lnTo>
                  <a:lnTo>
                    <a:pt x="210" y="776"/>
                  </a:lnTo>
                  <a:lnTo>
                    <a:pt x="199" y="783"/>
                  </a:lnTo>
                  <a:lnTo>
                    <a:pt x="187" y="788"/>
                  </a:lnTo>
                  <a:lnTo>
                    <a:pt x="174" y="788"/>
                  </a:lnTo>
                  <a:lnTo>
                    <a:pt x="161" y="783"/>
                  </a:lnTo>
                  <a:lnTo>
                    <a:pt x="150" y="776"/>
                  </a:lnTo>
                  <a:lnTo>
                    <a:pt x="12" y="638"/>
                  </a:lnTo>
                  <a:lnTo>
                    <a:pt x="5" y="628"/>
                  </a:lnTo>
                  <a:lnTo>
                    <a:pt x="0" y="614"/>
                  </a:lnTo>
                  <a:lnTo>
                    <a:pt x="0" y="601"/>
                  </a:lnTo>
                  <a:lnTo>
                    <a:pt x="5" y="589"/>
                  </a:lnTo>
                  <a:lnTo>
                    <a:pt x="12" y="578"/>
                  </a:lnTo>
                  <a:lnTo>
                    <a:pt x="197" y="394"/>
                  </a:lnTo>
                  <a:lnTo>
                    <a:pt x="12" y="210"/>
                  </a:lnTo>
                  <a:lnTo>
                    <a:pt x="5" y="199"/>
                  </a:lnTo>
                  <a:lnTo>
                    <a:pt x="0" y="186"/>
                  </a:lnTo>
                  <a:lnTo>
                    <a:pt x="0" y="173"/>
                  </a:lnTo>
                  <a:lnTo>
                    <a:pt x="5" y="161"/>
                  </a:lnTo>
                  <a:lnTo>
                    <a:pt x="12" y="149"/>
                  </a:lnTo>
                  <a:lnTo>
                    <a:pt x="150" y="12"/>
                  </a:lnTo>
                  <a:lnTo>
                    <a:pt x="161" y="4"/>
                  </a:lnTo>
                  <a:lnTo>
                    <a:pt x="17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3" name="ïṧḻiḑe">
              <a:extLst>
                <a:ext uri="{FF2B5EF4-FFF2-40B4-BE49-F238E27FC236}">
                  <a16:creationId xmlns:a16="http://schemas.microsoft.com/office/drawing/2014/main" id="{C054635C-966C-43A3-8298-7535191C3636}"/>
                </a:ext>
              </a:extLst>
            </p:cNvPr>
            <p:cNvSpPr/>
            <p:nvPr/>
          </p:nvSpPr>
          <p:spPr bwMode="auto">
            <a:xfrm>
              <a:off x="2803720" y="3113292"/>
              <a:ext cx="108075" cy="108314"/>
            </a:xfrm>
            <a:custGeom>
              <a:avLst/>
              <a:gdLst>
                <a:gd name="T0" fmla="*/ 451 w 903"/>
                <a:gd name="T1" fmla="*/ 0 h 905"/>
                <a:gd name="T2" fmla="*/ 505 w 903"/>
                <a:gd name="T3" fmla="*/ 4 h 905"/>
                <a:gd name="T4" fmla="*/ 555 w 903"/>
                <a:gd name="T5" fmla="*/ 12 h 905"/>
                <a:gd name="T6" fmla="*/ 604 w 903"/>
                <a:gd name="T7" fmla="*/ 28 h 905"/>
                <a:gd name="T8" fmla="*/ 650 w 903"/>
                <a:gd name="T9" fmla="*/ 47 h 905"/>
                <a:gd name="T10" fmla="*/ 693 w 903"/>
                <a:gd name="T11" fmla="*/ 71 h 905"/>
                <a:gd name="T12" fmla="*/ 734 w 903"/>
                <a:gd name="T13" fmla="*/ 100 h 905"/>
                <a:gd name="T14" fmla="*/ 771 w 903"/>
                <a:gd name="T15" fmla="*/ 133 h 905"/>
                <a:gd name="T16" fmla="*/ 803 w 903"/>
                <a:gd name="T17" fmla="*/ 171 h 905"/>
                <a:gd name="T18" fmla="*/ 833 w 903"/>
                <a:gd name="T19" fmla="*/ 211 h 905"/>
                <a:gd name="T20" fmla="*/ 857 w 903"/>
                <a:gd name="T21" fmla="*/ 253 h 905"/>
                <a:gd name="T22" fmla="*/ 877 w 903"/>
                <a:gd name="T23" fmla="*/ 300 h 905"/>
                <a:gd name="T24" fmla="*/ 891 w 903"/>
                <a:gd name="T25" fmla="*/ 349 h 905"/>
                <a:gd name="T26" fmla="*/ 901 w 903"/>
                <a:gd name="T27" fmla="*/ 400 h 905"/>
                <a:gd name="T28" fmla="*/ 903 w 903"/>
                <a:gd name="T29" fmla="*/ 453 h 905"/>
                <a:gd name="T30" fmla="*/ 901 w 903"/>
                <a:gd name="T31" fmla="*/ 505 h 905"/>
                <a:gd name="T32" fmla="*/ 891 w 903"/>
                <a:gd name="T33" fmla="*/ 556 h 905"/>
                <a:gd name="T34" fmla="*/ 877 w 903"/>
                <a:gd name="T35" fmla="*/ 605 h 905"/>
                <a:gd name="T36" fmla="*/ 857 w 903"/>
                <a:gd name="T37" fmla="*/ 652 h 905"/>
                <a:gd name="T38" fmla="*/ 833 w 903"/>
                <a:gd name="T39" fmla="*/ 695 h 905"/>
                <a:gd name="T40" fmla="*/ 803 w 903"/>
                <a:gd name="T41" fmla="*/ 736 h 905"/>
                <a:gd name="T42" fmla="*/ 771 w 903"/>
                <a:gd name="T43" fmla="*/ 771 h 905"/>
                <a:gd name="T44" fmla="*/ 734 w 903"/>
                <a:gd name="T45" fmla="*/ 805 h 905"/>
                <a:gd name="T46" fmla="*/ 693 w 903"/>
                <a:gd name="T47" fmla="*/ 834 h 905"/>
                <a:gd name="T48" fmla="*/ 650 w 903"/>
                <a:gd name="T49" fmla="*/ 859 h 905"/>
                <a:gd name="T50" fmla="*/ 604 w 903"/>
                <a:gd name="T51" fmla="*/ 878 h 905"/>
                <a:gd name="T52" fmla="*/ 555 w 903"/>
                <a:gd name="T53" fmla="*/ 893 h 905"/>
                <a:gd name="T54" fmla="*/ 505 w 903"/>
                <a:gd name="T55" fmla="*/ 901 h 905"/>
                <a:gd name="T56" fmla="*/ 451 w 903"/>
                <a:gd name="T57" fmla="*/ 905 h 905"/>
                <a:gd name="T58" fmla="*/ 399 w 903"/>
                <a:gd name="T59" fmla="*/ 901 h 905"/>
                <a:gd name="T60" fmla="*/ 348 w 903"/>
                <a:gd name="T61" fmla="*/ 893 h 905"/>
                <a:gd name="T62" fmla="*/ 300 w 903"/>
                <a:gd name="T63" fmla="*/ 878 h 905"/>
                <a:gd name="T64" fmla="*/ 253 w 903"/>
                <a:gd name="T65" fmla="*/ 859 h 905"/>
                <a:gd name="T66" fmla="*/ 209 w 903"/>
                <a:gd name="T67" fmla="*/ 834 h 905"/>
                <a:gd name="T68" fmla="*/ 169 w 903"/>
                <a:gd name="T69" fmla="*/ 805 h 905"/>
                <a:gd name="T70" fmla="*/ 132 w 903"/>
                <a:gd name="T71" fmla="*/ 771 h 905"/>
                <a:gd name="T72" fmla="*/ 99 w 903"/>
                <a:gd name="T73" fmla="*/ 736 h 905"/>
                <a:gd name="T74" fmla="*/ 71 w 903"/>
                <a:gd name="T75" fmla="*/ 695 h 905"/>
                <a:gd name="T76" fmla="*/ 45 w 903"/>
                <a:gd name="T77" fmla="*/ 652 h 905"/>
                <a:gd name="T78" fmla="*/ 26 w 903"/>
                <a:gd name="T79" fmla="*/ 605 h 905"/>
                <a:gd name="T80" fmla="*/ 12 w 903"/>
                <a:gd name="T81" fmla="*/ 556 h 905"/>
                <a:gd name="T82" fmla="*/ 3 w 903"/>
                <a:gd name="T83" fmla="*/ 505 h 905"/>
                <a:gd name="T84" fmla="*/ 0 w 903"/>
                <a:gd name="T85" fmla="*/ 453 h 905"/>
                <a:gd name="T86" fmla="*/ 3 w 903"/>
                <a:gd name="T87" fmla="*/ 400 h 905"/>
                <a:gd name="T88" fmla="*/ 12 w 903"/>
                <a:gd name="T89" fmla="*/ 349 h 905"/>
                <a:gd name="T90" fmla="*/ 26 w 903"/>
                <a:gd name="T91" fmla="*/ 300 h 905"/>
                <a:gd name="T92" fmla="*/ 45 w 903"/>
                <a:gd name="T93" fmla="*/ 253 h 905"/>
                <a:gd name="T94" fmla="*/ 71 w 903"/>
                <a:gd name="T95" fmla="*/ 211 h 905"/>
                <a:gd name="T96" fmla="*/ 99 w 903"/>
                <a:gd name="T97" fmla="*/ 171 h 905"/>
                <a:gd name="T98" fmla="*/ 132 w 903"/>
                <a:gd name="T99" fmla="*/ 133 h 905"/>
                <a:gd name="T100" fmla="*/ 169 w 903"/>
                <a:gd name="T101" fmla="*/ 100 h 905"/>
                <a:gd name="T102" fmla="*/ 209 w 903"/>
                <a:gd name="T103" fmla="*/ 71 h 905"/>
                <a:gd name="T104" fmla="*/ 253 w 903"/>
                <a:gd name="T105" fmla="*/ 47 h 905"/>
                <a:gd name="T106" fmla="*/ 300 w 903"/>
                <a:gd name="T107" fmla="*/ 28 h 905"/>
                <a:gd name="T108" fmla="*/ 348 w 903"/>
                <a:gd name="T109" fmla="*/ 12 h 905"/>
                <a:gd name="T110" fmla="*/ 399 w 903"/>
                <a:gd name="T111" fmla="*/ 4 h 905"/>
                <a:gd name="T112" fmla="*/ 451 w 903"/>
                <a:gd name="T113" fmla="*/ 0 h 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3" h="905">
                  <a:moveTo>
                    <a:pt x="451" y="0"/>
                  </a:moveTo>
                  <a:lnTo>
                    <a:pt x="505" y="4"/>
                  </a:lnTo>
                  <a:lnTo>
                    <a:pt x="555" y="12"/>
                  </a:lnTo>
                  <a:lnTo>
                    <a:pt x="604" y="28"/>
                  </a:lnTo>
                  <a:lnTo>
                    <a:pt x="650" y="47"/>
                  </a:lnTo>
                  <a:lnTo>
                    <a:pt x="693" y="71"/>
                  </a:lnTo>
                  <a:lnTo>
                    <a:pt x="734" y="100"/>
                  </a:lnTo>
                  <a:lnTo>
                    <a:pt x="771" y="133"/>
                  </a:lnTo>
                  <a:lnTo>
                    <a:pt x="803" y="171"/>
                  </a:lnTo>
                  <a:lnTo>
                    <a:pt x="833" y="211"/>
                  </a:lnTo>
                  <a:lnTo>
                    <a:pt x="857" y="253"/>
                  </a:lnTo>
                  <a:lnTo>
                    <a:pt x="877" y="300"/>
                  </a:lnTo>
                  <a:lnTo>
                    <a:pt x="891" y="349"/>
                  </a:lnTo>
                  <a:lnTo>
                    <a:pt x="901" y="400"/>
                  </a:lnTo>
                  <a:lnTo>
                    <a:pt x="903" y="453"/>
                  </a:lnTo>
                  <a:lnTo>
                    <a:pt x="901" y="505"/>
                  </a:lnTo>
                  <a:lnTo>
                    <a:pt x="891" y="556"/>
                  </a:lnTo>
                  <a:lnTo>
                    <a:pt x="877" y="605"/>
                  </a:lnTo>
                  <a:lnTo>
                    <a:pt x="857" y="652"/>
                  </a:lnTo>
                  <a:lnTo>
                    <a:pt x="833" y="695"/>
                  </a:lnTo>
                  <a:lnTo>
                    <a:pt x="803" y="736"/>
                  </a:lnTo>
                  <a:lnTo>
                    <a:pt x="771" y="771"/>
                  </a:lnTo>
                  <a:lnTo>
                    <a:pt x="734" y="805"/>
                  </a:lnTo>
                  <a:lnTo>
                    <a:pt x="693" y="834"/>
                  </a:lnTo>
                  <a:lnTo>
                    <a:pt x="650" y="859"/>
                  </a:lnTo>
                  <a:lnTo>
                    <a:pt x="604" y="878"/>
                  </a:lnTo>
                  <a:lnTo>
                    <a:pt x="555" y="893"/>
                  </a:lnTo>
                  <a:lnTo>
                    <a:pt x="505" y="901"/>
                  </a:lnTo>
                  <a:lnTo>
                    <a:pt x="451" y="905"/>
                  </a:lnTo>
                  <a:lnTo>
                    <a:pt x="399" y="901"/>
                  </a:lnTo>
                  <a:lnTo>
                    <a:pt x="348" y="893"/>
                  </a:lnTo>
                  <a:lnTo>
                    <a:pt x="300" y="878"/>
                  </a:lnTo>
                  <a:lnTo>
                    <a:pt x="253" y="859"/>
                  </a:lnTo>
                  <a:lnTo>
                    <a:pt x="209" y="834"/>
                  </a:lnTo>
                  <a:lnTo>
                    <a:pt x="169" y="805"/>
                  </a:lnTo>
                  <a:lnTo>
                    <a:pt x="132" y="771"/>
                  </a:lnTo>
                  <a:lnTo>
                    <a:pt x="99" y="736"/>
                  </a:lnTo>
                  <a:lnTo>
                    <a:pt x="71" y="695"/>
                  </a:lnTo>
                  <a:lnTo>
                    <a:pt x="45" y="652"/>
                  </a:lnTo>
                  <a:lnTo>
                    <a:pt x="26" y="605"/>
                  </a:lnTo>
                  <a:lnTo>
                    <a:pt x="12" y="556"/>
                  </a:lnTo>
                  <a:lnTo>
                    <a:pt x="3" y="505"/>
                  </a:lnTo>
                  <a:lnTo>
                    <a:pt x="0" y="453"/>
                  </a:lnTo>
                  <a:lnTo>
                    <a:pt x="3" y="400"/>
                  </a:lnTo>
                  <a:lnTo>
                    <a:pt x="12" y="349"/>
                  </a:lnTo>
                  <a:lnTo>
                    <a:pt x="26" y="300"/>
                  </a:lnTo>
                  <a:lnTo>
                    <a:pt x="45" y="253"/>
                  </a:lnTo>
                  <a:lnTo>
                    <a:pt x="71" y="211"/>
                  </a:lnTo>
                  <a:lnTo>
                    <a:pt x="99" y="171"/>
                  </a:lnTo>
                  <a:lnTo>
                    <a:pt x="132" y="133"/>
                  </a:lnTo>
                  <a:lnTo>
                    <a:pt x="169" y="100"/>
                  </a:lnTo>
                  <a:lnTo>
                    <a:pt x="209" y="71"/>
                  </a:lnTo>
                  <a:lnTo>
                    <a:pt x="253" y="47"/>
                  </a:lnTo>
                  <a:lnTo>
                    <a:pt x="300" y="28"/>
                  </a:lnTo>
                  <a:lnTo>
                    <a:pt x="348" y="12"/>
                  </a:lnTo>
                  <a:lnTo>
                    <a:pt x="399" y="4"/>
                  </a:lnTo>
                  <a:lnTo>
                    <a:pt x="45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4" name="íSľídè">
              <a:extLst>
                <a:ext uri="{FF2B5EF4-FFF2-40B4-BE49-F238E27FC236}">
                  <a16:creationId xmlns:a16="http://schemas.microsoft.com/office/drawing/2014/main" id="{ECF3461D-E623-4773-9BC3-7E22A767FA4B}"/>
                </a:ext>
              </a:extLst>
            </p:cNvPr>
            <p:cNvSpPr/>
            <p:nvPr/>
          </p:nvSpPr>
          <p:spPr bwMode="auto">
            <a:xfrm>
              <a:off x="2995215" y="2810732"/>
              <a:ext cx="108194" cy="108075"/>
            </a:xfrm>
            <a:custGeom>
              <a:avLst/>
              <a:gdLst>
                <a:gd name="T0" fmla="*/ 452 w 904"/>
                <a:gd name="T1" fmla="*/ 0 h 903"/>
                <a:gd name="T2" fmla="*/ 505 w 904"/>
                <a:gd name="T3" fmla="*/ 4 h 903"/>
                <a:gd name="T4" fmla="*/ 555 w 904"/>
                <a:gd name="T5" fmla="*/ 12 h 903"/>
                <a:gd name="T6" fmla="*/ 604 w 904"/>
                <a:gd name="T7" fmla="*/ 27 h 903"/>
                <a:gd name="T8" fmla="*/ 651 w 904"/>
                <a:gd name="T9" fmla="*/ 46 h 903"/>
                <a:gd name="T10" fmla="*/ 694 w 904"/>
                <a:gd name="T11" fmla="*/ 71 h 903"/>
                <a:gd name="T12" fmla="*/ 735 w 904"/>
                <a:gd name="T13" fmla="*/ 100 h 903"/>
                <a:gd name="T14" fmla="*/ 771 w 904"/>
                <a:gd name="T15" fmla="*/ 133 h 903"/>
                <a:gd name="T16" fmla="*/ 804 w 904"/>
                <a:gd name="T17" fmla="*/ 169 h 903"/>
                <a:gd name="T18" fmla="*/ 833 w 904"/>
                <a:gd name="T19" fmla="*/ 210 h 903"/>
                <a:gd name="T20" fmla="*/ 858 w 904"/>
                <a:gd name="T21" fmla="*/ 253 h 903"/>
                <a:gd name="T22" fmla="*/ 878 w 904"/>
                <a:gd name="T23" fmla="*/ 300 h 903"/>
                <a:gd name="T24" fmla="*/ 892 w 904"/>
                <a:gd name="T25" fmla="*/ 348 h 903"/>
                <a:gd name="T26" fmla="*/ 900 w 904"/>
                <a:gd name="T27" fmla="*/ 400 h 903"/>
                <a:gd name="T28" fmla="*/ 904 w 904"/>
                <a:gd name="T29" fmla="*/ 452 h 903"/>
                <a:gd name="T30" fmla="*/ 900 w 904"/>
                <a:gd name="T31" fmla="*/ 505 h 903"/>
                <a:gd name="T32" fmla="*/ 892 w 904"/>
                <a:gd name="T33" fmla="*/ 556 h 903"/>
                <a:gd name="T34" fmla="*/ 878 w 904"/>
                <a:gd name="T35" fmla="*/ 605 h 903"/>
                <a:gd name="T36" fmla="*/ 858 w 904"/>
                <a:gd name="T37" fmla="*/ 650 h 903"/>
                <a:gd name="T38" fmla="*/ 833 w 904"/>
                <a:gd name="T39" fmla="*/ 694 h 903"/>
                <a:gd name="T40" fmla="*/ 804 w 904"/>
                <a:gd name="T41" fmla="*/ 734 h 903"/>
                <a:gd name="T42" fmla="*/ 771 w 904"/>
                <a:gd name="T43" fmla="*/ 771 h 903"/>
                <a:gd name="T44" fmla="*/ 735 w 904"/>
                <a:gd name="T45" fmla="*/ 804 h 903"/>
                <a:gd name="T46" fmla="*/ 694 w 904"/>
                <a:gd name="T47" fmla="*/ 834 h 903"/>
                <a:gd name="T48" fmla="*/ 651 w 904"/>
                <a:gd name="T49" fmla="*/ 858 h 903"/>
                <a:gd name="T50" fmla="*/ 604 w 904"/>
                <a:gd name="T51" fmla="*/ 877 h 903"/>
                <a:gd name="T52" fmla="*/ 555 w 904"/>
                <a:gd name="T53" fmla="*/ 893 h 903"/>
                <a:gd name="T54" fmla="*/ 505 w 904"/>
                <a:gd name="T55" fmla="*/ 901 h 903"/>
                <a:gd name="T56" fmla="*/ 452 w 904"/>
                <a:gd name="T57" fmla="*/ 903 h 903"/>
                <a:gd name="T58" fmla="*/ 399 w 904"/>
                <a:gd name="T59" fmla="*/ 901 h 903"/>
                <a:gd name="T60" fmla="*/ 349 w 904"/>
                <a:gd name="T61" fmla="*/ 893 h 903"/>
                <a:gd name="T62" fmla="*/ 300 w 904"/>
                <a:gd name="T63" fmla="*/ 877 h 903"/>
                <a:gd name="T64" fmla="*/ 253 w 904"/>
                <a:gd name="T65" fmla="*/ 858 h 903"/>
                <a:gd name="T66" fmla="*/ 210 w 904"/>
                <a:gd name="T67" fmla="*/ 834 h 903"/>
                <a:gd name="T68" fmla="*/ 170 w 904"/>
                <a:gd name="T69" fmla="*/ 804 h 903"/>
                <a:gd name="T70" fmla="*/ 133 w 904"/>
                <a:gd name="T71" fmla="*/ 771 h 903"/>
                <a:gd name="T72" fmla="*/ 99 w 904"/>
                <a:gd name="T73" fmla="*/ 734 h 903"/>
                <a:gd name="T74" fmla="*/ 70 w 904"/>
                <a:gd name="T75" fmla="*/ 694 h 903"/>
                <a:gd name="T76" fmla="*/ 47 w 904"/>
                <a:gd name="T77" fmla="*/ 650 h 903"/>
                <a:gd name="T78" fmla="*/ 27 w 904"/>
                <a:gd name="T79" fmla="*/ 605 h 903"/>
                <a:gd name="T80" fmla="*/ 12 w 904"/>
                <a:gd name="T81" fmla="*/ 556 h 903"/>
                <a:gd name="T82" fmla="*/ 3 w 904"/>
                <a:gd name="T83" fmla="*/ 505 h 903"/>
                <a:gd name="T84" fmla="*/ 0 w 904"/>
                <a:gd name="T85" fmla="*/ 452 h 903"/>
                <a:gd name="T86" fmla="*/ 3 w 904"/>
                <a:gd name="T87" fmla="*/ 400 h 903"/>
                <a:gd name="T88" fmla="*/ 12 w 904"/>
                <a:gd name="T89" fmla="*/ 348 h 903"/>
                <a:gd name="T90" fmla="*/ 27 w 904"/>
                <a:gd name="T91" fmla="*/ 300 h 903"/>
                <a:gd name="T92" fmla="*/ 47 w 904"/>
                <a:gd name="T93" fmla="*/ 253 h 903"/>
                <a:gd name="T94" fmla="*/ 70 w 904"/>
                <a:gd name="T95" fmla="*/ 210 h 903"/>
                <a:gd name="T96" fmla="*/ 99 w 904"/>
                <a:gd name="T97" fmla="*/ 169 h 903"/>
                <a:gd name="T98" fmla="*/ 133 w 904"/>
                <a:gd name="T99" fmla="*/ 133 h 903"/>
                <a:gd name="T100" fmla="*/ 170 w 904"/>
                <a:gd name="T101" fmla="*/ 100 h 903"/>
                <a:gd name="T102" fmla="*/ 210 w 904"/>
                <a:gd name="T103" fmla="*/ 71 h 903"/>
                <a:gd name="T104" fmla="*/ 253 w 904"/>
                <a:gd name="T105" fmla="*/ 46 h 903"/>
                <a:gd name="T106" fmla="*/ 300 w 904"/>
                <a:gd name="T107" fmla="*/ 27 h 903"/>
                <a:gd name="T108" fmla="*/ 349 w 904"/>
                <a:gd name="T109" fmla="*/ 12 h 903"/>
                <a:gd name="T110" fmla="*/ 399 w 904"/>
                <a:gd name="T111" fmla="*/ 4 h 903"/>
                <a:gd name="T112" fmla="*/ 452 w 904"/>
                <a:gd name="T113" fmla="*/ 0 h 9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04" h="903">
                  <a:moveTo>
                    <a:pt x="452" y="0"/>
                  </a:moveTo>
                  <a:lnTo>
                    <a:pt x="505" y="4"/>
                  </a:lnTo>
                  <a:lnTo>
                    <a:pt x="555" y="12"/>
                  </a:lnTo>
                  <a:lnTo>
                    <a:pt x="604" y="27"/>
                  </a:lnTo>
                  <a:lnTo>
                    <a:pt x="651" y="46"/>
                  </a:lnTo>
                  <a:lnTo>
                    <a:pt x="694" y="71"/>
                  </a:lnTo>
                  <a:lnTo>
                    <a:pt x="735" y="100"/>
                  </a:lnTo>
                  <a:lnTo>
                    <a:pt x="771" y="133"/>
                  </a:lnTo>
                  <a:lnTo>
                    <a:pt x="804" y="169"/>
                  </a:lnTo>
                  <a:lnTo>
                    <a:pt x="833" y="210"/>
                  </a:lnTo>
                  <a:lnTo>
                    <a:pt x="858" y="253"/>
                  </a:lnTo>
                  <a:lnTo>
                    <a:pt x="878" y="300"/>
                  </a:lnTo>
                  <a:lnTo>
                    <a:pt x="892" y="348"/>
                  </a:lnTo>
                  <a:lnTo>
                    <a:pt x="900" y="400"/>
                  </a:lnTo>
                  <a:lnTo>
                    <a:pt x="904" y="452"/>
                  </a:lnTo>
                  <a:lnTo>
                    <a:pt x="900" y="505"/>
                  </a:lnTo>
                  <a:lnTo>
                    <a:pt x="892" y="556"/>
                  </a:lnTo>
                  <a:lnTo>
                    <a:pt x="878" y="605"/>
                  </a:lnTo>
                  <a:lnTo>
                    <a:pt x="858" y="650"/>
                  </a:lnTo>
                  <a:lnTo>
                    <a:pt x="833" y="694"/>
                  </a:lnTo>
                  <a:lnTo>
                    <a:pt x="804" y="734"/>
                  </a:lnTo>
                  <a:lnTo>
                    <a:pt x="771" y="771"/>
                  </a:lnTo>
                  <a:lnTo>
                    <a:pt x="735" y="804"/>
                  </a:lnTo>
                  <a:lnTo>
                    <a:pt x="694" y="834"/>
                  </a:lnTo>
                  <a:lnTo>
                    <a:pt x="651" y="858"/>
                  </a:lnTo>
                  <a:lnTo>
                    <a:pt x="604" y="877"/>
                  </a:lnTo>
                  <a:lnTo>
                    <a:pt x="555" y="893"/>
                  </a:lnTo>
                  <a:lnTo>
                    <a:pt x="505" y="901"/>
                  </a:lnTo>
                  <a:lnTo>
                    <a:pt x="452" y="903"/>
                  </a:lnTo>
                  <a:lnTo>
                    <a:pt x="399" y="901"/>
                  </a:lnTo>
                  <a:lnTo>
                    <a:pt x="349" y="893"/>
                  </a:lnTo>
                  <a:lnTo>
                    <a:pt x="300" y="877"/>
                  </a:lnTo>
                  <a:lnTo>
                    <a:pt x="253" y="858"/>
                  </a:lnTo>
                  <a:lnTo>
                    <a:pt x="210" y="834"/>
                  </a:lnTo>
                  <a:lnTo>
                    <a:pt x="170" y="804"/>
                  </a:lnTo>
                  <a:lnTo>
                    <a:pt x="133" y="771"/>
                  </a:lnTo>
                  <a:lnTo>
                    <a:pt x="99" y="734"/>
                  </a:lnTo>
                  <a:lnTo>
                    <a:pt x="70" y="694"/>
                  </a:lnTo>
                  <a:lnTo>
                    <a:pt x="47" y="650"/>
                  </a:lnTo>
                  <a:lnTo>
                    <a:pt x="27" y="605"/>
                  </a:lnTo>
                  <a:lnTo>
                    <a:pt x="12" y="556"/>
                  </a:lnTo>
                  <a:lnTo>
                    <a:pt x="3" y="505"/>
                  </a:lnTo>
                  <a:lnTo>
                    <a:pt x="0" y="452"/>
                  </a:lnTo>
                  <a:lnTo>
                    <a:pt x="3" y="400"/>
                  </a:lnTo>
                  <a:lnTo>
                    <a:pt x="12" y="348"/>
                  </a:lnTo>
                  <a:lnTo>
                    <a:pt x="27" y="300"/>
                  </a:lnTo>
                  <a:lnTo>
                    <a:pt x="47" y="253"/>
                  </a:lnTo>
                  <a:lnTo>
                    <a:pt x="70" y="210"/>
                  </a:lnTo>
                  <a:lnTo>
                    <a:pt x="99" y="169"/>
                  </a:lnTo>
                  <a:lnTo>
                    <a:pt x="133" y="133"/>
                  </a:lnTo>
                  <a:lnTo>
                    <a:pt x="170" y="100"/>
                  </a:lnTo>
                  <a:lnTo>
                    <a:pt x="210" y="71"/>
                  </a:lnTo>
                  <a:lnTo>
                    <a:pt x="253" y="46"/>
                  </a:lnTo>
                  <a:lnTo>
                    <a:pt x="300" y="27"/>
                  </a:lnTo>
                  <a:lnTo>
                    <a:pt x="349" y="12"/>
                  </a:lnTo>
                  <a:lnTo>
                    <a:pt x="399" y="4"/>
                  </a:lnTo>
                  <a:lnTo>
                    <a:pt x="4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5" name="îṥlíḍè">
              <a:extLst>
                <a:ext uri="{FF2B5EF4-FFF2-40B4-BE49-F238E27FC236}">
                  <a16:creationId xmlns:a16="http://schemas.microsoft.com/office/drawing/2014/main" id="{BD038520-613C-4000-8E45-5448E6F7D2DD}"/>
                </a:ext>
              </a:extLst>
            </p:cNvPr>
            <p:cNvSpPr/>
            <p:nvPr/>
          </p:nvSpPr>
          <p:spPr bwMode="auto">
            <a:xfrm>
              <a:off x="2858296" y="2901572"/>
              <a:ext cx="128181" cy="194248"/>
            </a:xfrm>
            <a:custGeom>
              <a:avLst/>
              <a:gdLst>
                <a:gd name="T0" fmla="*/ 1055 w 1071"/>
                <a:gd name="T1" fmla="*/ 0 h 1623"/>
                <a:gd name="T2" fmla="*/ 1069 w 1071"/>
                <a:gd name="T3" fmla="*/ 10 h 1623"/>
                <a:gd name="T4" fmla="*/ 1068 w 1071"/>
                <a:gd name="T5" fmla="*/ 30 h 1623"/>
                <a:gd name="T6" fmla="*/ 888 w 1071"/>
                <a:gd name="T7" fmla="*/ 224 h 1623"/>
                <a:gd name="T8" fmla="*/ 708 w 1071"/>
                <a:gd name="T9" fmla="*/ 399 h 1623"/>
                <a:gd name="T10" fmla="*/ 550 w 1071"/>
                <a:gd name="T11" fmla="*/ 585 h 1623"/>
                <a:gd name="T12" fmla="*/ 421 w 1071"/>
                <a:gd name="T13" fmla="*/ 769 h 1623"/>
                <a:gd name="T14" fmla="*/ 319 w 1071"/>
                <a:gd name="T15" fmla="*/ 946 h 1623"/>
                <a:gd name="T16" fmla="*/ 234 w 1071"/>
                <a:gd name="T17" fmla="*/ 1128 h 1623"/>
                <a:gd name="T18" fmla="*/ 188 w 1071"/>
                <a:gd name="T19" fmla="*/ 1251 h 1623"/>
                <a:gd name="T20" fmla="*/ 156 w 1071"/>
                <a:gd name="T21" fmla="*/ 1358 h 1623"/>
                <a:gd name="T22" fmla="*/ 134 w 1071"/>
                <a:gd name="T23" fmla="*/ 1446 h 1623"/>
                <a:gd name="T24" fmla="*/ 121 w 1071"/>
                <a:gd name="T25" fmla="*/ 1512 h 1623"/>
                <a:gd name="T26" fmla="*/ 114 w 1071"/>
                <a:gd name="T27" fmla="*/ 1555 h 1623"/>
                <a:gd name="T28" fmla="*/ 113 w 1071"/>
                <a:gd name="T29" fmla="*/ 1570 h 1623"/>
                <a:gd name="T30" fmla="*/ 101 w 1071"/>
                <a:gd name="T31" fmla="*/ 1601 h 1623"/>
                <a:gd name="T32" fmla="*/ 74 w 1071"/>
                <a:gd name="T33" fmla="*/ 1620 h 1623"/>
                <a:gd name="T34" fmla="*/ 52 w 1071"/>
                <a:gd name="T35" fmla="*/ 1623 h 1623"/>
                <a:gd name="T36" fmla="*/ 19 w 1071"/>
                <a:gd name="T37" fmla="*/ 1609 h 1623"/>
                <a:gd name="T38" fmla="*/ 2 w 1071"/>
                <a:gd name="T39" fmla="*/ 1580 h 1623"/>
                <a:gd name="T40" fmla="*/ 1 w 1071"/>
                <a:gd name="T41" fmla="*/ 1556 h 1623"/>
                <a:gd name="T42" fmla="*/ 4 w 1071"/>
                <a:gd name="T43" fmla="*/ 1523 h 1623"/>
                <a:gd name="T44" fmla="*/ 14 w 1071"/>
                <a:gd name="T45" fmla="*/ 1463 h 1623"/>
                <a:gd name="T46" fmla="*/ 32 w 1071"/>
                <a:gd name="T47" fmla="*/ 1380 h 1623"/>
                <a:gd name="T48" fmla="*/ 61 w 1071"/>
                <a:gd name="T49" fmla="*/ 1275 h 1623"/>
                <a:gd name="T50" fmla="*/ 103 w 1071"/>
                <a:gd name="T51" fmla="*/ 1152 h 1623"/>
                <a:gd name="T52" fmla="*/ 172 w 1071"/>
                <a:gd name="T53" fmla="*/ 989 h 1623"/>
                <a:gd name="T54" fmla="*/ 270 w 1071"/>
                <a:gd name="T55" fmla="*/ 800 h 1623"/>
                <a:gd name="T56" fmla="*/ 386 w 1071"/>
                <a:gd name="T57" fmla="*/ 618 h 1623"/>
                <a:gd name="T58" fmla="*/ 542 w 1071"/>
                <a:gd name="T59" fmla="*/ 416 h 1623"/>
                <a:gd name="T60" fmla="*/ 720 w 1071"/>
                <a:gd name="T61" fmla="*/ 225 h 1623"/>
                <a:gd name="T62" fmla="*/ 747 w 1071"/>
                <a:gd name="T63" fmla="*/ 47 h 16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071" h="1623">
                  <a:moveTo>
                    <a:pt x="1044" y="0"/>
                  </a:moveTo>
                  <a:lnTo>
                    <a:pt x="1055" y="0"/>
                  </a:lnTo>
                  <a:lnTo>
                    <a:pt x="1064" y="4"/>
                  </a:lnTo>
                  <a:lnTo>
                    <a:pt x="1069" y="10"/>
                  </a:lnTo>
                  <a:lnTo>
                    <a:pt x="1071" y="19"/>
                  </a:lnTo>
                  <a:lnTo>
                    <a:pt x="1068" y="30"/>
                  </a:lnTo>
                  <a:lnTo>
                    <a:pt x="958" y="312"/>
                  </a:lnTo>
                  <a:lnTo>
                    <a:pt x="888" y="224"/>
                  </a:lnTo>
                  <a:lnTo>
                    <a:pt x="796" y="310"/>
                  </a:lnTo>
                  <a:lnTo>
                    <a:pt x="708" y="399"/>
                  </a:lnTo>
                  <a:lnTo>
                    <a:pt x="627" y="491"/>
                  </a:lnTo>
                  <a:lnTo>
                    <a:pt x="550" y="585"/>
                  </a:lnTo>
                  <a:lnTo>
                    <a:pt x="478" y="683"/>
                  </a:lnTo>
                  <a:lnTo>
                    <a:pt x="421" y="769"/>
                  </a:lnTo>
                  <a:lnTo>
                    <a:pt x="367" y="857"/>
                  </a:lnTo>
                  <a:lnTo>
                    <a:pt x="319" y="946"/>
                  </a:lnTo>
                  <a:lnTo>
                    <a:pt x="274" y="1037"/>
                  </a:lnTo>
                  <a:lnTo>
                    <a:pt x="234" y="1128"/>
                  </a:lnTo>
                  <a:lnTo>
                    <a:pt x="209" y="1191"/>
                  </a:lnTo>
                  <a:lnTo>
                    <a:pt x="188" y="1251"/>
                  </a:lnTo>
                  <a:lnTo>
                    <a:pt x="170" y="1307"/>
                  </a:lnTo>
                  <a:lnTo>
                    <a:pt x="156" y="1358"/>
                  </a:lnTo>
                  <a:lnTo>
                    <a:pt x="144" y="1404"/>
                  </a:lnTo>
                  <a:lnTo>
                    <a:pt x="134" y="1446"/>
                  </a:lnTo>
                  <a:lnTo>
                    <a:pt x="126" y="1483"/>
                  </a:lnTo>
                  <a:lnTo>
                    <a:pt x="121" y="1512"/>
                  </a:lnTo>
                  <a:lnTo>
                    <a:pt x="116" y="1537"/>
                  </a:lnTo>
                  <a:lnTo>
                    <a:pt x="114" y="1555"/>
                  </a:lnTo>
                  <a:lnTo>
                    <a:pt x="113" y="1565"/>
                  </a:lnTo>
                  <a:lnTo>
                    <a:pt x="113" y="1570"/>
                  </a:lnTo>
                  <a:lnTo>
                    <a:pt x="109" y="1587"/>
                  </a:lnTo>
                  <a:lnTo>
                    <a:pt x="101" y="1601"/>
                  </a:lnTo>
                  <a:lnTo>
                    <a:pt x="88" y="1613"/>
                  </a:lnTo>
                  <a:lnTo>
                    <a:pt x="74" y="1620"/>
                  </a:lnTo>
                  <a:lnTo>
                    <a:pt x="56" y="1623"/>
                  </a:lnTo>
                  <a:lnTo>
                    <a:pt x="52" y="1623"/>
                  </a:lnTo>
                  <a:lnTo>
                    <a:pt x="34" y="1619"/>
                  </a:lnTo>
                  <a:lnTo>
                    <a:pt x="19" y="1609"/>
                  </a:lnTo>
                  <a:lnTo>
                    <a:pt x="8" y="1596"/>
                  </a:lnTo>
                  <a:lnTo>
                    <a:pt x="2" y="1580"/>
                  </a:lnTo>
                  <a:lnTo>
                    <a:pt x="0" y="1562"/>
                  </a:lnTo>
                  <a:lnTo>
                    <a:pt x="1" y="1556"/>
                  </a:lnTo>
                  <a:lnTo>
                    <a:pt x="2" y="1543"/>
                  </a:lnTo>
                  <a:lnTo>
                    <a:pt x="4" y="1523"/>
                  </a:lnTo>
                  <a:lnTo>
                    <a:pt x="8" y="1496"/>
                  </a:lnTo>
                  <a:lnTo>
                    <a:pt x="14" y="1463"/>
                  </a:lnTo>
                  <a:lnTo>
                    <a:pt x="22" y="1424"/>
                  </a:lnTo>
                  <a:lnTo>
                    <a:pt x="32" y="1380"/>
                  </a:lnTo>
                  <a:lnTo>
                    <a:pt x="45" y="1330"/>
                  </a:lnTo>
                  <a:lnTo>
                    <a:pt x="61" y="1275"/>
                  </a:lnTo>
                  <a:lnTo>
                    <a:pt x="80" y="1215"/>
                  </a:lnTo>
                  <a:lnTo>
                    <a:pt x="103" y="1152"/>
                  </a:lnTo>
                  <a:lnTo>
                    <a:pt x="129" y="1085"/>
                  </a:lnTo>
                  <a:lnTo>
                    <a:pt x="172" y="989"/>
                  </a:lnTo>
                  <a:lnTo>
                    <a:pt x="219" y="894"/>
                  </a:lnTo>
                  <a:lnTo>
                    <a:pt x="270" y="800"/>
                  </a:lnTo>
                  <a:lnTo>
                    <a:pt x="326" y="708"/>
                  </a:lnTo>
                  <a:lnTo>
                    <a:pt x="386" y="618"/>
                  </a:lnTo>
                  <a:lnTo>
                    <a:pt x="461" y="515"/>
                  </a:lnTo>
                  <a:lnTo>
                    <a:pt x="542" y="416"/>
                  </a:lnTo>
                  <a:lnTo>
                    <a:pt x="629" y="319"/>
                  </a:lnTo>
                  <a:lnTo>
                    <a:pt x="720" y="225"/>
                  </a:lnTo>
                  <a:lnTo>
                    <a:pt x="818" y="136"/>
                  </a:lnTo>
                  <a:lnTo>
                    <a:pt x="747" y="47"/>
                  </a:lnTo>
                  <a:lnTo>
                    <a:pt x="104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6" name="isļïďe">
              <a:extLst>
                <a:ext uri="{FF2B5EF4-FFF2-40B4-BE49-F238E27FC236}">
                  <a16:creationId xmlns:a16="http://schemas.microsoft.com/office/drawing/2014/main" id="{7D4CCC2E-2120-4EB6-930E-317595CBE653}"/>
                </a:ext>
              </a:extLst>
            </p:cNvPr>
            <p:cNvSpPr/>
            <p:nvPr/>
          </p:nvSpPr>
          <p:spPr bwMode="auto">
            <a:xfrm>
              <a:off x="2694687" y="2791582"/>
              <a:ext cx="106998" cy="331165"/>
            </a:xfrm>
            <a:custGeom>
              <a:avLst/>
              <a:gdLst>
                <a:gd name="T0" fmla="*/ 377 w 894"/>
                <a:gd name="T1" fmla="*/ 3 h 2767"/>
                <a:gd name="T2" fmla="*/ 384 w 894"/>
                <a:gd name="T3" fmla="*/ 22 h 2767"/>
                <a:gd name="T4" fmla="*/ 301 w 894"/>
                <a:gd name="T5" fmla="*/ 274 h 2767"/>
                <a:gd name="T6" fmla="*/ 210 w 894"/>
                <a:gd name="T7" fmla="*/ 518 h 2767"/>
                <a:gd name="T8" fmla="*/ 148 w 894"/>
                <a:gd name="T9" fmla="*/ 762 h 2767"/>
                <a:gd name="T10" fmla="*/ 118 w 894"/>
                <a:gd name="T11" fmla="*/ 1003 h 2767"/>
                <a:gd name="T12" fmla="*/ 118 w 894"/>
                <a:gd name="T13" fmla="*/ 1240 h 2767"/>
                <a:gd name="T14" fmla="*/ 145 w 894"/>
                <a:gd name="T15" fmla="*/ 1465 h 2767"/>
                <a:gd name="T16" fmla="*/ 202 w 894"/>
                <a:gd name="T17" fmla="*/ 1685 h 2767"/>
                <a:gd name="T18" fmla="*/ 285 w 894"/>
                <a:gd name="T19" fmla="*/ 1901 h 2767"/>
                <a:gd name="T20" fmla="*/ 371 w 894"/>
                <a:gd name="T21" fmla="*/ 2068 h 2767"/>
                <a:gd name="T22" fmla="*/ 441 w 894"/>
                <a:gd name="T23" fmla="*/ 2182 h 2767"/>
                <a:gd name="T24" fmla="*/ 514 w 894"/>
                <a:gd name="T25" fmla="*/ 2285 h 2767"/>
                <a:gd name="T26" fmla="*/ 585 w 894"/>
                <a:gd name="T27" fmla="*/ 2377 h 2767"/>
                <a:gd name="T28" fmla="*/ 653 w 894"/>
                <a:gd name="T29" fmla="*/ 2456 h 2767"/>
                <a:gd name="T30" fmla="*/ 717 w 894"/>
                <a:gd name="T31" fmla="*/ 2524 h 2767"/>
                <a:gd name="T32" fmla="*/ 772 w 894"/>
                <a:gd name="T33" fmla="*/ 2578 h 2767"/>
                <a:gd name="T34" fmla="*/ 818 w 894"/>
                <a:gd name="T35" fmla="*/ 2620 h 2767"/>
                <a:gd name="T36" fmla="*/ 851 w 894"/>
                <a:gd name="T37" fmla="*/ 2648 h 2767"/>
                <a:gd name="T38" fmla="*/ 869 w 894"/>
                <a:gd name="T39" fmla="*/ 2662 h 2767"/>
                <a:gd name="T40" fmla="*/ 882 w 894"/>
                <a:gd name="T41" fmla="*/ 2675 h 2767"/>
                <a:gd name="T42" fmla="*/ 893 w 894"/>
                <a:gd name="T43" fmla="*/ 2703 h 2767"/>
                <a:gd name="T44" fmla="*/ 890 w 894"/>
                <a:gd name="T45" fmla="*/ 2731 h 2767"/>
                <a:gd name="T46" fmla="*/ 869 w 894"/>
                <a:gd name="T47" fmla="*/ 2757 h 2767"/>
                <a:gd name="T48" fmla="*/ 838 w 894"/>
                <a:gd name="T49" fmla="*/ 2767 h 2767"/>
                <a:gd name="T50" fmla="*/ 803 w 894"/>
                <a:gd name="T51" fmla="*/ 2756 h 2767"/>
                <a:gd name="T52" fmla="*/ 791 w 894"/>
                <a:gd name="T53" fmla="*/ 2746 h 2767"/>
                <a:gd name="T54" fmla="*/ 761 w 894"/>
                <a:gd name="T55" fmla="*/ 2722 h 2767"/>
                <a:gd name="T56" fmla="*/ 719 w 894"/>
                <a:gd name="T57" fmla="*/ 2685 h 2767"/>
                <a:gd name="T58" fmla="*/ 665 w 894"/>
                <a:gd name="T59" fmla="*/ 2634 h 2767"/>
                <a:gd name="T60" fmla="*/ 603 w 894"/>
                <a:gd name="T61" fmla="*/ 2571 h 2767"/>
                <a:gd name="T62" fmla="*/ 534 w 894"/>
                <a:gd name="T63" fmla="*/ 2494 h 2767"/>
                <a:gd name="T64" fmla="*/ 460 w 894"/>
                <a:gd name="T65" fmla="*/ 2405 h 2767"/>
                <a:gd name="T66" fmla="*/ 385 w 894"/>
                <a:gd name="T67" fmla="*/ 2303 h 2767"/>
                <a:gd name="T68" fmla="*/ 311 w 894"/>
                <a:gd name="T69" fmla="*/ 2190 h 2767"/>
                <a:gd name="T70" fmla="*/ 238 w 894"/>
                <a:gd name="T71" fmla="*/ 2064 h 2767"/>
                <a:gd name="T72" fmla="*/ 146 w 894"/>
                <a:gd name="T73" fmla="*/ 1867 h 2767"/>
                <a:gd name="T74" fmla="*/ 76 w 894"/>
                <a:gd name="T75" fmla="*/ 1665 h 2767"/>
                <a:gd name="T76" fmla="*/ 28 w 894"/>
                <a:gd name="T77" fmla="*/ 1460 h 2767"/>
                <a:gd name="T78" fmla="*/ 3 w 894"/>
                <a:gd name="T79" fmla="*/ 1251 h 2767"/>
                <a:gd name="T80" fmla="*/ 2 w 894"/>
                <a:gd name="T81" fmla="*/ 1026 h 2767"/>
                <a:gd name="T82" fmla="*/ 26 w 894"/>
                <a:gd name="T83" fmla="*/ 798 h 2767"/>
                <a:gd name="T84" fmla="*/ 76 w 894"/>
                <a:gd name="T85" fmla="*/ 568 h 2767"/>
                <a:gd name="T86" fmla="*/ 152 w 894"/>
                <a:gd name="T87" fmla="*/ 338 h 2767"/>
                <a:gd name="T88" fmla="*/ 97 w 894"/>
                <a:gd name="T89" fmla="*/ 171 h 2767"/>
                <a:gd name="T90" fmla="*/ 361 w 894"/>
                <a:gd name="T91" fmla="*/ 0 h 27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94" h="2767">
                  <a:moveTo>
                    <a:pt x="370" y="0"/>
                  </a:moveTo>
                  <a:lnTo>
                    <a:pt x="377" y="3"/>
                  </a:lnTo>
                  <a:lnTo>
                    <a:pt x="382" y="11"/>
                  </a:lnTo>
                  <a:lnTo>
                    <a:pt x="384" y="22"/>
                  </a:lnTo>
                  <a:lnTo>
                    <a:pt x="402" y="324"/>
                  </a:lnTo>
                  <a:lnTo>
                    <a:pt x="301" y="274"/>
                  </a:lnTo>
                  <a:lnTo>
                    <a:pt x="252" y="396"/>
                  </a:lnTo>
                  <a:lnTo>
                    <a:pt x="210" y="518"/>
                  </a:lnTo>
                  <a:lnTo>
                    <a:pt x="176" y="640"/>
                  </a:lnTo>
                  <a:lnTo>
                    <a:pt x="148" y="762"/>
                  </a:lnTo>
                  <a:lnTo>
                    <a:pt x="130" y="882"/>
                  </a:lnTo>
                  <a:lnTo>
                    <a:pt x="118" y="1003"/>
                  </a:lnTo>
                  <a:lnTo>
                    <a:pt x="113" y="1122"/>
                  </a:lnTo>
                  <a:lnTo>
                    <a:pt x="118" y="1240"/>
                  </a:lnTo>
                  <a:lnTo>
                    <a:pt x="128" y="1354"/>
                  </a:lnTo>
                  <a:lnTo>
                    <a:pt x="145" y="1465"/>
                  </a:lnTo>
                  <a:lnTo>
                    <a:pt x="170" y="1576"/>
                  </a:lnTo>
                  <a:lnTo>
                    <a:pt x="202" y="1685"/>
                  </a:lnTo>
                  <a:lnTo>
                    <a:pt x="240" y="1793"/>
                  </a:lnTo>
                  <a:lnTo>
                    <a:pt x="285" y="1901"/>
                  </a:lnTo>
                  <a:lnTo>
                    <a:pt x="337" y="2006"/>
                  </a:lnTo>
                  <a:lnTo>
                    <a:pt x="371" y="2068"/>
                  </a:lnTo>
                  <a:lnTo>
                    <a:pt x="406" y="2126"/>
                  </a:lnTo>
                  <a:lnTo>
                    <a:pt x="441" y="2182"/>
                  </a:lnTo>
                  <a:lnTo>
                    <a:pt x="477" y="2235"/>
                  </a:lnTo>
                  <a:lnTo>
                    <a:pt x="514" y="2285"/>
                  </a:lnTo>
                  <a:lnTo>
                    <a:pt x="550" y="2333"/>
                  </a:lnTo>
                  <a:lnTo>
                    <a:pt x="585" y="2377"/>
                  </a:lnTo>
                  <a:lnTo>
                    <a:pt x="619" y="2418"/>
                  </a:lnTo>
                  <a:lnTo>
                    <a:pt x="653" y="2456"/>
                  </a:lnTo>
                  <a:lnTo>
                    <a:pt x="686" y="2491"/>
                  </a:lnTo>
                  <a:lnTo>
                    <a:pt x="717" y="2524"/>
                  </a:lnTo>
                  <a:lnTo>
                    <a:pt x="746" y="2552"/>
                  </a:lnTo>
                  <a:lnTo>
                    <a:pt x="772" y="2578"/>
                  </a:lnTo>
                  <a:lnTo>
                    <a:pt x="796" y="2600"/>
                  </a:lnTo>
                  <a:lnTo>
                    <a:pt x="818" y="2620"/>
                  </a:lnTo>
                  <a:lnTo>
                    <a:pt x="837" y="2635"/>
                  </a:lnTo>
                  <a:lnTo>
                    <a:pt x="851" y="2648"/>
                  </a:lnTo>
                  <a:lnTo>
                    <a:pt x="862" y="2657"/>
                  </a:lnTo>
                  <a:lnTo>
                    <a:pt x="869" y="2662"/>
                  </a:lnTo>
                  <a:lnTo>
                    <a:pt x="871" y="2664"/>
                  </a:lnTo>
                  <a:lnTo>
                    <a:pt x="882" y="2675"/>
                  </a:lnTo>
                  <a:lnTo>
                    <a:pt x="890" y="2688"/>
                  </a:lnTo>
                  <a:lnTo>
                    <a:pt x="893" y="2703"/>
                  </a:lnTo>
                  <a:lnTo>
                    <a:pt x="894" y="2717"/>
                  </a:lnTo>
                  <a:lnTo>
                    <a:pt x="890" y="2731"/>
                  </a:lnTo>
                  <a:lnTo>
                    <a:pt x="882" y="2744"/>
                  </a:lnTo>
                  <a:lnTo>
                    <a:pt x="869" y="2757"/>
                  </a:lnTo>
                  <a:lnTo>
                    <a:pt x="854" y="2765"/>
                  </a:lnTo>
                  <a:lnTo>
                    <a:pt x="838" y="2767"/>
                  </a:lnTo>
                  <a:lnTo>
                    <a:pt x="819" y="2765"/>
                  </a:lnTo>
                  <a:lnTo>
                    <a:pt x="803" y="2756"/>
                  </a:lnTo>
                  <a:lnTo>
                    <a:pt x="798" y="2753"/>
                  </a:lnTo>
                  <a:lnTo>
                    <a:pt x="791" y="2746"/>
                  </a:lnTo>
                  <a:lnTo>
                    <a:pt x="778" y="2735"/>
                  </a:lnTo>
                  <a:lnTo>
                    <a:pt x="761" y="2722"/>
                  </a:lnTo>
                  <a:lnTo>
                    <a:pt x="742" y="2705"/>
                  </a:lnTo>
                  <a:lnTo>
                    <a:pt x="719" y="2685"/>
                  </a:lnTo>
                  <a:lnTo>
                    <a:pt x="694" y="2661"/>
                  </a:lnTo>
                  <a:lnTo>
                    <a:pt x="665" y="2634"/>
                  </a:lnTo>
                  <a:lnTo>
                    <a:pt x="636" y="2604"/>
                  </a:lnTo>
                  <a:lnTo>
                    <a:pt x="603" y="2571"/>
                  </a:lnTo>
                  <a:lnTo>
                    <a:pt x="569" y="2535"/>
                  </a:lnTo>
                  <a:lnTo>
                    <a:pt x="534" y="2494"/>
                  </a:lnTo>
                  <a:lnTo>
                    <a:pt x="497" y="2452"/>
                  </a:lnTo>
                  <a:lnTo>
                    <a:pt x="460" y="2405"/>
                  </a:lnTo>
                  <a:lnTo>
                    <a:pt x="423" y="2356"/>
                  </a:lnTo>
                  <a:lnTo>
                    <a:pt x="385" y="2303"/>
                  </a:lnTo>
                  <a:lnTo>
                    <a:pt x="348" y="2248"/>
                  </a:lnTo>
                  <a:lnTo>
                    <a:pt x="311" y="2190"/>
                  </a:lnTo>
                  <a:lnTo>
                    <a:pt x="274" y="2128"/>
                  </a:lnTo>
                  <a:lnTo>
                    <a:pt x="238" y="2064"/>
                  </a:lnTo>
                  <a:lnTo>
                    <a:pt x="190" y="1966"/>
                  </a:lnTo>
                  <a:lnTo>
                    <a:pt x="146" y="1867"/>
                  </a:lnTo>
                  <a:lnTo>
                    <a:pt x="108" y="1767"/>
                  </a:lnTo>
                  <a:lnTo>
                    <a:pt x="76" y="1665"/>
                  </a:lnTo>
                  <a:lnTo>
                    <a:pt x="50" y="1563"/>
                  </a:lnTo>
                  <a:lnTo>
                    <a:pt x="28" y="1460"/>
                  </a:lnTo>
                  <a:lnTo>
                    <a:pt x="13" y="1356"/>
                  </a:lnTo>
                  <a:lnTo>
                    <a:pt x="3" y="1251"/>
                  </a:lnTo>
                  <a:lnTo>
                    <a:pt x="0" y="1139"/>
                  </a:lnTo>
                  <a:lnTo>
                    <a:pt x="2" y="1026"/>
                  </a:lnTo>
                  <a:lnTo>
                    <a:pt x="11" y="913"/>
                  </a:lnTo>
                  <a:lnTo>
                    <a:pt x="26" y="798"/>
                  </a:lnTo>
                  <a:lnTo>
                    <a:pt x="48" y="684"/>
                  </a:lnTo>
                  <a:lnTo>
                    <a:pt x="76" y="568"/>
                  </a:lnTo>
                  <a:lnTo>
                    <a:pt x="111" y="454"/>
                  </a:lnTo>
                  <a:lnTo>
                    <a:pt x="152" y="338"/>
                  </a:lnTo>
                  <a:lnTo>
                    <a:pt x="200" y="223"/>
                  </a:lnTo>
                  <a:lnTo>
                    <a:pt x="97" y="171"/>
                  </a:lnTo>
                  <a:lnTo>
                    <a:pt x="350" y="4"/>
                  </a:lnTo>
                  <a:lnTo>
                    <a:pt x="361" y="0"/>
                  </a:lnTo>
                  <a:lnTo>
                    <a:pt x="37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7" name="isļíḓè">
              <a:extLst>
                <a:ext uri="{FF2B5EF4-FFF2-40B4-BE49-F238E27FC236}">
                  <a16:creationId xmlns:a16="http://schemas.microsoft.com/office/drawing/2014/main" id="{225D2461-C1C8-41E7-BD7B-2BDFF3F505AF}"/>
                </a:ext>
              </a:extLst>
            </p:cNvPr>
            <p:cNvSpPr/>
            <p:nvPr/>
          </p:nvSpPr>
          <p:spPr bwMode="auto">
            <a:xfrm>
              <a:off x="5888706" y="2791582"/>
              <a:ext cx="430206" cy="430024"/>
            </a:xfrm>
            <a:custGeom>
              <a:avLst/>
              <a:gdLst>
                <a:gd name="T0" fmla="*/ 3068 w 4740"/>
                <a:gd name="T1" fmla="*/ 1025 h 4737"/>
                <a:gd name="T2" fmla="*/ 2844 w 4740"/>
                <a:gd name="T3" fmla="*/ 1224 h 4737"/>
                <a:gd name="T4" fmla="*/ 2777 w 4740"/>
                <a:gd name="T5" fmla="*/ 1503 h 4737"/>
                <a:gd name="T6" fmla="*/ 2877 w 4740"/>
                <a:gd name="T7" fmla="*/ 1774 h 4737"/>
                <a:gd name="T8" fmla="*/ 3123 w 4740"/>
                <a:gd name="T9" fmla="*/ 1943 h 4737"/>
                <a:gd name="T10" fmla="*/ 3408 w 4740"/>
                <a:gd name="T11" fmla="*/ 1943 h 4737"/>
                <a:gd name="T12" fmla="*/ 3653 w 4740"/>
                <a:gd name="T13" fmla="*/ 1774 h 4737"/>
                <a:gd name="T14" fmla="*/ 3754 w 4740"/>
                <a:gd name="T15" fmla="*/ 1503 h 4737"/>
                <a:gd name="T16" fmla="*/ 3686 w 4740"/>
                <a:gd name="T17" fmla="*/ 1224 h 4737"/>
                <a:gd name="T18" fmla="*/ 3463 w 4740"/>
                <a:gd name="T19" fmla="*/ 1025 h 4737"/>
                <a:gd name="T20" fmla="*/ 4675 w 4740"/>
                <a:gd name="T21" fmla="*/ 2 h 4737"/>
                <a:gd name="T22" fmla="*/ 4740 w 4740"/>
                <a:gd name="T23" fmla="*/ 89 h 4737"/>
                <a:gd name="T24" fmla="*/ 4731 w 4740"/>
                <a:gd name="T25" fmla="*/ 240 h 4737"/>
                <a:gd name="T26" fmla="*/ 4679 w 4740"/>
                <a:gd name="T27" fmla="*/ 584 h 4737"/>
                <a:gd name="T28" fmla="*/ 4551 w 4740"/>
                <a:gd name="T29" fmla="*/ 1047 h 4737"/>
                <a:gd name="T30" fmla="*/ 4310 w 4740"/>
                <a:gd name="T31" fmla="*/ 1547 h 4737"/>
                <a:gd name="T32" fmla="*/ 3124 w 4740"/>
                <a:gd name="T33" fmla="*/ 2811 h 4737"/>
                <a:gd name="T34" fmla="*/ 3163 w 4740"/>
                <a:gd name="T35" fmla="*/ 2968 h 4737"/>
                <a:gd name="T36" fmla="*/ 3173 w 4740"/>
                <a:gd name="T37" fmla="*/ 3212 h 4737"/>
                <a:gd name="T38" fmla="*/ 3114 w 4740"/>
                <a:gd name="T39" fmla="*/ 3537 h 4737"/>
                <a:gd name="T40" fmla="*/ 2945 w 4740"/>
                <a:gd name="T41" fmla="*/ 3935 h 4737"/>
                <a:gd name="T42" fmla="*/ 2627 w 4740"/>
                <a:gd name="T43" fmla="*/ 4399 h 4737"/>
                <a:gd name="T44" fmla="*/ 2324 w 4740"/>
                <a:gd name="T45" fmla="*/ 4726 h 4737"/>
                <a:gd name="T46" fmla="*/ 2220 w 4740"/>
                <a:gd name="T47" fmla="*/ 4713 h 4737"/>
                <a:gd name="T48" fmla="*/ 2196 w 4740"/>
                <a:gd name="T49" fmla="*/ 4632 h 4737"/>
                <a:gd name="T50" fmla="*/ 2230 w 4740"/>
                <a:gd name="T51" fmla="*/ 4551 h 4737"/>
                <a:gd name="T52" fmla="*/ 2302 w 4740"/>
                <a:gd name="T53" fmla="*/ 4353 h 4737"/>
                <a:gd name="T54" fmla="*/ 2364 w 4740"/>
                <a:gd name="T55" fmla="*/ 4076 h 4737"/>
                <a:gd name="T56" fmla="*/ 2357 w 4740"/>
                <a:gd name="T57" fmla="*/ 3789 h 4737"/>
                <a:gd name="T58" fmla="*/ 2069 w 4740"/>
                <a:gd name="T59" fmla="*/ 3866 h 4737"/>
                <a:gd name="T60" fmla="*/ 2011 w 4740"/>
                <a:gd name="T61" fmla="*/ 3893 h 4737"/>
                <a:gd name="T62" fmla="*/ 1855 w 4740"/>
                <a:gd name="T63" fmla="*/ 3922 h 4737"/>
                <a:gd name="T64" fmla="*/ 1610 w 4740"/>
                <a:gd name="T65" fmla="*/ 3887 h 4737"/>
                <a:gd name="T66" fmla="*/ 1293 w 4740"/>
                <a:gd name="T67" fmla="*/ 3712 h 4737"/>
                <a:gd name="T68" fmla="*/ 976 w 4740"/>
                <a:gd name="T69" fmla="*/ 3376 h 4737"/>
                <a:gd name="T70" fmla="*/ 833 w 4740"/>
                <a:gd name="T71" fmla="*/ 3072 h 4737"/>
                <a:gd name="T72" fmla="*/ 817 w 4740"/>
                <a:gd name="T73" fmla="*/ 2843 h 4737"/>
                <a:gd name="T74" fmla="*/ 852 w 4740"/>
                <a:gd name="T75" fmla="*/ 2708 h 4737"/>
                <a:gd name="T76" fmla="*/ 879 w 4740"/>
                <a:gd name="T77" fmla="*/ 2661 h 4737"/>
                <a:gd name="T78" fmla="*/ 892 w 4740"/>
                <a:gd name="T79" fmla="*/ 2371 h 4737"/>
                <a:gd name="T80" fmla="*/ 601 w 4740"/>
                <a:gd name="T81" fmla="*/ 2383 h 4737"/>
                <a:gd name="T82" fmla="*/ 336 w 4740"/>
                <a:gd name="T83" fmla="*/ 2451 h 4737"/>
                <a:gd name="T84" fmla="*/ 160 w 4740"/>
                <a:gd name="T85" fmla="*/ 2519 h 4737"/>
                <a:gd name="T86" fmla="*/ 82 w 4740"/>
                <a:gd name="T87" fmla="*/ 2545 h 4737"/>
                <a:gd name="T88" fmla="*/ 16 w 4740"/>
                <a:gd name="T89" fmla="*/ 2507 h 4737"/>
                <a:gd name="T90" fmla="*/ 25 w 4740"/>
                <a:gd name="T91" fmla="*/ 2395 h 4737"/>
                <a:gd name="T92" fmla="*/ 528 w 4740"/>
                <a:gd name="T93" fmla="*/ 1966 h 4737"/>
                <a:gd name="T94" fmla="*/ 967 w 4740"/>
                <a:gd name="T95" fmla="*/ 1711 h 4737"/>
                <a:gd name="T96" fmla="*/ 1338 w 4740"/>
                <a:gd name="T97" fmla="*/ 1591 h 4737"/>
                <a:gd name="T98" fmla="*/ 1632 w 4740"/>
                <a:gd name="T99" fmla="*/ 1564 h 4737"/>
                <a:gd name="T100" fmla="*/ 1844 w 4740"/>
                <a:gd name="T101" fmla="*/ 1590 h 4737"/>
                <a:gd name="T102" fmla="*/ 2905 w 4740"/>
                <a:gd name="T103" fmla="*/ 642 h 4737"/>
                <a:gd name="T104" fmla="*/ 3392 w 4740"/>
                <a:gd name="T105" fmla="*/ 318 h 4737"/>
                <a:gd name="T106" fmla="*/ 3887 w 4740"/>
                <a:gd name="T107" fmla="*/ 126 h 4737"/>
                <a:gd name="T108" fmla="*/ 4312 w 4740"/>
                <a:gd name="T109" fmla="*/ 33 h 4737"/>
                <a:gd name="T110" fmla="*/ 4589 w 4740"/>
                <a:gd name="T111" fmla="*/ 2 h 4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4740" h="4737">
                  <a:moveTo>
                    <a:pt x="3294" y="985"/>
                  </a:moveTo>
                  <a:lnTo>
                    <a:pt x="3236" y="985"/>
                  </a:lnTo>
                  <a:lnTo>
                    <a:pt x="3179" y="992"/>
                  </a:lnTo>
                  <a:lnTo>
                    <a:pt x="3123" y="1005"/>
                  </a:lnTo>
                  <a:lnTo>
                    <a:pt x="3068" y="1025"/>
                  </a:lnTo>
                  <a:lnTo>
                    <a:pt x="3014" y="1053"/>
                  </a:lnTo>
                  <a:lnTo>
                    <a:pt x="2965" y="1087"/>
                  </a:lnTo>
                  <a:lnTo>
                    <a:pt x="2919" y="1127"/>
                  </a:lnTo>
                  <a:lnTo>
                    <a:pt x="2877" y="1174"/>
                  </a:lnTo>
                  <a:lnTo>
                    <a:pt x="2844" y="1224"/>
                  </a:lnTo>
                  <a:lnTo>
                    <a:pt x="2817" y="1276"/>
                  </a:lnTo>
                  <a:lnTo>
                    <a:pt x="2797" y="1331"/>
                  </a:lnTo>
                  <a:lnTo>
                    <a:pt x="2782" y="1388"/>
                  </a:lnTo>
                  <a:lnTo>
                    <a:pt x="2777" y="1444"/>
                  </a:lnTo>
                  <a:lnTo>
                    <a:pt x="2777" y="1503"/>
                  </a:lnTo>
                  <a:lnTo>
                    <a:pt x="2782" y="1561"/>
                  </a:lnTo>
                  <a:lnTo>
                    <a:pt x="2797" y="1617"/>
                  </a:lnTo>
                  <a:lnTo>
                    <a:pt x="2817" y="1672"/>
                  </a:lnTo>
                  <a:lnTo>
                    <a:pt x="2844" y="1724"/>
                  </a:lnTo>
                  <a:lnTo>
                    <a:pt x="2877" y="1774"/>
                  </a:lnTo>
                  <a:lnTo>
                    <a:pt x="2919" y="1820"/>
                  </a:lnTo>
                  <a:lnTo>
                    <a:pt x="2965" y="1861"/>
                  </a:lnTo>
                  <a:lnTo>
                    <a:pt x="3014" y="1895"/>
                  </a:lnTo>
                  <a:lnTo>
                    <a:pt x="3068" y="1923"/>
                  </a:lnTo>
                  <a:lnTo>
                    <a:pt x="3123" y="1943"/>
                  </a:lnTo>
                  <a:lnTo>
                    <a:pt x="3179" y="1956"/>
                  </a:lnTo>
                  <a:lnTo>
                    <a:pt x="3236" y="1963"/>
                  </a:lnTo>
                  <a:lnTo>
                    <a:pt x="3294" y="1963"/>
                  </a:lnTo>
                  <a:lnTo>
                    <a:pt x="3352" y="1956"/>
                  </a:lnTo>
                  <a:lnTo>
                    <a:pt x="3408" y="1943"/>
                  </a:lnTo>
                  <a:lnTo>
                    <a:pt x="3463" y="1923"/>
                  </a:lnTo>
                  <a:lnTo>
                    <a:pt x="3516" y="1895"/>
                  </a:lnTo>
                  <a:lnTo>
                    <a:pt x="3565" y="1861"/>
                  </a:lnTo>
                  <a:lnTo>
                    <a:pt x="3611" y="1820"/>
                  </a:lnTo>
                  <a:lnTo>
                    <a:pt x="3653" y="1774"/>
                  </a:lnTo>
                  <a:lnTo>
                    <a:pt x="3686" y="1724"/>
                  </a:lnTo>
                  <a:lnTo>
                    <a:pt x="3714" y="1672"/>
                  </a:lnTo>
                  <a:lnTo>
                    <a:pt x="3734" y="1617"/>
                  </a:lnTo>
                  <a:lnTo>
                    <a:pt x="3748" y="1560"/>
                  </a:lnTo>
                  <a:lnTo>
                    <a:pt x="3754" y="1503"/>
                  </a:lnTo>
                  <a:lnTo>
                    <a:pt x="3754" y="1444"/>
                  </a:lnTo>
                  <a:lnTo>
                    <a:pt x="3748" y="1388"/>
                  </a:lnTo>
                  <a:lnTo>
                    <a:pt x="3734" y="1331"/>
                  </a:lnTo>
                  <a:lnTo>
                    <a:pt x="3714" y="1276"/>
                  </a:lnTo>
                  <a:lnTo>
                    <a:pt x="3686" y="1224"/>
                  </a:lnTo>
                  <a:lnTo>
                    <a:pt x="3653" y="1174"/>
                  </a:lnTo>
                  <a:lnTo>
                    <a:pt x="3611" y="1127"/>
                  </a:lnTo>
                  <a:lnTo>
                    <a:pt x="3565" y="1087"/>
                  </a:lnTo>
                  <a:lnTo>
                    <a:pt x="3516" y="1053"/>
                  </a:lnTo>
                  <a:lnTo>
                    <a:pt x="3463" y="1025"/>
                  </a:lnTo>
                  <a:lnTo>
                    <a:pt x="3408" y="1005"/>
                  </a:lnTo>
                  <a:lnTo>
                    <a:pt x="3352" y="992"/>
                  </a:lnTo>
                  <a:lnTo>
                    <a:pt x="3294" y="985"/>
                  </a:lnTo>
                  <a:close/>
                  <a:moveTo>
                    <a:pt x="4652" y="0"/>
                  </a:moveTo>
                  <a:lnTo>
                    <a:pt x="4675" y="2"/>
                  </a:lnTo>
                  <a:lnTo>
                    <a:pt x="4697" y="11"/>
                  </a:lnTo>
                  <a:lnTo>
                    <a:pt x="4715" y="25"/>
                  </a:lnTo>
                  <a:lnTo>
                    <a:pt x="4728" y="44"/>
                  </a:lnTo>
                  <a:lnTo>
                    <a:pt x="4737" y="64"/>
                  </a:lnTo>
                  <a:lnTo>
                    <a:pt x="4740" y="89"/>
                  </a:lnTo>
                  <a:lnTo>
                    <a:pt x="4740" y="99"/>
                  </a:lnTo>
                  <a:lnTo>
                    <a:pt x="4740" y="121"/>
                  </a:lnTo>
                  <a:lnTo>
                    <a:pt x="4737" y="151"/>
                  </a:lnTo>
                  <a:lnTo>
                    <a:pt x="4736" y="191"/>
                  </a:lnTo>
                  <a:lnTo>
                    <a:pt x="4731" y="240"/>
                  </a:lnTo>
                  <a:lnTo>
                    <a:pt x="4726" y="296"/>
                  </a:lnTo>
                  <a:lnTo>
                    <a:pt x="4717" y="358"/>
                  </a:lnTo>
                  <a:lnTo>
                    <a:pt x="4707" y="429"/>
                  </a:lnTo>
                  <a:lnTo>
                    <a:pt x="4695" y="504"/>
                  </a:lnTo>
                  <a:lnTo>
                    <a:pt x="4679" y="584"/>
                  </a:lnTo>
                  <a:lnTo>
                    <a:pt x="4661" y="671"/>
                  </a:lnTo>
                  <a:lnTo>
                    <a:pt x="4639" y="760"/>
                  </a:lnTo>
                  <a:lnTo>
                    <a:pt x="4615" y="852"/>
                  </a:lnTo>
                  <a:lnTo>
                    <a:pt x="4584" y="949"/>
                  </a:lnTo>
                  <a:lnTo>
                    <a:pt x="4551" y="1047"/>
                  </a:lnTo>
                  <a:lnTo>
                    <a:pt x="4514" y="1146"/>
                  </a:lnTo>
                  <a:lnTo>
                    <a:pt x="4470" y="1247"/>
                  </a:lnTo>
                  <a:lnTo>
                    <a:pt x="4423" y="1346"/>
                  </a:lnTo>
                  <a:lnTo>
                    <a:pt x="4370" y="1447"/>
                  </a:lnTo>
                  <a:lnTo>
                    <a:pt x="4310" y="1547"/>
                  </a:lnTo>
                  <a:lnTo>
                    <a:pt x="4246" y="1645"/>
                  </a:lnTo>
                  <a:lnTo>
                    <a:pt x="4175" y="1741"/>
                  </a:lnTo>
                  <a:lnTo>
                    <a:pt x="4097" y="1833"/>
                  </a:lnTo>
                  <a:lnTo>
                    <a:pt x="4013" y="1923"/>
                  </a:lnTo>
                  <a:lnTo>
                    <a:pt x="3124" y="2811"/>
                  </a:lnTo>
                  <a:lnTo>
                    <a:pt x="3133" y="2834"/>
                  </a:lnTo>
                  <a:lnTo>
                    <a:pt x="3140" y="2863"/>
                  </a:lnTo>
                  <a:lnTo>
                    <a:pt x="3148" y="2893"/>
                  </a:lnTo>
                  <a:lnTo>
                    <a:pt x="3156" y="2929"/>
                  </a:lnTo>
                  <a:lnTo>
                    <a:pt x="3163" y="2968"/>
                  </a:lnTo>
                  <a:lnTo>
                    <a:pt x="3169" y="3010"/>
                  </a:lnTo>
                  <a:lnTo>
                    <a:pt x="3172" y="3055"/>
                  </a:lnTo>
                  <a:lnTo>
                    <a:pt x="3174" y="3104"/>
                  </a:lnTo>
                  <a:lnTo>
                    <a:pt x="3174" y="3157"/>
                  </a:lnTo>
                  <a:lnTo>
                    <a:pt x="3173" y="3212"/>
                  </a:lnTo>
                  <a:lnTo>
                    <a:pt x="3167" y="3271"/>
                  </a:lnTo>
                  <a:lnTo>
                    <a:pt x="3160" y="3333"/>
                  </a:lnTo>
                  <a:lnTo>
                    <a:pt x="3148" y="3398"/>
                  </a:lnTo>
                  <a:lnTo>
                    <a:pt x="3133" y="3465"/>
                  </a:lnTo>
                  <a:lnTo>
                    <a:pt x="3114" y="3537"/>
                  </a:lnTo>
                  <a:lnTo>
                    <a:pt x="3089" y="3611"/>
                  </a:lnTo>
                  <a:lnTo>
                    <a:pt x="3062" y="3687"/>
                  </a:lnTo>
                  <a:lnTo>
                    <a:pt x="3029" y="3768"/>
                  </a:lnTo>
                  <a:lnTo>
                    <a:pt x="2990" y="3850"/>
                  </a:lnTo>
                  <a:lnTo>
                    <a:pt x="2945" y="3935"/>
                  </a:lnTo>
                  <a:lnTo>
                    <a:pt x="2895" y="4023"/>
                  </a:lnTo>
                  <a:lnTo>
                    <a:pt x="2839" y="4113"/>
                  </a:lnTo>
                  <a:lnTo>
                    <a:pt x="2775" y="4206"/>
                  </a:lnTo>
                  <a:lnTo>
                    <a:pt x="2704" y="4301"/>
                  </a:lnTo>
                  <a:lnTo>
                    <a:pt x="2627" y="4399"/>
                  </a:lnTo>
                  <a:lnTo>
                    <a:pt x="2542" y="4499"/>
                  </a:lnTo>
                  <a:lnTo>
                    <a:pt x="2449" y="4602"/>
                  </a:lnTo>
                  <a:lnTo>
                    <a:pt x="2347" y="4707"/>
                  </a:lnTo>
                  <a:lnTo>
                    <a:pt x="2343" y="4711"/>
                  </a:lnTo>
                  <a:lnTo>
                    <a:pt x="2324" y="4726"/>
                  </a:lnTo>
                  <a:lnTo>
                    <a:pt x="2304" y="4734"/>
                  </a:lnTo>
                  <a:lnTo>
                    <a:pt x="2282" y="4737"/>
                  </a:lnTo>
                  <a:lnTo>
                    <a:pt x="2260" y="4734"/>
                  </a:lnTo>
                  <a:lnTo>
                    <a:pt x="2239" y="4727"/>
                  </a:lnTo>
                  <a:lnTo>
                    <a:pt x="2220" y="4713"/>
                  </a:lnTo>
                  <a:lnTo>
                    <a:pt x="2219" y="4711"/>
                  </a:lnTo>
                  <a:lnTo>
                    <a:pt x="2206" y="4694"/>
                  </a:lnTo>
                  <a:lnTo>
                    <a:pt x="2197" y="4675"/>
                  </a:lnTo>
                  <a:lnTo>
                    <a:pt x="2194" y="4654"/>
                  </a:lnTo>
                  <a:lnTo>
                    <a:pt x="2196" y="4632"/>
                  </a:lnTo>
                  <a:lnTo>
                    <a:pt x="2203" y="4612"/>
                  </a:lnTo>
                  <a:lnTo>
                    <a:pt x="2204" y="4606"/>
                  </a:lnTo>
                  <a:lnTo>
                    <a:pt x="2210" y="4595"/>
                  </a:lnTo>
                  <a:lnTo>
                    <a:pt x="2219" y="4576"/>
                  </a:lnTo>
                  <a:lnTo>
                    <a:pt x="2230" y="4551"/>
                  </a:lnTo>
                  <a:lnTo>
                    <a:pt x="2242" y="4521"/>
                  </a:lnTo>
                  <a:lnTo>
                    <a:pt x="2256" y="4485"/>
                  </a:lnTo>
                  <a:lnTo>
                    <a:pt x="2271" y="4445"/>
                  </a:lnTo>
                  <a:lnTo>
                    <a:pt x="2286" y="4400"/>
                  </a:lnTo>
                  <a:lnTo>
                    <a:pt x="2302" y="4353"/>
                  </a:lnTo>
                  <a:lnTo>
                    <a:pt x="2317" y="4301"/>
                  </a:lnTo>
                  <a:lnTo>
                    <a:pt x="2331" y="4247"/>
                  </a:lnTo>
                  <a:lnTo>
                    <a:pt x="2344" y="4193"/>
                  </a:lnTo>
                  <a:lnTo>
                    <a:pt x="2356" y="4135"/>
                  </a:lnTo>
                  <a:lnTo>
                    <a:pt x="2364" y="4076"/>
                  </a:lnTo>
                  <a:lnTo>
                    <a:pt x="2370" y="4018"/>
                  </a:lnTo>
                  <a:lnTo>
                    <a:pt x="2373" y="3959"/>
                  </a:lnTo>
                  <a:lnTo>
                    <a:pt x="2371" y="3902"/>
                  </a:lnTo>
                  <a:lnTo>
                    <a:pt x="2367" y="3844"/>
                  </a:lnTo>
                  <a:lnTo>
                    <a:pt x="2357" y="3789"/>
                  </a:lnTo>
                  <a:lnTo>
                    <a:pt x="2343" y="3736"/>
                  </a:lnTo>
                  <a:lnTo>
                    <a:pt x="2322" y="3686"/>
                  </a:lnTo>
                  <a:lnTo>
                    <a:pt x="2296" y="3638"/>
                  </a:lnTo>
                  <a:lnTo>
                    <a:pt x="2077" y="3857"/>
                  </a:lnTo>
                  <a:lnTo>
                    <a:pt x="2069" y="3866"/>
                  </a:lnTo>
                  <a:lnTo>
                    <a:pt x="2059" y="3871"/>
                  </a:lnTo>
                  <a:lnTo>
                    <a:pt x="2054" y="3874"/>
                  </a:lnTo>
                  <a:lnTo>
                    <a:pt x="2044" y="3879"/>
                  </a:lnTo>
                  <a:lnTo>
                    <a:pt x="2030" y="3884"/>
                  </a:lnTo>
                  <a:lnTo>
                    <a:pt x="2011" y="3893"/>
                  </a:lnTo>
                  <a:lnTo>
                    <a:pt x="1988" y="3900"/>
                  </a:lnTo>
                  <a:lnTo>
                    <a:pt x="1961" y="3907"/>
                  </a:lnTo>
                  <a:lnTo>
                    <a:pt x="1930" y="3915"/>
                  </a:lnTo>
                  <a:lnTo>
                    <a:pt x="1894" y="3919"/>
                  </a:lnTo>
                  <a:lnTo>
                    <a:pt x="1855" y="3922"/>
                  </a:lnTo>
                  <a:lnTo>
                    <a:pt x="1812" y="3923"/>
                  </a:lnTo>
                  <a:lnTo>
                    <a:pt x="1767" y="3920"/>
                  </a:lnTo>
                  <a:lnTo>
                    <a:pt x="1717" y="3915"/>
                  </a:lnTo>
                  <a:lnTo>
                    <a:pt x="1665" y="3903"/>
                  </a:lnTo>
                  <a:lnTo>
                    <a:pt x="1610" y="3887"/>
                  </a:lnTo>
                  <a:lnTo>
                    <a:pt x="1551" y="3866"/>
                  </a:lnTo>
                  <a:lnTo>
                    <a:pt x="1491" y="3838"/>
                  </a:lnTo>
                  <a:lnTo>
                    <a:pt x="1427" y="3804"/>
                  </a:lnTo>
                  <a:lnTo>
                    <a:pt x="1361" y="3762"/>
                  </a:lnTo>
                  <a:lnTo>
                    <a:pt x="1293" y="3712"/>
                  </a:lnTo>
                  <a:lnTo>
                    <a:pt x="1224" y="3653"/>
                  </a:lnTo>
                  <a:lnTo>
                    <a:pt x="1152" y="3585"/>
                  </a:lnTo>
                  <a:lnTo>
                    <a:pt x="1084" y="3513"/>
                  </a:lnTo>
                  <a:lnTo>
                    <a:pt x="1025" y="3444"/>
                  </a:lnTo>
                  <a:lnTo>
                    <a:pt x="976" y="3376"/>
                  </a:lnTo>
                  <a:lnTo>
                    <a:pt x="934" y="3310"/>
                  </a:lnTo>
                  <a:lnTo>
                    <a:pt x="900" y="3246"/>
                  </a:lnTo>
                  <a:lnTo>
                    <a:pt x="871" y="3186"/>
                  </a:lnTo>
                  <a:lnTo>
                    <a:pt x="849" y="3128"/>
                  </a:lnTo>
                  <a:lnTo>
                    <a:pt x="833" y="3072"/>
                  </a:lnTo>
                  <a:lnTo>
                    <a:pt x="823" y="3020"/>
                  </a:lnTo>
                  <a:lnTo>
                    <a:pt x="816" y="2971"/>
                  </a:lnTo>
                  <a:lnTo>
                    <a:pt x="813" y="2925"/>
                  </a:lnTo>
                  <a:lnTo>
                    <a:pt x="815" y="2882"/>
                  </a:lnTo>
                  <a:lnTo>
                    <a:pt x="817" y="2843"/>
                  </a:lnTo>
                  <a:lnTo>
                    <a:pt x="823" y="2808"/>
                  </a:lnTo>
                  <a:lnTo>
                    <a:pt x="829" y="2777"/>
                  </a:lnTo>
                  <a:lnTo>
                    <a:pt x="836" y="2749"/>
                  </a:lnTo>
                  <a:lnTo>
                    <a:pt x="845" y="2726"/>
                  </a:lnTo>
                  <a:lnTo>
                    <a:pt x="852" y="2708"/>
                  </a:lnTo>
                  <a:lnTo>
                    <a:pt x="858" y="2693"/>
                  </a:lnTo>
                  <a:lnTo>
                    <a:pt x="864" y="2683"/>
                  </a:lnTo>
                  <a:lnTo>
                    <a:pt x="865" y="2679"/>
                  </a:lnTo>
                  <a:lnTo>
                    <a:pt x="872" y="2670"/>
                  </a:lnTo>
                  <a:lnTo>
                    <a:pt x="879" y="2661"/>
                  </a:lnTo>
                  <a:lnTo>
                    <a:pt x="1100" y="2441"/>
                  </a:lnTo>
                  <a:lnTo>
                    <a:pt x="1052" y="2415"/>
                  </a:lnTo>
                  <a:lnTo>
                    <a:pt x="1000" y="2395"/>
                  </a:lnTo>
                  <a:lnTo>
                    <a:pt x="947" y="2381"/>
                  </a:lnTo>
                  <a:lnTo>
                    <a:pt x="892" y="2371"/>
                  </a:lnTo>
                  <a:lnTo>
                    <a:pt x="836" y="2366"/>
                  </a:lnTo>
                  <a:lnTo>
                    <a:pt x="777" y="2365"/>
                  </a:lnTo>
                  <a:lnTo>
                    <a:pt x="719" y="2368"/>
                  </a:lnTo>
                  <a:lnTo>
                    <a:pt x="660" y="2373"/>
                  </a:lnTo>
                  <a:lnTo>
                    <a:pt x="601" y="2383"/>
                  </a:lnTo>
                  <a:lnTo>
                    <a:pt x="545" y="2394"/>
                  </a:lnTo>
                  <a:lnTo>
                    <a:pt x="489" y="2407"/>
                  </a:lnTo>
                  <a:lnTo>
                    <a:pt x="435" y="2421"/>
                  </a:lnTo>
                  <a:lnTo>
                    <a:pt x="385" y="2435"/>
                  </a:lnTo>
                  <a:lnTo>
                    <a:pt x="336" y="2451"/>
                  </a:lnTo>
                  <a:lnTo>
                    <a:pt x="291" y="2467"/>
                  </a:lnTo>
                  <a:lnTo>
                    <a:pt x="251" y="2481"/>
                  </a:lnTo>
                  <a:lnTo>
                    <a:pt x="216" y="2496"/>
                  </a:lnTo>
                  <a:lnTo>
                    <a:pt x="186" y="2509"/>
                  </a:lnTo>
                  <a:lnTo>
                    <a:pt x="160" y="2519"/>
                  </a:lnTo>
                  <a:lnTo>
                    <a:pt x="141" y="2528"/>
                  </a:lnTo>
                  <a:lnTo>
                    <a:pt x="130" y="2533"/>
                  </a:lnTo>
                  <a:lnTo>
                    <a:pt x="125" y="2535"/>
                  </a:lnTo>
                  <a:lnTo>
                    <a:pt x="104" y="2542"/>
                  </a:lnTo>
                  <a:lnTo>
                    <a:pt x="82" y="2545"/>
                  </a:lnTo>
                  <a:lnTo>
                    <a:pt x="62" y="2540"/>
                  </a:lnTo>
                  <a:lnTo>
                    <a:pt x="42" y="2532"/>
                  </a:lnTo>
                  <a:lnTo>
                    <a:pt x="25" y="2519"/>
                  </a:lnTo>
                  <a:lnTo>
                    <a:pt x="20" y="2513"/>
                  </a:lnTo>
                  <a:lnTo>
                    <a:pt x="16" y="2507"/>
                  </a:lnTo>
                  <a:lnTo>
                    <a:pt x="4" y="2486"/>
                  </a:lnTo>
                  <a:lnTo>
                    <a:pt x="0" y="2461"/>
                  </a:lnTo>
                  <a:lnTo>
                    <a:pt x="1" y="2438"/>
                  </a:lnTo>
                  <a:lnTo>
                    <a:pt x="10" y="2415"/>
                  </a:lnTo>
                  <a:lnTo>
                    <a:pt x="25" y="2395"/>
                  </a:lnTo>
                  <a:lnTo>
                    <a:pt x="130" y="2294"/>
                  </a:lnTo>
                  <a:lnTo>
                    <a:pt x="232" y="2201"/>
                  </a:lnTo>
                  <a:lnTo>
                    <a:pt x="333" y="2114"/>
                  </a:lnTo>
                  <a:lnTo>
                    <a:pt x="431" y="2036"/>
                  </a:lnTo>
                  <a:lnTo>
                    <a:pt x="528" y="1966"/>
                  </a:lnTo>
                  <a:lnTo>
                    <a:pt x="620" y="1902"/>
                  </a:lnTo>
                  <a:lnTo>
                    <a:pt x="711" y="1845"/>
                  </a:lnTo>
                  <a:lnTo>
                    <a:pt x="799" y="1794"/>
                  </a:lnTo>
                  <a:lnTo>
                    <a:pt x="885" y="1750"/>
                  </a:lnTo>
                  <a:lnTo>
                    <a:pt x="967" y="1711"/>
                  </a:lnTo>
                  <a:lnTo>
                    <a:pt x="1047" y="1678"/>
                  </a:lnTo>
                  <a:lnTo>
                    <a:pt x="1124" y="1649"/>
                  </a:lnTo>
                  <a:lnTo>
                    <a:pt x="1198" y="1626"/>
                  </a:lnTo>
                  <a:lnTo>
                    <a:pt x="1270" y="1606"/>
                  </a:lnTo>
                  <a:lnTo>
                    <a:pt x="1338" y="1591"/>
                  </a:lnTo>
                  <a:lnTo>
                    <a:pt x="1404" y="1580"/>
                  </a:lnTo>
                  <a:lnTo>
                    <a:pt x="1466" y="1571"/>
                  </a:lnTo>
                  <a:lnTo>
                    <a:pt x="1524" y="1567"/>
                  </a:lnTo>
                  <a:lnTo>
                    <a:pt x="1580" y="1564"/>
                  </a:lnTo>
                  <a:lnTo>
                    <a:pt x="1632" y="1564"/>
                  </a:lnTo>
                  <a:lnTo>
                    <a:pt x="1682" y="1567"/>
                  </a:lnTo>
                  <a:lnTo>
                    <a:pt x="1727" y="1571"/>
                  </a:lnTo>
                  <a:lnTo>
                    <a:pt x="1769" y="1577"/>
                  </a:lnTo>
                  <a:lnTo>
                    <a:pt x="1808" y="1583"/>
                  </a:lnTo>
                  <a:lnTo>
                    <a:pt x="1844" y="1590"/>
                  </a:lnTo>
                  <a:lnTo>
                    <a:pt x="1874" y="1598"/>
                  </a:lnTo>
                  <a:lnTo>
                    <a:pt x="1903" y="1607"/>
                  </a:lnTo>
                  <a:lnTo>
                    <a:pt x="1926" y="1614"/>
                  </a:lnTo>
                  <a:lnTo>
                    <a:pt x="2815" y="726"/>
                  </a:lnTo>
                  <a:lnTo>
                    <a:pt x="2905" y="642"/>
                  </a:lnTo>
                  <a:lnTo>
                    <a:pt x="2999" y="564"/>
                  </a:lnTo>
                  <a:lnTo>
                    <a:pt x="3094" y="494"/>
                  </a:lnTo>
                  <a:lnTo>
                    <a:pt x="3192" y="429"/>
                  </a:lnTo>
                  <a:lnTo>
                    <a:pt x="3291" y="370"/>
                  </a:lnTo>
                  <a:lnTo>
                    <a:pt x="3392" y="318"/>
                  </a:lnTo>
                  <a:lnTo>
                    <a:pt x="3493" y="269"/>
                  </a:lnTo>
                  <a:lnTo>
                    <a:pt x="3592" y="227"/>
                  </a:lnTo>
                  <a:lnTo>
                    <a:pt x="3692" y="188"/>
                  </a:lnTo>
                  <a:lnTo>
                    <a:pt x="3790" y="155"/>
                  </a:lnTo>
                  <a:lnTo>
                    <a:pt x="3887" y="126"/>
                  </a:lnTo>
                  <a:lnTo>
                    <a:pt x="3979" y="100"/>
                  </a:lnTo>
                  <a:lnTo>
                    <a:pt x="4070" y="79"/>
                  </a:lnTo>
                  <a:lnTo>
                    <a:pt x="4155" y="60"/>
                  </a:lnTo>
                  <a:lnTo>
                    <a:pt x="4235" y="46"/>
                  </a:lnTo>
                  <a:lnTo>
                    <a:pt x="4312" y="33"/>
                  </a:lnTo>
                  <a:lnTo>
                    <a:pt x="4381" y="23"/>
                  </a:lnTo>
                  <a:lnTo>
                    <a:pt x="4444" y="15"/>
                  </a:lnTo>
                  <a:lnTo>
                    <a:pt x="4501" y="10"/>
                  </a:lnTo>
                  <a:lnTo>
                    <a:pt x="4548" y="5"/>
                  </a:lnTo>
                  <a:lnTo>
                    <a:pt x="4589" y="2"/>
                  </a:lnTo>
                  <a:lnTo>
                    <a:pt x="4619" y="1"/>
                  </a:lnTo>
                  <a:lnTo>
                    <a:pt x="4641" y="0"/>
                  </a:lnTo>
                  <a:lnTo>
                    <a:pt x="465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8" name="íṡ1íďé">
              <a:extLst>
                <a:ext uri="{FF2B5EF4-FFF2-40B4-BE49-F238E27FC236}">
                  <a16:creationId xmlns:a16="http://schemas.microsoft.com/office/drawing/2014/main" id="{AC487FFE-943C-45AF-8FF8-04C06D7EAAD4}"/>
                </a:ext>
              </a:extLst>
            </p:cNvPr>
            <p:cNvSpPr/>
            <p:nvPr/>
          </p:nvSpPr>
          <p:spPr bwMode="auto">
            <a:xfrm>
              <a:off x="5905769" y="3077297"/>
              <a:ext cx="127428" cy="127065"/>
            </a:xfrm>
            <a:custGeom>
              <a:avLst/>
              <a:gdLst>
                <a:gd name="T0" fmla="*/ 558 w 1403"/>
                <a:gd name="T1" fmla="*/ 29 h 1400"/>
                <a:gd name="T2" fmla="*/ 507 w 1403"/>
                <a:gd name="T3" fmla="*/ 166 h 1400"/>
                <a:gd name="T4" fmla="*/ 451 w 1403"/>
                <a:gd name="T5" fmla="*/ 387 h 1400"/>
                <a:gd name="T6" fmla="*/ 416 w 1403"/>
                <a:gd name="T7" fmla="*/ 632 h 1400"/>
                <a:gd name="T8" fmla="*/ 404 w 1403"/>
                <a:gd name="T9" fmla="*/ 879 h 1400"/>
                <a:gd name="T10" fmla="*/ 402 w 1403"/>
                <a:gd name="T11" fmla="*/ 941 h 1400"/>
                <a:gd name="T12" fmla="*/ 405 w 1403"/>
                <a:gd name="T13" fmla="*/ 979 h 1400"/>
                <a:gd name="T14" fmla="*/ 421 w 1403"/>
                <a:gd name="T15" fmla="*/ 997 h 1400"/>
                <a:gd name="T16" fmla="*/ 564 w 1403"/>
                <a:gd name="T17" fmla="*/ 1000 h 1400"/>
                <a:gd name="T18" fmla="*/ 826 w 1403"/>
                <a:gd name="T19" fmla="*/ 979 h 1400"/>
                <a:gd name="T20" fmla="*/ 1061 w 1403"/>
                <a:gd name="T21" fmla="*/ 941 h 1400"/>
                <a:gd name="T22" fmla="*/ 1245 w 1403"/>
                <a:gd name="T23" fmla="*/ 890 h 1400"/>
                <a:gd name="T24" fmla="*/ 1403 w 1403"/>
                <a:gd name="T25" fmla="*/ 832 h 1400"/>
                <a:gd name="T26" fmla="*/ 1343 w 1403"/>
                <a:gd name="T27" fmla="*/ 938 h 1400"/>
                <a:gd name="T28" fmla="*/ 1267 w 1403"/>
                <a:gd name="T29" fmla="*/ 1033 h 1400"/>
                <a:gd name="T30" fmla="*/ 1147 w 1403"/>
                <a:gd name="T31" fmla="*/ 1139 h 1400"/>
                <a:gd name="T32" fmla="*/ 1013 w 1403"/>
                <a:gd name="T33" fmla="*/ 1226 h 1400"/>
                <a:gd name="T34" fmla="*/ 866 w 1403"/>
                <a:gd name="T35" fmla="*/ 1295 h 1400"/>
                <a:gd name="T36" fmla="*/ 712 w 1403"/>
                <a:gd name="T37" fmla="*/ 1345 h 1400"/>
                <a:gd name="T38" fmla="*/ 553 w 1403"/>
                <a:gd name="T39" fmla="*/ 1378 h 1400"/>
                <a:gd name="T40" fmla="*/ 395 w 1403"/>
                <a:gd name="T41" fmla="*/ 1397 h 1400"/>
                <a:gd name="T42" fmla="*/ 187 w 1403"/>
                <a:gd name="T43" fmla="*/ 1397 h 1400"/>
                <a:gd name="T44" fmla="*/ 114 w 1403"/>
                <a:gd name="T45" fmla="*/ 1378 h 1400"/>
                <a:gd name="T46" fmla="*/ 55 w 1403"/>
                <a:gd name="T47" fmla="*/ 1335 h 1400"/>
                <a:gd name="T48" fmla="*/ 14 w 1403"/>
                <a:gd name="T49" fmla="*/ 1270 h 1400"/>
                <a:gd name="T50" fmla="*/ 1 w 1403"/>
                <a:gd name="T51" fmla="*/ 1204 h 1400"/>
                <a:gd name="T52" fmla="*/ 0 w 1403"/>
                <a:gd name="T53" fmla="*/ 1134 h 1400"/>
                <a:gd name="T54" fmla="*/ 4 w 1403"/>
                <a:gd name="T55" fmla="*/ 1002 h 1400"/>
                <a:gd name="T56" fmla="*/ 29 w 1403"/>
                <a:gd name="T57" fmla="*/ 811 h 1400"/>
                <a:gd name="T58" fmla="*/ 78 w 1403"/>
                <a:gd name="T59" fmla="*/ 619 h 1400"/>
                <a:gd name="T60" fmla="*/ 153 w 1403"/>
                <a:gd name="T61" fmla="*/ 435 h 1400"/>
                <a:gd name="T62" fmla="*/ 233 w 1403"/>
                <a:gd name="T63" fmla="*/ 294 h 1400"/>
                <a:gd name="T64" fmla="*/ 313 w 1403"/>
                <a:gd name="T65" fmla="*/ 191 h 1400"/>
                <a:gd name="T66" fmla="*/ 405 w 1403"/>
                <a:gd name="T67" fmla="*/ 102 h 1400"/>
                <a:gd name="T68" fmla="*/ 512 w 1403"/>
                <a:gd name="T69" fmla="*/ 29 h 14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03" h="1400">
                  <a:moveTo>
                    <a:pt x="569" y="0"/>
                  </a:moveTo>
                  <a:lnTo>
                    <a:pt x="558" y="29"/>
                  </a:lnTo>
                  <a:lnTo>
                    <a:pt x="546" y="58"/>
                  </a:lnTo>
                  <a:lnTo>
                    <a:pt x="507" y="166"/>
                  </a:lnTo>
                  <a:lnTo>
                    <a:pt x="477" y="276"/>
                  </a:lnTo>
                  <a:lnTo>
                    <a:pt x="451" y="387"/>
                  </a:lnTo>
                  <a:lnTo>
                    <a:pt x="432" y="501"/>
                  </a:lnTo>
                  <a:lnTo>
                    <a:pt x="416" y="632"/>
                  </a:lnTo>
                  <a:lnTo>
                    <a:pt x="408" y="763"/>
                  </a:lnTo>
                  <a:lnTo>
                    <a:pt x="404" y="879"/>
                  </a:lnTo>
                  <a:lnTo>
                    <a:pt x="402" y="907"/>
                  </a:lnTo>
                  <a:lnTo>
                    <a:pt x="402" y="941"/>
                  </a:lnTo>
                  <a:lnTo>
                    <a:pt x="402" y="969"/>
                  </a:lnTo>
                  <a:lnTo>
                    <a:pt x="405" y="979"/>
                  </a:lnTo>
                  <a:lnTo>
                    <a:pt x="411" y="989"/>
                  </a:lnTo>
                  <a:lnTo>
                    <a:pt x="421" y="997"/>
                  </a:lnTo>
                  <a:lnTo>
                    <a:pt x="432" y="1000"/>
                  </a:lnTo>
                  <a:lnTo>
                    <a:pt x="564" y="1000"/>
                  </a:lnTo>
                  <a:lnTo>
                    <a:pt x="695" y="992"/>
                  </a:lnTo>
                  <a:lnTo>
                    <a:pt x="826" y="979"/>
                  </a:lnTo>
                  <a:lnTo>
                    <a:pt x="956" y="961"/>
                  </a:lnTo>
                  <a:lnTo>
                    <a:pt x="1061" y="941"/>
                  </a:lnTo>
                  <a:lnTo>
                    <a:pt x="1166" y="915"/>
                  </a:lnTo>
                  <a:lnTo>
                    <a:pt x="1245" y="890"/>
                  </a:lnTo>
                  <a:lnTo>
                    <a:pt x="1325" y="861"/>
                  </a:lnTo>
                  <a:lnTo>
                    <a:pt x="1403" y="832"/>
                  </a:lnTo>
                  <a:lnTo>
                    <a:pt x="1375" y="887"/>
                  </a:lnTo>
                  <a:lnTo>
                    <a:pt x="1343" y="938"/>
                  </a:lnTo>
                  <a:lnTo>
                    <a:pt x="1307" y="985"/>
                  </a:lnTo>
                  <a:lnTo>
                    <a:pt x="1267" y="1033"/>
                  </a:lnTo>
                  <a:lnTo>
                    <a:pt x="1209" y="1087"/>
                  </a:lnTo>
                  <a:lnTo>
                    <a:pt x="1147" y="1139"/>
                  </a:lnTo>
                  <a:lnTo>
                    <a:pt x="1082" y="1185"/>
                  </a:lnTo>
                  <a:lnTo>
                    <a:pt x="1013" y="1226"/>
                  </a:lnTo>
                  <a:lnTo>
                    <a:pt x="941" y="1263"/>
                  </a:lnTo>
                  <a:lnTo>
                    <a:pt x="866" y="1295"/>
                  </a:lnTo>
                  <a:lnTo>
                    <a:pt x="790" y="1322"/>
                  </a:lnTo>
                  <a:lnTo>
                    <a:pt x="712" y="1345"/>
                  </a:lnTo>
                  <a:lnTo>
                    <a:pt x="633" y="1364"/>
                  </a:lnTo>
                  <a:lnTo>
                    <a:pt x="553" y="1378"/>
                  </a:lnTo>
                  <a:lnTo>
                    <a:pt x="474" y="1390"/>
                  </a:lnTo>
                  <a:lnTo>
                    <a:pt x="395" y="1397"/>
                  </a:lnTo>
                  <a:lnTo>
                    <a:pt x="291" y="1400"/>
                  </a:lnTo>
                  <a:lnTo>
                    <a:pt x="187" y="1397"/>
                  </a:lnTo>
                  <a:lnTo>
                    <a:pt x="148" y="1391"/>
                  </a:lnTo>
                  <a:lnTo>
                    <a:pt x="114" y="1378"/>
                  </a:lnTo>
                  <a:lnTo>
                    <a:pt x="82" y="1360"/>
                  </a:lnTo>
                  <a:lnTo>
                    <a:pt x="55" y="1335"/>
                  </a:lnTo>
                  <a:lnTo>
                    <a:pt x="32" y="1305"/>
                  </a:lnTo>
                  <a:lnTo>
                    <a:pt x="14" y="1270"/>
                  </a:lnTo>
                  <a:lnTo>
                    <a:pt x="6" y="1237"/>
                  </a:lnTo>
                  <a:lnTo>
                    <a:pt x="1" y="1204"/>
                  </a:lnTo>
                  <a:lnTo>
                    <a:pt x="0" y="1168"/>
                  </a:lnTo>
                  <a:lnTo>
                    <a:pt x="0" y="1134"/>
                  </a:lnTo>
                  <a:lnTo>
                    <a:pt x="0" y="1100"/>
                  </a:lnTo>
                  <a:lnTo>
                    <a:pt x="4" y="1002"/>
                  </a:lnTo>
                  <a:lnTo>
                    <a:pt x="14" y="906"/>
                  </a:lnTo>
                  <a:lnTo>
                    <a:pt x="29" y="811"/>
                  </a:lnTo>
                  <a:lnTo>
                    <a:pt x="50" y="714"/>
                  </a:lnTo>
                  <a:lnTo>
                    <a:pt x="78" y="619"/>
                  </a:lnTo>
                  <a:lnTo>
                    <a:pt x="111" y="526"/>
                  </a:lnTo>
                  <a:lnTo>
                    <a:pt x="153" y="435"/>
                  </a:lnTo>
                  <a:lnTo>
                    <a:pt x="199" y="348"/>
                  </a:lnTo>
                  <a:lnTo>
                    <a:pt x="233" y="294"/>
                  </a:lnTo>
                  <a:lnTo>
                    <a:pt x="272" y="242"/>
                  </a:lnTo>
                  <a:lnTo>
                    <a:pt x="313" y="191"/>
                  </a:lnTo>
                  <a:lnTo>
                    <a:pt x="357" y="145"/>
                  </a:lnTo>
                  <a:lnTo>
                    <a:pt x="405" y="102"/>
                  </a:lnTo>
                  <a:lnTo>
                    <a:pt x="457" y="62"/>
                  </a:lnTo>
                  <a:lnTo>
                    <a:pt x="512" y="29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29" name="íṧ1îḍe">
              <a:extLst>
                <a:ext uri="{FF2B5EF4-FFF2-40B4-BE49-F238E27FC236}">
                  <a16:creationId xmlns:a16="http://schemas.microsoft.com/office/drawing/2014/main" id="{36A19CEA-E219-419B-AC1E-EEB0750E0F62}"/>
                </a:ext>
              </a:extLst>
            </p:cNvPr>
            <p:cNvSpPr/>
            <p:nvPr/>
          </p:nvSpPr>
          <p:spPr bwMode="auto">
            <a:xfrm>
              <a:off x="9227906" y="3099157"/>
              <a:ext cx="21591" cy="10196"/>
            </a:xfrm>
            <a:custGeom>
              <a:avLst/>
              <a:gdLst>
                <a:gd name="T0" fmla="*/ 170 w 178"/>
                <a:gd name="T1" fmla="*/ 0 h 87"/>
                <a:gd name="T2" fmla="*/ 176 w 178"/>
                <a:gd name="T3" fmla="*/ 6 h 87"/>
                <a:gd name="T4" fmla="*/ 178 w 178"/>
                <a:gd name="T5" fmla="*/ 16 h 87"/>
                <a:gd name="T6" fmla="*/ 176 w 178"/>
                <a:gd name="T7" fmla="*/ 28 h 87"/>
                <a:gd name="T8" fmla="*/ 171 w 178"/>
                <a:gd name="T9" fmla="*/ 40 h 87"/>
                <a:gd name="T10" fmla="*/ 165 w 178"/>
                <a:gd name="T11" fmla="*/ 53 h 87"/>
                <a:gd name="T12" fmla="*/ 156 w 178"/>
                <a:gd name="T13" fmla="*/ 66 h 87"/>
                <a:gd name="T14" fmla="*/ 147 w 178"/>
                <a:gd name="T15" fmla="*/ 76 h 87"/>
                <a:gd name="T16" fmla="*/ 136 w 178"/>
                <a:gd name="T17" fmla="*/ 84 h 87"/>
                <a:gd name="T18" fmla="*/ 126 w 178"/>
                <a:gd name="T19" fmla="*/ 87 h 87"/>
                <a:gd name="T20" fmla="*/ 0 w 178"/>
                <a:gd name="T21" fmla="*/ 19 h 87"/>
                <a:gd name="T22" fmla="*/ 170 w 178"/>
                <a:gd name="T23" fmla="*/ 0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8" h="87">
                  <a:moveTo>
                    <a:pt x="170" y="0"/>
                  </a:moveTo>
                  <a:lnTo>
                    <a:pt x="176" y="6"/>
                  </a:lnTo>
                  <a:lnTo>
                    <a:pt x="178" y="16"/>
                  </a:lnTo>
                  <a:lnTo>
                    <a:pt x="176" y="28"/>
                  </a:lnTo>
                  <a:lnTo>
                    <a:pt x="171" y="40"/>
                  </a:lnTo>
                  <a:lnTo>
                    <a:pt x="165" y="53"/>
                  </a:lnTo>
                  <a:lnTo>
                    <a:pt x="156" y="66"/>
                  </a:lnTo>
                  <a:lnTo>
                    <a:pt x="147" y="76"/>
                  </a:lnTo>
                  <a:lnTo>
                    <a:pt x="136" y="84"/>
                  </a:lnTo>
                  <a:lnTo>
                    <a:pt x="126" y="87"/>
                  </a:lnTo>
                  <a:lnTo>
                    <a:pt x="0" y="19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0" name="išḷiďê">
              <a:extLst>
                <a:ext uri="{FF2B5EF4-FFF2-40B4-BE49-F238E27FC236}">
                  <a16:creationId xmlns:a16="http://schemas.microsoft.com/office/drawing/2014/main" id="{1615152E-B91B-4D06-82C3-2468881A9C6E}"/>
                </a:ext>
              </a:extLst>
            </p:cNvPr>
            <p:cNvSpPr/>
            <p:nvPr/>
          </p:nvSpPr>
          <p:spPr bwMode="auto">
            <a:xfrm>
              <a:off x="9230905" y="3082363"/>
              <a:ext cx="25790" cy="17992"/>
            </a:xfrm>
            <a:custGeom>
              <a:avLst/>
              <a:gdLst>
                <a:gd name="T0" fmla="*/ 163 w 214"/>
                <a:gd name="T1" fmla="*/ 0 h 147"/>
                <a:gd name="T2" fmla="*/ 174 w 214"/>
                <a:gd name="T3" fmla="*/ 0 h 147"/>
                <a:gd name="T4" fmla="*/ 184 w 214"/>
                <a:gd name="T5" fmla="*/ 6 h 147"/>
                <a:gd name="T6" fmla="*/ 193 w 214"/>
                <a:gd name="T7" fmla="*/ 15 h 147"/>
                <a:gd name="T8" fmla="*/ 200 w 214"/>
                <a:gd name="T9" fmla="*/ 26 h 147"/>
                <a:gd name="T10" fmla="*/ 207 w 214"/>
                <a:gd name="T11" fmla="*/ 41 h 147"/>
                <a:gd name="T12" fmla="*/ 211 w 214"/>
                <a:gd name="T13" fmla="*/ 56 h 147"/>
                <a:gd name="T14" fmla="*/ 214 w 214"/>
                <a:gd name="T15" fmla="*/ 70 h 147"/>
                <a:gd name="T16" fmla="*/ 212 w 214"/>
                <a:gd name="T17" fmla="*/ 85 h 147"/>
                <a:gd name="T18" fmla="*/ 209 w 214"/>
                <a:gd name="T19" fmla="*/ 97 h 147"/>
                <a:gd name="T20" fmla="*/ 202 w 214"/>
                <a:gd name="T21" fmla="*/ 107 h 147"/>
                <a:gd name="T22" fmla="*/ 0 w 214"/>
                <a:gd name="T23" fmla="*/ 147 h 147"/>
                <a:gd name="T24" fmla="*/ 163 w 214"/>
                <a:gd name="T25" fmla="*/ 0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4" h="147">
                  <a:moveTo>
                    <a:pt x="163" y="0"/>
                  </a:moveTo>
                  <a:lnTo>
                    <a:pt x="174" y="0"/>
                  </a:lnTo>
                  <a:lnTo>
                    <a:pt x="184" y="6"/>
                  </a:lnTo>
                  <a:lnTo>
                    <a:pt x="193" y="15"/>
                  </a:lnTo>
                  <a:lnTo>
                    <a:pt x="200" y="26"/>
                  </a:lnTo>
                  <a:lnTo>
                    <a:pt x="207" y="41"/>
                  </a:lnTo>
                  <a:lnTo>
                    <a:pt x="211" y="56"/>
                  </a:lnTo>
                  <a:lnTo>
                    <a:pt x="214" y="70"/>
                  </a:lnTo>
                  <a:lnTo>
                    <a:pt x="212" y="85"/>
                  </a:lnTo>
                  <a:lnTo>
                    <a:pt x="209" y="97"/>
                  </a:lnTo>
                  <a:lnTo>
                    <a:pt x="202" y="107"/>
                  </a:lnTo>
                  <a:lnTo>
                    <a:pt x="0" y="147"/>
                  </a:lnTo>
                  <a:lnTo>
                    <a:pt x="16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1" name="iṧḷïḋê">
              <a:extLst>
                <a:ext uri="{FF2B5EF4-FFF2-40B4-BE49-F238E27FC236}">
                  <a16:creationId xmlns:a16="http://schemas.microsoft.com/office/drawing/2014/main" id="{3A8FDE1F-6E01-4DFC-80E0-2F8F060E8388}"/>
                </a:ext>
              </a:extLst>
            </p:cNvPr>
            <p:cNvSpPr/>
            <p:nvPr/>
          </p:nvSpPr>
          <p:spPr bwMode="auto">
            <a:xfrm>
              <a:off x="9232705" y="3066170"/>
              <a:ext cx="20991" cy="31188"/>
            </a:xfrm>
            <a:custGeom>
              <a:avLst/>
              <a:gdLst>
                <a:gd name="T0" fmla="*/ 66 w 173"/>
                <a:gd name="T1" fmla="*/ 0 h 258"/>
                <a:gd name="T2" fmla="*/ 85 w 173"/>
                <a:gd name="T3" fmla="*/ 3 h 258"/>
                <a:gd name="T4" fmla="*/ 104 w 173"/>
                <a:gd name="T5" fmla="*/ 8 h 258"/>
                <a:gd name="T6" fmla="*/ 121 w 173"/>
                <a:gd name="T7" fmla="*/ 15 h 258"/>
                <a:gd name="T8" fmla="*/ 139 w 173"/>
                <a:gd name="T9" fmla="*/ 24 h 258"/>
                <a:gd name="T10" fmla="*/ 153 w 173"/>
                <a:gd name="T11" fmla="*/ 35 h 258"/>
                <a:gd name="T12" fmla="*/ 165 w 173"/>
                <a:gd name="T13" fmla="*/ 46 h 258"/>
                <a:gd name="T14" fmla="*/ 171 w 173"/>
                <a:gd name="T15" fmla="*/ 58 h 258"/>
                <a:gd name="T16" fmla="*/ 173 w 173"/>
                <a:gd name="T17" fmla="*/ 70 h 258"/>
                <a:gd name="T18" fmla="*/ 0 w 173"/>
                <a:gd name="T19" fmla="*/ 258 h 258"/>
                <a:gd name="T20" fmla="*/ 25 w 173"/>
                <a:gd name="T21" fmla="*/ 11 h 258"/>
                <a:gd name="T22" fmla="*/ 36 w 173"/>
                <a:gd name="T23" fmla="*/ 4 h 258"/>
                <a:gd name="T24" fmla="*/ 49 w 173"/>
                <a:gd name="T25" fmla="*/ 1 h 258"/>
                <a:gd name="T26" fmla="*/ 66 w 173"/>
                <a:gd name="T27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3" h="258">
                  <a:moveTo>
                    <a:pt x="66" y="0"/>
                  </a:moveTo>
                  <a:lnTo>
                    <a:pt x="85" y="3"/>
                  </a:lnTo>
                  <a:lnTo>
                    <a:pt x="104" y="8"/>
                  </a:lnTo>
                  <a:lnTo>
                    <a:pt x="121" y="15"/>
                  </a:lnTo>
                  <a:lnTo>
                    <a:pt x="139" y="24"/>
                  </a:lnTo>
                  <a:lnTo>
                    <a:pt x="153" y="35"/>
                  </a:lnTo>
                  <a:lnTo>
                    <a:pt x="165" y="46"/>
                  </a:lnTo>
                  <a:lnTo>
                    <a:pt x="171" y="58"/>
                  </a:lnTo>
                  <a:lnTo>
                    <a:pt x="173" y="70"/>
                  </a:lnTo>
                  <a:lnTo>
                    <a:pt x="0" y="258"/>
                  </a:lnTo>
                  <a:lnTo>
                    <a:pt x="25" y="11"/>
                  </a:lnTo>
                  <a:lnTo>
                    <a:pt x="36" y="4"/>
                  </a:lnTo>
                  <a:lnTo>
                    <a:pt x="49" y="1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2" name="îşḷîďé">
              <a:extLst>
                <a:ext uri="{FF2B5EF4-FFF2-40B4-BE49-F238E27FC236}">
                  <a16:creationId xmlns:a16="http://schemas.microsoft.com/office/drawing/2014/main" id="{B20C4F8A-58A9-4B11-B6C4-D4057329F0B8}"/>
                </a:ext>
              </a:extLst>
            </p:cNvPr>
            <p:cNvSpPr/>
            <p:nvPr/>
          </p:nvSpPr>
          <p:spPr bwMode="auto">
            <a:xfrm>
              <a:off x="9205715" y="3056573"/>
              <a:ext cx="26390" cy="36586"/>
            </a:xfrm>
            <a:custGeom>
              <a:avLst/>
              <a:gdLst>
                <a:gd name="T0" fmla="*/ 170 w 219"/>
                <a:gd name="T1" fmla="*/ 0 h 305"/>
                <a:gd name="T2" fmla="*/ 189 w 219"/>
                <a:gd name="T3" fmla="*/ 2 h 305"/>
                <a:gd name="T4" fmla="*/ 204 w 219"/>
                <a:gd name="T5" fmla="*/ 6 h 305"/>
                <a:gd name="T6" fmla="*/ 216 w 219"/>
                <a:gd name="T7" fmla="*/ 14 h 305"/>
                <a:gd name="T8" fmla="*/ 219 w 219"/>
                <a:gd name="T9" fmla="*/ 305 h 305"/>
                <a:gd name="T10" fmla="*/ 0 w 219"/>
                <a:gd name="T11" fmla="*/ 80 h 305"/>
                <a:gd name="T12" fmla="*/ 3 w 219"/>
                <a:gd name="T13" fmla="*/ 68 h 305"/>
                <a:gd name="T14" fmla="*/ 11 w 219"/>
                <a:gd name="T15" fmla="*/ 55 h 305"/>
                <a:gd name="T16" fmla="*/ 24 w 219"/>
                <a:gd name="T17" fmla="*/ 44 h 305"/>
                <a:gd name="T18" fmla="*/ 41 w 219"/>
                <a:gd name="T19" fmla="*/ 33 h 305"/>
                <a:gd name="T20" fmla="*/ 61 w 219"/>
                <a:gd name="T21" fmla="*/ 25 h 305"/>
                <a:gd name="T22" fmla="*/ 82 w 219"/>
                <a:gd name="T23" fmla="*/ 16 h 305"/>
                <a:gd name="T24" fmla="*/ 104 w 219"/>
                <a:gd name="T25" fmla="*/ 9 h 305"/>
                <a:gd name="T26" fmla="*/ 127 w 219"/>
                <a:gd name="T27" fmla="*/ 4 h 305"/>
                <a:gd name="T28" fmla="*/ 149 w 219"/>
                <a:gd name="T29" fmla="*/ 0 h 305"/>
                <a:gd name="T30" fmla="*/ 170 w 219"/>
                <a:gd name="T31" fmla="*/ 0 h 3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9" h="305">
                  <a:moveTo>
                    <a:pt x="170" y="0"/>
                  </a:moveTo>
                  <a:lnTo>
                    <a:pt x="189" y="2"/>
                  </a:lnTo>
                  <a:lnTo>
                    <a:pt x="204" y="6"/>
                  </a:lnTo>
                  <a:lnTo>
                    <a:pt x="216" y="14"/>
                  </a:lnTo>
                  <a:lnTo>
                    <a:pt x="219" y="305"/>
                  </a:lnTo>
                  <a:lnTo>
                    <a:pt x="0" y="80"/>
                  </a:lnTo>
                  <a:lnTo>
                    <a:pt x="3" y="68"/>
                  </a:lnTo>
                  <a:lnTo>
                    <a:pt x="11" y="55"/>
                  </a:lnTo>
                  <a:lnTo>
                    <a:pt x="24" y="44"/>
                  </a:lnTo>
                  <a:lnTo>
                    <a:pt x="41" y="33"/>
                  </a:lnTo>
                  <a:lnTo>
                    <a:pt x="61" y="25"/>
                  </a:lnTo>
                  <a:lnTo>
                    <a:pt x="82" y="16"/>
                  </a:lnTo>
                  <a:lnTo>
                    <a:pt x="104" y="9"/>
                  </a:lnTo>
                  <a:lnTo>
                    <a:pt x="127" y="4"/>
                  </a:lnTo>
                  <a:lnTo>
                    <a:pt x="149" y="0"/>
                  </a:lnTo>
                  <a:lnTo>
                    <a:pt x="17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3" name="îşlïdé">
              <a:extLst>
                <a:ext uri="{FF2B5EF4-FFF2-40B4-BE49-F238E27FC236}">
                  <a16:creationId xmlns:a16="http://schemas.microsoft.com/office/drawing/2014/main" id="{B99738AD-5A21-47D3-ABC8-CC6385B5F31F}"/>
                </a:ext>
              </a:extLst>
            </p:cNvPr>
            <p:cNvSpPr/>
            <p:nvPr/>
          </p:nvSpPr>
          <p:spPr bwMode="auto">
            <a:xfrm>
              <a:off x="9170929" y="3061972"/>
              <a:ext cx="56377" cy="28788"/>
            </a:xfrm>
            <a:custGeom>
              <a:avLst/>
              <a:gdLst>
                <a:gd name="T0" fmla="*/ 175 w 468"/>
                <a:gd name="T1" fmla="*/ 0 h 239"/>
                <a:gd name="T2" fmla="*/ 468 w 468"/>
                <a:gd name="T3" fmla="*/ 239 h 239"/>
                <a:gd name="T4" fmla="*/ 11 w 468"/>
                <a:gd name="T5" fmla="*/ 220 h 239"/>
                <a:gd name="T6" fmla="*/ 3 w 468"/>
                <a:gd name="T7" fmla="*/ 209 h 239"/>
                <a:gd name="T8" fmla="*/ 0 w 468"/>
                <a:gd name="T9" fmla="*/ 196 h 239"/>
                <a:gd name="T10" fmla="*/ 1 w 468"/>
                <a:gd name="T11" fmla="*/ 181 h 239"/>
                <a:gd name="T12" fmla="*/ 5 w 468"/>
                <a:gd name="T13" fmla="*/ 163 h 239"/>
                <a:gd name="T14" fmla="*/ 12 w 468"/>
                <a:gd name="T15" fmla="*/ 143 h 239"/>
                <a:gd name="T16" fmla="*/ 23 w 468"/>
                <a:gd name="T17" fmla="*/ 124 h 239"/>
                <a:gd name="T18" fmla="*/ 36 w 468"/>
                <a:gd name="T19" fmla="*/ 103 h 239"/>
                <a:gd name="T20" fmla="*/ 50 w 468"/>
                <a:gd name="T21" fmla="*/ 83 h 239"/>
                <a:gd name="T22" fmla="*/ 67 w 468"/>
                <a:gd name="T23" fmla="*/ 64 h 239"/>
                <a:gd name="T24" fmla="*/ 85 w 468"/>
                <a:gd name="T25" fmla="*/ 47 h 239"/>
                <a:gd name="T26" fmla="*/ 103 w 468"/>
                <a:gd name="T27" fmla="*/ 30 h 239"/>
                <a:gd name="T28" fmla="*/ 121 w 468"/>
                <a:gd name="T29" fmla="*/ 18 h 239"/>
                <a:gd name="T30" fmla="*/ 140 w 468"/>
                <a:gd name="T31" fmla="*/ 8 h 239"/>
                <a:gd name="T32" fmla="*/ 158 w 468"/>
                <a:gd name="T33" fmla="*/ 1 h 239"/>
                <a:gd name="T34" fmla="*/ 175 w 468"/>
                <a:gd name="T35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468" h="239">
                  <a:moveTo>
                    <a:pt x="175" y="0"/>
                  </a:moveTo>
                  <a:lnTo>
                    <a:pt x="468" y="239"/>
                  </a:lnTo>
                  <a:lnTo>
                    <a:pt x="11" y="220"/>
                  </a:lnTo>
                  <a:lnTo>
                    <a:pt x="3" y="209"/>
                  </a:lnTo>
                  <a:lnTo>
                    <a:pt x="0" y="196"/>
                  </a:lnTo>
                  <a:lnTo>
                    <a:pt x="1" y="181"/>
                  </a:lnTo>
                  <a:lnTo>
                    <a:pt x="5" y="163"/>
                  </a:lnTo>
                  <a:lnTo>
                    <a:pt x="12" y="143"/>
                  </a:lnTo>
                  <a:lnTo>
                    <a:pt x="23" y="124"/>
                  </a:lnTo>
                  <a:lnTo>
                    <a:pt x="36" y="103"/>
                  </a:lnTo>
                  <a:lnTo>
                    <a:pt x="50" y="83"/>
                  </a:lnTo>
                  <a:lnTo>
                    <a:pt x="67" y="64"/>
                  </a:lnTo>
                  <a:lnTo>
                    <a:pt x="85" y="47"/>
                  </a:lnTo>
                  <a:lnTo>
                    <a:pt x="103" y="30"/>
                  </a:lnTo>
                  <a:lnTo>
                    <a:pt x="121" y="18"/>
                  </a:lnTo>
                  <a:lnTo>
                    <a:pt x="140" y="8"/>
                  </a:lnTo>
                  <a:lnTo>
                    <a:pt x="158" y="1"/>
                  </a:lnTo>
                  <a:lnTo>
                    <a:pt x="17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4" name="íṩļîḓé">
              <a:extLst>
                <a:ext uri="{FF2B5EF4-FFF2-40B4-BE49-F238E27FC236}">
                  <a16:creationId xmlns:a16="http://schemas.microsoft.com/office/drawing/2014/main" id="{CA789BAE-F090-4BDE-A5CD-CAB2ED4519F4}"/>
                </a:ext>
              </a:extLst>
            </p:cNvPr>
            <p:cNvSpPr/>
            <p:nvPr/>
          </p:nvSpPr>
          <p:spPr bwMode="auto">
            <a:xfrm>
              <a:off x="9147539" y="3091960"/>
              <a:ext cx="71971" cy="40184"/>
            </a:xfrm>
            <a:custGeom>
              <a:avLst/>
              <a:gdLst>
                <a:gd name="T0" fmla="*/ 598 w 598"/>
                <a:gd name="T1" fmla="*/ 0 h 336"/>
                <a:gd name="T2" fmla="*/ 95 w 598"/>
                <a:gd name="T3" fmla="*/ 336 h 336"/>
                <a:gd name="T4" fmla="*/ 77 w 598"/>
                <a:gd name="T5" fmla="*/ 333 h 336"/>
                <a:gd name="T6" fmla="*/ 59 w 598"/>
                <a:gd name="T7" fmla="*/ 325 h 336"/>
                <a:gd name="T8" fmla="*/ 45 w 598"/>
                <a:gd name="T9" fmla="*/ 311 h 336"/>
                <a:gd name="T10" fmla="*/ 32 w 598"/>
                <a:gd name="T11" fmla="*/ 293 h 336"/>
                <a:gd name="T12" fmla="*/ 21 w 598"/>
                <a:gd name="T13" fmla="*/ 271 h 336"/>
                <a:gd name="T14" fmla="*/ 12 w 598"/>
                <a:gd name="T15" fmla="*/ 247 h 336"/>
                <a:gd name="T16" fmla="*/ 5 w 598"/>
                <a:gd name="T17" fmla="*/ 219 h 336"/>
                <a:gd name="T18" fmla="*/ 1 w 598"/>
                <a:gd name="T19" fmla="*/ 192 h 336"/>
                <a:gd name="T20" fmla="*/ 0 w 598"/>
                <a:gd name="T21" fmla="*/ 163 h 336"/>
                <a:gd name="T22" fmla="*/ 0 w 598"/>
                <a:gd name="T23" fmla="*/ 134 h 336"/>
                <a:gd name="T24" fmla="*/ 4 w 598"/>
                <a:gd name="T25" fmla="*/ 107 h 336"/>
                <a:gd name="T26" fmla="*/ 11 w 598"/>
                <a:gd name="T27" fmla="*/ 83 h 336"/>
                <a:gd name="T28" fmla="*/ 21 w 598"/>
                <a:gd name="T29" fmla="*/ 60 h 336"/>
                <a:gd name="T30" fmla="*/ 34 w 598"/>
                <a:gd name="T31" fmla="*/ 41 h 336"/>
                <a:gd name="T32" fmla="*/ 49 w 598"/>
                <a:gd name="T33" fmla="*/ 27 h 336"/>
                <a:gd name="T34" fmla="*/ 598 w 598"/>
                <a:gd name="T35" fmla="*/ 0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98" h="336">
                  <a:moveTo>
                    <a:pt x="598" y="0"/>
                  </a:moveTo>
                  <a:lnTo>
                    <a:pt x="95" y="336"/>
                  </a:lnTo>
                  <a:lnTo>
                    <a:pt x="77" y="333"/>
                  </a:lnTo>
                  <a:lnTo>
                    <a:pt x="59" y="325"/>
                  </a:lnTo>
                  <a:lnTo>
                    <a:pt x="45" y="311"/>
                  </a:lnTo>
                  <a:lnTo>
                    <a:pt x="32" y="293"/>
                  </a:lnTo>
                  <a:lnTo>
                    <a:pt x="21" y="271"/>
                  </a:lnTo>
                  <a:lnTo>
                    <a:pt x="12" y="247"/>
                  </a:lnTo>
                  <a:lnTo>
                    <a:pt x="5" y="219"/>
                  </a:lnTo>
                  <a:lnTo>
                    <a:pt x="1" y="192"/>
                  </a:lnTo>
                  <a:lnTo>
                    <a:pt x="0" y="163"/>
                  </a:lnTo>
                  <a:lnTo>
                    <a:pt x="0" y="134"/>
                  </a:lnTo>
                  <a:lnTo>
                    <a:pt x="4" y="107"/>
                  </a:lnTo>
                  <a:lnTo>
                    <a:pt x="11" y="83"/>
                  </a:lnTo>
                  <a:lnTo>
                    <a:pt x="21" y="60"/>
                  </a:lnTo>
                  <a:lnTo>
                    <a:pt x="34" y="41"/>
                  </a:lnTo>
                  <a:lnTo>
                    <a:pt x="49" y="27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5" name="íṥḷíḓe">
              <a:extLst>
                <a:ext uri="{FF2B5EF4-FFF2-40B4-BE49-F238E27FC236}">
                  <a16:creationId xmlns:a16="http://schemas.microsoft.com/office/drawing/2014/main" id="{6B8671C0-80EB-42D9-A840-A5F1CE8B64FF}"/>
                </a:ext>
              </a:extLst>
            </p:cNvPr>
            <p:cNvSpPr/>
            <p:nvPr/>
          </p:nvSpPr>
          <p:spPr bwMode="auto">
            <a:xfrm>
              <a:off x="9145739" y="3099157"/>
              <a:ext cx="66572" cy="82167"/>
            </a:xfrm>
            <a:custGeom>
              <a:avLst/>
              <a:gdLst>
                <a:gd name="T0" fmla="*/ 557 w 557"/>
                <a:gd name="T1" fmla="*/ 0 h 684"/>
                <a:gd name="T2" fmla="*/ 359 w 557"/>
                <a:gd name="T3" fmla="*/ 665 h 684"/>
                <a:gd name="T4" fmla="*/ 341 w 557"/>
                <a:gd name="T5" fmla="*/ 676 h 684"/>
                <a:gd name="T6" fmla="*/ 319 w 557"/>
                <a:gd name="T7" fmla="*/ 683 h 684"/>
                <a:gd name="T8" fmla="*/ 296 w 557"/>
                <a:gd name="T9" fmla="*/ 684 h 684"/>
                <a:gd name="T10" fmla="*/ 270 w 557"/>
                <a:gd name="T11" fmla="*/ 683 h 684"/>
                <a:gd name="T12" fmla="*/ 242 w 557"/>
                <a:gd name="T13" fmla="*/ 677 h 684"/>
                <a:gd name="T14" fmla="*/ 215 w 557"/>
                <a:gd name="T15" fmla="*/ 670 h 684"/>
                <a:gd name="T16" fmla="*/ 186 w 557"/>
                <a:gd name="T17" fmla="*/ 657 h 684"/>
                <a:gd name="T18" fmla="*/ 158 w 557"/>
                <a:gd name="T19" fmla="*/ 644 h 684"/>
                <a:gd name="T20" fmla="*/ 131 w 557"/>
                <a:gd name="T21" fmla="*/ 629 h 684"/>
                <a:gd name="T22" fmla="*/ 104 w 557"/>
                <a:gd name="T23" fmla="*/ 610 h 684"/>
                <a:gd name="T24" fmla="*/ 80 w 557"/>
                <a:gd name="T25" fmla="*/ 591 h 684"/>
                <a:gd name="T26" fmla="*/ 57 w 557"/>
                <a:gd name="T27" fmla="*/ 572 h 684"/>
                <a:gd name="T28" fmla="*/ 39 w 557"/>
                <a:gd name="T29" fmla="*/ 550 h 684"/>
                <a:gd name="T30" fmla="*/ 22 w 557"/>
                <a:gd name="T31" fmla="*/ 529 h 684"/>
                <a:gd name="T32" fmla="*/ 10 w 557"/>
                <a:gd name="T33" fmla="*/ 507 h 684"/>
                <a:gd name="T34" fmla="*/ 2 w 557"/>
                <a:gd name="T35" fmla="*/ 485 h 684"/>
                <a:gd name="T36" fmla="*/ 0 w 557"/>
                <a:gd name="T37" fmla="*/ 464 h 684"/>
                <a:gd name="T38" fmla="*/ 3 w 557"/>
                <a:gd name="T39" fmla="*/ 444 h 684"/>
                <a:gd name="T40" fmla="*/ 557 w 557"/>
                <a:gd name="T41" fmla="*/ 0 h 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57" h="684">
                  <a:moveTo>
                    <a:pt x="557" y="0"/>
                  </a:moveTo>
                  <a:lnTo>
                    <a:pt x="359" y="665"/>
                  </a:lnTo>
                  <a:lnTo>
                    <a:pt x="341" y="676"/>
                  </a:lnTo>
                  <a:lnTo>
                    <a:pt x="319" y="683"/>
                  </a:lnTo>
                  <a:lnTo>
                    <a:pt x="296" y="684"/>
                  </a:lnTo>
                  <a:lnTo>
                    <a:pt x="270" y="683"/>
                  </a:lnTo>
                  <a:lnTo>
                    <a:pt x="242" y="677"/>
                  </a:lnTo>
                  <a:lnTo>
                    <a:pt x="215" y="670"/>
                  </a:lnTo>
                  <a:lnTo>
                    <a:pt x="186" y="657"/>
                  </a:lnTo>
                  <a:lnTo>
                    <a:pt x="158" y="644"/>
                  </a:lnTo>
                  <a:lnTo>
                    <a:pt x="131" y="629"/>
                  </a:lnTo>
                  <a:lnTo>
                    <a:pt x="104" y="610"/>
                  </a:lnTo>
                  <a:lnTo>
                    <a:pt x="80" y="591"/>
                  </a:lnTo>
                  <a:lnTo>
                    <a:pt x="57" y="572"/>
                  </a:lnTo>
                  <a:lnTo>
                    <a:pt x="39" y="550"/>
                  </a:lnTo>
                  <a:lnTo>
                    <a:pt x="22" y="529"/>
                  </a:lnTo>
                  <a:lnTo>
                    <a:pt x="10" y="507"/>
                  </a:lnTo>
                  <a:lnTo>
                    <a:pt x="2" y="485"/>
                  </a:lnTo>
                  <a:lnTo>
                    <a:pt x="0" y="464"/>
                  </a:lnTo>
                  <a:lnTo>
                    <a:pt x="3" y="444"/>
                  </a:lnTo>
                  <a:lnTo>
                    <a:pt x="557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6" name="ís1îḋê">
              <a:extLst>
                <a:ext uri="{FF2B5EF4-FFF2-40B4-BE49-F238E27FC236}">
                  <a16:creationId xmlns:a16="http://schemas.microsoft.com/office/drawing/2014/main" id="{5E2C8D3E-F611-4310-902B-F65F5ED51623}"/>
                </a:ext>
              </a:extLst>
            </p:cNvPr>
            <p:cNvSpPr/>
            <p:nvPr/>
          </p:nvSpPr>
          <p:spPr bwMode="auto">
            <a:xfrm>
              <a:off x="9194919" y="3110552"/>
              <a:ext cx="71971" cy="103158"/>
            </a:xfrm>
            <a:custGeom>
              <a:avLst/>
              <a:gdLst>
                <a:gd name="T0" fmla="*/ 145 w 598"/>
                <a:gd name="T1" fmla="*/ 0 h 859"/>
                <a:gd name="T2" fmla="*/ 598 w 598"/>
                <a:gd name="T3" fmla="*/ 706 h 859"/>
                <a:gd name="T4" fmla="*/ 591 w 598"/>
                <a:gd name="T5" fmla="*/ 726 h 859"/>
                <a:gd name="T6" fmla="*/ 578 w 598"/>
                <a:gd name="T7" fmla="*/ 745 h 859"/>
                <a:gd name="T8" fmla="*/ 560 w 598"/>
                <a:gd name="T9" fmla="*/ 763 h 859"/>
                <a:gd name="T10" fmla="*/ 538 w 598"/>
                <a:gd name="T11" fmla="*/ 779 h 859"/>
                <a:gd name="T12" fmla="*/ 511 w 598"/>
                <a:gd name="T13" fmla="*/ 794 h 859"/>
                <a:gd name="T14" fmla="*/ 482 w 598"/>
                <a:gd name="T15" fmla="*/ 808 h 859"/>
                <a:gd name="T16" fmla="*/ 449 w 598"/>
                <a:gd name="T17" fmla="*/ 820 h 859"/>
                <a:gd name="T18" fmla="*/ 414 w 598"/>
                <a:gd name="T19" fmla="*/ 831 h 859"/>
                <a:gd name="T20" fmla="*/ 376 w 598"/>
                <a:gd name="T21" fmla="*/ 841 h 859"/>
                <a:gd name="T22" fmla="*/ 339 w 598"/>
                <a:gd name="T23" fmla="*/ 848 h 859"/>
                <a:gd name="T24" fmla="*/ 300 w 598"/>
                <a:gd name="T25" fmla="*/ 854 h 859"/>
                <a:gd name="T26" fmla="*/ 261 w 598"/>
                <a:gd name="T27" fmla="*/ 858 h 859"/>
                <a:gd name="T28" fmla="*/ 222 w 598"/>
                <a:gd name="T29" fmla="*/ 859 h 859"/>
                <a:gd name="T30" fmla="*/ 185 w 598"/>
                <a:gd name="T31" fmla="*/ 859 h 859"/>
                <a:gd name="T32" fmla="*/ 149 w 598"/>
                <a:gd name="T33" fmla="*/ 858 h 859"/>
                <a:gd name="T34" fmla="*/ 115 w 598"/>
                <a:gd name="T35" fmla="*/ 854 h 859"/>
                <a:gd name="T36" fmla="*/ 85 w 598"/>
                <a:gd name="T37" fmla="*/ 847 h 859"/>
                <a:gd name="T38" fmla="*/ 57 w 598"/>
                <a:gd name="T39" fmla="*/ 837 h 859"/>
                <a:gd name="T40" fmla="*/ 33 w 598"/>
                <a:gd name="T41" fmla="*/ 826 h 859"/>
                <a:gd name="T42" fmla="*/ 14 w 598"/>
                <a:gd name="T43" fmla="*/ 812 h 859"/>
                <a:gd name="T44" fmla="*/ 0 w 598"/>
                <a:gd name="T45" fmla="*/ 796 h 859"/>
                <a:gd name="T46" fmla="*/ 145 w 598"/>
                <a:gd name="T47" fmla="*/ 0 h 8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8" h="859">
                  <a:moveTo>
                    <a:pt x="145" y="0"/>
                  </a:moveTo>
                  <a:lnTo>
                    <a:pt x="598" y="706"/>
                  </a:lnTo>
                  <a:lnTo>
                    <a:pt x="591" y="726"/>
                  </a:lnTo>
                  <a:lnTo>
                    <a:pt x="578" y="745"/>
                  </a:lnTo>
                  <a:lnTo>
                    <a:pt x="560" y="763"/>
                  </a:lnTo>
                  <a:lnTo>
                    <a:pt x="538" y="779"/>
                  </a:lnTo>
                  <a:lnTo>
                    <a:pt x="511" y="794"/>
                  </a:lnTo>
                  <a:lnTo>
                    <a:pt x="482" y="808"/>
                  </a:lnTo>
                  <a:lnTo>
                    <a:pt x="449" y="820"/>
                  </a:lnTo>
                  <a:lnTo>
                    <a:pt x="414" y="831"/>
                  </a:lnTo>
                  <a:lnTo>
                    <a:pt x="376" y="841"/>
                  </a:lnTo>
                  <a:lnTo>
                    <a:pt x="339" y="848"/>
                  </a:lnTo>
                  <a:lnTo>
                    <a:pt x="300" y="854"/>
                  </a:lnTo>
                  <a:lnTo>
                    <a:pt x="261" y="858"/>
                  </a:lnTo>
                  <a:lnTo>
                    <a:pt x="222" y="859"/>
                  </a:lnTo>
                  <a:lnTo>
                    <a:pt x="185" y="859"/>
                  </a:lnTo>
                  <a:lnTo>
                    <a:pt x="149" y="858"/>
                  </a:lnTo>
                  <a:lnTo>
                    <a:pt x="115" y="854"/>
                  </a:lnTo>
                  <a:lnTo>
                    <a:pt x="85" y="847"/>
                  </a:lnTo>
                  <a:lnTo>
                    <a:pt x="57" y="837"/>
                  </a:lnTo>
                  <a:lnTo>
                    <a:pt x="33" y="826"/>
                  </a:lnTo>
                  <a:lnTo>
                    <a:pt x="14" y="812"/>
                  </a:lnTo>
                  <a:lnTo>
                    <a:pt x="0" y="796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7" name="îṩliḑe">
              <a:extLst>
                <a:ext uri="{FF2B5EF4-FFF2-40B4-BE49-F238E27FC236}">
                  <a16:creationId xmlns:a16="http://schemas.microsoft.com/office/drawing/2014/main" id="{155B7DB3-C3D3-4800-99A8-B17DE81354B8}"/>
                </a:ext>
              </a:extLst>
            </p:cNvPr>
            <p:cNvSpPr/>
            <p:nvPr/>
          </p:nvSpPr>
          <p:spPr bwMode="auto">
            <a:xfrm>
              <a:off x="9223707" y="3120148"/>
              <a:ext cx="143940" cy="92962"/>
            </a:xfrm>
            <a:custGeom>
              <a:avLst/>
              <a:gdLst>
                <a:gd name="T0" fmla="*/ 0 w 1200"/>
                <a:gd name="T1" fmla="*/ 0 h 776"/>
                <a:gd name="T2" fmla="*/ 1183 w 1200"/>
                <a:gd name="T3" fmla="*/ 239 h 776"/>
                <a:gd name="T4" fmla="*/ 1194 w 1200"/>
                <a:gd name="T5" fmla="*/ 257 h 776"/>
                <a:gd name="T6" fmla="*/ 1199 w 1200"/>
                <a:gd name="T7" fmla="*/ 278 h 776"/>
                <a:gd name="T8" fmla="*/ 1200 w 1200"/>
                <a:gd name="T9" fmla="*/ 301 h 776"/>
                <a:gd name="T10" fmla="*/ 1197 w 1200"/>
                <a:gd name="T11" fmla="*/ 325 h 776"/>
                <a:gd name="T12" fmla="*/ 1189 w 1200"/>
                <a:gd name="T13" fmla="*/ 351 h 776"/>
                <a:gd name="T14" fmla="*/ 1178 w 1200"/>
                <a:gd name="T15" fmla="*/ 380 h 776"/>
                <a:gd name="T16" fmla="*/ 1164 w 1200"/>
                <a:gd name="T17" fmla="*/ 409 h 776"/>
                <a:gd name="T18" fmla="*/ 1145 w 1200"/>
                <a:gd name="T19" fmla="*/ 438 h 776"/>
                <a:gd name="T20" fmla="*/ 1124 w 1200"/>
                <a:gd name="T21" fmla="*/ 469 h 776"/>
                <a:gd name="T22" fmla="*/ 1101 w 1200"/>
                <a:gd name="T23" fmla="*/ 499 h 776"/>
                <a:gd name="T24" fmla="*/ 1074 w 1200"/>
                <a:gd name="T25" fmla="*/ 530 h 776"/>
                <a:gd name="T26" fmla="*/ 1046 w 1200"/>
                <a:gd name="T27" fmla="*/ 559 h 776"/>
                <a:gd name="T28" fmla="*/ 1017 w 1200"/>
                <a:gd name="T29" fmla="*/ 589 h 776"/>
                <a:gd name="T30" fmla="*/ 986 w 1200"/>
                <a:gd name="T31" fmla="*/ 616 h 776"/>
                <a:gd name="T32" fmla="*/ 953 w 1200"/>
                <a:gd name="T33" fmla="*/ 644 h 776"/>
                <a:gd name="T34" fmla="*/ 920 w 1200"/>
                <a:gd name="T35" fmla="*/ 669 h 776"/>
                <a:gd name="T36" fmla="*/ 887 w 1200"/>
                <a:gd name="T37" fmla="*/ 692 h 776"/>
                <a:gd name="T38" fmla="*/ 854 w 1200"/>
                <a:gd name="T39" fmla="*/ 713 h 776"/>
                <a:gd name="T40" fmla="*/ 819 w 1200"/>
                <a:gd name="T41" fmla="*/ 732 h 776"/>
                <a:gd name="T42" fmla="*/ 786 w 1200"/>
                <a:gd name="T43" fmla="*/ 747 h 776"/>
                <a:gd name="T44" fmla="*/ 754 w 1200"/>
                <a:gd name="T45" fmla="*/ 761 h 776"/>
                <a:gd name="T46" fmla="*/ 723 w 1200"/>
                <a:gd name="T47" fmla="*/ 769 h 776"/>
                <a:gd name="T48" fmla="*/ 693 w 1200"/>
                <a:gd name="T49" fmla="*/ 775 h 776"/>
                <a:gd name="T50" fmla="*/ 664 w 1200"/>
                <a:gd name="T51" fmla="*/ 776 h 776"/>
                <a:gd name="T52" fmla="*/ 639 w 1200"/>
                <a:gd name="T53" fmla="*/ 774 h 776"/>
                <a:gd name="T54" fmla="*/ 0 w 1200"/>
                <a:gd name="T55" fmla="*/ 0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00" h="776">
                  <a:moveTo>
                    <a:pt x="0" y="0"/>
                  </a:moveTo>
                  <a:lnTo>
                    <a:pt x="1183" y="239"/>
                  </a:lnTo>
                  <a:lnTo>
                    <a:pt x="1194" y="257"/>
                  </a:lnTo>
                  <a:lnTo>
                    <a:pt x="1199" y="278"/>
                  </a:lnTo>
                  <a:lnTo>
                    <a:pt x="1200" y="301"/>
                  </a:lnTo>
                  <a:lnTo>
                    <a:pt x="1197" y="325"/>
                  </a:lnTo>
                  <a:lnTo>
                    <a:pt x="1189" y="351"/>
                  </a:lnTo>
                  <a:lnTo>
                    <a:pt x="1178" y="380"/>
                  </a:lnTo>
                  <a:lnTo>
                    <a:pt x="1164" y="409"/>
                  </a:lnTo>
                  <a:lnTo>
                    <a:pt x="1145" y="438"/>
                  </a:lnTo>
                  <a:lnTo>
                    <a:pt x="1124" y="469"/>
                  </a:lnTo>
                  <a:lnTo>
                    <a:pt x="1101" y="499"/>
                  </a:lnTo>
                  <a:lnTo>
                    <a:pt x="1074" y="530"/>
                  </a:lnTo>
                  <a:lnTo>
                    <a:pt x="1046" y="559"/>
                  </a:lnTo>
                  <a:lnTo>
                    <a:pt x="1017" y="589"/>
                  </a:lnTo>
                  <a:lnTo>
                    <a:pt x="986" y="616"/>
                  </a:lnTo>
                  <a:lnTo>
                    <a:pt x="953" y="644"/>
                  </a:lnTo>
                  <a:lnTo>
                    <a:pt x="920" y="669"/>
                  </a:lnTo>
                  <a:lnTo>
                    <a:pt x="887" y="692"/>
                  </a:lnTo>
                  <a:lnTo>
                    <a:pt x="854" y="713"/>
                  </a:lnTo>
                  <a:lnTo>
                    <a:pt x="819" y="732"/>
                  </a:lnTo>
                  <a:lnTo>
                    <a:pt x="786" y="747"/>
                  </a:lnTo>
                  <a:lnTo>
                    <a:pt x="754" y="761"/>
                  </a:lnTo>
                  <a:lnTo>
                    <a:pt x="723" y="769"/>
                  </a:lnTo>
                  <a:lnTo>
                    <a:pt x="693" y="775"/>
                  </a:lnTo>
                  <a:lnTo>
                    <a:pt x="664" y="776"/>
                  </a:lnTo>
                  <a:lnTo>
                    <a:pt x="639" y="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8" name="ïṧḻîdè">
              <a:extLst>
                <a:ext uri="{FF2B5EF4-FFF2-40B4-BE49-F238E27FC236}">
                  <a16:creationId xmlns:a16="http://schemas.microsoft.com/office/drawing/2014/main" id="{E36AA6A1-4A2F-4BED-9FCD-376A5E2514F3}"/>
                </a:ext>
              </a:extLst>
            </p:cNvPr>
            <p:cNvSpPr/>
            <p:nvPr/>
          </p:nvSpPr>
          <p:spPr bwMode="auto">
            <a:xfrm>
              <a:off x="9244699" y="3033783"/>
              <a:ext cx="199719" cy="103758"/>
            </a:xfrm>
            <a:custGeom>
              <a:avLst/>
              <a:gdLst>
                <a:gd name="T0" fmla="*/ 1491 w 1666"/>
                <a:gd name="T1" fmla="*/ 0 h 863"/>
                <a:gd name="T2" fmla="*/ 1519 w 1666"/>
                <a:gd name="T3" fmla="*/ 6 h 863"/>
                <a:gd name="T4" fmla="*/ 1545 w 1666"/>
                <a:gd name="T5" fmla="*/ 18 h 863"/>
                <a:gd name="T6" fmla="*/ 1568 w 1666"/>
                <a:gd name="T7" fmla="*/ 34 h 863"/>
                <a:gd name="T8" fmla="*/ 1588 w 1666"/>
                <a:gd name="T9" fmla="*/ 56 h 863"/>
                <a:gd name="T10" fmla="*/ 1607 w 1666"/>
                <a:gd name="T11" fmla="*/ 83 h 863"/>
                <a:gd name="T12" fmla="*/ 1623 w 1666"/>
                <a:gd name="T13" fmla="*/ 112 h 863"/>
                <a:gd name="T14" fmla="*/ 1636 w 1666"/>
                <a:gd name="T15" fmla="*/ 145 h 863"/>
                <a:gd name="T16" fmla="*/ 1647 w 1666"/>
                <a:gd name="T17" fmla="*/ 182 h 863"/>
                <a:gd name="T18" fmla="*/ 1655 w 1666"/>
                <a:gd name="T19" fmla="*/ 221 h 863"/>
                <a:gd name="T20" fmla="*/ 1660 w 1666"/>
                <a:gd name="T21" fmla="*/ 262 h 863"/>
                <a:gd name="T22" fmla="*/ 1665 w 1666"/>
                <a:gd name="T23" fmla="*/ 305 h 863"/>
                <a:gd name="T24" fmla="*/ 1666 w 1666"/>
                <a:gd name="T25" fmla="*/ 349 h 863"/>
                <a:gd name="T26" fmla="*/ 1665 w 1666"/>
                <a:gd name="T27" fmla="*/ 394 h 863"/>
                <a:gd name="T28" fmla="*/ 1660 w 1666"/>
                <a:gd name="T29" fmla="*/ 440 h 863"/>
                <a:gd name="T30" fmla="*/ 1655 w 1666"/>
                <a:gd name="T31" fmla="*/ 485 h 863"/>
                <a:gd name="T32" fmla="*/ 1647 w 1666"/>
                <a:gd name="T33" fmla="*/ 530 h 863"/>
                <a:gd name="T34" fmla="*/ 1637 w 1666"/>
                <a:gd name="T35" fmla="*/ 574 h 863"/>
                <a:gd name="T36" fmla="*/ 1624 w 1666"/>
                <a:gd name="T37" fmla="*/ 617 h 863"/>
                <a:gd name="T38" fmla="*/ 1609 w 1666"/>
                <a:gd name="T39" fmla="*/ 659 h 863"/>
                <a:gd name="T40" fmla="*/ 1593 w 1666"/>
                <a:gd name="T41" fmla="*/ 698 h 863"/>
                <a:gd name="T42" fmla="*/ 1573 w 1666"/>
                <a:gd name="T43" fmla="*/ 734 h 863"/>
                <a:gd name="T44" fmla="*/ 1552 w 1666"/>
                <a:gd name="T45" fmla="*/ 768 h 863"/>
                <a:gd name="T46" fmla="*/ 1529 w 1666"/>
                <a:gd name="T47" fmla="*/ 798 h 863"/>
                <a:gd name="T48" fmla="*/ 1503 w 1666"/>
                <a:gd name="T49" fmla="*/ 824 h 863"/>
                <a:gd name="T50" fmla="*/ 1475 w 1666"/>
                <a:gd name="T51" fmla="*/ 846 h 863"/>
                <a:gd name="T52" fmla="*/ 1447 w 1666"/>
                <a:gd name="T53" fmla="*/ 863 h 863"/>
                <a:gd name="T54" fmla="*/ 0 w 1666"/>
                <a:gd name="T55" fmla="*/ 712 h 863"/>
                <a:gd name="T56" fmla="*/ 1491 w 1666"/>
                <a:gd name="T57" fmla="*/ 0 h 8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666" h="863">
                  <a:moveTo>
                    <a:pt x="1491" y="0"/>
                  </a:moveTo>
                  <a:lnTo>
                    <a:pt x="1519" y="6"/>
                  </a:lnTo>
                  <a:lnTo>
                    <a:pt x="1545" y="18"/>
                  </a:lnTo>
                  <a:lnTo>
                    <a:pt x="1568" y="34"/>
                  </a:lnTo>
                  <a:lnTo>
                    <a:pt x="1588" y="56"/>
                  </a:lnTo>
                  <a:lnTo>
                    <a:pt x="1607" y="83"/>
                  </a:lnTo>
                  <a:lnTo>
                    <a:pt x="1623" y="112"/>
                  </a:lnTo>
                  <a:lnTo>
                    <a:pt x="1636" y="145"/>
                  </a:lnTo>
                  <a:lnTo>
                    <a:pt x="1647" y="182"/>
                  </a:lnTo>
                  <a:lnTo>
                    <a:pt x="1655" y="221"/>
                  </a:lnTo>
                  <a:lnTo>
                    <a:pt x="1660" y="262"/>
                  </a:lnTo>
                  <a:lnTo>
                    <a:pt x="1665" y="305"/>
                  </a:lnTo>
                  <a:lnTo>
                    <a:pt x="1666" y="349"/>
                  </a:lnTo>
                  <a:lnTo>
                    <a:pt x="1665" y="394"/>
                  </a:lnTo>
                  <a:lnTo>
                    <a:pt x="1660" y="440"/>
                  </a:lnTo>
                  <a:lnTo>
                    <a:pt x="1655" y="485"/>
                  </a:lnTo>
                  <a:lnTo>
                    <a:pt x="1647" y="530"/>
                  </a:lnTo>
                  <a:lnTo>
                    <a:pt x="1637" y="574"/>
                  </a:lnTo>
                  <a:lnTo>
                    <a:pt x="1624" y="617"/>
                  </a:lnTo>
                  <a:lnTo>
                    <a:pt x="1609" y="659"/>
                  </a:lnTo>
                  <a:lnTo>
                    <a:pt x="1593" y="698"/>
                  </a:lnTo>
                  <a:lnTo>
                    <a:pt x="1573" y="734"/>
                  </a:lnTo>
                  <a:lnTo>
                    <a:pt x="1552" y="768"/>
                  </a:lnTo>
                  <a:lnTo>
                    <a:pt x="1529" y="798"/>
                  </a:lnTo>
                  <a:lnTo>
                    <a:pt x="1503" y="824"/>
                  </a:lnTo>
                  <a:lnTo>
                    <a:pt x="1475" y="846"/>
                  </a:lnTo>
                  <a:lnTo>
                    <a:pt x="1447" y="863"/>
                  </a:lnTo>
                  <a:lnTo>
                    <a:pt x="0" y="712"/>
                  </a:lnTo>
                  <a:lnTo>
                    <a:pt x="149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39" name="ïsḻiḑè">
              <a:extLst>
                <a:ext uri="{FF2B5EF4-FFF2-40B4-BE49-F238E27FC236}">
                  <a16:creationId xmlns:a16="http://schemas.microsoft.com/office/drawing/2014/main" id="{5462AEA1-2F55-49B1-B2F8-5DEE7B6A2782}"/>
                </a:ext>
              </a:extLst>
            </p:cNvPr>
            <p:cNvSpPr/>
            <p:nvPr/>
          </p:nvSpPr>
          <p:spPr bwMode="auto">
            <a:xfrm>
              <a:off x="9266890" y="2890442"/>
              <a:ext cx="204516" cy="211714"/>
            </a:xfrm>
            <a:custGeom>
              <a:avLst/>
              <a:gdLst>
                <a:gd name="T0" fmla="*/ 1013 w 1707"/>
                <a:gd name="T1" fmla="*/ 0 h 1769"/>
                <a:gd name="T2" fmla="*/ 1053 w 1707"/>
                <a:gd name="T3" fmla="*/ 5 h 1769"/>
                <a:gd name="T4" fmla="*/ 1094 w 1707"/>
                <a:gd name="T5" fmla="*/ 13 h 1769"/>
                <a:gd name="T6" fmla="*/ 1136 w 1707"/>
                <a:gd name="T7" fmla="*/ 27 h 1769"/>
                <a:gd name="T8" fmla="*/ 1178 w 1707"/>
                <a:gd name="T9" fmla="*/ 43 h 1769"/>
                <a:gd name="T10" fmla="*/ 1222 w 1707"/>
                <a:gd name="T11" fmla="*/ 63 h 1769"/>
                <a:gd name="T12" fmla="*/ 1264 w 1707"/>
                <a:gd name="T13" fmla="*/ 86 h 1769"/>
                <a:gd name="T14" fmla="*/ 1307 w 1707"/>
                <a:gd name="T15" fmla="*/ 112 h 1769"/>
                <a:gd name="T16" fmla="*/ 1348 w 1707"/>
                <a:gd name="T17" fmla="*/ 142 h 1769"/>
                <a:gd name="T18" fmla="*/ 1389 w 1707"/>
                <a:gd name="T19" fmla="*/ 173 h 1769"/>
                <a:gd name="T20" fmla="*/ 1429 w 1707"/>
                <a:gd name="T21" fmla="*/ 207 h 1769"/>
                <a:gd name="T22" fmla="*/ 1467 w 1707"/>
                <a:gd name="T23" fmla="*/ 242 h 1769"/>
                <a:gd name="T24" fmla="*/ 1504 w 1707"/>
                <a:gd name="T25" fmla="*/ 280 h 1769"/>
                <a:gd name="T26" fmla="*/ 1538 w 1707"/>
                <a:gd name="T27" fmla="*/ 317 h 1769"/>
                <a:gd name="T28" fmla="*/ 1570 w 1707"/>
                <a:gd name="T29" fmla="*/ 357 h 1769"/>
                <a:gd name="T30" fmla="*/ 1599 w 1707"/>
                <a:gd name="T31" fmla="*/ 397 h 1769"/>
                <a:gd name="T32" fmla="*/ 1626 w 1707"/>
                <a:gd name="T33" fmla="*/ 438 h 1769"/>
                <a:gd name="T34" fmla="*/ 1649 w 1707"/>
                <a:gd name="T35" fmla="*/ 479 h 1769"/>
                <a:gd name="T36" fmla="*/ 1669 w 1707"/>
                <a:gd name="T37" fmla="*/ 519 h 1769"/>
                <a:gd name="T38" fmla="*/ 1684 w 1707"/>
                <a:gd name="T39" fmla="*/ 560 h 1769"/>
                <a:gd name="T40" fmla="*/ 1697 w 1707"/>
                <a:gd name="T41" fmla="*/ 600 h 1769"/>
                <a:gd name="T42" fmla="*/ 1703 w 1707"/>
                <a:gd name="T43" fmla="*/ 639 h 1769"/>
                <a:gd name="T44" fmla="*/ 1707 w 1707"/>
                <a:gd name="T45" fmla="*/ 677 h 1769"/>
                <a:gd name="T46" fmla="*/ 1704 w 1707"/>
                <a:gd name="T47" fmla="*/ 714 h 1769"/>
                <a:gd name="T48" fmla="*/ 1697 w 1707"/>
                <a:gd name="T49" fmla="*/ 749 h 1769"/>
                <a:gd name="T50" fmla="*/ 1683 w 1707"/>
                <a:gd name="T51" fmla="*/ 782 h 1769"/>
                <a:gd name="T52" fmla="*/ 0 w 1707"/>
                <a:gd name="T53" fmla="*/ 1769 h 1769"/>
                <a:gd name="T54" fmla="*/ 872 w 1707"/>
                <a:gd name="T55" fmla="*/ 30 h 1769"/>
                <a:gd name="T56" fmla="*/ 904 w 1707"/>
                <a:gd name="T57" fmla="*/ 15 h 1769"/>
                <a:gd name="T58" fmla="*/ 938 w 1707"/>
                <a:gd name="T59" fmla="*/ 5 h 1769"/>
                <a:gd name="T60" fmla="*/ 976 w 1707"/>
                <a:gd name="T61" fmla="*/ 0 h 1769"/>
                <a:gd name="T62" fmla="*/ 1013 w 1707"/>
                <a:gd name="T63" fmla="*/ 0 h 1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707" h="1769">
                  <a:moveTo>
                    <a:pt x="1013" y="0"/>
                  </a:moveTo>
                  <a:lnTo>
                    <a:pt x="1053" y="5"/>
                  </a:lnTo>
                  <a:lnTo>
                    <a:pt x="1094" y="13"/>
                  </a:lnTo>
                  <a:lnTo>
                    <a:pt x="1136" y="27"/>
                  </a:lnTo>
                  <a:lnTo>
                    <a:pt x="1178" y="43"/>
                  </a:lnTo>
                  <a:lnTo>
                    <a:pt x="1222" y="63"/>
                  </a:lnTo>
                  <a:lnTo>
                    <a:pt x="1264" y="86"/>
                  </a:lnTo>
                  <a:lnTo>
                    <a:pt x="1307" y="112"/>
                  </a:lnTo>
                  <a:lnTo>
                    <a:pt x="1348" y="142"/>
                  </a:lnTo>
                  <a:lnTo>
                    <a:pt x="1389" y="173"/>
                  </a:lnTo>
                  <a:lnTo>
                    <a:pt x="1429" y="207"/>
                  </a:lnTo>
                  <a:lnTo>
                    <a:pt x="1467" y="242"/>
                  </a:lnTo>
                  <a:lnTo>
                    <a:pt x="1504" y="280"/>
                  </a:lnTo>
                  <a:lnTo>
                    <a:pt x="1538" y="317"/>
                  </a:lnTo>
                  <a:lnTo>
                    <a:pt x="1570" y="357"/>
                  </a:lnTo>
                  <a:lnTo>
                    <a:pt x="1599" y="397"/>
                  </a:lnTo>
                  <a:lnTo>
                    <a:pt x="1626" y="438"/>
                  </a:lnTo>
                  <a:lnTo>
                    <a:pt x="1649" y="479"/>
                  </a:lnTo>
                  <a:lnTo>
                    <a:pt x="1669" y="519"/>
                  </a:lnTo>
                  <a:lnTo>
                    <a:pt x="1684" y="560"/>
                  </a:lnTo>
                  <a:lnTo>
                    <a:pt x="1697" y="600"/>
                  </a:lnTo>
                  <a:lnTo>
                    <a:pt x="1703" y="639"/>
                  </a:lnTo>
                  <a:lnTo>
                    <a:pt x="1707" y="677"/>
                  </a:lnTo>
                  <a:lnTo>
                    <a:pt x="1704" y="714"/>
                  </a:lnTo>
                  <a:lnTo>
                    <a:pt x="1697" y="749"/>
                  </a:lnTo>
                  <a:lnTo>
                    <a:pt x="1683" y="782"/>
                  </a:lnTo>
                  <a:lnTo>
                    <a:pt x="0" y="1769"/>
                  </a:lnTo>
                  <a:lnTo>
                    <a:pt x="872" y="30"/>
                  </a:lnTo>
                  <a:lnTo>
                    <a:pt x="904" y="15"/>
                  </a:lnTo>
                  <a:lnTo>
                    <a:pt x="938" y="5"/>
                  </a:lnTo>
                  <a:lnTo>
                    <a:pt x="976" y="0"/>
                  </a:lnTo>
                  <a:lnTo>
                    <a:pt x="1013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40" name="iṩ1iḑé">
              <a:extLst>
                <a:ext uri="{FF2B5EF4-FFF2-40B4-BE49-F238E27FC236}">
                  <a16:creationId xmlns:a16="http://schemas.microsoft.com/office/drawing/2014/main" id="{7F484424-B34F-4E5D-816B-65EEEDFDEDF1}"/>
                </a:ext>
              </a:extLst>
            </p:cNvPr>
            <p:cNvSpPr/>
            <p:nvPr/>
          </p:nvSpPr>
          <p:spPr bwMode="auto">
            <a:xfrm>
              <a:off x="9176327" y="2783685"/>
              <a:ext cx="193121" cy="287883"/>
            </a:xfrm>
            <a:custGeom>
              <a:avLst/>
              <a:gdLst>
                <a:gd name="T0" fmla="*/ 771 w 1608"/>
                <a:gd name="T1" fmla="*/ 0 h 2398"/>
                <a:gd name="T2" fmla="*/ 837 w 1608"/>
                <a:gd name="T3" fmla="*/ 0 h 2398"/>
                <a:gd name="T4" fmla="*/ 904 w 1608"/>
                <a:gd name="T5" fmla="*/ 2 h 2398"/>
                <a:gd name="T6" fmla="*/ 969 w 1608"/>
                <a:gd name="T7" fmla="*/ 5 h 2398"/>
                <a:gd name="T8" fmla="*/ 1034 w 1608"/>
                <a:gd name="T9" fmla="*/ 12 h 2398"/>
                <a:gd name="T10" fmla="*/ 1097 w 1608"/>
                <a:gd name="T11" fmla="*/ 20 h 2398"/>
                <a:gd name="T12" fmla="*/ 1159 w 1608"/>
                <a:gd name="T13" fmla="*/ 30 h 2398"/>
                <a:gd name="T14" fmla="*/ 1218 w 1608"/>
                <a:gd name="T15" fmla="*/ 42 h 2398"/>
                <a:gd name="T16" fmla="*/ 1276 w 1608"/>
                <a:gd name="T17" fmla="*/ 58 h 2398"/>
                <a:gd name="T18" fmla="*/ 1329 w 1608"/>
                <a:gd name="T19" fmla="*/ 74 h 2398"/>
                <a:gd name="T20" fmla="*/ 1380 w 1608"/>
                <a:gd name="T21" fmla="*/ 93 h 2398"/>
                <a:gd name="T22" fmla="*/ 1427 w 1608"/>
                <a:gd name="T23" fmla="*/ 114 h 2398"/>
                <a:gd name="T24" fmla="*/ 1469 w 1608"/>
                <a:gd name="T25" fmla="*/ 136 h 2398"/>
                <a:gd name="T26" fmla="*/ 1508 w 1608"/>
                <a:gd name="T27" fmla="*/ 161 h 2398"/>
                <a:gd name="T28" fmla="*/ 1541 w 1608"/>
                <a:gd name="T29" fmla="*/ 188 h 2398"/>
                <a:gd name="T30" fmla="*/ 1569 w 1608"/>
                <a:gd name="T31" fmla="*/ 217 h 2398"/>
                <a:gd name="T32" fmla="*/ 1591 w 1608"/>
                <a:gd name="T33" fmla="*/ 248 h 2398"/>
                <a:gd name="T34" fmla="*/ 1608 w 1608"/>
                <a:gd name="T35" fmla="*/ 281 h 2398"/>
                <a:gd name="T36" fmla="*/ 806 w 1608"/>
                <a:gd name="T37" fmla="*/ 2398 h 2398"/>
                <a:gd name="T38" fmla="*/ 0 w 1608"/>
                <a:gd name="T39" fmla="*/ 281 h 2398"/>
                <a:gd name="T40" fmla="*/ 15 w 1608"/>
                <a:gd name="T41" fmla="*/ 248 h 2398"/>
                <a:gd name="T42" fmla="*/ 37 w 1608"/>
                <a:gd name="T43" fmla="*/ 217 h 2398"/>
                <a:gd name="T44" fmla="*/ 66 w 1608"/>
                <a:gd name="T45" fmla="*/ 188 h 2398"/>
                <a:gd name="T46" fmla="*/ 100 w 1608"/>
                <a:gd name="T47" fmla="*/ 161 h 2398"/>
                <a:gd name="T48" fmla="*/ 137 w 1608"/>
                <a:gd name="T49" fmla="*/ 136 h 2398"/>
                <a:gd name="T50" fmla="*/ 180 w 1608"/>
                <a:gd name="T51" fmla="*/ 114 h 2398"/>
                <a:gd name="T52" fmla="*/ 227 w 1608"/>
                <a:gd name="T53" fmla="*/ 93 h 2398"/>
                <a:gd name="T54" fmla="*/ 278 w 1608"/>
                <a:gd name="T55" fmla="*/ 74 h 2398"/>
                <a:gd name="T56" fmla="*/ 332 w 1608"/>
                <a:gd name="T57" fmla="*/ 58 h 2398"/>
                <a:gd name="T58" fmla="*/ 389 w 1608"/>
                <a:gd name="T59" fmla="*/ 42 h 2398"/>
                <a:gd name="T60" fmla="*/ 448 w 1608"/>
                <a:gd name="T61" fmla="*/ 30 h 2398"/>
                <a:gd name="T62" fmla="*/ 510 w 1608"/>
                <a:gd name="T63" fmla="*/ 20 h 2398"/>
                <a:gd name="T64" fmla="*/ 574 w 1608"/>
                <a:gd name="T65" fmla="*/ 12 h 2398"/>
                <a:gd name="T66" fmla="*/ 638 w 1608"/>
                <a:gd name="T67" fmla="*/ 5 h 2398"/>
                <a:gd name="T68" fmla="*/ 704 w 1608"/>
                <a:gd name="T69" fmla="*/ 2 h 2398"/>
                <a:gd name="T70" fmla="*/ 771 w 1608"/>
                <a:gd name="T71" fmla="*/ 0 h 2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608" h="2398">
                  <a:moveTo>
                    <a:pt x="771" y="0"/>
                  </a:moveTo>
                  <a:lnTo>
                    <a:pt x="837" y="0"/>
                  </a:lnTo>
                  <a:lnTo>
                    <a:pt x="904" y="2"/>
                  </a:lnTo>
                  <a:lnTo>
                    <a:pt x="969" y="5"/>
                  </a:lnTo>
                  <a:lnTo>
                    <a:pt x="1034" y="12"/>
                  </a:lnTo>
                  <a:lnTo>
                    <a:pt x="1097" y="20"/>
                  </a:lnTo>
                  <a:lnTo>
                    <a:pt x="1159" y="30"/>
                  </a:lnTo>
                  <a:lnTo>
                    <a:pt x="1218" y="42"/>
                  </a:lnTo>
                  <a:lnTo>
                    <a:pt x="1276" y="58"/>
                  </a:lnTo>
                  <a:lnTo>
                    <a:pt x="1329" y="74"/>
                  </a:lnTo>
                  <a:lnTo>
                    <a:pt x="1380" y="93"/>
                  </a:lnTo>
                  <a:lnTo>
                    <a:pt x="1427" y="114"/>
                  </a:lnTo>
                  <a:lnTo>
                    <a:pt x="1469" y="136"/>
                  </a:lnTo>
                  <a:lnTo>
                    <a:pt x="1508" y="161"/>
                  </a:lnTo>
                  <a:lnTo>
                    <a:pt x="1541" y="188"/>
                  </a:lnTo>
                  <a:lnTo>
                    <a:pt x="1569" y="217"/>
                  </a:lnTo>
                  <a:lnTo>
                    <a:pt x="1591" y="248"/>
                  </a:lnTo>
                  <a:lnTo>
                    <a:pt x="1608" y="281"/>
                  </a:lnTo>
                  <a:lnTo>
                    <a:pt x="806" y="2398"/>
                  </a:lnTo>
                  <a:lnTo>
                    <a:pt x="0" y="281"/>
                  </a:lnTo>
                  <a:lnTo>
                    <a:pt x="15" y="248"/>
                  </a:lnTo>
                  <a:lnTo>
                    <a:pt x="37" y="217"/>
                  </a:lnTo>
                  <a:lnTo>
                    <a:pt x="66" y="188"/>
                  </a:lnTo>
                  <a:lnTo>
                    <a:pt x="100" y="161"/>
                  </a:lnTo>
                  <a:lnTo>
                    <a:pt x="137" y="136"/>
                  </a:lnTo>
                  <a:lnTo>
                    <a:pt x="180" y="114"/>
                  </a:lnTo>
                  <a:lnTo>
                    <a:pt x="227" y="93"/>
                  </a:lnTo>
                  <a:lnTo>
                    <a:pt x="278" y="74"/>
                  </a:lnTo>
                  <a:lnTo>
                    <a:pt x="332" y="58"/>
                  </a:lnTo>
                  <a:lnTo>
                    <a:pt x="389" y="42"/>
                  </a:lnTo>
                  <a:lnTo>
                    <a:pt x="448" y="30"/>
                  </a:lnTo>
                  <a:lnTo>
                    <a:pt x="510" y="20"/>
                  </a:lnTo>
                  <a:lnTo>
                    <a:pt x="574" y="12"/>
                  </a:lnTo>
                  <a:lnTo>
                    <a:pt x="638" y="5"/>
                  </a:lnTo>
                  <a:lnTo>
                    <a:pt x="704" y="2"/>
                  </a:lnTo>
                  <a:lnTo>
                    <a:pt x="771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41" name="i$1îḋê">
              <a:extLst>
                <a:ext uri="{FF2B5EF4-FFF2-40B4-BE49-F238E27FC236}">
                  <a16:creationId xmlns:a16="http://schemas.microsoft.com/office/drawing/2014/main" id="{87141B60-8476-416F-8E71-5AFF48ED202D}"/>
                </a:ext>
              </a:extLst>
            </p:cNvPr>
            <p:cNvSpPr/>
            <p:nvPr/>
          </p:nvSpPr>
          <p:spPr>
            <a:xfrm>
              <a:off x="1091340" y="4410381"/>
              <a:ext cx="758866" cy="758876"/>
            </a:xfrm>
            <a:prstGeom prst="ellipse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42" name="íšḷíḋé">
              <a:extLst>
                <a:ext uri="{FF2B5EF4-FFF2-40B4-BE49-F238E27FC236}">
                  <a16:creationId xmlns:a16="http://schemas.microsoft.com/office/drawing/2014/main" id="{EFA8A367-8E1B-4CE0-AF1D-E3AF95B75C0F}"/>
                </a:ext>
              </a:extLst>
            </p:cNvPr>
            <p:cNvSpPr/>
            <p:nvPr/>
          </p:nvSpPr>
          <p:spPr>
            <a:xfrm>
              <a:off x="1193525" y="4509036"/>
              <a:ext cx="554494" cy="554502"/>
            </a:xfrm>
            <a:prstGeom prst="ellipse">
              <a:avLst/>
            </a:prstGeom>
            <a:solidFill>
              <a:schemeClr val="bg1"/>
            </a:solidFill>
            <a:ln w="28575" algn="ctr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1400" b="1" kern="0">
                <a:solidFill>
                  <a:schemeClr val="tx2"/>
                </a:solidFill>
              </a:endParaRPr>
            </a:p>
          </p:txBody>
        </p:sp>
        <p:sp>
          <p:nvSpPr>
            <p:cNvPr id="43" name="íśḻîďe">
              <a:extLst>
                <a:ext uri="{FF2B5EF4-FFF2-40B4-BE49-F238E27FC236}">
                  <a16:creationId xmlns:a16="http://schemas.microsoft.com/office/drawing/2014/main" id="{0376D201-B59A-403B-9472-27517A0EFE3C}"/>
                </a:ext>
              </a:extLst>
            </p:cNvPr>
            <p:cNvSpPr/>
            <p:nvPr/>
          </p:nvSpPr>
          <p:spPr>
            <a:xfrm rot="5400000">
              <a:off x="2764534" y="2714766"/>
              <a:ext cx="294518" cy="2882035"/>
            </a:xfrm>
            <a:prstGeom prst="leftBracket">
              <a:avLst>
                <a:gd name="adj" fmla="val 102804"/>
              </a:avLst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44" name="îŝľíḑé">
              <a:extLst>
                <a:ext uri="{FF2B5EF4-FFF2-40B4-BE49-F238E27FC236}">
                  <a16:creationId xmlns:a16="http://schemas.microsoft.com/office/drawing/2014/main" id="{98E19443-83FF-4246-A0E8-555C40B4C3D4}"/>
                </a:ext>
              </a:extLst>
            </p:cNvPr>
            <p:cNvSpPr/>
            <p:nvPr/>
          </p:nvSpPr>
          <p:spPr>
            <a:xfrm rot="5400000">
              <a:off x="9174056" y="2716038"/>
              <a:ext cx="294518" cy="2882035"/>
            </a:xfrm>
            <a:prstGeom prst="leftBracket">
              <a:avLst>
                <a:gd name="adj" fmla="val 102804"/>
              </a:avLst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ECB74DF-39F3-41E0-83A1-95AF3EFAACE6}"/>
                </a:ext>
              </a:extLst>
            </p:cNvPr>
            <p:cNvCxnSpPr/>
            <p:nvPr/>
          </p:nvCxnSpPr>
          <p:spPr>
            <a:xfrm flipH="1">
              <a:off x="9321319" y="3871643"/>
              <a:ext cx="1" cy="438745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6B9E02D-778F-4ED5-A9CC-BBB35BCC6D38}"/>
                </a:ext>
              </a:extLst>
            </p:cNvPr>
            <p:cNvCxnSpPr/>
            <p:nvPr/>
          </p:nvCxnSpPr>
          <p:spPr>
            <a:xfrm flipH="1">
              <a:off x="2911794" y="3870372"/>
              <a:ext cx="3" cy="159806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655AF760-4B74-4201-AAD7-B3B99BC201EE}"/>
                </a:ext>
              </a:extLst>
            </p:cNvPr>
            <p:cNvCxnSpPr/>
            <p:nvPr/>
          </p:nvCxnSpPr>
          <p:spPr>
            <a:xfrm flipH="1">
              <a:off x="6141007" y="3864295"/>
              <a:ext cx="1" cy="438745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iśļîḍé">
              <a:extLst>
                <a:ext uri="{FF2B5EF4-FFF2-40B4-BE49-F238E27FC236}">
                  <a16:creationId xmlns:a16="http://schemas.microsoft.com/office/drawing/2014/main" id="{55F1DBBF-6799-448B-9129-01F98FB7643F}"/>
                </a:ext>
              </a:extLst>
            </p:cNvPr>
            <p:cNvSpPr/>
            <p:nvPr/>
          </p:nvSpPr>
          <p:spPr>
            <a:xfrm>
              <a:off x="3973376" y="4398599"/>
              <a:ext cx="758866" cy="758876"/>
            </a:xfrm>
            <a:prstGeom prst="ellipse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49" name="ïṥḷîďè">
              <a:extLst>
                <a:ext uri="{FF2B5EF4-FFF2-40B4-BE49-F238E27FC236}">
                  <a16:creationId xmlns:a16="http://schemas.microsoft.com/office/drawing/2014/main" id="{9C66004C-5CCE-4DAA-96BC-B0FEF3CFE163}"/>
                </a:ext>
              </a:extLst>
            </p:cNvPr>
            <p:cNvSpPr/>
            <p:nvPr/>
          </p:nvSpPr>
          <p:spPr>
            <a:xfrm>
              <a:off x="4075561" y="4497254"/>
              <a:ext cx="554494" cy="554502"/>
            </a:xfrm>
            <a:prstGeom prst="ellipse">
              <a:avLst/>
            </a:prstGeom>
            <a:solidFill>
              <a:schemeClr val="bg1"/>
            </a:solidFill>
            <a:ln w="28575" algn="ctr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1400" b="1" kern="0">
                <a:solidFill>
                  <a:schemeClr val="tx2"/>
                </a:solidFill>
              </a:endParaRPr>
            </a:p>
          </p:txBody>
        </p:sp>
        <p:sp>
          <p:nvSpPr>
            <p:cNvPr id="50" name="ïsľiḋe">
              <a:extLst>
                <a:ext uri="{FF2B5EF4-FFF2-40B4-BE49-F238E27FC236}">
                  <a16:creationId xmlns:a16="http://schemas.microsoft.com/office/drawing/2014/main" id="{FEB32820-5BBC-4DA7-8AB6-F556825C599E}"/>
                </a:ext>
              </a:extLst>
            </p:cNvPr>
            <p:cNvSpPr/>
            <p:nvPr/>
          </p:nvSpPr>
          <p:spPr>
            <a:xfrm>
              <a:off x="5761572" y="4410381"/>
              <a:ext cx="758866" cy="758876"/>
            </a:xfrm>
            <a:prstGeom prst="ellipse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1" name="îṡḻíḑè">
              <a:extLst>
                <a:ext uri="{FF2B5EF4-FFF2-40B4-BE49-F238E27FC236}">
                  <a16:creationId xmlns:a16="http://schemas.microsoft.com/office/drawing/2014/main" id="{39688518-2CFE-47F7-900A-5F981B4839A9}"/>
                </a:ext>
              </a:extLst>
            </p:cNvPr>
            <p:cNvSpPr/>
            <p:nvPr/>
          </p:nvSpPr>
          <p:spPr>
            <a:xfrm>
              <a:off x="5863757" y="4509036"/>
              <a:ext cx="554494" cy="554502"/>
            </a:xfrm>
            <a:prstGeom prst="ellipse">
              <a:avLst/>
            </a:prstGeom>
            <a:solidFill>
              <a:schemeClr val="bg1"/>
            </a:solidFill>
            <a:ln w="28575" algn="ctr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defTabSz="91440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1400" b="1" kern="0">
                <a:solidFill>
                  <a:schemeClr val="tx2"/>
                </a:solidFill>
              </a:endParaRPr>
            </a:p>
          </p:txBody>
        </p:sp>
        <p:sp>
          <p:nvSpPr>
            <p:cNvPr id="52" name="îṣľïḍê">
              <a:extLst>
                <a:ext uri="{FF2B5EF4-FFF2-40B4-BE49-F238E27FC236}">
                  <a16:creationId xmlns:a16="http://schemas.microsoft.com/office/drawing/2014/main" id="{7CD221B8-EE82-437E-AE4C-BB57E6A2A299}"/>
                </a:ext>
              </a:extLst>
            </p:cNvPr>
            <p:cNvSpPr/>
            <p:nvPr/>
          </p:nvSpPr>
          <p:spPr>
            <a:xfrm>
              <a:off x="7488118" y="4398599"/>
              <a:ext cx="758866" cy="758876"/>
            </a:xfrm>
            <a:prstGeom prst="ellipse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3" name="işļíḍe">
              <a:extLst>
                <a:ext uri="{FF2B5EF4-FFF2-40B4-BE49-F238E27FC236}">
                  <a16:creationId xmlns:a16="http://schemas.microsoft.com/office/drawing/2014/main" id="{1CA44753-F501-4BA1-A035-AAF82C277E07}"/>
                </a:ext>
              </a:extLst>
            </p:cNvPr>
            <p:cNvSpPr/>
            <p:nvPr/>
          </p:nvSpPr>
          <p:spPr>
            <a:xfrm>
              <a:off x="7590303" y="4497254"/>
              <a:ext cx="554494" cy="554502"/>
            </a:xfrm>
            <a:prstGeom prst="ellipse">
              <a:avLst/>
            </a:prstGeom>
            <a:solidFill>
              <a:schemeClr val="bg1"/>
            </a:solidFill>
            <a:ln w="28575" algn="ctr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1400" b="1" kern="0">
                <a:solidFill>
                  <a:schemeClr val="tx2"/>
                </a:solidFill>
              </a:endParaRPr>
            </a:p>
          </p:txBody>
        </p:sp>
        <p:sp>
          <p:nvSpPr>
            <p:cNvPr id="54" name="íṧľiḑê">
              <a:extLst>
                <a:ext uri="{FF2B5EF4-FFF2-40B4-BE49-F238E27FC236}">
                  <a16:creationId xmlns:a16="http://schemas.microsoft.com/office/drawing/2014/main" id="{AFD5237D-AFB2-4596-AC49-83672254369C}"/>
                </a:ext>
              </a:extLst>
            </p:cNvPr>
            <p:cNvSpPr/>
            <p:nvPr/>
          </p:nvSpPr>
          <p:spPr>
            <a:xfrm>
              <a:off x="8941882" y="4395064"/>
              <a:ext cx="758866" cy="758876"/>
            </a:xfrm>
            <a:prstGeom prst="ellipse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5" name="ïšlíḓê">
              <a:extLst>
                <a:ext uri="{FF2B5EF4-FFF2-40B4-BE49-F238E27FC236}">
                  <a16:creationId xmlns:a16="http://schemas.microsoft.com/office/drawing/2014/main" id="{CA99AE0A-737E-40A9-99FC-BE6D7A177731}"/>
                </a:ext>
              </a:extLst>
            </p:cNvPr>
            <p:cNvSpPr/>
            <p:nvPr/>
          </p:nvSpPr>
          <p:spPr>
            <a:xfrm>
              <a:off x="9044067" y="4493720"/>
              <a:ext cx="554494" cy="554502"/>
            </a:xfrm>
            <a:prstGeom prst="ellipse">
              <a:avLst/>
            </a:prstGeom>
            <a:solidFill>
              <a:schemeClr val="bg1"/>
            </a:solidFill>
            <a:ln w="28575" algn="ctr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1400" b="1" kern="0">
                <a:solidFill>
                  <a:schemeClr val="tx2"/>
                </a:solidFill>
              </a:endParaRPr>
            </a:p>
          </p:txBody>
        </p:sp>
        <p:sp>
          <p:nvSpPr>
            <p:cNvPr id="56" name="îŝļiḑè">
              <a:extLst>
                <a:ext uri="{FF2B5EF4-FFF2-40B4-BE49-F238E27FC236}">
                  <a16:creationId xmlns:a16="http://schemas.microsoft.com/office/drawing/2014/main" id="{9B9A8969-2362-4E6D-8CC8-03335D6B8718}"/>
                </a:ext>
              </a:extLst>
            </p:cNvPr>
            <p:cNvSpPr/>
            <p:nvPr/>
          </p:nvSpPr>
          <p:spPr>
            <a:xfrm>
              <a:off x="10370152" y="4395064"/>
              <a:ext cx="758866" cy="758876"/>
            </a:xfrm>
            <a:prstGeom prst="ellipse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57" name="ïşļidê">
              <a:extLst>
                <a:ext uri="{FF2B5EF4-FFF2-40B4-BE49-F238E27FC236}">
                  <a16:creationId xmlns:a16="http://schemas.microsoft.com/office/drawing/2014/main" id="{7354A3CF-DD5A-4158-A3A1-558D804E0A2D}"/>
                </a:ext>
              </a:extLst>
            </p:cNvPr>
            <p:cNvSpPr/>
            <p:nvPr/>
          </p:nvSpPr>
          <p:spPr>
            <a:xfrm>
              <a:off x="10472337" y="4493720"/>
              <a:ext cx="554494" cy="554502"/>
            </a:xfrm>
            <a:prstGeom prst="ellipse">
              <a:avLst/>
            </a:prstGeom>
            <a:solidFill>
              <a:schemeClr val="bg1"/>
            </a:solidFill>
            <a:ln w="28575" algn="ctr">
              <a:noFill/>
              <a:round/>
              <a:headEnd/>
              <a:tailEnd/>
            </a:ln>
          </p:spPr>
          <p:txBody>
            <a:bodyPr wrap="square" lIns="91440" tIns="45720" rIns="91440" bIns="45720" anchor="ctr">
              <a:noAutofit/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sz="1400" b="1" kern="0">
                <a:solidFill>
                  <a:schemeClr val="tx2"/>
                </a:solidFill>
              </a:endParaRPr>
            </a:p>
          </p:txBody>
        </p:sp>
        <p:sp>
          <p:nvSpPr>
            <p:cNvPr id="58" name="íš1ïḋe">
              <a:extLst>
                <a:ext uri="{FF2B5EF4-FFF2-40B4-BE49-F238E27FC236}">
                  <a16:creationId xmlns:a16="http://schemas.microsoft.com/office/drawing/2014/main" id="{E0BEF996-AA75-4E6A-B46D-38FFAC72A25C}"/>
                </a:ext>
              </a:extLst>
            </p:cNvPr>
            <p:cNvSpPr/>
            <p:nvPr/>
          </p:nvSpPr>
          <p:spPr bwMode="auto">
            <a:xfrm>
              <a:off x="5966935" y="4626590"/>
              <a:ext cx="348140" cy="319394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</p:sp>
        <p:sp>
          <p:nvSpPr>
            <p:cNvPr id="59" name="ïṡḷíḓè">
              <a:extLst>
                <a:ext uri="{FF2B5EF4-FFF2-40B4-BE49-F238E27FC236}">
                  <a16:creationId xmlns:a16="http://schemas.microsoft.com/office/drawing/2014/main" id="{C450460D-D3BB-466A-B5F8-8E9DED2AC26B}"/>
                </a:ext>
              </a:extLst>
            </p:cNvPr>
            <p:cNvSpPr/>
            <p:nvPr/>
          </p:nvSpPr>
          <p:spPr bwMode="auto">
            <a:xfrm>
              <a:off x="4178738" y="4626590"/>
              <a:ext cx="348140" cy="319394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</p:sp>
        <p:sp>
          <p:nvSpPr>
            <p:cNvPr id="60" name="îṣḷiḍê">
              <a:extLst>
                <a:ext uri="{FF2B5EF4-FFF2-40B4-BE49-F238E27FC236}">
                  <a16:creationId xmlns:a16="http://schemas.microsoft.com/office/drawing/2014/main" id="{CDA4D278-33FF-4F24-9551-C19F0FC0207C}"/>
                </a:ext>
              </a:extLst>
            </p:cNvPr>
            <p:cNvSpPr/>
            <p:nvPr/>
          </p:nvSpPr>
          <p:spPr bwMode="auto">
            <a:xfrm>
              <a:off x="1295962" y="4626590"/>
              <a:ext cx="348140" cy="319394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</p:sp>
        <p:sp>
          <p:nvSpPr>
            <p:cNvPr id="61" name="isḻîḍé">
              <a:extLst>
                <a:ext uri="{FF2B5EF4-FFF2-40B4-BE49-F238E27FC236}">
                  <a16:creationId xmlns:a16="http://schemas.microsoft.com/office/drawing/2014/main" id="{81805737-2FF6-485B-9F49-2FF5C812F217}"/>
                </a:ext>
              </a:extLst>
            </p:cNvPr>
            <p:cNvSpPr/>
            <p:nvPr/>
          </p:nvSpPr>
          <p:spPr bwMode="auto">
            <a:xfrm>
              <a:off x="7706227" y="4626590"/>
              <a:ext cx="348140" cy="319394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</p:sp>
        <p:sp>
          <p:nvSpPr>
            <p:cNvPr id="62" name="íSľíḓè">
              <a:extLst>
                <a:ext uri="{FF2B5EF4-FFF2-40B4-BE49-F238E27FC236}">
                  <a16:creationId xmlns:a16="http://schemas.microsoft.com/office/drawing/2014/main" id="{B6D9BA8D-0C7E-47C7-BBA9-EE613F6B9CDA}"/>
                </a:ext>
              </a:extLst>
            </p:cNvPr>
            <p:cNvSpPr/>
            <p:nvPr/>
          </p:nvSpPr>
          <p:spPr bwMode="auto">
            <a:xfrm>
              <a:off x="9135210" y="4626590"/>
              <a:ext cx="348140" cy="319394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</p:sp>
        <p:sp>
          <p:nvSpPr>
            <p:cNvPr id="63" name="ísḷîḓé">
              <a:extLst>
                <a:ext uri="{FF2B5EF4-FFF2-40B4-BE49-F238E27FC236}">
                  <a16:creationId xmlns:a16="http://schemas.microsoft.com/office/drawing/2014/main" id="{575DEBB1-4DD1-4860-B887-B6AFD7DF68F8}"/>
                </a:ext>
              </a:extLst>
            </p:cNvPr>
            <p:cNvSpPr/>
            <p:nvPr/>
          </p:nvSpPr>
          <p:spPr bwMode="auto">
            <a:xfrm>
              <a:off x="10575514" y="4626590"/>
              <a:ext cx="348140" cy="319394"/>
            </a:xfrm>
            <a:custGeom>
              <a:avLst/>
              <a:gdLst>
                <a:gd name="connsiteX0" fmla="*/ 303857 w 607639"/>
                <a:gd name="connsiteY0" fmla="*/ 303714 h 557467"/>
                <a:gd name="connsiteX1" fmla="*/ 352986 w 607639"/>
                <a:gd name="connsiteY1" fmla="*/ 309132 h 557467"/>
                <a:gd name="connsiteX2" fmla="*/ 514597 w 607639"/>
                <a:gd name="connsiteY2" fmla="*/ 449845 h 557467"/>
                <a:gd name="connsiteX3" fmla="*/ 528676 w 607639"/>
                <a:gd name="connsiteY3" fmla="*/ 528182 h 557467"/>
                <a:gd name="connsiteX4" fmla="*/ 499345 w 607639"/>
                <a:gd name="connsiteY4" fmla="*/ 557467 h 557467"/>
                <a:gd name="connsiteX5" fmla="*/ 108223 w 607639"/>
                <a:gd name="connsiteY5" fmla="*/ 557467 h 557467"/>
                <a:gd name="connsiteX6" fmla="*/ 78892 w 607639"/>
                <a:gd name="connsiteY6" fmla="*/ 528182 h 557467"/>
                <a:gd name="connsiteX7" fmla="*/ 303857 w 607639"/>
                <a:gd name="connsiteY7" fmla="*/ 303714 h 557467"/>
                <a:gd name="connsiteX8" fmla="*/ 455825 w 607639"/>
                <a:gd name="connsiteY8" fmla="*/ 268995 h 557467"/>
                <a:gd name="connsiteX9" fmla="*/ 607639 w 607639"/>
                <a:gd name="connsiteY9" fmla="*/ 420565 h 557467"/>
                <a:gd name="connsiteX10" fmla="*/ 578303 w 607639"/>
                <a:gd name="connsiteY10" fmla="*/ 449854 h 557467"/>
                <a:gd name="connsiteX11" fmla="*/ 576396 w 607639"/>
                <a:gd name="connsiteY11" fmla="*/ 449854 h 557467"/>
                <a:gd name="connsiteX12" fmla="*/ 424875 w 607639"/>
                <a:gd name="connsiteY12" fmla="*/ 272217 h 557467"/>
                <a:gd name="connsiteX13" fmla="*/ 455825 w 607639"/>
                <a:gd name="connsiteY13" fmla="*/ 268995 h 557467"/>
                <a:gd name="connsiteX14" fmla="*/ 151811 w 607639"/>
                <a:gd name="connsiteY14" fmla="*/ 268995 h 557467"/>
                <a:gd name="connsiteX15" fmla="*/ 182906 w 607639"/>
                <a:gd name="connsiteY15" fmla="*/ 272217 h 557467"/>
                <a:gd name="connsiteX16" fmla="*/ 31389 w 607639"/>
                <a:gd name="connsiteY16" fmla="*/ 449854 h 557467"/>
                <a:gd name="connsiteX17" fmla="*/ 29335 w 607639"/>
                <a:gd name="connsiteY17" fmla="*/ 449854 h 557467"/>
                <a:gd name="connsiteX18" fmla="*/ 0 w 607639"/>
                <a:gd name="connsiteY18" fmla="*/ 420565 h 557467"/>
                <a:gd name="connsiteX19" fmla="*/ 151811 w 607639"/>
                <a:gd name="connsiteY19" fmla="*/ 268995 h 557467"/>
                <a:gd name="connsiteX20" fmla="*/ 462556 w 607639"/>
                <a:gd name="connsiteY20" fmla="*/ 35000 h 557467"/>
                <a:gd name="connsiteX21" fmla="*/ 543847 w 607639"/>
                <a:gd name="connsiteY21" fmla="*/ 122571 h 557467"/>
                <a:gd name="connsiteX22" fmla="*/ 462556 w 607639"/>
                <a:gd name="connsiteY22" fmla="*/ 210143 h 557467"/>
                <a:gd name="connsiteX23" fmla="*/ 485153 w 607639"/>
                <a:gd name="connsiteY23" fmla="*/ 122571 h 557467"/>
                <a:gd name="connsiteX24" fmla="*/ 462556 w 607639"/>
                <a:gd name="connsiteY24" fmla="*/ 35000 h 557467"/>
                <a:gd name="connsiteX25" fmla="*/ 145224 w 607639"/>
                <a:gd name="connsiteY25" fmla="*/ 35000 h 557467"/>
                <a:gd name="connsiteX26" fmla="*/ 122481 w 607639"/>
                <a:gd name="connsiteY26" fmla="*/ 122571 h 557467"/>
                <a:gd name="connsiteX27" fmla="*/ 145224 w 607639"/>
                <a:gd name="connsiteY27" fmla="*/ 210143 h 557467"/>
                <a:gd name="connsiteX28" fmla="*/ 63791 w 607639"/>
                <a:gd name="connsiteY28" fmla="*/ 122571 h 557467"/>
                <a:gd name="connsiteX29" fmla="*/ 145224 w 607639"/>
                <a:gd name="connsiteY29" fmla="*/ 35000 h 557467"/>
                <a:gd name="connsiteX30" fmla="*/ 303892 w 607639"/>
                <a:gd name="connsiteY30" fmla="*/ 0 h 557467"/>
                <a:gd name="connsiteX31" fmla="*/ 403912 w 607639"/>
                <a:gd name="connsiteY31" fmla="*/ 51694 h 557467"/>
                <a:gd name="connsiteX32" fmla="*/ 426497 w 607639"/>
                <a:gd name="connsiteY32" fmla="*/ 122572 h 557467"/>
                <a:gd name="connsiteX33" fmla="*/ 403912 w 607639"/>
                <a:gd name="connsiteY33" fmla="*/ 193450 h 557467"/>
                <a:gd name="connsiteX34" fmla="*/ 303892 w 607639"/>
                <a:gd name="connsiteY34" fmla="*/ 245144 h 557467"/>
                <a:gd name="connsiteX35" fmla="*/ 181141 w 607639"/>
                <a:gd name="connsiteY35" fmla="*/ 122572 h 557467"/>
                <a:gd name="connsiteX36" fmla="*/ 303892 w 607639"/>
                <a:gd name="connsiteY36" fmla="*/ 0 h 557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7639" h="557467">
                  <a:moveTo>
                    <a:pt x="303857" y="303714"/>
                  </a:moveTo>
                  <a:cubicBezTo>
                    <a:pt x="320722" y="303714"/>
                    <a:pt x="337148" y="305618"/>
                    <a:pt x="352986" y="309132"/>
                  </a:cubicBezTo>
                  <a:cubicBezTo>
                    <a:pt x="427486" y="325824"/>
                    <a:pt x="488200" y="379562"/>
                    <a:pt x="514597" y="449845"/>
                  </a:cubicBezTo>
                  <a:cubicBezTo>
                    <a:pt x="523690" y="474298"/>
                    <a:pt x="528676" y="500655"/>
                    <a:pt x="528676" y="528182"/>
                  </a:cubicBezTo>
                  <a:cubicBezTo>
                    <a:pt x="528676" y="544289"/>
                    <a:pt x="515477" y="557467"/>
                    <a:pt x="499345" y="557467"/>
                  </a:cubicBezTo>
                  <a:lnTo>
                    <a:pt x="108223" y="557467"/>
                  </a:lnTo>
                  <a:cubicBezTo>
                    <a:pt x="92091" y="557467"/>
                    <a:pt x="78892" y="544289"/>
                    <a:pt x="78892" y="528182"/>
                  </a:cubicBezTo>
                  <a:cubicBezTo>
                    <a:pt x="78892" y="404307"/>
                    <a:pt x="179789" y="303714"/>
                    <a:pt x="303857" y="303714"/>
                  </a:cubicBezTo>
                  <a:close/>
                  <a:moveTo>
                    <a:pt x="455825" y="268995"/>
                  </a:moveTo>
                  <a:cubicBezTo>
                    <a:pt x="539579" y="268995"/>
                    <a:pt x="607639" y="336945"/>
                    <a:pt x="607639" y="420565"/>
                  </a:cubicBezTo>
                  <a:cubicBezTo>
                    <a:pt x="607639" y="436674"/>
                    <a:pt x="594584" y="449854"/>
                    <a:pt x="578303" y="449854"/>
                  </a:cubicBezTo>
                  <a:lnTo>
                    <a:pt x="576396" y="449854"/>
                  </a:lnTo>
                  <a:cubicBezTo>
                    <a:pt x="553661" y="371360"/>
                    <a:pt x="497775" y="306631"/>
                    <a:pt x="424875" y="272217"/>
                  </a:cubicBezTo>
                  <a:cubicBezTo>
                    <a:pt x="434996" y="270020"/>
                    <a:pt x="445410" y="268995"/>
                    <a:pt x="455825" y="268995"/>
                  </a:cubicBezTo>
                  <a:close/>
                  <a:moveTo>
                    <a:pt x="151811" y="268995"/>
                  </a:moveTo>
                  <a:cubicBezTo>
                    <a:pt x="162371" y="268995"/>
                    <a:pt x="172785" y="270020"/>
                    <a:pt x="182906" y="272217"/>
                  </a:cubicBezTo>
                  <a:cubicBezTo>
                    <a:pt x="110008" y="306631"/>
                    <a:pt x="53977" y="371360"/>
                    <a:pt x="31389" y="449854"/>
                  </a:cubicBezTo>
                  <a:lnTo>
                    <a:pt x="29335" y="449854"/>
                  </a:lnTo>
                  <a:cubicBezTo>
                    <a:pt x="13201" y="449854"/>
                    <a:pt x="0" y="436674"/>
                    <a:pt x="0" y="420565"/>
                  </a:cubicBezTo>
                  <a:cubicBezTo>
                    <a:pt x="0" y="336945"/>
                    <a:pt x="68058" y="268995"/>
                    <a:pt x="151811" y="268995"/>
                  </a:cubicBezTo>
                  <a:close/>
                  <a:moveTo>
                    <a:pt x="462556" y="35000"/>
                  </a:moveTo>
                  <a:cubicBezTo>
                    <a:pt x="507897" y="38368"/>
                    <a:pt x="543847" y="76296"/>
                    <a:pt x="543847" y="122571"/>
                  </a:cubicBezTo>
                  <a:cubicBezTo>
                    <a:pt x="543847" y="168847"/>
                    <a:pt x="507897" y="206775"/>
                    <a:pt x="462556" y="210143"/>
                  </a:cubicBezTo>
                  <a:cubicBezTo>
                    <a:pt x="476936" y="184223"/>
                    <a:pt x="485153" y="154349"/>
                    <a:pt x="485153" y="122571"/>
                  </a:cubicBezTo>
                  <a:cubicBezTo>
                    <a:pt x="485153" y="90794"/>
                    <a:pt x="476936" y="60920"/>
                    <a:pt x="462556" y="35000"/>
                  </a:cubicBezTo>
                  <a:close/>
                  <a:moveTo>
                    <a:pt x="145224" y="35000"/>
                  </a:moveTo>
                  <a:cubicBezTo>
                    <a:pt x="130698" y="60920"/>
                    <a:pt x="122481" y="90794"/>
                    <a:pt x="122481" y="122571"/>
                  </a:cubicBezTo>
                  <a:cubicBezTo>
                    <a:pt x="122481" y="154349"/>
                    <a:pt x="130698" y="184223"/>
                    <a:pt x="145224" y="210143"/>
                  </a:cubicBezTo>
                  <a:cubicBezTo>
                    <a:pt x="99739" y="206775"/>
                    <a:pt x="63791" y="168847"/>
                    <a:pt x="63791" y="122571"/>
                  </a:cubicBezTo>
                  <a:cubicBezTo>
                    <a:pt x="63791" y="76296"/>
                    <a:pt x="99739" y="38368"/>
                    <a:pt x="145224" y="35000"/>
                  </a:cubicBezTo>
                  <a:close/>
                  <a:moveTo>
                    <a:pt x="303892" y="0"/>
                  </a:moveTo>
                  <a:cubicBezTo>
                    <a:pt x="345103" y="0"/>
                    <a:pt x="381620" y="20502"/>
                    <a:pt x="403912" y="51694"/>
                  </a:cubicBezTo>
                  <a:cubicBezTo>
                    <a:pt x="418138" y="71756"/>
                    <a:pt x="426497" y="96212"/>
                    <a:pt x="426497" y="122572"/>
                  </a:cubicBezTo>
                  <a:cubicBezTo>
                    <a:pt x="426497" y="148931"/>
                    <a:pt x="418138" y="173387"/>
                    <a:pt x="403912" y="193450"/>
                  </a:cubicBezTo>
                  <a:cubicBezTo>
                    <a:pt x="381620" y="224642"/>
                    <a:pt x="345103" y="245144"/>
                    <a:pt x="303892" y="245144"/>
                  </a:cubicBezTo>
                  <a:cubicBezTo>
                    <a:pt x="236137" y="245144"/>
                    <a:pt x="181141" y="190082"/>
                    <a:pt x="181141" y="122572"/>
                  </a:cubicBezTo>
                  <a:cubicBezTo>
                    <a:pt x="181141" y="55062"/>
                    <a:pt x="236137" y="0"/>
                    <a:pt x="303892" y="0"/>
                  </a:cubicBez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5622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4A73B9-A18C-402C-ADF1-1BDA0EAC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EBDB70-0693-4E23-8C4D-EDD8ECDC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</a:t>
            </a:r>
            <a:r>
              <a:rPr lang="zh-CN" altLang="en-US" sz="100"/>
              <a:t> </a:t>
            </a:r>
            <a:r>
              <a:rPr lang="zh-CN" altLang="en-US"/>
              <a:t>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3F6369-89F9-473A-9816-5AA2702E4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25</a:t>
            </a:fld>
            <a:r>
              <a:rPr lang="zh-CN" altLang="en-US" sz="100"/>
              <a:t> </a:t>
            </a:r>
          </a:p>
        </p:txBody>
      </p:sp>
      <p:grpSp>
        <p:nvGrpSpPr>
          <p:cNvPr id="5" name="277805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0468400B-037F-4E42-AE7A-0A66DC420086}"/>
              </a:ext>
            </a:extLst>
          </p:cNvPr>
          <p:cNvGrpSpPr>
            <a:grpSpLocks noChangeAspect="1"/>
          </p:cNvGrpSpPr>
          <p:nvPr/>
        </p:nvGrpSpPr>
        <p:grpSpPr>
          <a:xfrm>
            <a:off x="1771122" y="1130300"/>
            <a:ext cx="8814512" cy="5016500"/>
            <a:chOff x="1771122" y="1130300"/>
            <a:chExt cx="8814512" cy="5016500"/>
          </a:xfrm>
        </p:grpSpPr>
        <p:sp>
          <p:nvSpPr>
            <p:cNvPr id="6" name="îşļiḑè">
              <a:extLst>
                <a:ext uri="{FF2B5EF4-FFF2-40B4-BE49-F238E27FC236}">
                  <a16:creationId xmlns:a16="http://schemas.microsoft.com/office/drawing/2014/main" id="{9A7BC9E4-DAF3-4A1B-9366-6FE8AEAE9FC7}"/>
                </a:ext>
              </a:extLst>
            </p:cNvPr>
            <p:cNvSpPr/>
            <p:nvPr/>
          </p:nvSpPr>
          <p:spPr>
            <a:xfrm>
              <a:off x="4244788" y="1343026"/>
              <a:ext cx="3702424" cy="4591050"/>
            </a:xfrm>
            <a:prstGeom prst="rect">
              <a:avLst/>
            </a:prstGeom>
            <a:pattFill prst="dk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DE239EF5-3321-4990-BD5E-6278D8B90945}"/>
                </a:ext>
              </a:extLst>
            </p:cNvPr>
            <p:cNvCxnSpPr>
              <a:stCxn id="18" idx="2"/>
              <a:endCxn id="15" idx="0"/>
            </p:cNvCxnSpPr>
            <p:nvPr/>
          </p:nvCxnSpPr>
          <p:spPr>
            <a:xfrm>
              <a:off x="6096000" y="1561284"/>
              <a:ext cx="0" cy="486119"/>
            </a:xfrm>
            <a:prstGeom prst="straightConnector1">
              <a:avLst/>
            </a:prstGeom>
            <a:ln w="38100" cap="rnd">
              <a:solidFill>
                <a:schemeClr val="accent2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CE908EAD-D40F-4E76-80A3-AD1523F7BADC}"/>
                </a:ext>
              </a:extLst>
            </p:cNvPr>
            <p:cNvCxnSpPr>
              <a:endCxn id="14" idx="0"/>
            </p:cNvCxnSpPr>
            <p:nvPr/>
          </p:nvCxnSpPr>
          <p:spPr>
            <a:xfrm>
              <a:off x="6096000" y="2478387"/>
              <a:ext cx="0" cy="486119"/>
            </a:xfrm>
            <a:prstGeom prst="straightConnector1">
              <a:avLst/>
            </a:prstGeom>
            <a:ln w="38100" cap="rnd">
              <a:solidFill>
                <a:schemeClr val="accent2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258490ED-C38C-4ED7-9E60-9CC353C77F93}"/>
                </a:ext>
              </a:extLst>
            </p:cNvPr>
            <p:cNvCxnSpPr>
              <a:stCxn id="14" idx="2"/>
              <a:endCxn id="13" idx="0"/>
            </p:cNvCxnSpPr>
            <p:nvPr/>
          </p:nvCxnSpPr>
          <p:spPr>
            <a:xfrm>
              <a:off x="6096000" y="3395490"/>
              <a:ext cx="0" cy="486119"/>
            </a:xfrm>
            <a:prstGeom prst="straightConnector1">
              <a:avLst/>
            </a:prstGeom>
            <a:ln w="38100" cap="rnd">
              <a:solidFill>
                <a:schemeClr val="accent2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8B0C0645-F8F8-46FE-9C87-BC8D48494E8E}"/>
                </a:ext>
              </a:extLst>
            </p:cNvPr>
            <p:cNvCxnSpPr>
              <a:stCxn id="13" idx="2"/>
              <a:endCxn id="12" idx="0"/>
            </p:cNvCxnSpPr>
            <p:nvPr/>
          </p:nvCxnSpPr>
          <p:spPr>
            <a:xfrm>
              <a:off x="6096000" y="4312593"/>
              <a:ext cx="0" cy="486119"/>
            </a:xfrm>
            <a:prstGeom prst="straightConnector1">
              <a:avLst/>
            </a:prstGeom>
            <a:ln w="38100" cap="rnd">
              <a:solidFill>
                <a:schemeClr val="accent2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194032DF-2AFF-4606-84EE-FACD1281E9F6}"/>
                </a:ext>
              </a:extLst>
            </p:cNvPr>
            <p:cNvCxnSpPr>
              <a:stCxn id="12" idx="2"/>
              <a:endCxn id="21" idx="0"/>
            </p:cNvCxnSpPr>
            <p:nvPr/>
          </p:nvCxnSpPr>
          <p:spPr>
            <a:xfrm>
              <a:off x="6096000" y="5229696"/>
              <a:ext cx="0" cy="486120"/>
            </a:xfrm>
            <a:prstGeom prst="straightConnector1">
              <a:avLst/>
            </a:prstGeom>
            <a:ln w="38100" cap="rnd">
              <a:solidFill>
                <a:schemeClr val="accent2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isḻiḍê">
              <a:extLst>
                <a:ext uri="{FF2B5EF4-FFF2-40B4-BE49-F238E27FC236}">
                  <a16:creationId xmlns:a16="http://schemas.microsoft.com/office/drawing/2014/main" id="{E2BEAC48-0076-48C4-BB17-A706E4BF39BF}"/>
                </a:ext>
              </a:extLst>
            </p:cNvPr>
            <p:cNvSpPr txBox="1"/>
            <p:nvPr/>
          </p:nvSpPr>
          <p:spPr bwMode="auto">
            <a:xfrm>
              <a:off x="5220854" y="4798712"/>
              <a:ext cx="1750291" cy="4309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algn="ctr">
                <a:spcBef>
                  <a:spcPct val="0"/>
                </a:spcBef>
                <a:defRPr sz="1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</a:rPr>
                <a:t>Text he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>
                  <a:solidFill>
                    <a:schemeClr val="tx1"/>
                  </a:solidFill>
                </a:rPr>
                <a:t>re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3" name="íŝļïdê">
              <a:extLst>
                <a:ext uri="{FF2B5EF4-FFF2-40B4-BE49-F238E27FC236}">
                  <a16:creationId xmlns:a16="http://schemas.microsoft.com/office/drawing/2014/main" id="{CF440986-67E2-42D0-AEC6-3E1B759303D5}"/>
                </a:ext>
              </a:extLst>
            </p:cNvPr>
            <p:cNvSpPr txBox="1"/>
            <p:nvPr/>
          </p:nvSpPr>
          <p:spPr bwMode="auto">
            <a:xfrm>
              <a:off x="5220854" y="3881609"/>
              <a:ext cx="1750291" cy="4309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algn="ctr">
                <a:spcBef>
                  <a:spcPct val="0"/>
                </a:spcBef>
                <a:defRPr sz="1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</a:rPr>
                <a:t>Text he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>
                  <a:solidFill>
                    <a:schemeClr val="tx1"/>
                  </a:solidFill>
                </a:rPr>
                <a:t>re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4" name="ïŝļíḑè">
              <a:extLst>
                <a:ext uri="{FF2B5EF4-FFF2-40B4-BE49-F238E27FC236}">
                  <a16:creationId xmlns:a16="http://schemas.microsoft.com/office/drawing/2014/main" id="{87AA539A-D69E-4741-A1C5-52AA44AD9D79}"/>
                </a:ext>
              </a:extLst>
            </p:cNvPr>
            <p:cNvSpPr txBox="1"/>
            <p:nvPr/>
          </p:nvSpPr>
          <p:spPr bwMode="auto">
            <a:xfrm>
              <a:off x="5220854" y="2964506"/>
              <a:ext cx="1750291" cy="4309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algn="ctr">
                <a:spcBef>
                  <a:spcPct val="0"/>
                </a:spcBef>
                <a:defRPr sz="1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</a:rPr>
                <a:t>Text he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>
                  <a:solidFill>
                    <a:schemeClr val="tx1"/>
                  </a:solidFill>
                </a:rPr>
                <a:t>re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sp>
          <p:nvSpPr>
            <p:cNvPr id="15" name="îṥḷídé">
              <a:extLst>
                <a:ext uri="{FF2B5EF4-FFF2-40B4-BE49-F238E27FC236}">
                  <a16:creationId xmlns:a16="http://schemas.microsoft.com/office/drawing/2014/main" id="{0F28D82F-559A-47E0-AB0A-745115ABC86F}"/>
                </a:ext>
              </a:extLst>
            </p:cNvPr>
            <p:cNvSpPr txBox="1"/>
            <p:nvPr/>
          </p:nvSpPr>
          <p:spPr bwMode="auto">
            <a:xfrm>
              <a:off x="5220854" y="2047403"/>
              <a:ext cx="1750291" cy="430984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accent1"/>
              </a:solidFill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algn="ctr">
                <a:spcBef>
                  <a:spcPct val="0"/>
                </a:spcBef>
                <a:defRPr sz="1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>
                  <a:solidFill>
                    <a:schemeClr val="tx1"/>
                  </a:solidFill>
                </a:rPr>
                <a:t>Text h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>
                  <a:solidFill>
                    <a:schemeClr val="tx1"/>
                  </a:solidFill>
                </a:rPr>
                <a:t>ere</a:t>
              </a:r>
              <a:endParaRPr lang="en-US" altLang="zh-CN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肘形连接符 61">
              <a:extLst>
                <a:ext uri="{FF2B5EF4-FFF2-40B4-BE49-F238E27FC236}">
                  <a16:creationId xmlns:a16="http://schemas.microsoft.com/office/drawing/2014/main" id="{1C6B1CF8-AF82-44C2-81C9-C28512638242}"/>
                </a:ext>
              </a:extLst>
            </p:cNvPr>
            <p:cNvCxnSpPr>
              <a:stCxn id="32" idx="0"/>
              <a:endCxn id="18" idx="1"/>
            </p:cNvCxnSpPr>
            <p:nvPr/>
          </p:nvCxnSpPr>
          <p:spPr>
            <a:xfrm rot="5400000" flipH="1" flipV="1">
              <a:off x="3816722" y="1773857"/>
              <a:ext cx="1832196" cy="976067"/>
            </a:xfrm>
            <a:prstGeom prst="bentConnector2">
              <a:avLst/>
            </a:prstGeom>
            <a:ln w="38100" cap="rnd">
              <a:solidFill>
                <a:schemeClr val="accent2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ïṧḷîḑé">
              <a:extLst>
                <a:ext uri="{FF2B5EF4-FFF2-40B4-BE49-F238E27FC236}">
                  <a16:creationId xmlns:a16="http://schemas.microsoft.com/office/drawing/2014/main" id="{49896064-27C3-467A-B3C4-6277354DA69F}"/>
                </a:ext>
              </a:extLst>
            </p:cNvPr>
            <p:cNvGrpSpPr/>
            <p:nvPr/>
          </p:nvGrpSpPr>
          <p:grpSpPr>
            <a:xfrm>
              <a:off x="3784224" y="3177988"/>
              <a:ext cx="921126" cy="921126"/>
              <a:chOff x="5019675" y="2562224"/>
              <a:chExt cx="660150" cy="660150"/>
            </a:xfrm>
          </p:grpSpPr>
          <p:sp>
            <p:nvSpPr>
              <p:cNvPr id="32" name="îSḻiḍé">
                <a:extLst>
                  <a:ext uri="{FF2B5EF4-FFF2-40B4-BE49-F238E27FC236}">
                    <a16:creationId xmlns:a16="http://schemas.microsoft.com/office/drawing/2014/main" id="{65B68184-6565-4BEA-AD01-FEA8B936BDCF}"/>
                  </a:ext>
                </a:extLst>
              </p:cNvPr>
              <p:cNvSpPr/>
              <p:nvPr/>
            </p:nvSpPr>
            <p:spPr>
              <a:xfrm>
                <a:off x="5019675" y="2562224"/>
                <a:ext cx="660150" cy="6601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iṧļîḍe">
                <a:extLst>
                  <a:ext uri="{FF2B5EF4-FFF2-40B4-BE49-F238E27FC236}">
                    <a16:creationId xmlns:a16="http://schemas.microsoft.com/office/drawing/2014/main" id="{EB04F7DB-327E-455A-80DC-4F647E13EFCA}"/>
                  </a:ext>
                </a:extLst>
              </p:cNvPr>
              <p:cNvSpPr/>
              <p:nvPr/>
            </p:nvSpPr>
            <p:spPr>
              <a:xfrm>
                <a:off x="5206310" y="2760703"/>
                <a:ext cx="286880" cy="263192"/>
              </a:xfrm>
              <a:custGeom>
                <a:avLst/>
                <a:gdLst>
                  <a:gd name="connsiteX0" fmla="*/ 303857 w 607639"/>
                  <a:gd name="connsiteY0" fmla="*/ 303714 h 557467"/>
                  <a:gd name="connsiteX1" fmla="*/ 352986 w 607639"/>
                  <a:gd name="connsiteY1" fmla="*/ 309132 h 557467"/>
                  <a:gd name="connsiteX2" fmla="*/ 514597 w 607639"/>
                  <a:gd name="connsiteY2" fmla="*/ 449845 h 557467"/>
                  <a:gd name="connsiteX3" fmla="*/ 528676 w 607639"/>
                  <a:gd name="connsiteY3" fmla="*/ 528182 h 557467"/>
                  <a:gd name="connsiteX4" fmla="*/ 499345 w 607639"/>
                  <a:gd name="connsiteY4" fmla="*/ 557467 h 557467"/>
                  <a:gd name="connsiteX5" fmla="*/ 108223 w 607639"/>
                  <a:gd name="connsiteY5" fmla="*/ 557467 h 557467"/>
                  <a:gd name="connsiteX6" fmla="*/ 78892 w 607639"/>
                  <a:gd name="connsiteY6" fmla="*/ 528182 h 557467"/>
                  <a:gd name="connsiteX7" fmla="*/ 303857 w 607639"/>
                  <a:gd name="connsiteY7" fmla="*/ 303714 h 557467"/>
                  <a:gd name="connsiteX8" fmla="*/ 455825 w 607639"/>
                  <a:gd name="connsiteY8" fmla="*/ 268995 h 557467"/>
                  <a:gd name="connsiteX9" fmla="*/ 607639 w 607639"/>
                  <a:gd name="connsiteY9" fmla="*/ 420565 h 557467"/>
                  <a:gd name="connsiteX10" fmla="*/ 578303 w 607639"/>
                  <a:gd name="connsiteY10" fmla="*/ 449854 h 557467"/>
                  <a:gd name="connsiteX11" fmla="*/ 576396 w 607639"/>
                  <a:gd name="connsiteY11" fmla="*/ 449854 h 557467"/>
                  <a:gd name="connsiteX12" fmla="*/ 424875 w 607639"/>
                  <a:gd name="connsiteY12" fmla="*/ 272217 h 557467"/>
                  <a:gd name="connsiteX13" fmla="*/ 455825 w 607639"/>
                  <a:gd name="connsiteY13" fmla="*/ 268995 h 557467"/>
                  <a:gd name="connsiteX14" fmla="*/ 151811 w 607639"/>
                  <a:gd name="connsiteY14" fmla="*/ 268995 h 557467"/>
                  <a:gd name="connsiteX15" fmla="*/ 182906 w 607639"/>
                  <a:gd name="connsiteY15" fmla="*/ 272217 h 557467"/>
                  <a:gd name="connsiteX16" fmla="*/ 31389 w 607639"/>
                  <a:gd name="connsiteY16" fmla="*/ 449854 h 557467"/>
                  <a:gd name="connsiteX17" fmla="*/ 29335 w 607639"/>
                  <a:gd name="connsiteY17" fmla="*/ 449854 h 557467"/>
                  <a:gd name="connsiteX18" fmla="*/ 0 w 607639"/>
                  <a:gd name="connsiteY18" fmla="*/ 420565 h 557467"/>
                  <a:gd name="connsiteX19" fmla="*/ 151811 w 607639"/>
                  <a:gd name="connsiteY19" fmla="*/ 268995 h 557467"/>
                  <a:gd name="connsiteX20" fmla="*/ 462556 w 607639"/>
                  <a:gd name="connsiteY20" fmla="*/ 35000 h 557467"/>
                  <a:gd name="connsiteX21" fmla="*/ 543847 w 607639"/>
                  <a:gd name="connsiteY21" fmla="*/ 122571 h 557467"/>
                  <a:gd name="connsiteX22" fmla="*/ 462556 w 607639"/>
                  <a:gd name="connsiteY22" fmla="*/ 210143 h 557467"/>
                  <a:gd name="connsiteX23" fmla="*/ 485153 w 607639"/>
                  <a:gd name="connsiteY23" fmla="*/ 122571 h 557467"/>
                  <a:gd name="connsiteX24" fmla="*/ 462556 w 607639"/>
                  <a:gd name="connsiteY24" fmla="*/ 35000 h 557467"/>
                  <a:gd name="connsiteX25" fmla="*/ 145224 w 607639"/>
                  <a:gd name="connsiteY25" fmla="*/ 35000 h 557467"/>
                  <a:gd name="connsiteX26" fmla="*/ 122481 w 607639"/>
                  <a:gd name="connsiteY26" fmla="*/ 122571 h 557467"/>
                  <a:gd name="connsiteX27" fmla="*/ 145224 w 607639"/>
                  <a:gd name="connsiteY27" fmla="*/ 210143 h 557467"/>
                  <a:gd name="connsiteX28" fmla="*/ 63791 w 607639"/>
                  <a:gd name="connsiteY28" fmla="*/ 122571 h 557467"/>
                  <a:gd name="connsiteX29" fmla="*/ 145224 w 607639"/>
                  <a:gd name="connsiteY29" fmla="*/ 35000 h 557467"/>
                  <a:gd name="connsiteX30" fmla="*/ 303892 w 607639"/>
                  <a:gd name="connsiteY30" fmla="*/ 0 h 557467"/>
                  <a:gd name="connsiteX31" fmla="*/ 403912 w 607639"/>
                  <a:gd name="connsiteY31" fmla="*/ 51694 h 557467"/>
                  <a:gd name="connsiteX32" fmla="*/ 426497 w 607639"/>
                  <a:gd name="connsiteY32" fmla="*/ 122572 h 557467"/>
                  <a:gd name="connsiteX33" fmla="*/ 403912 w 607639"/>
                  <a:gd name="connsiteY33" fmla="*/ 193450 h 557467"/>
                  <a:gd name="connsiteX34" fmla="*/ 303892 w 607639"/>
                  <a:gd name="connsiteY34" fmla="*/ 245144 h 557467"/>
                  <a:gd name="connsiteX35" fmla="*/ 181141 w 607639"/>
                  <a:gd name="connsiteY35" fmla="*/ 122572 h 557467"/>
                  <a:gd name="connsiteX36" fmla="*/ 303892 w 607639"/>
                  <a:gd name="connsiteY36" fmla="*/ 0 h 557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07639" h="557467">
                    <a:moveTo>
                      <a:pt x="303857" y="303714"/>
                    </a:moveTo>
                    <a:cubicBezTo>
                      <a:pt x="320722" y="303714"/>
                      <a:pt x="337148" y="305618"/>
                      <a:pt x="352986" y="309132"/>
                    </a:cubicBezTo>
                    <a:cubicBezTo>
                      <a:pt x="427486" y="325824"/>
                      <a:pt x="488200" y="379562"/>
                      <a:pt x="514597" y="449845"/>
                    </a:cubicBezTo>
                    <a:cubicBezTo>
                      <a:pt x="523690" y="474298"/>
                      <a:pt x="528676" y="500655"/>
                      <a:pt x="528676" y="528182"/>
                    </a:cubicBezTo>
                    <a:cubicBezTo>
                      <a:pt x="528676" y="544289"/>
                      <a:pt x="515477" y="557467"/>
                      <a:pt x="499345" y="557467"/>
                    </a:cubicBezTo>
                    <a:lnTo>
                      <a:pt x="108223" y="557467"/>
                    </a:lnTo>
                    <a:cubicBezTo>
                      <a:pt x="92091" y="557467"/>
                      <a:pt x="78892" y="544289"/>
                      <a:pt x="78892" y="528182"/>
                    </a:cubicBezTo>
                    <a:cubicBezTo>
                      <a:pt x="78892" y="404307"/>
                      <a:pt x="179789" y="303714"/>
                      <a:pt x="303857" y="303714"/>
                    </a:cubicBezTo>
                    <a:close/>
                    <a:moveTo>
                      <a:pt x="455825" y="268995"/>
                    </a:moveTo>
                    <a:cubicBezTo>
                      <a:pt x="539579" y="268995"/>
                      <a:pt x="607639" y="336945"/>
                      <a:pt x="607639" y="420565"/>
                    </a:cubicBezTo>
                    <a:cubicBezTo>
                      <a:pt x="607639" y="436674"/>
                      <a:pt x="594584" y="449854"/>
                      <a:pt x="578303" y="449854"/>
                    </a:cubicBezTo>
                    <a:lnTo>
                      <a:pt x="576396" y="449854"/>
                    </a:lnTo>
                    <a:cubicBezTo>
                      <a:pt x="553661" y="371360"/>
                      <a:pt x="497775" y="306631"/>
                      <a:pt x="424875" y="272217"/>
                    </a:cubicBezTo>
                    <a:cubicBezTo>
                      <a:pt x="434996" y="270020"/>
                      <a:pt x="445410" y="268995"/>
                      <a:pt x="455825" y="268995"/>
                    </a:cubicBezTo>
                    <a:close/>
                    <a:moveTo>
                      <a:pt x="151811" y="268995"/>
                    </a:moveTo>
                    <a:cubicBezTo>
                      <a:pt x="162371" y="268995"/>
                      <a:pt x="172785" y="270020"/>
                      <a:pt x="182906" y="272217"/>
                    </a:cubicBezTo>
                    <a:cubicBezTo>
                      <a:pt x="110008" y="306631"/>
                      <a:pt x="53977" y="371360"/>
                      <a:pt x="31389" y="449854"/>
                    </a:cubicBezTo>
                    <a:lnTo>
                      <a:pt x="29335" y="449854"/>
                    </a:lnTo>
                    <a:cubicBezTo>
                      <a:pt x="13201" y="449854"/>
                      <a:pt x="0" y="436674"/>
                      <a:pt x="0" y="420565"/>
                    </a:cubicBezTo>
                    <a:cubicBezTo>
                      <a:pt x="0" y="336945"/>
                      <a:pt x="68058" y="268995"/>
                      <a:pt x="151811" y="268995"/>
                    </a:cubicBezTo>
                    <a:close/>
                    <a:moveTo>
                      <a:pt x="462556" y="35000"/>
                    </a:moveTo>
                    <a:cubicBezTo>
                      <a:pt x="507897" y="38368"/>
                      <a:pt x="543847" y="76296"/>
                      <a:pt x="543847" y="122571"/>
                    </a:cubicBezTo>
                    <a:cubicBezTo>
                      <a:pt x="543847" y="168847"/>
                      <a:pt x="507897" y="206775"/>
                      <a:pt x="462556" y="210143"/>
                    </a:cubicBezTo>
                    <a:cubicBezTo>
                      <a:pt x="476936" y="184223"/>
                      <a:pt x="485153" y="154349"/>
                      <a:pt x="485153" y="122571"/>
                    </a:cubicBezTo>
                    <a:cubicBezTo>
                      <a:pt x="485153" y="90794"/>
                      <a:pt x="476936" y="60920"/>
                      <a:pt x="462556" y="35000"/>
                    </a:cubicBezTo>
                    <a:close/>
                    <a:moveTo>
                      <a:pt x="145224" y="35000"/>
                    </a:moveTo>
                    <a:cubicBezTo>
                      <a:pt x="130698" y="60920"/>
                      <a:pt x="122481" y="90794"/>
                      <a:pt x="122481" y="122571"/>
                    </a:cubicBezTo>
                    <a:cubicBezTo>
                      <a:pt x="122481" y="154349"/>
                      <a:pt x="130698" y="184223"/>
                      <a:pt x="145224" y="210143"/>
                    </a:cubicBezTo>
                    <a:cubicBezTo>
                      <a:pt x="99739" y="206775"/>
                      <a:pt x="63791" y="168847"/>
                      <a:pt x="63791" y="122571"/>
                    </a:cubicBezTo>
                    <a:cubicBezTo>
                      <a:pt x="63791" y="76296"/>
                      <a:pt x="99739" y="38368"/>
                      <a:pt x="145224" y="35000"/>
                    </a:cubicBezTo>
                    <a:close/>
                    <a:moveTo>
                      <a:pt x="303892" y="0"/>
                    </a:moveTo>
                    <a:cubicBezTo>
                      <a:pt x="345103" y="0"/>
                      <a:pt x="381620" y="20502"/>
                      <a:pt x="403912" y="51694"/>
                    </a:cubicBezTo>
                    <a:cubicBezTo>
                      <a:pt x="418138" y="71756"/>
                      <a:pt x="426497" y="96212"/>
                      <a:pt x="426497" y="122572"/>
                    </a:cubicBezTo>
                    <a:cubicBezTo>
                      <a:pt x="426497" y="148931"/>
                      <a:pt x="418138" y="173387"/>
                      <a:pt x="403912" y="193450"/>
                    </a:cubicBezTo>
                    <a:cubicBezTo>
                      <a:pt x="381620" y="224642"/>
                      <a:pt x="345103" y="245144"/>
                      <a:pt x="303892" y="245144"/>
                    </a:cubicBezTo>
                    <a:cubicBezTo>
                      <a:pt x="236137" y="245144"/>
                      <a:pt x="181141" y="190082"/>
                      <a:pt x="181141" y="122572"/>
                    </a:cubicBezTo>
                    <a:cubicBezTo>
                      <a:pt x="181141" y="55062"/>
                      <a:pt x="236137" y="0"/>
                      <a:pt x="303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sp>
          <p:nvSpPr>
            <p:cNvPr id="18" name="ï$ļíḓe">
              <a:extLst>
                <a:ext uri="{FF2B5EF4-FFF2-40B4-BE49-F238E27FC236}">
                  <a16:creationId xmlns:a16="http://schemas.microsoft.com/office/drawing/2014/main" id="{D98D9192-6453-4281-A3E1-37ED853DEF6E}"/>
                </a:ext>
              </a:extLst>
            </p:cNvPr>
            <p:cNvSpPr txBox="1"/>
            <p:nvPr/>
          </p:nvSpPr>
          <p:spPr bwMode="auto">
            <a:xfrm>
              <a:off x="5220854" y="1130300"/>
              <a:ext cx="1750291" cy="43098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algn="ctr">
                <a:spcBef>
                  <a:spcPct val="0"/>
                </a:spcBef>
                <a:defRPr sz="1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/>
                <a:t>Text h</a:t>
              </a:r>
              <a:r>
                <a:rPr lang="en-US" altLang="zh-CN" sz="100"/>
                <a:t> </a:t>
              </a:r>
              <a:r>
                <a:rPr lang="en-US" altLang="zh-CN"/>
                <a:t>ere</a:t>
              </a:r>
              <a:endParaRPr lang="en-US" altLang="zh-CN" dirty="0"/>
            </a:p>
          </p:txBody>
        </p:sp>
        <p:cxnSp>
          <p:nvCxnSpPr>
            <p:cNvPr id="19" name="肘形连接符 63">
              <a:extLst>
                <a:ext uri="{FF2B5EF4-FFF2-40B4-BE49-F238E27FC236}">
                  <a16:creationId xmlns:a16="http://schemas.microsoft.com/office/drawing/2014/main" id="{5212FF3E-9B92-4897-ADB9-76D3BA7CEB55}"/>
                </a:ext>
              </a:extLst>
            </p:cNvPr>
            <p:cNvCxnSpPr>
              <a:stCxn id="21" idx="3"/>
              <a:endCxn id="30" idx="4"/>
            </p:cNvCxnSpPr>
            <p:nvPr/>
          </p:nvCxnSpPr>
          <p:spPr>
            <a:xfrm flipV="1">
              <a:off x="6971145" y="4099114"/>
              <a:ext cx="976066" cy="1832194"/>
            </a:xfrm>
            <a:prstGeom prst="bentConnector2">
              <a:avLst/>
            </a:prstGeom>
            <a:ln w="38100" cap="rnd">
              <a:solidFill>
                <a:schemeClr val="accent2"/>
              </a:solidFill>
              <a:round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îšḷiḑe">
              <a:extLst>
                <a:ext uri="{FF2B5EF4-FFF2-40B4-BE49-F238E27FC236}">
                  <a16:creationId xmlns:a16="http://schemas.microsoft.com/office/drawing/2014/main" id="{B81BA2E6-43B1-4741-914D-329113FB7832}"/>
                </a:ext>
              </a:extLst>
            </p:cNvPr>
            <p:cNvGrpSpPr/>
            <p:nvPr/>
          </p:nvGrpSpPr>
          <p:grpSpPr>
            <a:xfrm>
              <a:off x="7486648" y="3177988"/>
              <a:ext cx="921126" cy="921126"/>
              <a:chOff x="5019675" y="2562224"/>
              <a:chExt cx="660150" cy="660150"/>
            </a:xfrm>
          </p:grpSpPr>
          <p:sp>
            <p:nvSpPr>
              <p:cNvPr id="30" name="ïṩḻïďe">
                <a:extLst>
                  <a:ext uri="{FF2B5EF4-FFF2-40B4-BE49-F238E27FC236}">
                    <a16:creationId xmlns:a16="http://schemas.microsoft.com/office/drawing/2014/main" id="{FAC7BDBF-3E95-4E63-81A3-4047A0958E5F}"/>
                  </a:ext>
                </a:extLst>
              </p:cNvPr>
              <p:cNvSpPr/>
              <p:nvPr/>
            </p:nvSpPr>
            <p:spPr>
              <a:xfrm>
                <a:off x="5019675" y="2562224"/>
                <a:ext cx="660150" cy="66015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i$ľíḑe">
                <a:extLst>
                  <a:ext uri="{FF2B5EF4-FFF2-40B4-BE49-F238E27FC236}">
                    <a16:creationId xmlns:a16="http://schemas.microsoft.com/office/drawing/2014/main" id="{8CC13D89-BC5E-47D7-8C69-684048FA5C8D}"/>
                  </a:ext>
                </a:extLst>
              </p:cNvPr>
              <p:cNvSpPr/>
              <p:nvPr/>
            </p:nvSpPr>
            <p:spPr>
              <a:xfrm>
                <a:off x="5206310" y="2760703"/>
                <a:ext cx="286880" cy="263192"/>
              </a:xfrm>
              <a:custGeom>
                <a:avLst/>
                <a:gdLst>
                  <a:gd name="connsiteX0" fmla="*/ 303857 w 607639"/>
                  <a:gd name="connsiteY0" fmla="*/ 303714 h 557467"/>
                  <a:gd name="connsiteX1" fmla="*/ 352986 w 607639"/>
                  <a:gd name="connsiteY1" fmla="*/ 309132 h 557467"/>
                  <a:gd name="connsiteX2" fmla="*/ 514597 w 607639"/>
                  <a:gd name="connsiteY2" fmla="*/ 449845 h 557467"/>
                  <a:gd name="connsiteX3" fmla="*/ 528676 w 607639"/>
                  <a:gd name="connsiteY3" fmla="*/ 528182 h 557467"/>
                  <a:gd name="connsiteX4" fmla="*/ 499345 w 607639"/>
                  <a:gd name="connsiteY4" fmla="*/ 557467 h 557467"/>
                  <a:gd name="connsiteX5" fmla="*/ 108223 w 607639"/>
                  <a:gd name="connsiteY5" fmla="*/ 557467 h 557467"/>
                  <a:gd name="connsiteX6" fmla="*/ 78892 w 607639"/>
                  <a:gd name="connsiteY6" fmla="*/ 528182 h 557467"/>
                  <a:gd name="connsiteX7" fmla="*/ 303857 w 607639"/>
                  <a:gd name="connsiteY7" fmla="*/ 303714 h 557467"/>
                  <a:gd name="connsiteX8" fmla="*/ 455825 w 607639"/>
                  <a:gd name="connsiteY8" fmla="*/ 268995 h 557467"/>
                  <a:gd name="connsiteX9" fmla="*/ 607639 w 607639"/>
                  <a:gd name="connsiteY9" fmla="*/ 420565 h 557467"/>
                  <a:gd name="connsiteX10" fmla="*/ 578303 w 607639"/>
                  <a:gd name="connsiteY10" fmla="*/ 449854 h 557467"/>
                  <a:gd name="connsiteX11" fmla="*/ 576396 w 607639"/>
                  <a:gd name="connsiteY11" fmla="*/ 449854 h 557467"/>
                  <a:gd name="connsiteX12" fmla="*/ 424875 w 607639"/>
                  <a:gd name="connsiteY12" fmla="*/ 272217 h 557467"/>
                  <a:gd name="connsiteX13" fmla="*/ 455825 w 607639"/>
                  <a:gd name="connsiteY13" fmla="*/ 268995 h 557467"/>
                  <a:gd name="connsiteX14" fmla="*/ 151811 w 607639"/>
                  <a:gd name="connsiteY14" fmla="*/ 268995 h 557467"/>
                  <a:gd name="connsiteX15" fmla="*/ 182906 w 607639"/>
                  <a:gd name="connsiteY15" fmla="*/ 272217 h 557467"/>
                  <a:gd name="connsiteX16" fmla="*/ 31389 w 607639"/>
                  <a:gd name="connsiteY16" fmla="*/ 449854 h 557467"/>
                  <a:gd name="connsiteX17" fmla="*/ 29335 w 607639"/>
                  <a:gd name="connsiteY17" fmla="*/ 449854 h 557467"/>
                  <a:gd name="connsiteX18" fmla="*/ 0 w 607639"/>
                  <a:gd name="connsiteY18" fmla="*/ 420565 h 557467"/>
                  <a:gd name="connsiteX19" fmla="*/ 151811 w 607639"/>
                  <a:gd name="connsiteY19" fmla="*/ 268995 h 557467"/>
                  <a:gd name="connsiteX20" fmla="*/ 462556 w 607639"/>
                  <a:gd name="connsiteY20" fmla="*/ 35000 h 557467"/>
                  <a:gd name="connsiteX21" fmla="*/ 543847 w 607639"/>
                  <a:gd name="connsiteY21" fmla="*/ 122571 h 557467"/>
                  <a:gd name="connsiteX22" fmla="*/ 462556 w 607639"/>
                  <a:gd name="connsiteY22" fmla="*/ 210143 h 557467"/>
                  <a:gd name="connsiteX23" fmla="*/ 485153 w 607639"/>
                  <a:gd name="connsiteY23" fmla="*/ 122571 h 557467"/>
                  <a:gd name="connsiteX24" fmla="*/ 462556 w 607639"/>
                  <a:gd name="connsiteY24" fmla="*/ 35000 h 557467"/>
                  <a:gd name="connsiteX25" fmla="*/ 145224 w 607639"/>
                  <a:gd name="connsiteY25" fmla="*/ 35000 h 557467"/>
                  <a:gd name="connsiteX26" fmla="*/ 122481 w 607639"/>
                  <a:gd name="connsiteY26" fmla="*/ 122571 h 557467"/>
                  <a:gd name="connsiteX27" fmla="*/ 145224 w 607639"/>
                  <a:gd name="connsiteY27" fmla="*/ 210143 h 557467"/>
                  <a:gd name="connsiteX28" fmla="*/ 63791 w 607639"/>
                  <a:gd name="connsiteY28" fmla="*/ 122571 h 557467"/>
                  <a:gd name="connsiteX29" fmla="*/ 145224 w 607639"/>
                  <a:gd name="connsiteY29" fmla="*/ 35000 h 557467"/>
                  <a:gd name="connsiteX30" fmla="*/ 303892 w 607639"/>
                  <a:gd name="connsiteY30" fmla="*/ 0 h 557467"/>
                  <a:gd name="connsiteX31" fmla="*/ 403912 w 607639"/>
                  <a:gd name="connsiteY31" fmla="*/ 51694 h 557467"/>
                  <a:gd name="connsiteX32" fmla="*/ 426497 w 607639"/>
                  <a:gd name="connsiteY32" fmla="*/ 122572 h 557467"/>
                  <a:gd name="connsiteX33" fmla="*/ 403912 w 607639"/>
                  <a:gd name="connsiteY33" fmla="*/ 193450 h 557467"/>
                  <a:gd name="connsiteX34" fmla="*/ 303892 w 607639"/>
                  <a:gd name="connsiteY34" fmla="*/ 245144 h 557467"/>
                  <a:gd name="connsiteX35" fmla="*/ 181141 w 607639"/>
                  <a:gd name="connsiteY35" fmla="*/ 122572 h 557467"/>
                  <a:gd name="connsiteX36" fmla="*/ 303892 w 607639"/>
                  <a:gd name="connsiteY36" fmla="*/ 0 h 557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07639" h="557467">
                    <a:moveTo>
                      <a:pt x="303857" y="303714"/>
                    </a:moveTo>
                    <a:cubicBezTo>
                      <a:pt x="320722" y="303714"/>
                      <a:pt x="337148" y="305618"/>
                      <a:pt x="352986" y="309132"/>
                    </a:cubicBezTo>
                    <a:cubicBezTo>
                      <a:pt x="427486" y="325824"/>
                      <a:pt x="488200" y="379562"/>
                      <a:pt x="514597" y="449845"/>
                    </a:cubicBezTo>
                    <a:cubicBezTo>
                      <a:pt x="523690" y="474298"/>
                      <a:pt x="528676" y="500655"/>
                      <a:pt x="528676" y="528182"/>
                    </a:cubicBezTo>
                    <a:cubicBezTo>
                      <a:pt x="528676" y="544289"/>
                      <a:pt x="515477" y="557467"/>
                      <a:pt x="499345" y="557467"/>
                    </a:cubicBezTo>
                    <a:lnTo>
                      <a:pt x="108223" y="557467"/>
                    </a:lnTo>
                    <a:cubicBezTo>
                      <a:pt x="92091" y="557467"/>
                      <a:pt x="78892" y="544289"/>
                      <a:pt x="78892" y="528182"/>
                    </a:cubicBezTo>
                    <a:cubicBezTo>
                      <a:pt x="78892" y="404307"/>
                      <a:pt x="179789" y="303714"/>
                      <a:pt x="303857" y="303714"/>
                    </a:cubicBezTo>
                    <a:close/>
                    <a:moveTo>
                      <a:pt x="455825" y="268995"/>
                    </a:moveTo>
                    <a:cubicBezTo>
                      <a:pt x="539579" y="268995"/>
                      <a:pt x="607639" y="336945"/>
                      <a:pt x="607639" y="420565"/>
                    </a:cubicBezTo>
                    <a:cubicBezTo>
                      <a:pt x="607639" y="436674"/>
                      <a:pt x="594584" y="449854"/>
                      <a:pt x="578303" y="449854"/>
                    </a:cubicBezTo>
                    <a:lnTo>
                      <a:pt x="576396" y="449854"/>
                    </a:lnTo>
                    <a:cubicBezTo>
                      <a:pt x="553661" y="371360"/>
                      <a:pt x="497775" y="306631"/>
                      <a:pt x="424875" y="272217"/>
                    </a:cubicBezTo>
                    <a:cubicBezTo>
                      <a:pt x="434996" y="270020"/>
                      <a:pt x="445410" y="268995"/>
                      <a:pt x="455825" y="268995"/>
                    </a:cubicBezTo>
                    <a:close/>
                    <a:moveTo>
                      <a:pt x="151811" y="268995"/>
                    </a:moveTo>
                    <a:cubicBezTo>
                      <a:pt x="162371" y="268995"/>
                      <a:pt x="172785" y="270020"/>
                      <a:pt x="182906" y="272217"/>
                    </a:cubicBezTo>
                    <a:cubicBezTo>
                      <a:pt x="110008" y="306631"/>
                      <a:pt x="53977" y="371360"/>
                      <a:pt x="31389" y="449854"/>
                    </a:cubicBezTo>
                    <a:lnTo>
                      <a:pt x="29335" y="449854"/>
                    </a:lnTo>
                    <a:cubicBezTo>
                      <a:pt x="13201" y="449854"/>
                      <a:pt x="0" y="436674"/>
                      <a:pt x="0" y="420565"/>
                    </a:cubicBezTo>
                    <a:cubicBezTo>
                      <a:pt x="0" y="336945"/>
                      <a:pt x="68058" y="268995"/>
                      <a:pt x="151811" y="268995"/>
                    </a:cubicBezTo>
                    <a:close/>
                    <a:moveTo>
                      <a:pt x="462556" y="35000"/>
                    </a:moveTo>
                    <a:cubicBezTo>
                      <a:pt x="507897" y="38368"/>
                      <a:pt x="543847" y="76296"/>
                      <a:pt x="543847" y="122571"/>
                    </a:cubicBezTo>
                    <a:cubicBezTo>
                      <a:pt x="543847" y="168847"/>
                      <a:pt x="507897" y="206775"/>
                      <a:pt x="462556" y="210143"/>
                    </a:cubicBezTo>
                    <a:cubicBezTo>
                      <a:pt x="476936" y="184223"/>
                      <a:pt x="485153" y="154349"/>
                      <a:pt x="485153" y="122571"/>
                    </a:cubicBezTo>
                    <a:cubicBezTo>
                      <a:pt x="485153" y="90794"/>
                      <a:pt x="476936" y="60920"/>
                      <a:pt x="462556" y="35000"/>
                    </a:cubicBezTo>
                    <a:close/>
                    <a:moveTo>
                      <a:pt x="145224" y="35000"/>
                    </a:moveTo>
                    <a:cubicBezTo>
                      <a:pt x="130698" y="60920"/>
                      <a:pt x="122481" y="90794"/>
                      <a:pt x="122481" y="122571"/>
                    </a:cubicBezTo>
                    <a:cubicBezTo>
                      <a:pt x="122481" y="154349"/>
                      <a:pt x="130698" y="184223"/>
                      <a:pt x="145224" y="210143"/>
                    </a:cubicBezTo>
                    <a:cubicBezTo>
                      <a:pt x="99739" y="206775"/>
                      <a:pt x="63791" y="168847"/>
                      <a:pt x="63791" y="122571"/>
                    </a:cubicBezTo>
                    <a:cubicBezTo>
                      <a:pt x="63791" y="76296"/>
                      <a:pt x="99739" y="38368"/>
                      <a:pt x="145224" y="35000"/>
                    </a:cubicBezTo>
                    <a:close/>
                    <a:moveTo>
                      <a:pt x="303892" y="0"/>
                    </a:moveTo>
                    <a:cubicBezTo>
                      <a:pt x="345103" y="0"/>
                      <a:pt x="381620" y="20502"/>
                      <a:pt x="403912" y="51694"/>
                    </a:cubicBezTo>
                    <a:cubicBezTo>
                      <a:pt x="418138" y="71756"/>
                      <a:pt x="426497" y="96212"/>
                      <a:pt x="426497" y="122572"/>
                    </a:cubicBezTo>
                    <a:cubicBezTo>
                      <a:pt x="426497" y="148931"/>
                      <a:pt x="418138" y="173387"/>
                      <a:pt x="403912" y="193450"/>
                    </a:cubicBezTo>
                    <a:cubicBezTo>
                      <a:pt x="381620" y="224642"/>
                      <a:pt x="345103" y="245144"/>
                      <a:pt x="303892" y="245144"/>
                    </a:cubicBezTo>
                    <a:cubicBezTo>
                      <a:pt x="236137" y="245144"/>
                      <a:pt x="181141" y="190082"/>
                      <a:pt x="181141" y="122572"/>
                    </a:cubicBezTo>
                    <a:cubicBezTo>
                      <a:pt x="181141" y="55062"/>
                      <a:pt x="236137" y="0"/>
                      <a:pt x="3038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sp>
          <p:nvSpPr>
            <p:cNvPr id="21" name="îş1iḍè">
              <a:extLst>
                <a:ext uri="{FF2B5EF4-FFF2-40B4-BE49-F238E27FC236}">
                  <a16:creationId xmlns:a16="http://schemas.microsoft.com/office/drawing/2014/main" id="{80CA9455-3133-4C06-A2ED-F34FA0BE6523}"/>
                </a:ext>
              </a:extLst>
            </p:cNvPr>
            <p:cNvSpPr txBox="1"/>
            <p:nvPr/>
          </p:nvSpPr>
          <p:spPr bwMode="auto">
            <a:xfrm>
              <a:off x="5220854" y="5715816"/>
              <a:ext cx="1750291" cy="43098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algn="ctr">
                <a:spcBef>
                  <a:spcPct val="0"/>
                </a:spcBef>
                <a:defRPr sz="1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/>
                <a:t>Text h</a:t>
              </a:r>
              <a:r>
                <a:rPr lang="en-US" altLang="zh-CN" sz="100"/>
                <a:t> </a:t>
              </a:r>
              <a:r>
                <a:rPr lang="en-US" altLang="zh-CN"/>
                <a:t>ere</a:t>
              </a:r>
              <a:endParaRPr lang="en-US" altLang="zh-CN" dirty="0"/>
            </a:p>
          </p:txBody>
        </p:sp>
        <p:grpSp>
          <p:nvGrpSpPr>
            <p:cNvPr id="22" name="íşļíḑé">
              <a:extLst>
                <a:ext uri="{FF2B5EF4-FFF2-40B4-BE49-F238E27FC236}">
                  <a16:creationId xmlns:a16="http://schemas.microsoft.com/office/drawing/2014/main" id="{383C98F8-640A-45DB-B1FE-A2CEFB7D010C}"/>
                </a:ext>
              </a:extLst>
            </p:cNvPr>
            <p:cNvGrpSpPr/>
            <p:nvPr/>
          </p:nvGrpSpPr>
          <p:grpSpPr>
            <a:xfrm>
              <a:off x="1771122" y="2702679"/>
              <a:ext cx="1763279" cy="1871740"/>
              <a:chOff x="1771122" y="2993089"/>
              <a:chExt cx="1763279" cy="1871740"/>
            </a:xfrm>
          </p:grpSpPr>
          <p:sp>
            <p:nvSpPr>
              <p:cNvPr id="27" name="iṩliḓè">
                <a:extLst>
                  <a:ext uri="{FF2B5EF4-FFF2-40B4-BE49-F238E27FC236}">
                    <a16:creationId xmlns:a16="http://schemas.microsoft.com/office/drawing/2014/main" id="{1C52BD27-6C6C-4F3E-A3BE-AA26E987A30A}"/>
                  </a:ext>
                </a:extLst>
              </p:cNvPr>
              <p:cNvSpPr/>
              <p:nvPr/>
            </p:nvSpPr>
            <p:spPr bwMode="auto">
              <a:xfrm>
                <a:off x="1771122" y="2993089"/>
                <a:ext cx="1763279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r" defTabSz="914400"/>
                <a:r>
                  <a:rPr lang="en-US" altLang="zh-CN" sz="1600" b="1" kern="0"/>
                  <a:t>Text h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ere</a:t>
                </a:r>
                <a:endParaRPr lang="zh-CN" altLang="en-US" sz="1600" b="1" kern="0" dirty="0"/>
              </a:p>
            </p:txBody>
          </p:sp>
          <p:sp>
            <p:nvSpPr>
              <p:cNvPr id="28" name="í$ľíḑè">
                <a:extLst>
                  <a:ext uri="{FF2B5EF4-FFF2-40B4-BE49-F238E27FC236}">
                    <a16:creationId xmlns:a16="http://schemas.microsoft.com/office/drawing/2014/main" id="{F2C25AF9-7DFF-4DB5-81E1-08458DB6DB72}"/>
                  </a:ext>
                </a:extLst>
              </p:cNvPr>
              <p:cNvSpPr/>
              <p:nvPr/>
            </p:nvSpPr>
            <p:spPr>
              <a:xfrm>
                <a:off x="1771122" y="3515550"/>
                <a:ext cx="1763279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orting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 algn="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29" name="îśḷîḍé">
                <a:extLst>
                  <a:ext uri="{FF2B5EF4-FFF2-40B4-BE49-F238E27FC236}">
                    <a16:creationId xmlns:a16="http://schemas.microsoft.com/office/drawing/2014/main" id="{4F59CFC6-DEDA-4B86-B31D-875685C35DEA}"/>
                  </a:ext>
                </a:extLst>
              </p:cNvPr>
              <p:cNvSpPr/>
              <p:nvPr/>
            </p:nvSpPr>
            <p:spPr>
              <a:xfrm>
                <a:off x="1771122" y="4226718"/>
                <a:ext cx="1763279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orting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 algn="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23" name="ísļïďé">
              <a:extLst>
                <a:ext uri="{FF2B5EF4-FFF2-40B4-BE49-F238E27FC236}">
                  <a16:creationId xmlns:a16="http://schemas.microsoft.com/office/drawing/2014/main" id="{E9816832-83A0-4E9A-A4DE-4C4535EE1447}"/>
                </a:ext>
              </a:extLst>
            </p:cNvPr>
            <p:cNvGrpSpPr/>
            <p:nvPr/>
          </p:nvGrpSpPr>
          <p:grpSpPr>
            <a:xfrm>
              <a:off x="8822355" y="2702679"/>
              <a:ext cx="1763279" cy="1871740"/>
              <a:chOff x="1771122" y="2993089"/>
              <a:chExt cx="1763279" cy="1871740"/>
            </a:xfrm>
          </p:grpSpPr>
          <p:sp>
            <p:nvSpPr>
              <p:cNvPr id="24" name="îṧ1ïďe">
                <a:extLst>
                  <a:ext uri="{FF2B5EF4-FFF2-40B4-BE49-F238E27FC236}">
                    <a16:creationId xmlns:a16="http://schemas.microsoft.com/office/drawing/2014/main" id="{698E6602-8BEC-45F7-BE9D-F71B6D4C3EA3}"/>
                  </a:ext>
                </a:extLst>
              </p:cNvPr>
              <p:cNvSpPr/>
              <p:nvPr/>
            </p:nvSpPr>
            <p:spPr bwMode="auto">
              <a:xfrm>
                <a:off x="1771122" y="2993089"/>
                <a:ext cx="1763279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defTabSz="914400"/>
                <a:r>
                  <a:rPr lang="en-US" altLang="zh-CN" sz="1600" b="1" kern="0"/>
                  <a:t>Te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xt </a:t>
                </a:r>
                <a:r>
                  <a:rPr lang="en-US" altLang="zh-CN" sz="1600" b="1" kern="0" dirty="0"/>
                  <a:t>here</a:t>
                </a:r>
                <a:endParaRPr lang="zh-CN" altLang="en-US" sz="1600" b="1" kern="0" dirty="0"/>
              </a:p>
            </p:txBody>
          </p:sp>
          <p:sp>
            <p:nvSpPr>
              <p:cNvPr id="25" name="işlîďè">
                <a:extLst>
                  <a:ext uri="{FF2B5EF4-FFF2-40B4-BE49-F238E27FC236}">
                    <a16:creationId xmlns:a16="http://schemas.microsoft.com/office/drawing/2014/main" id="{A1F86F39-251F-4601-AC8B-0126F9478D2E}"/>
                  </a:ext>
                </a:extLst>
              </p:cNvPr>
              <p:cNvSpPr/>
              <p:nvPr/>
            </p:nvSpPr>
            <p:spPr>
              <a:xfrm>
                <a:off x="1771122" y="3515550"/>
                <a:ext cx="1763279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orting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26" name="iṣḷiḍè">
                <a:extLst>
                  <a:ext uri="{FF2B5EF4-FFF2-40B4-BE49-F238E27FC236}">
                    <a16:creationId xmlns:a16="http://schemas.microsoft.com/office/drawing/2014/main" id="{75AADD5C-4C44-4ADD-A795-E09C7964193D}"/>
                  </a:ext>
                </a:extLst>
              </p:cNvPr>
              <p:cNvSpPr/>
              <p:nvPr/>
            </p:nvSpPr>
            <p:spPr>
              <a:xfrm>
                <a:off x="1771122" y="4226718"/>
                <a:ext cx="1763279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upporting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02267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CCB00-C000-400F-8665-DDFFF839A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B02C769-2EBD-43E3-B0EC-C9C3E688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</a:t>
            </a:r>
            <a:r>
              <a:rPr lang="zh-CN" altLang="en-US" sz="100"/>
              <a:t> </a:t>
            </a:r>
            <a:r>
              <a:rPr lang="zh-CN" altLang="en-US"/>
              <a:t>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0EA877-0CDF-483A-AD47-6142A2EF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26</a:t>
            </a:fld>
            <a:r>
              <a:rPr lang="zh-CN" altLang="en-US" sz="100"/>
              <a:t> </a:t>
            </a:r>
          </a:p>
        </p:txBody>
      </p:sp>
      <p:grpSp>
        <p:nvGrpSpPr>
          <p:cNvPr id="5" name="277740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8E28878-A325-4349-A35A-5F0893328B80}"/>
              </a:ext>
            </a:extLst>
          </p:cNvPr>
          <p:cNvGrpSpPr>
            <a:grpSpLocks noChangeAspect="1"/>
          </p:cNvGrpSpPr>
          <p:nvPr/>
        </p:nvGrpSpPr>
        <p:grpSpPr>
          <a:xfrm>
            <a:off x="673099" y="1247069"/>
            <a:ext cx="10847389" cy="4659339"/>
            <a:chOff x="673099" y="1247069"/>
            <a:chExt cx="10847389" cy="4659339"/>
          </a:xfrm>
        </p:grpSpPr>
        <p:grpSp>
          <p:nvGrpSpPr>
            <p:cNvPr id="6" name="iŝ1iďe">
              <a:extLst>
                <a:ext uri="{FF2B5EF4-FFF2-40B4-BE49-F238E27FC236}">
                  <a16:creationId xmlns:a16="http://schemas.microsoft.com/office/drawing/2014/main" id="{E50AF1E5-4EB3-4768-A3BB-8249CB91E1DF}"/>
                </a:ext>
              </a:extLst>
            </p:cNvPr>
            <p:cNvGrpSpPr/>
            <p:nvPr/>
          </p:nvGrpSpPr>
          <p:grpSpPr>
            <a:xfrm>
              <a:off x="5542982" y="1247069"/>
              <a:ext cx="5977506" cy="4659339"/>
              <a:chOff x="5542982" y="1247069"/>
              <a:chExt cx="5977506" cy="4659339"/>
            </a:xfrm>
          </p:grpSpPr>
          <p:grpSp>
            <p:nvGrpSpPr>
              <p:cNvPr id="27" name="íṧḻíḑé">
                <a:extLst>
                  <a:ext uri="{FF2B5EF4-FFF2-40B4-BE49-F238E27FC236}">
                    <a16:creationId xmlns:a16="http://schemas.microsoft.com/office/drawing/2014/main" id="{4A9FE45F-E9A8-488F-960C-59C2DBF7323B}"/>
                  </a:ext>
                </a:extLst>
              </p:cNvPr>
              <p:cNvGrpSpPr/>
              <p:nvPr/>
            </p:nvGrpSpPr>
            <p:grpSpPr>
              <a:xfrm>
                <a:off x="6774313" y="1710739"/>
                <a:ext cx="3627120" cy="3756658"/>
                <a:chOff x="4282440" y="1710739"/>
                <a:chExt cx="3627120" cy="3756658"/>
              </a:xfrm>
            </p:grpSpPr>
            <p:sp>
              <p:nvSpPr>
                <p:cNvPr id="34" name="iśľïḋe">
                  <a:extLst>
                    <a:ext uri="{FF2B5EF4-FFF2-40B4-BE49-F238E27FC236}">
                      <a16:creationId xmlns:a16="http://schemas.microsoft.com/office/drawing/2014/main" id="{C4A584C3-937F-4D46-83F0-A4595D81F4DC}"/>
                    </a:ext>
                  </a:extLst>
                </p:cNvPr>
                <p:cNvSpPr/>
                <p:nvPr/>
              </p:nvSpPr>
              <p:spPr>
                <a:xfrm>
                  <a:off x="4518027" y="2048943"/>
                  <a:ext cx="3123744" cy="3123738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76200" cap="flat" cmpd="sng" algn="ctr">
                  <a:solidFill>
                    <a:schemeClr val="accent1">
                      <a:alpha val="16000"/>
                    </a:schemeClr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6800" rIns="90000" bIns="4680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400"/>
                  <a:r>
                    <a:rPr lang="en-US" altLang="zh-CN" sz="1200" b="1">
                      <a:solidFill>
                        <a:schemeClr val="tx1"/>
                      </a:solidFill>
                    </a:rPr>
                    <a:t>…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200" b="1">
                      <a:solidFill>
                        <a:schemeClr val="tx1"/>
                      </a:solidFill>
                    </a:rPr>
                    <a:t>text</a:t>
                  </a:r>
                  <a:endParaRPr lang="zh-CN" altLang="en-US" sz="12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5" name="îşľídê">
                  <a:extLst>
                    <a:ext uri="{FF2B5EF4-FFF2-40B4-BE49-F238E27FC236}">
                      <a16:creationId xmlns:a16="http://schemas.microsoft.com/office/drawing/2014/main" id="{2A7B689E-81D6-4C74-841A-13A64BCC32DF}"/>
                    </a:ext>
                  </a:extLst>
                </p:cNvPr>
                <p:cNvSpPr/>
                <p:nvPr/>
              </p:nvSpPr>
              <p:spPr bwMode="auto">
                <a:xfrm>
                  <a:off x="6465401" y="2118738"/>
                  <a:ext cx="1444159" cy="1434754"/>
                </a:xfrm>
                <a:custGeom>
                  <a:avLst/>
                  <a:gdLst>
                    <a:gd name="T0" fmla="*/ 21 w 129"/>
                    <a:gd name="T1" fmla="*/ 128 h 128"/>
                    <a:gd name="T2" fmla="*/ 117 w 129"/>
                    <a:gd name="T3" fmla="*/ 128 h 128"/>
                    <a:gd name="T4" fmla="*/ 125 w 129"/>
                    <a:gd name="T5" fmla="*/ 115 h 128"/>
                    <a:gd name="T6" fmla="*/ 62 w 129"/>
                    <a:gd name="T7" fmla="*/ 7 h 128"/>
                    <a:gd name="T8" fmla="*/ 47 w 129"/>
                    <a:gd name="T9" fmla="*/ 7 h 128"/>
                    <a:gd name="T10" fmla="*/ 0 w 129"/>
                    <a:gd name="T11" fmla="*/ 90 h 128"/>
                    <a:gd name="T12" fmla="*/ 21 w 129"/>
                    <a:gd name="T13" fmla="*/ 128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9" h="128">
                      <a:moveTo>
                        <a:pt x="21" y="128"/>
                      </a:moveTo>
                      <a:cubicBezTo>
                        <a:pt x="117" y="128"/>
                        <a:pt x="117" y="128"/>
                        <a:pt x="117" y="128"/>
                      </a:cubicBezTo>
                      <a:cubicBezTo>
                        <a:pt x="126" y="128"/>
                        <a:pt x="129" y="123"/>
                        <a:pt x="125" y="115"/>
                      </a:cubicBezTo>
                      <a:cubicBezTo>
                        <a:pt x="62" y="7"/>
                        <a:pt x="62" y="7"/>
                        <a:pt x="62" y="7"/>
                      </a:cubicBezTo>
                      <a:cubicBezTo>
                        <a:pt x="58" y="0"/>
                        <a:pt x="51" y="0"/>
                        <a:pt x="47" y="7"/>
                      </a:cubicBezTo>
                      <a:cubicBezTo>
                        <a:pt x="0" y="90"/>
                        <a:pt x="0" y="90"/>
                        <a:pt x="0" y="90"/>
                      </a:cubicBezTo>
                      <a:cubicBezTo>
                        <a:pt x="11" y="99"/>
                        <a:pt x="19" y="113"/>
                        <a:pt x="21" y="128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6" name="ïṡ1ïḋe">
                  <a:extLst>
                    <a:ext uri="{FF2B5EF4-FFF2-40B4-BE49-F238E27FC236}">
                      <a16:creationId xmlns:a16="http://schemas.microsoft.com/office/drawing/2014/main" id="{B28C3147-6021-4116-B762-A7DB5BEADB0C}"/>
                    </a:ext>
                  </a:extLst>
                </p:cNvPr>
                <p:cNvSpPr/>
                <p:nvPr/>
              </p:nvSpPr>
              <p:spPr bwMode="auto">
                <a:xfrm>
                  <a:off x="6465401" y="3653811"/>
                  <a:ext cx="1444159" cy="1434754"/>
                </a:xfrm>
                <a:custGeom>
                  <a:avLst/>
                  <a:gdLst>
                    <a:gd name="T0" fmla="*/ 117 w 129"/>
                    <a:gd name="T1" fmla="*/ 0 h 128"/>
                    <a:gd name="T2" fmla="*/ 21 w 129"/>
                    <a:gd name="T3" fmla="*/ 0 h 128"/>
                    <a:gd name="T4" fmla="*/ 0 w 129"/>
                    <a:gd name="T5" fmla="*/ 38 h 128"/>
                    <a:gd name="T6" fmla="*/ 47 w 129"/>
                    <a:gd name="T7" fmla="*/ 121 h 128"/>
                    <a:gd name="T8" fmla="*/ 62 w 129"/>
                    <a:gd name="T9" fmla="*/ 121 h 128"/>
                    <a:gd name="T10" fmla="*/ 125 w 129"/>
                    <a:gd name="T11" fmla="*/ 12 h 128"/>
                    <a:gd name="T12" fmla="*/ 117 w 129"/>
                    <a:gd name="T13" fmla="*/ 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29" h="128">
                      <a:moveTo>
                        <a:pt x="117" y="0"/>
                      </a:moveTo>
                      <a:cubicBezTo>
                        <a:pt x="21" y="0"/>
                        <a:pt x="21" y="0"/>
                        <a:pt x="21" y="0"/>
                      </a:cubicBezTo>
                      <a:cubicBezTo>
                        <a:pt x="19" y="15"/>
                        <a:pt x="11" y="29"/>
                        <a:pt x="0" y="38"/>
                      </a:cubicBezTo>
                      <a:cubicBezTo>
                        <a:pt x="47" y="121"/>
                        <a:pt x="47" y="121"/>
                        <a:pt x="47" y="121"/>
                      </a:cubicBezTo>
                      <a:cubicBezTo>
                        <a:pt x="51" y="128"/>
                        <a:pt x="58" y="128"/>
                        <a:pt x="62" y="121"/>
                      </a:cubicBezTo>
                      <a:cubicBezTo>
                        <a:pt x="125" y="12"/>
                        <a:pt x="125" y="12"/>
                        <a:pt x="125" y="12"/>
                      </a:cubicBezTo>
                      <a:cubicBezTo>
                        <a:pt x="129" y="5"/>
                        <a:pt x="126" y="0"/>
                        <a:pt x="117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7" name="iŝlíḑè">
                  <a:extLst>
                    <a:ext uri="{FF2B5EF4-FFF2-40B4-BE49-F238E27FC236}">
                      <a16:creationId xmlns:a16="http://schemas.microsoft.com/office/drawing/2014/main" id="{A95FE4D2-C19E-499A-A98B-D1B44EAA3FB3}"/>
                    </a:ext>
                  </a:extLst>
                </p:cNvPr>
                <p:cNvSpPr/>
                <p:nvPr/>
              </p:nvSpPr>
              <p:spPr bwMode="auto">
                <a:xfrm>
                  <a:off x="4282440" y="2118738"/>
                  <a:ext cx="1455654" cy="1434754"/>
                </a:xfrm>
                <a:custGeom>
                  <a:avLst/>
                  <a:gdLst>
                    <a:gd name="T0" fmla="*/ 130 w 130"/>
                    <a:gd name="T1" fmla="*/ 90 h 128"/>
                    <a:gd name="T2" fmla="*/ 82 w 130"/>
                    <a:gd name="T3" fmla="*/ 7 h 128"/>
                    <a:gd name="T4" fmla="*/ 67 w 130"/>
                    <a:gd name="T5" fmla="*/ 7 h 128"/>
                    <a:gd name="T6" fmla="*/ 4 w 130"/>
                    <a:gd name="T7" fmla="*/ 115 h 128"/>
                    <a:gd name="T8" fmla="*/ 12 w 130"/>
                    <a:gd name="T9" fmla="*/ 128 h 128"/>
                    <a:gd name="T10" fmla="*/ 109 w 130"/>
                    <a:gd name="T11" fmla="*/ 128 h 128"/>
                    <a:gd name="T12" fmla="*/ 130 w 130"/>
                    <a:gd name="T13" fmla="*/ 9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0" h="128">
                      <a:moveTo>
                        <a:pt x="130" y="90"/>
                      </a:moveTo>
                      <a:cubicBezTo>
                        <a:pt x="82" y="7"/>
                        <a:pt x="82" y="7"/>
                        <a:pt x="82" y="7"/>
                      </a:cubicBezTo>
                      <a:cubicBezTo>
                        <a:pt x="78" y="0"/>
                        <a:pt x="71" y="0"/>
                        <a:pt x="67" y="7"/>
                      </a:cubicBezTo>
                      <a:cubicBezTo>
                        <a:pt x="4" y="115"/>
                        <a:pt x="4" y="115"/>
                        <a:pt x="4" y="115"/>
                      </a:cubicBezTo>
                      <a:cubicBezTo>
                        <a:pt x="0" y="123"/>
                        <a:pt x="4" y="128"/>
                        <a:pt x="12" y="128"/>
                      </a:cubicBezTo>
                      <a:cubicBezTo>
                        <a:pt x="109" y="128"/>
                        <a:pt x="109" y="128"/>
                        <a:pt x="109" y="128"/>
                      </a:cubicBezTo>
                      <a:cubicBezTo>
                        <a:pt x="110" y="113"/>
                        <a:pt x="118" y="99"/>
                        <a:pt x="130" y="9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8" name="ïṧļiďê">
                  <a:extLst>
                    <a:ext uri="{FF2B5EF4-FFF2-40B4-BE49-F238E27FC236}">
                      <a16:creationId xmlns:a16="http://schemas.microsoft.com/office/drawing/2014/main" id="{323468C3-D394-47AC-8021-98D441A51D8D}"/>
                    </a:ext>
                  </a:extLst>
                </p:cNvPr>
                <p:cNvSpPr/>
                <p:nvPr/>
              </p:nvSpPr>
              <p:spPr bwMode="auto">
                <a:xfrm>
                  <a:off x="4282440" y="3653811"/>
                  <a:ext cx="1455654" cy="1434754"/>
                </a:xfrm>
                <a:custGeom>
                  <a:avLst/>
                  <a:gdLst>
                    <a:gd name="T0" fmla="*/ 109 w 130"/>
                    <a:gd name="T1" fmla="*/ 0 h 128"/>
                    <a:gd name="T2" fmla="*/ 12 w 130"/>
                    <a:gd name="T3" fmla="*/ 0 h 128"/>
                    <a:gd name="T4" fmla="*/ 4 w 130"/>
                    <a:gd name="T5" fmla="*/ 12 h 128"/>
                    <a:gd name="T6" fmla="*/ 67 w 130"/>
                    <a:gd name="T7" fmla="*/ 121 h 128"/>
                    <a:gd name="T8" fmla="*/ 82 w 130"/>
                    <a:gd name="T9" fmla="*/ 121 h 128"/>
                    <a:gd name="T10" fmla="*/ 130 w 130"/>
                    <a:gd name="T11" fmla="*/ 38 h 128"/>
                    <a:gd name="T12" fmla="*/ 109 w 130"/>
                    <a:gd name="T13" fmla="*/ 0 h 1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30" h="128">
                      <a:moveTo>
                        <a:pt x="109" y="0"/>
                      </a:moveTo>
                      <a:cubicBezTo>
                        <a:pt x="12" y="0"/>
                        <a:pt x="12" y="0"/>
                        <a:pt x="12" y="0"/>
                      </a:cubicBezTo>
                      <a:cubicBezTo>
                        <a:pt x="4" y="0"/>
                        <a:pt x="0" y="5"/>
                        <a:pt x="4" y="12"/>
                      </a:cubicBezTo>
                      <a:cubicBezTo>
                        <a:pt x="67" y="121"/>
                        <a:pt x="67" y="121"/>
                        <a:pt x="67" y="121"/>
                      </a:cubicBezTo>
                      <a:cubicBezTo>
                        <a:pt x="71" y="128"/>
                        <a:pt x="78" y="128"/>
                        <a:pt x="82" y="121"/>
                      </a:cubicBezTo>
                      <a:cubicBezTo>
                        <a:pt x="130" y="38"/>
                        <a:pt x="130" y="38"/>
                        <a:pt x="130" y="38"/>
                      </a:cubicBezTo>
                      <a:cubicBezTo>
                        <a:pt x="118" y="29"/>
                        <a:pt x="110" y="15"/>
                        <a:pt x="109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9" name="ïṡliḓê">
                  <a:extLst>
                    <a:ext uri="{FF2B5EF4-FFF2-40B4-BE49-F238E27FC236}">
                      <a16:creationId xmlns:a16="http://schemas.microsoft.com/office/drawing/2014/main" id="{370C58A5-57AE-4459-B920-E8F9F3749437}"/>
                    </a:ext>
                  </a:extLst>
                </p:cNvPr>
                <p:cNvSpPr/>
                <p:nvPr/>
              </p:nvSpPr>
              <p:spPr bwMode="auto">
                <a:xfrm>
                  <a:off x="5256359" y="2018421"/>
                  <a:ext cx="1656291" cy="1053338"/>
                </a:xfrm>
                <a:custGeom>
                  <a:avLst/>
                  <a:gdLst>
                    <a:gd name="T0" fmla="*/ 98 w 148"/>
                    <a:gd name="T1" fmla="*/ 93 h 94"/>
                    <a:gd name="T2" fmla="*/ 144 w 148"/>
                    <a:gd name="T3" fmla="*/ 13 h 94"/>
                    <a:gd name="T4" fmla="*/ 136 w 148"/>
                    <a:gd name="T5" fmla="*/ 0 h 94"/>
                    <a:gd name="T6" fmla="*/ 11 w 148"/>
                    <a:gd name="T7" fmla="*/ 0 h 94"/>
                    <a:gd name="T8" fmla="*/ 4 w 148"/>
                    <a:gd name="T9" fmla="*/ 13 h 94"/>
                    <a:gd name="T10" fmla="*/ 50 w 148"/>
                    <a:gd name="T11" fmla="*/ 94 h 94"/>
                    <a:gd name="T12" fmla="*/ 75 w 148"/>
                    <a:gd name="T13" fmla="*/ 88 h 94"/>
                    <a:gd name="T14" fmla="*/ 98 w 148"/>
                    <a:gd name="T15" fmla="*/ 93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8" h="94">
                      <a:moveTo>
                        <a:pt x="98" y="93"/>
                      </a:moveTo>
                      <a:cubicBezTo>
                        <a:pt x="144" y="13"/>
                        <a:pt x="144" y="13"/>
                        <a:pt x="144" y="13"/>
                      </a:cubicBezTo>
                      <a:cubicBezTo>
                        <a:pt x="148" y="6"/>
                        <a:pt x="145" y="0"/>
                        <a:pt x="136" y="0"/>
                      </a:cubicBezTo>
                      <a:cubicBezTo>
                        <a:pt x="11" y="0"/>
                        <a:pt x="11" y="0"/>
                        <a:pt x="11" y="0"/>
                      </a:cubicBezTo>
                      <a:cubicBezTo>
                        <a:pt x="3" y="0"/>
                        <a:pt x="0" y="6"/>
                        <a:pt x="4" y="13"/>
                      </a:cubicBezTo>
                      <a:cubicBezTo>
                        <a:pt x="50" y="94"/>
                        <a:pt x="50" y="94"/>
                        <a:pt x="50" y="94"/>
                      </a:cubicBezTo>
                      <a:cubicBezTo>
                        <a:pt x="58" y="90"/>
                        <a:pt x="66" y="88"/>
                        <a:pt x="75" y="88"/>
                      </a:cubicBezTo>
                      <a:cubicBezTo>
                        <a:pt x="83" y="88"/>
                        <a:pt x="91" y="90"/>
                        <a:pt x="98" y="9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40" name="ïṥḷíḍé">
                  <a:extLst>
                    <a:ext uri="{FF2B5EF4-FFF2-40B4-BE49-F238E27FC236}">
                      <a16:creationId xmlns:a16="http://schemas.microsoft.com/office/drawing/2014/main" id="{A43B1CCE-CBB2-44C4-A5A4-7668117A7C53}"/>
                    </a:ext>
                  </a:extLst>
                </p:cNvPr>
                <p:cNvSpPr/>
                <p:nvPr/>
              </p:nvSpPr>
              <p:spPr bwMode="auto">
                <a:xfrm>
                  <a:off x="5256359" y="4135546"/>
                  <a:ext cx="1656291" cy="1053338"/>
                </a:xfrm>
                <a:custGeom>
                  <a:avLst/>
                  <a:gdLst>
                    <a:gd name="T0" fmla="*/ 50 w 148"/>
                    <a:gd name="T1" fmla="*/ 0 h 94"/>
                    <a:gd name="T2" fmla="*/ 4 w 148"/>
                    <a:gd name="T3" fmla="*/ 81 h 94"/>
                    <a:gd name="T4" fmla="*/ 11 w 148"/>
                    <a:gd name="T5" fmla="*/ 94 h 94"/>
                    <a:gd name="T6" fmla="*/ 136 w 148"/>
                    <a:gd name="T7" fmla="*/ 94 h 94"/>
                    <a:gd name="T8" fmla="*/ 144 w 148"/>
                    <a:gd name="T9" fmla="*/ 81 h 94"/>
                    <a:gd name="T10" fmla="*/ 98 w 148"/>
                    <a:gd name="T11" fmla="*/ 1 h 94"/>
                    <a:gd name="T12" fmla="*/ 75 w 148"/>
                    <a:gd name="T13" fmla="*/ 6 h 94"/>
                    <a:gd name="T14" fmla="*/ 50 w 148"/>
                    <a:gd name="T15" fmla="*/ 0 h 9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48" h="94">
                      <a:moveTo>
                        <a:pt x="50" y="0"/>
                      </a:moveTo>
                      <a:cubicBezTo>
                        <a:pt x="4" y="81"/>
                        <a:pt x="4" y="81"/>
                        <a:pt x="4" y="81"/>
                      </a:cubicBezTo>
                      <a:cubicBezTo>
                        <a:pt x="0" y="88"/>
                        <a:pt x="3" y="94"/>
                        <a:pt x="11" y="94"/>
                      </a:cubicBezTo>
                      <a:cubicBezTo>
                        <a:pt x="136" y="94"/>
                        <a:pt x="136" y="94"/>
                        <a:pt x="136" y="94"/>
                      </a:cubicBezTo>
                      <a:cubicBezTo>
                        <a:pt x="145" y="94"/>
                        <a:pt x="148" y="88"/>
                        <a:pt x="144" y="81"/>
                      </a:cubicBezTo>
                      <a:cubicBezTo>
                        <a:pt x="98" y="1"/>
                        <a:pt x="98" y="1"/>
                        <a:pt x="98" y="1"/>
                      </a:cubicBezTo>
                      <a:cubicBezTo>
                        <a:pt x="91" y="4"/>
                        <a:pt x="83" y="6"/>
                        <a:pt x="75" y="6"/>
                      </a:cubicBezTo>
                      <a:cubicBezTo>
                        <a:pt x="66" y="6"/>
                        <a:pt x="58" y="4"/>
                        <a:pt x="50" y="0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anchor="ctr"/>
                <a:lstStyle/>
                <a:p>
                  <a:pPr algn="ctr"/>
                  <a:endParaRPr/>
                </a:p>
              </p:txBody>
            </p:sp>
            <p:grpSp>
              <p:nvGrpSpPr>
                <p:cNvPr id="41" name="îŝḻíďé">
                  <a:extLst>
                    <a:ext uri="{FF2B5EF4-FFF2-40B4-BE49-F238E27FC236}">
                      <a16:creationId xmlns:a16="http://schemas.microsoft.com/office/drawing/2014/main" id="{B104D161-DEF1-4CFA-BD4B-B5AA70A85CE9}"/>
                    </a:ext>
                  </a:extLst>
                </p:cNvPr>
                <p:cNvGrpSpPr/>
                <p:nvPr/>
              </p:nvGrpSpPr>
              <p:grpSpPr>
                <a:xfrm>
                  <a:off x="7140274" y="2557601"/>
                  <a:ext cx="557028" cy="557028"/>
                  <a:chOff x="7013908" y="2682417"/>
                  <a:chExt cx="489623" cy="489623"/>
                </a:xfrm>
              </p:grpSpPr>
              <p:sp>
                <p:nvSpPr>
                  <p:cNvPr id="58" name="îS1ídè">
                    <a:extLst>
                      <a:ext uri="{FF2B5EF4-FFF2-40B4-BE49-F238E27FC236}">
                        <a16:creationId xmlns:a16="http://schemas.microsoft.com/office/drawing/2014/main" id="{9CAE9D05-55A7-4152-A608-F193AD4F5C6C}"/>
                      </a:ext>
                    </a:extLst>
                  </p:cNvPr>
                  <p:cNvSpPr/>
                  <p:nvPr/>
                </p:nvSpPr>
                <p:spPr>
                  <a:xfrm>
                    <a:off x="7013908" y="2682417"/>
                    <a:ext cx="489623" cy="489623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9" name="iṩḻidê">
                    <a:extLst>
                      <a:ext uri="{FF2B5EF4-FFF2-40B4-BE49-F238E27FC236}">
                        <a16:creationId xmlns:a16="http://schemas.microsoft.com/office/drawing/2014/main" id="{F066FDB5-2996-4D92-839E-6125249D9C5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147375" y="2816061"/>
                    <a:ext cx="222690" cy="222336"/>
                  </a:xfrm>
                  <a:custGeom>
                    <a:avLst/>
                    <a:gdLst>
                      <a:gd name="connsiteX0" fmla="*/ 325000 h 606722"/>
                      <a:gd name="connsiteY0" fmla="*/ 325000 h 606722"/>
                      <a:gd name="connsiteX1" fmla="*/ 325000 h 606722"/>
                      <a:gd name="connsiteY1" fmla="*/ 325000 h 606722"/>
                      <a:gd name="connsiteX2" fmla="*/ 325000 h 606722"/>
                      <a:gd name="connsiteY2" fmla="*/ 325000 h 606722"/>
                      <a:gd name="connsiteX3" fmla="*/ 325000 h 606722"/>
                      <a:gd name="connsiteY3" fmla="*/ 325000 h 606722"/>
                      <a:gd name="connsiteX4" fmla="*/ 325000 h 606722"/>
                      <a:gd name="connsiteY4" fmla="*/ 325000 h 606722"/>
                      <a:gd name="connsiteX5" fmla="*/ 325000 h 606722"/>
                      <a:gd name="connsiteY5" fmla="*/ 325000 h 606722"/>
                      <a:gd name="connsiteX6" fmla="*/ 325000 h 606722"/>
                      <a:gd name="connsiteY6" fmla="*/ 325000 h 606722"/>
                      <a:gd name="connsiteX7" fmla="*/ 325000 h 606722"/>
                      <a:gd name="connsiteY7" fmla="*/ 325000 h 606722"/>
                      <a:gd name="connsiteX8" fmla="*/ 325000 h 606722"/>
                      <a:gd name="connsiteY8" fmla="*/ 325000 h 606722"/>
                      <a:gd name="connsiteX9" fmla="*/ 325000 h 606722"/>
                      <a:gd name="connsiteY9" fmla="*/ 325000 h 606722"/>
                      <a:gd name="connsiteX10" fmla="*/ 325000 h 606722"/>
                      <a:gd name="connsiteY10" fmla="*/ 325000 h 606722"/>
                      <a:gd name="connsiteX11" fmla="*/ 325000 h 606722"/>
                      <a:gd name="connsiteY11" fmla="*/ 325000 h 606722"/>
                      <a:gd name="connsiteX12" fmla="*/ 325000 h 606722"/>
                      <a:gd name="connsiteY12" fmla="*/ 325000 h 606722"/>
                      <a:gd name="connsiteX13" fmla="*/ 325000 h 606722"/>
                      <a:gd name="connsiteY13" fmla="*/ 325000 h 606722"/>
                      <a:gd name="connsiteX14" fmla="*/ 325000 h 606722"/>
                      <a:gd name="connsiteY14" fmla="*/ 325000 h 606722"/>
                      <a:gd name="connsiteX15" fmla="*/ 325000 h 606722"/>
                      <a:gd name="connsiteY15" fmla="*/ 325000 h 606722"/>
                      <a:gd name="connsiteX16" fmla="*/ 325000 h 606722"/>
                      <a:gd name="connsiteY16" fmla="*/ 325000 h 606722"/>
                      <a:gd name="connsiteX17" fmla="*/ 325000 h 606722"/>
                      <a:gd name="connsiteY17" fmla="*/ 325000 h 606722"/>
                      <a:gd name="connsiteX18" fmla="*/ 325000 h 606722"/>
                      <a:gd name="connsiteY18" fmla="*/ 325000 h 606722"/>
                      <a:gd name="connsiteX19" fmla="*/ 325000 h 606722"/>
                      <a:gd name="connsiteY19" fmla="*/ 325000 h 606722"/>
                      <a:gd name="connsiteX20" fmla="*/ 325000 h 606722"/>
                      <a:gd name="connsiteY20" fmla="*/ 325000 h 606722"/>
                      <a:gd name="connsiteX21" fmla="*/ 325000 h 606722"/>
                      <a:gd name="connsiteY21" fmla="*/ 325000 h 606722"/>
                      <a:gd name="connsiteX22" fmla="*/ 325000 h 606722"/>
                      <a:gd name="connsiteY22" fmla="*/ 325000 h 606722"/>
                      <a:gd name="connsiteX23" fmla="*/ 325000 h 606722"/>
                      <a:gd name="connsiteY23" fmla="*/ 325000 h 606722"/>
                      <a:gd name="connsiteX24" fmla="*/ 325000 h 606722"/>
                      <a:gd name="connsiteY24" fmla="*/ 325000 h 606722"/>
                      <a:gd name="connsiteX25" fmla="*/ 325000 h 606722"/>
                      <a:gd name="connsiteY25" fmla="*/ 325000 h 606722"/>
                      <a:gd name="connsiteX26" fmla="*/ 325000 h 606722"/>
                      <a:gd name="connsiteY26" fmla="*/ 325000 h 606722"/>
                      <a:gd name="connsiteX27" fmla="*/ 325000 h 606722"/>
                      <a:gd name="connsiteY27" fmla="*/ 325000 h 606722"/>
                      <a:gd name="connsiteX28" fmla="*/ 325000 h 606722"/>
                      <a:gd name="connsiteY28" fmla="*/ 325000 h 606722"/>
                      <a:gd name="connsiteX29" fmla="*/ 325000 h 606722"/>
                      <a:gd name="connsiteY29" fmla="*/ 325000 h 606722"/>
                      <a:gd name="connsiteX30" fmla="*/ 325000 h 606722"/>
                      <a:gd name="connsiteY30" fmla="*/ 325000 h 606722"/>
                      <a:gd name="connsiteX31" fmla="*/ 325000 h 606722"/>
                      <a:gd name="connsiteY31" fmla="*/ 325000 h 606722"/>
                      <a:gd name="connsiteX32" fmla="*/ 325000 h 606722"/>
                      <a:gd name="connsiteY32" fmla="*/ 325000 h 606722"/>
                      <a:gd name="connsiteX33" fmla="*/ 325000 h 606722"/>
                      <a:gd name="connsiteY33" fmla="*/ 325000 h 606722"/>
                      <a:gd name="connsiteX34" fmla="*/ 325000 h 606722"/>
                      <a:gd name="connsiteY34" fmla="*/ 325000 h 606722"/>
                      <a:gd name="connsiteX35" fmla="*/ 325000 h 606722"/>
                      <a:gd name="connsiteY35" fmla="*/ 325000 h 606722"/>
                      <a:gd name="connsiteX36" fmla="*/ 325000 h 606722"/>
                      <a:gd name="connsiteY36" fmla="*/ 325000 h 606722"/>
                      <a:gd name="connsiteX37" fmla="*/ 325000 h 606722"/>
                      <a:gd name="connsiteY37" fmla="*/ 325000 h 606722"/>
                      <a:gd name="connsiteX38" fmla="*/ 325000 h 606722"/>
                      <a:gd name="connsiteY38" fmla="*/ 325000 h 606722"/>
                      <a:gd name="connsiteX39" fmla="*/ 325000 h 606722"/>
                      <a:gd name="connsiteY39" fmla="*/ 32500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81459" h="580542">
                        <a:moveTo>
                          <a:pt x="213875" y="146706"/>
                        </a:moveTo>
                        <a:cubicBezTo>
                          <a:pt x="227226" y="146706"/>
                          <a:pt x="238084" y="157547"/>
                          <a:pt x="238084" y="171055"/>
                        </a:cubicBezTo>
                        <a:cubicBezTo>
                          <a:pt x="238084" y="184562"/>
                          <a:pt x="227226" y="195493"/>
                          <a:pt x="213875" y="195493"/>
                        </a:cubicBezTo>
                        <a:cubicBezTo>
                          <a:pt x="161630" y="195493"/>
                          <a:pt x="118998" y="238236"/>
                          <a:pt x="118998" y="290755"/>
                        </a:cubicBezTo>
                        <a:cubicBezTo>
                          <a:pt x="118998" y="300086"/>
                          <a:pt x="120422" y="309328"/>
                          <a:pt x="123092" y="318214"/>
                        </a:cubicBezTo>
                        <a:cubicBezTo>
                          <a:pt x="126741" y="330300"/>
                          <a:pt x="120422" y="343274"/>
                          <a:pt x="108673" y="347895"/>
                        </a:cubicBezTo>
                        <a:cubicBezTo>
                          <a:pt x="72182" y="362291"/>
                          <a:pt x="48507" y="397126"/>
                          <a:pt x="48507" y="436582"/>
                        </a:cubicBezTo>
                        <a:cubicBezTo>
                          <a:pt x="48507" y="489101"/>
                          <a:pt x="91050" y="531844"/>
                          <a:pt x="143384" y="531844"/>
                        </a:cubicBezTo>
                        <a:lnTo>
                          <a:pt x="438164" y="531844"/>
                        </a:lnTo>
                        <a:cubicBezTo>
                          <a:pt x="490320" y="531844"/>
                          <a:pt x="532952" y="489101"/>
                          <a:pt x="532952" y="436582"/>
                        </a:cubicBezTo>
                        <a:cubicBezTo>
                          <a:pt x="532952" y="408678"/>
                          <a:pt x="520759" y="382108"/>
                          <a:pt x="499398" y="363979"/>
                        </a:cubicBezTo>
                        <a:cubicBezTo>
                          <a:pt x="494147" y="359625"/>
                          <a:pt x="491032" y="353049"/>
                          <a:pt x="490854" y="346207"/>
                        </a:cubicBezTo>
                        <a:cubicBezTo>
                          <a:pt x="489252" y="294399"/>
                          <a:pt x="447598" y="253876"/>
                          <a:pt x="395976" y="253876"/>
                        </a:cubicBezTo>
                        <a:cubicBezTo>
                          <a:pt x="382625" y="253876"/>
                          <a:pt x="371767" y="243035"/>
                          <a:pt x="371767" y="229528"/>
                        </a:cubicBezTo>
                        <a:cubicBezTo>
                          <a:pt x="371767" y="216020"/>
                          <a:pt x="382625" y="205090"/>
                          <a:pt x="395976" y="205090"/>
                        </a:cubicBezTo>
                        <a:cubicBezTo>
                          <a:pt x="433535" y="205090"/>
                          <a:pt x="468959" y="219575"/>
                          <a:pt x="495927" y="245879"/>
                        </a:cubicBezTo>
                        <a:cubicBezTo>
                          <a:pt x="520225" y="269517"/>
                          <a:pt x="535177" y="300441"/>
                          <a:pt x="538648" y="334032"/>
                        </a:cubicBezTo>
                        <a:cubicBezTo>
                          <a:pt x="565972" y="361047"/>
                          <a:pt x="581459" y="397748"/>
                          <a:pt x="581459" y="436582"/>
                        </a:cubicBezTo>
                        <a:cubicBezTo>
                          <a:pt x="581459" y="516026"/>
                          <a:pt x="517199" y="580542"/>
                          <a:pt x="438164" y="580542"/>
                        </a:cubicBezTo>
                        <a:lnTo>
                          <a:pt x="143384" y="580542"/>
                        </a:lnTo>
                        <a:cubicBezTo>
                          <a:pt x="64349" y="580542"/>
                          <a:pt x="0" y="516026"/>
                          <a:pt x="0" y="436582"/>
                        </a:cubicBezTo>
                        <a:cubicBezTo>
                          <a:pt x="0" y="407079"/>
                          <a:pt x="8811" y="378820"/>
                          <a:pt x="25544" y="354471"/>
                        </a:cubicBezTo>
                        <a:cubicBezTo>
                          <a:pt x="37737" y="336698"/>
                          <a:pt x="53669" y="322124"/>
                          <a:pt x="72004" y="311638"/>
                        </a:cubicBezTo>
                        <a:cubicBezTo>
                          <a:pt x="70936" y="304618"/>
                          <a:pt x="70491" y="297598"/>
                          <a:pt x="70491" y="290666"/>
                        </a:cubicBezTo>
                        <a:cubicBezTo>
                          <a:pt x="70491" y="211222"/>
                          <a:pt x="134840" y="146706"/>
                          <a:pt x="213875" y="146706"/>
                        </a:cubicBezTo>
                        <a:close/>
                        <a:moveTo>
                          <a:pt x="301555" y="0"/>
                        </a:moveTo>
                        <a:cubicBezTo>
                          <a:pt x="314815" y="0"/>
                          <a:pt x="325673" y="10930"/>
                          <a:pt x="325673" y="24259"/>
                        </a:cubicBezTo>
                        <a:lnTo>
                          <a:pt x="325673" y="369392"/>
                        </a:lnTo>
                        <a:lnTo>
                          <a:pt x="379960" y="313055"/>
                        </a:lnTo>
                        <a:cubicBezTo>
                          <a:pt x="389215" y="303458"/>
                          <a:pt x="404433" y="303191"/>
                          <a:pt x="414045" y="312522"/>
                        </a:cubicBezTo>
                        <a:cubicBezTo>
                          <a:pt x="423567" y="321763"/>
                          <a:pt x="423745" y="337225"/>
                          <a:pt x="414490" y="346822"/>
                        </a:cubicBezTo>
                        <a:lnTo>
                          <a:pt x="318642" y="446079"/>
                        </a:lnTo>
                        <a:cubicBezTo>
                          <a:pt x="314103" y="450788"/>
                          <a:pt x="307874" y="453454"/>
                          <a:pt x="301288" y="453454"/>
                        </a:cubicBezTo>
                        <a:cubicBezTo>
                          <a:pt x="294791" y="453454"/>
                          <a:pt x="288473" y="450788"/>
                          <a:pt x="284023" y="446079"/>
                        </a:cubicBezTo>
                        <a:lnTo>
                          <a:pt x="188086" y="346822"/>
                        </a:lnTo>
                        <a:cubicBezTo>
                          <a:pt x="178742" y="337225"/>
                          <a:pt x="179009" y="321941"/>
                          <a:pt x="188620" y="312522"/>
                        </a:cubicBezTo>
                        <a:cubicBezTo>
                          <a:pt x="198054" y="303191"/>
                          <a:pt x="213361" y="303458"/>
                          <a:pt x="222617" y="313055"/>
                        </a:cubicBezTo>
                        <a:lnTo>
                          <a:pt x="277437" y="369392"/>
                        </a:lnTo>
                        <a:lnTo>
                          <a:pt x="277437" y="24259"/>
                        </a:lnTo>
                        <a:cubicBezTo>
                          <a:pt x="277437" y="10930"/>
                          <a:pt x="288295" y="0"/>
                          <a:pt x="30155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sp>
              <p:nvSpPr>
                <p:cNvPr id="42" name="îṧḷidè">
                  <a:extLst>
                    <a:ext uri="{FF2B5EF4-FFF2-40B4-BE49-F238E27FC236}">
                      <a16:creationId xmlns:a16="http://schemas.microsoft.com/office/drawing/2014/main" id="{BF5D76C7-139B-4614-8073-79118DFB6368}"/>
                    </a:ext>
                  </a:extLst>
                </p:cNvPr>
                <p:cNvSpPr/>
                <p:nvPr/>
              </p:nvSpPr>
              <p:spPr>
                <a:xfrm>
                  <a:off x="5461944" y="2992857"/>
                  <a:ext cx="1235909" cy="1235909"/>
                </a:xfrm>
                <a:prstGeom prst="ellipse">
                  <a:avLst/>
                </a:prstGeom>
                <a:solidFill>
                  <a:schemeClr val="accent2"/>
                </a:solidFill>
                <a:ln w="57150" cap="flat" cmpd="sng" algn="ctr">
                  <a:solidFill>
                    <a:schemeClr val="bg1"/>
                  </a:solidFill>
                  <a:prstDash val="solid"/>
                  <a:miter lim="800000"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6800" rIns="90000" bIns="46800" anchor="ctr" anchorCtr="0" forceAA="0" compatLnSpc="1">
                  <a:prstTxWarp prst="textNoShape">
                    <a:avLst/>
                  </a:prstTxWarp>
                  <a:normAutofit/>
                </a:bodyPr>
                <a:lstStyle/>
                <a:p>
                  <a:pPr algn="ctr" defTabSz="914400"/>
                  <a:r>
                    <a:rPr lang="en-US" altLang="zh-CN" sz="1400" b="1">
                      <a:solidFill>
                        <a:schemeClr val="bg1"/>
                      </a:solidFill>
                    </a:rPr>
                    <a:t>…t</a:t>
                  </a:r>
                  <a:r>
                    <a:rPr lang="en-US" altLang="zh-CN" sz="100" b="1">
                      <a:solidFill>
                        <a:schemeClr val="bg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bg1"/>
                      </a:solidFill>
                    </a:rPr>
                    <a:t>ext</a:t>
                  </a:r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43" name="ïšḻîḋe">
                  <a:extLst>
                    <a:ext uri="{FF2B5EF4-FFF2-40B4-BE49-F238E27FC236}">
                      <a16:creationId xmlns:a16="http://schemas.microsoft.com/office/drawing/2014/main" id="{593FE9CC-370A-43B8-8007-C91B7BCEA189}"/>
                    </a:ext>
                  </a:extLst>
                </p:cNvPr>
                <p:cNvGrpSpPr/>
                <p:nvPr/>
              </p:nvGrpSpPr>
              <p:grpSpPr>
                <a:xfrm>
                  <a:off x="4388094" y="2557601"/>
                  <a:ext cx="557028" cy="557028"/>
                  <a:chOff x="7013908" y="2682417"/>
                  <a:chExt cx="489623" cy="489623"/>
                </a:xfrm>
              </p:grpSpPr>
              <p:sp>
                <p:nvSpPr>
                  <p:cNvPr id="56" name="îṡ1îḍê">
                    <a:extLst>
                      <a:ext uri="{FF2B5EF4-FFF2-40B4-BE49-F238E27FC236}">
                        <a16:creationId xmlns:a16="http://schemas.microsoft.com/office/drawing/2014/main" id="{129759E9-38DD-43BC-86E1-89E2937DA699}"/>
                      </a:ext>
                    </a:extLst>
                  </p:cNvPr>
                  <p:cNvSpPr/>
                  <p:nvPr/>
                </p:nvSpPr>
                <p:spPr>
                  <a:xfrm>
                    <a:off x="7013908" y="2682417"/>
                    <a:ext cx="489623" cy="489623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7" name="ïṧḷídé">
                    <a:extLst>
                      <a:ext uri="{FF2B5EF4-FFF2-40B4-BE49-F238E27FC236}">
                        <a16:creationId xmlns:a16="http://schemas.microsoft.com/office/drawing/2014/main" id="{D2E512F0-8962-42EB-AA50-05295FC1EB8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147375" y="2816061"/>
                    <a:ext cx="222690" cy="222336"/>
                  </a:xfrm>
                  <a:custGeom>
                    <a:avLst/>
                    <a:gdLst>
                      <a:gd name="connsiteX0" fmla="*/ 325000 h 606722"/>
                      <a:gd name="connsiteY0" fmla="*/ 325000 h 606722"/>
                      <a:gd name="connsiteX1" fmla="*/ 325000 h 606722"/>
                      <a:gd name="connsiteY1" fmla="*/ 325000 h 606722"/>
                      <a:gd name="connsiteX2" fmla="*/ 325000 h 606722"/>
                      <a:gd name="connsiteY2" fmla="*/ 325000 h 606722"/>
                      <a:gd name="connsiteX3" fmla="*/ 325000 h 606722"/>
                      <a:gd name="connsiteY3" fmla="*/ 325000 h 606722"/>
                      <a:gd name="connsiteX4" fmla="*/ 325000 h 606722"/>
                      <a:gd name="connsiteY4" fmla="*/ 325000 h 606722"/>
                      <a:gd name="connsiteX5" fmla="*/ 325000 h 606722"/>
                      <a:gd name="connsiteY5" fmla="*/ 325000 h 606722"/>
                      <a:gd name="connsiteX6" fmla="*/ 325000 h 606722"/>
                      <a:gd name="connsiteY6" fmla="*/ 325000 h 606722"/>
                      <a:gd name="connsiteX7" fmla="*/ 325000 h 606722"/>
                      <a:gd name="connsiteY7" fmla="*/ 325000 h 606722"/>
                      <a:gd name="connsiteX8" fmla="*/ 325000 h 606722"/>
                      <a:gd name="connsiteY8" fmla="*/ 325000 h 606722"/>
                      <a:gd name="connsiteX9" fmla="*/ 325000 h 606722"/>
                      <a:gd name="connsiteY9" fmla="*/ 325000 h 606722"/>
                      <a:gd name="connsiteX10" fmla="*/ 325000 h 606722"/>
                      <a:gd name="connsiteY10" fmla="*/ 325000 h 606722"/>
                      <a:gd name="connsiteX11" fmla="*/ 325000 h 606722"/>
                      <a:gd name="connsiteY11" fmla="*/ 325000 h 606722"/>
                      <a:gd name="connsiteX12" fmla="*/ 325000 h 606722"/>
                      <a:gd name="connsiteY12" fmla="*/ 325000 h 606722"/>
                      <a:gd name="connsiteX13" fmla="*/ 325000 h 606722"/>
                      <a:gd name="connsiteY13" fmla="*/ 325000 h 606722"/>
                      <a:gd name="connsiteX14" fmla="*/ 325000 h 606722"/>
                      <a:gd name="connsiteY14" fmla="*/ 325000 h 606722"/>
                      <a:gd name="connsiteX15" fmla="*/ 325000 h 606722"/>
                      <a:gd name="connsiteY15" fmla="*/ 325000 h 606722"/>
                      <a:gd name="connsiteX16" fmla="*/ 325000 h 606722"/>
                      <a:gd name="connsiteY16" fmla="*/ 325000 h 606722"/>
                      <a:gd name="connsiteX17" fmla="*/ 325000 h 606722"/>
                      <a:gd name="connsiteY17" fmla="*/ 325000 h 606722"/>
                      <a:gd name="connsiteX18" fmla="*/ 325000 h 606722"/>
                      <a:gd name="connsiteY18" fmla="*/ 325000 h 606722"/>
                      <a:gd name="connsiteX19" fmla="*/ 325000 h 606722"/>
                      <a:gd name="connsiteY19" fmla="*/ 325000 h 606722"/>
                      <a:gd name="connsiteX20" fmla="*/ 325000 h 606722"/>
                      <a:gd name="connsiteY20" fmla="*/ 325000 h 606722"/>
                      <a:gd name="connsiteX21" fmla="*/ 325000 h 606722"/>
                      <a:gd name="connsiteY21" fmla="*/ 325000 h 606722"/>
                      <a:gd name="connsiteX22" fmla="*/ 325000 h 606722"/>
                      <a:gd name="connsiteY22" fmla="*/ 325000 h 606722"/>
                      <a:gd name="connsiteX23" fmla="*/ 325000 h 606722"/>
                      <a:gd name="connsiteY23" fmla="*/ 325000 h 606722"/>
                      <a:gd name="connsiteX24" fmla="*/ 325000 h 606722"/>
                      <a:gd name="connsiteY24" fmla="*/ 325000 h 606722"/>
                      <a:gd name="connsiteX25" fmla="*/ 325000 h 606722"/>
                      <a:gd name="connsiteY25" fmla="*/ 325000 h 606722"/>
                      <a:gd name="connsiteX26" fmla="*/ 325000 h 606722"/>
                      <a:gd name="connsiteY26" fmla="*/ 325000 h 606722"/>
                      <a:gd name="connsiteX27" fmla="*/ 325000 h 606722"/>
                      <a:gd name="connsiteY27" fmla="*/ 325000 h 606722"/>
                      <a:gd name="connsiteX28" fmla="*/ 325000 h 606722"/>
                      <a:gd name="connsiteY28" fmla="*/ 325000 h 606722"/>
                      <a:gd name="connsiteX29" fmla="*/ 325000 h 606722"/>
                      <a:gd name="connsiteY29" fmla="*/ 325000 h 606722"/>
                      <a:gd name="connsiteX30" fmla="*/ 325000 h 606722"/>
                      <a:gd name="connsiteY30" fmla="*/ 325000 h 606722"/>
                      <a:gd name="connsiteX31" fmla="*/ 325000 h 606722"/>
                      <a:gd name="connsiteY31" fmla="*/ 325000 h 606722"/>
                      <a:gd name="connsiteX32" fmla="*/ 325000 h 606722"/>
                      <a:gd name="connsiteY32" fmla="*/ 325000 h 606722"/>
                      <a:gd name="connsiteX33" fmla="*/ 325000 h 606722"/>
                      <a:gd name="connsiteY33" fmla="*/ 325000 h 606722"/>
                      <a:gd name="connsiteX34" fmla="*/ 325000 h 606722"/>
                      <a:gd name="connsiteY34" fmla="*/ 325000 h 606722"/>
                      <a:gd name="connsiteX35" fmla="*/ 325000 h 606722"/>
                      <a:gd name="connsiteY35" fmla="*/ 325000 h 606722"/>
                      <a:gd name="connsiteX36" fmla="*/ 325000 h 606722"/>
                      <a:gd name="connsiteY36" fmla="*/ 325000 h 606722"/>
                      <a:gd name="connsiteX37" fmla="*/ 325000 h 606722"/>
                      <a:gd name="connsiteY37" fmla="*/ 325000 h 606722"/>
                      <a:gd name="connsiteX38" fmla="*/ 325000 h 606722"/>
                      <a:gd name="connsiteY38" fmla="*/ 325000 h 606722"/>
                      <a:gd name="connsiteX39" fmla="*/ 325000 h 606722"/>
                      <a:gd name="connsiteY39" fmla="*/ 32500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81459" h="580542">
                        <a:moveTo>
                          <a:pt x="213875" y="146706"/>
                        </a:moveTo>
                        <a:cubicBezTo>
                          <a:pt x="227226" y="146706"/>
                          <a:pt x="238084" y="157547"/>
                          <a:pt x="238084" y="171055"/>
                        </a:cubicBezTo>
                        <a:cubicBezTo>
                          <a:pt x="238084" y="184562"/>
                          <a:pt x="227226" y="195493"/>
                          <a:pt x="213875" y="195493"/>
                        </a:cubicBezTo>
                        <a:cubicBezTo>
                          <a:pt x="161630" y="195493"/>
                          <a:pt x="118998" y="238236"/>
                          <a:pt x="118998" y="290755"/>
                        </a:cubicBezTo>
                        <a:cubicBezTo>
                          <a:pt x="118998" y="300086"/>
                          <a:pt x="120422" y="309328"/>
                          <a:pt x="123092" y="318214"/>
                        </a:cubicBezTo>
                        <a:cubicBezTo>
                          <a:pt x="126741" y="330300"/>
                          <a:pt x="120422" y="343274"/>
                          <a:pt x="108673" y="347895"/>
                        </a:cubicBezTo>
                        <a:cubicBezTo>
                          <a:pt x="72182" y="362291"/>
                          <a:pt x="48507" y="397126"/>
                          <a:pt x="48507" y="436582"/>
                        </a:cubicBezTo>
                        <a:cubicBezTo>
                          <a:pt x="48507" y="489101"/>
                          <a:pt x="91050" y="531844"/>
                          <a:pt x="143384" y="531844"/>
                        </a:cubicBezTo>
                        <a:lnTo>
                          <a:pt x="438164" y="531844"/>
                        </a:lnTo>
                        <a:cubicBezTo>
                          <a:pt x="490320" y="531844"/>
                          <a:pt x="532952" y="489101"/>
                          <a:pt x="532952" y="436582"/>
                        </a:cubicBezTo>
                        <a:cubicBezTo>
                          <a:pt x="532952" y="408678"/>
                          <a:pt x="520759" y="382108"/>
                          <a:pt x="499398" y="363979"/>
                        </a:cubicBezTo>
                        <a:cubicBezTo>
                          <a:pt x="494147" y="359625"/>
                          <a:pt x="491032" y="353049"/>
                          <a:pt x="490854" y="346207"/>
                        </a:cubicBezTo>
                        <a:cubicBezTo>
                          <a:pt x="489252" y="294399"/>
                          <a:pt x="447598" y="253876"/>
                          <a:pt x="395976" y="253876"/>
                        </a:cubicBezTo>
                        <a:cubicBezTo>
                          <a:pt x="382625" y="253876"/>
                          <a:pt x="371767" y="243035"/>
                          <a:pt x="371767" y="229528"/>
                        </a:cubicBezTo>
                        <a:cubicBezTo>
                          <a:pt x="371767" y="216020"/>
                          <a:pt x="382625" y="205090"/>
                          <a:pt x="395976" y="205090"/>
                        </a:cubicBezTo>
                        <a:cubicBezTo>
                          <a:pt x="433535" y="205090"/>
                          <a:pt x="468959" y="219575"/>
                          <a:pt x="495927" y="245879"/>
                        </a:cubicBezTo>
                        <a:cubicBezTo>
                          <a:pt x="520225" y="269517"/>
                          <a:pt x="535177" y="300441"/>
                          <a:pt x="538648" y="334032"/>
                        </a:cubicBezTo>
                        <a:cubicBezTo>
                          <a:pt x="565972" y="361047"/>
                          <a:pt x="581459" y="397748"/>
                          <a:pt x="581459" y="436582"/>
                        </a:cubicBezTo>
                        <a:cubicBezTo>
                          <a:pt x="581459" y="516026"/>
                          <a:pt x="517199" y="580542"/>
                          <a:pt x="438164" y="580542"/>
                        </a:cubicBezTo>
                        <a:lnTo>
                          <a:pt x="143384" y="580542"/>
                        </a:lnTo>
                        <a:cubicBezTo>
                          <a:pt x="64349" y="580542"/>
                          <a:pt x="0" y="516026"/>
                          <a:pt x="0" y="436582"/>
                        </a:cubicBezTo>
                        <a:cubicBezTo>
                          <a:pt x="0" y="407079"/>
                          <a:pt x="8811" y="378820"/>
                          <a:pt x="25544" y="354471"/>
                        </a:cubicBezTo>
                        <a:cubicBezTo>
                          <a:pt x="37737" y="336698"/>
                          <a:pt x="53669" y="322124"/>
                          <a:pt x="72004" y="311638"/>
                        </a:cubicBezTo>
                        <a:cubicBezTo>
                          <a:pt x="70936" y="304618"/>
                          <a:pt x="70491" y="297598"/>
                          <a:pt x="70491" y="290666"/>
                        </a:cubicBezTo>
                        <a:cubicBezTo>
                          <a:pt x="70491" y="211222"/>
                          <a:pt x="134840" y="146706"/>
                          <a:pt x="213875" y="146706"/>
                        </a:cubicBezTo>
                        <a:close/>
                        <a:moveTo>
                          <a:pt x="301555" y="0"/>
                        </a:moveTo>
                        <a:cubicBezTo>
                          <a:pt x="314815" y="0"/>
                          <a:pt x="325673" y="10930"/>
                          <a:pt x="325673" y="24259"/>
                        </a:cubicBezTo>
                        <a:lnTo>
                          <a:pt x="325673" y="369392"/>
                        </a:lnTo>
                        <a:lnTo>
                          <a:pt x="379960" y="313055"/>
                        </a:lnTo>
                        <a:cubicBezTo>
                          <a:pt x="389215" y="303458"/>
                          <a:pt x="404433" y="303191"/>
                          <a:pt x="414045" y="312522"/>
                        </a:cubicBezTo>
                        <a:cubicBezTo>
                          <a:pt x="423567" y="321763"/>
                          <a:pt x="423745" y="337225"/>
                          <a:pt x="414490" y="346822"/>
                        </a:cubicBezTo>
                        <a:lnTo>
                          <a:pt x="318642" y="446079"/>
                        </a:lnTo>
                        <a:cubicBezTo>
                          <a:pt x="314103" y="450788"/>
                          <a:pt x="307874" y="453454"/>
                          <a:pt x="301288" y="453454"/>
                        </a:cubicBezTo>
                        <a:cubicBezTo>
                          <a:pt x="294791" y="453454"/>
                          <a:pt x="288473" y="450788"/>
                          <a:pt x="284023" y="446079"/>
                        </a:cubicBezTo>
                        <a:lnTo>
                          <a:pt x="188086" y="346822"/>
                        </a:lnTo>
                        <a:cubicBezTo>
                          <a:pt x="178742" y="337225"/>
                          <a:pt x="179009" y="321941"/>
                          <a:pt x="188620" y="312522"/>
                        </a:cubicBezTo>
                        <a:cubicBezTo>
                          <a:pt x="198054" y="303191"/>
                          <a:pt x="213361" y="303458"/>
                          <a:pt x="222617" y="313055"/>
                        </a:cubicBezTo>
                        <a:lnTo>
                          <a:pt x="277437" y="369392"/>
                        </a:lnTo>
                        <a:lnTo>
                          <a:pt x="277437" y="24259"/>
                        </a:lnTo>
                        <a:cubicBezTo>
                          <a:pt x="277437" y="10930"/>
                          <a:pt x="288295" y="0"/>
                          <a:pt x="30155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grpSp>
              <p:nvGrpSpPr>
                <p:cNvPr id="44" name="îšľîḋe">
                  <a:extLst>
                    <a:ext uri="{FF2B5EF4-FFF2-40B4-BE49-F238E27FC236}">
                      <a16:creationId xmlns:a16="http://schemas.microsoft.com/office/drawing/2014/main" id="{B19FC5A6-C565-42E7-8C4E-22A019378208}"/>
                    </a:ext>
                  </a:extLst>
                </p:cNvPr>
                <p:cNvGrpSpPr/>
                <p:nvPr/>
              </p:nvGrpSpPr>
              <p:grpSpPr>
                <a:xfrm>
                  <a:off x="7140274" y="4149097"/>
                  <a:ext cx="557028" cy="557028"/>
                  <a:chOff x="7013908" y="2682417"/>
                  <a:chExt cx="489623" cy="489623"/>
                </a:xfrm>
              </p:grpSpPr>
              <p:sp>
                <p:nvSpPr>
                  <p:cNvPr id="54" name="íṧlíḑè">
                    <a:extLst>
                      <a:ext uri="{FF2B5EF4-FFF2-40B4-BE49-F238E27FC236}">
                        <a16:creationId xmlns:a16="http://schemas.microsoft.com/office/drawing/2014/main" id="{4CB1FCB0-12E1-44C8-B220-D5D7F2F6BD3D}"/>
                      </a:ext>
                    </a:extLst>
                  </p:cNvPr>
                  <p:cNvSpPr/>
                  <p:nvPr/>
                </p:nvSpPr>
                <p:spPr>
                  <a:xfrm>
                    <a:off x="7013908" y="2682417"/>
                    <a:ext cx="489623" cy="489623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5" name="íṡļidé">
                    <a:extLst>
                      <a:ext uri="{FF2B5EF4-FFF2-40B4-BE49-F238E27FC236}">
                        <a16:creationId xmlns:a16="http://schemas.microsoft.com/office/drawing/2014/main" id="{BA4E756F-061A-421B-8D4B-CBFFFE8E23A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147375" y="2816061"/>
                    <a:ext cx="222690" cy="222336"/>
                  </a:xfrm>
                  <a:custGeom>
                    <a:avLst/>
                    <a:gdLst>
                      <a:gd name="connsiteX0" fmla="*/ 325000 h 606722"/>
                      <a:gd name="connsiteY0" fmla="*/ 325000 h 606722"/>
                      <a:gd name="connsiteX1" fmla="*/ 325000 h 606722"/>
                      <a:gd name="connsiteY1" fmla="*/ 325000 h 606722"/>
                      <a:gd name="connsiteX2" fmla="*/ 325000 h 606722"/>
                      <a:gd name="connsiteY2" fmla="*/ 325000 h 606722"/>
                      <a:gd name="connsiteX3" fmla="*/ 325000 h 606722"/>
                      <a:gd name="connsiteY3" fmla="*/ 325000 h 606722"/>
                      <a:gd name="connsiteX4" fmla="*/ 325000 h 606722"/>
                      <a:gd name="connsiteY4" fmla="*/ 325000 h 606722"/>
                      <a:gd name="connsiteX5" fmla="*/ 325000 h 606722"/>
                      <a:gd name="connsiteY5" fmla="*/ 325000 h 606722"/>
                      <a:gd name="connsiteX6" fmla="*/ 325000 h 606722"/>
                      <a:gd name="connsiteY6" fmla="*/ 325000 h 606722"/>
                      <a:gd name="connsiteX7" fmla="*/ 325000 h 606722"/>
                      <a:gd name="connsiteY7" fmla="*/ 325000 h 606722"/>
                      <a:gd name="connsiteX8" fmla="*/ 325000 h 606722"/>
                      <a:gd name="connsiteY8" fmla="*/ 325000 h 606722"/>
                      <a:gd name="connsiteX9" fmla="*/ 325000 h 606722"/>
                      <a:gd name="connsiteY9" fmla="*/ 325000 h 606722"/>
                      <a:gd name="connsiteX10" fmla="*/ 325000 h 606722"/>
                      <a:gd name="connsiteY10" fmla="*/ 325000 h 606722"/>
                      <a:gd name="connsiteX11" fmla="*/ 325000 h 606722"/>
                      <a:gd name="connsiteY11" fmla="*/ 325000 h 606722"/>
                      <a:gd name="connsiteX12" fmla="*/ 325000 h 606722"/>
                      <a:gd name="connsiteY12" fmla="*/ 325000 h 606722"/>
                      <a:gd name="connsiteX13" fmla="*/ 325000 h 606722"/>
                      <a:gd name="connsiteY13" fmla="*/ 325000 h 606722"/>
                      <a:gd name="connsiteX14" fmla="*/ 325000 h 606722"/>
                      <a:gd name="connsiteY14" fmla="*/ 325000 h 606722"/>
                      <a:gd name="connsiteX15" fmla="*/ 325000 h 606722"/>
                      <a:gd name="connsiteY15" fmla="*/ 325000 h 606722"/>
                      <a:gd name="connsiteX16" fmla="*/ 325000 h 606722"/>
                      <a:gd name="connsiteY16" fmla="*/ 325000 h 606722"/>
                      <a:gd name="connsiteX17" fmla="*/ 325000 h 606722"/>
                      <a:gd name="connsiteY17" fmla="*/ 325000 h 606722"/>
                      <a:gd name="connsiteX18" fmla="*/ 325000 h 606722"/>
                      <a:gd name="connsiteY18" fmla="*/ 325000 h 606722"/>
                      <a:gd name="connsiteX19" fmla="*/ 325000 h 606722"/>
                      <a:gd name="connsiteY19" fmla="*/ 325000 h 606722"/>
                      <a:gd name="connsiteX20" fmla="*/ 325000 h 606722"/>
                      <a:gd name="connsiteY20" fmla="*/ 325000 h 606722"/>
                      <a:gd name="connsiteX21" fmla="*/ 325000 h 606722"/>
                      <a:gd name="connsiteY21" fmla="*/ 325000 h 606722"/>
                      <a:gd name="connsiteX22" fmla="*/ 325000 h 606722"/>
                      <a:gd name="connsiteY22" fmla="*/ 325000 h 606722"/>
                      <a:gd name="connsiteX23" fmla="*/ 325000 h 606722"/>
                      <a:gd name="connsiteY23" fmla="*/ 325000 h 606722"/>
                      <a:gd name="connsiteX24" fmla="*/ 325000 h 606722"/>
                      <a:gd name="connsiteY24" fmla="*/ 325000 h 606722"/>
                      <a:gd name="connsiteX25" fmla="*/ 325000 h 606722"/>
                      <a:gd name="connsiteY25" fmla="*/ 325000 h 606722"/>
                      <a:gd name="connsiteX26" fmla="*/ 325000 h 606722"/>
                      <a:gd name="connsiteY26" fmla="*/ 325000 h 606722"/>
                      <a:gd name="connsiteX27" fmla="*/ 325000 h 606722"/>
                      <a:gd name="connsiteY27" fmla="*/ 325000 h 606722"/>
                      <a:gd name="connsiteX28" fmla="*/ 325000 h 606722"/>
                      <a:gd name="connsiteY28" fmla="*/ 325000 h 606722"/>
                      <a:gd name="connsiteX29" fmla="*/ 325000 h 606722"/>
                      <a:gd name="connsiteY29" fmla="*/ 325000 h 606722"/>
                      <a:gd name="connsiteX30" fmla="*/ 325000 h 606722"/>
                      <a:gd name="connsiteY30" fmla="*/ 325000 h 606722"/>
                      <a:gd name="connsiteX31" fmla="*/ 325000 h 606722"/>
                      <a:gd name="connsiteY31" fmla="*/ 325000 h 606722"/>
                      <a:gd name="connsiteX32" fmla="*/ 325000 h 606722"/>
                      <a:gd name="connsiteY32" fmla="*/ 325000 h 606722"/>
                      <a:gd name="connsiteX33" fmla="*/ 325000 h 606722"/>
                      <a:gd name="connsiteY33" fmla="*/ 325000 h 606722"/>
                      <a:gd name="connsiteX34" fmla="*/ 325000 h 606722"/>
                      <a:gd name="connsiteY34" fmla="*/ 325000 h 606722"/>
                      <a:gd name="connsiteX35" fmla="*/ 325000 h 606722"/>
                      <a:gd name="connsiteY35" fmla="*/ 325000 h 606722"/>
                      <a:gd name="connsiteX36" fmla="*/ 325000 h 606722"/>
                      <a:gd name="connsiteY36" fmla="*/ 325000 h 606722"/>
                      <a:gd name="connsiteX37" fmla="*/ 325000 h 606722"/>
                      <a:gd name="connsiteY37" fmla="*/ 325000 h 606722"/>
                      <a:gd name="connsiteX38" fmla="*/ 325000 h 606722"/>
                      <a:gd name="connsiteY38" fmla="*/ 325000 h 606722"/>
                      <a:gd name="connsiteX39" fmla="*/ 325000 h 606722"/>
                      <a:gd name="connsiteY39" fmla="*/ 32500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81459" h="580542">
                        <a:moveTo>
                          <a:pt x="213875" y="146706"/>
                        </a:moveTo>
                        <a:cubicBezTo>
                          <a:pt x="227226" y="146706"/>
                          <a:pt x="238084" y="157547"/>
                          <a:pt x="238084" y="171055"/>
                        </a:cubicBezTo>
                        <a:cubicBezTo>
                          <a:pt x="238084" y="184562"/>
                          <a:pt x="227226" y="195493"/>
                          <a:pt x="213875" y="195493"/>
                        </a:cubicBezTo>
                        <a:cubicBezTo>
                          <a:pt x="161630" y="195493"/>
                          <a:pt x="118998" y="238236"/>
                          <a:pt x="118998" y="290755"/>
                        </a:cubicBezTo>
                        <a:cubicBezTo>
                          <a:pt x="118998" y="300086"/>
                          <a:pt x="120422" y="309328"/>
                          <a:pt x="123092" y="318214"/>
                        </a:cubicBezTo>
                        <a:cubicBezTo>
                          <a:pt x="126741" y="330300"/>
                          <a:pt x="120422" y="343274"/>
                          <a:pt x="108673" y="347895"/>
                        </a:cubicBezTo>
                        <a:cubicBezTo>
                          <a:pt x="72182" y="362291"/>
                          <a:pt x="48507" y="397126"/>
                          <a:pt x="48507" y="436582"/>
                        </a:cubicBezTo>
                        <a:cubicBezTo>
                          <a:pt x="48507" y="489101"/>
                          <a:pt x="91050" y="531844"/>
                          <a:pt x="143384" y="531844"/>
                        </a:cubicBezTo>
                        <a:lnTo>
                          <a:pt x="438164" y="531844"/>
                        </a:lnTo>
                        <a:cubicBezTo>
                          <a:pt x="490320" y="531844"/>
                          <a:pt x="532952" y="489101"/>
                          <a:pt x="532952" y="436582"/>
                        </a:cubicBezTo>
                        <a:cubicBezTo>
                          <a:pt x="532952" y="408678"/>
                          <a:pt x="520759" y="382108"/>
                          <a:pt x="499398" y="363979"/>
                        </a:cubicBezTo>
                        <a:cubicBezTo>
                          <a:pt x="494147" y="359625"/>
                          <a:pt x="491032" y="353049"/>
                          <a:pt x="490854" y="346207"/>
                        </a:cubicBezTo>
                        <a:cubicBezTo>
                          <a:pt x="489252" y="294399"/>
                          <a:pt x="447598" y="253876"/>
                          <a:pt x="395976" y="253876"/>
                        </a:cubicBezTo>
                        <a:cubicBezTo>
                          <a:pt x="382625" y="253876"/>
                          <a:pt x="371767" y="243035"/>
                          <a:pt x="371767" y="229528"/>
                        </a:cubicBezTo>
                        <a:cubicBezTo>
                          <a:pt x="371767" y="216020"/>
                          <a:pt x="382625" y="205090"/>
                          <a:pt x="395976" y="205090"/>
                        </a:cubicBezTo>
                        <a:cubicBezTo>
                          <a:pt x="433535" y="205090"/>
                          <a:pt x="468959" y="219575"/>
                          <a:pt x="495927" y="245879"/>
                        </a:cubicBezTo>
                        <a:cubicBezTo>
                          <a:pt x="520225" y="269517"/>
                          <a:pt x="535177" y="300441"/>
                          <a:pt x="538648" y="334032"/>
                        </a:cubicBezTo>
                        <a:cubicBezTo>
                          <a:pt x="565972" y="361047"/>
                          <a:pt x="581459" y="397748"/>
                          <a:pt x="581459" y="436582"/>
                        </a:cubicBezTo>
                        <a:cubicBezTo>
                          <a:pt x="581459" y="516026"/>
                          <a:pt x="517199" y="580542"/>
                          <a:pt x="438164" y="580542"/>
                        </a:cubicBezTo>
                        <a:lnTo>
                          <a:pt x="143384" y="580542"/>
                        </a:lnTo>
                        <a:cubicBezTo>
                          <a:pt x="64349" y="580542"/>
                          <a:pt x="0" y="516026"/>
                          <a:pt x="0" y="436582"/>
                        </a:cubicBezTo>
                        <a:cubicBezTo>
                          <a:pt x="0" y="407079"/>
                          <a:pt x="8811" y="378820"/>
                          <a:pt x="25544" y="354471"/>
                        </a:cubicBezTo>
                        <a:cubicBezTo>
                          <a:pt x="37737" y="336698"/>
                          <a:pt x="53669" y="322124"/>
                          <a:pt x="72004" y="311638"/>
                        </a:cubicBezTo>
                        <a:cubicBezTo>
                          <a:pt x="70936" y="304618"/>
                          <a:pt x="70491" y="297598"/>
                          <a:pt x="70491" y="290666"/>
                        </a:cubicBezTo>
                        <a:cubicBezTo>
                          <a:pt x="70491" y="211222"/>
                          <a:pt x="134840" y="146706"/>
                          <a:pt x="213875" y="146706"/>
                        </a:cubicBezTo>
                        <a:close/>
                        <a:moveTo>
                          <a:pt x="301555" y="0"/>
                        </a:moveTo>
                        <a:cubicBezTo>
                          <a:pt x="314815" y="0"/>
                          <a:pt x="325673" y="10930"/>
                          <a:pt x="325673" y="24259"/>
                        </a:cubicBezTo>
                        <a:lnTo>
                          <a:pt x="325673" y="369392"/>
                        </a:lnTo>
                        <a:lnTo>
                          <a:pt x="379960" y="313055"/>
                        </a:lnTo>
                        <a:cubicBezTo>
                          <a:pt x="389215" y="303458"/>
                          <a:pt x="404433" y="303191"/>
                          <a:pt x="414045" y="312522"/>
                        </a:cubicBezTo>
                        <a:cubicBezTo>
                          <a:pt x="423567" y="321763"/>
                          <a:pt x="423745" y="337225"/>
                          <a:pt x="414490" y="346822"/>
                        </a:cubicBezTo>
                        <a:lnTo>
                          <a:pt x="318642" y="446079"/>
                        </a:lnTo>
                        <a:cubicBezTo>
                          <a:pt x="314103" y="450788"/>
                          <a:pt x="307874" y="453454"/>
                          <a:pt x="301288" y="453454"/>
                        </a:cubicBezTo>
                        <a:cubicBezTo>
                          <a:pt x="294791" y="453454"/>
                          <a:pt x="288473" y="450788"/>
                          <a:pt x="284023" y="446079"/>
                        </a:cubicBezTo>
                        <a:lnTo>
                          <a:pt x="188086" y="346822"/>
                        </a:lnTo>
                        <a:cubicBezTo>
                          <a:pt x="178742" y="337225"/>
                          <a:pt x="179009" y="321941"/>
                          <a:pt x="188620" y="312522"/>
                        </a:cubicBezTo>
                        <a:cubicBezTo>
                          <a:pt x="198054" y="303191"/>
                          <a:pt x="213361" y="303458"/>
                          <a:pt x="222617" y="313055"/>
                        </a:cubicBezTo>
                        <a:lnTo>
                          <a:pt x="277437" y="369392"/>
                        </a:lnTo>
                        <a:lnTo>
                          <a:pt x="277437" y="24259"/>
                        </a:lnTo>
                        <a:cubicBezTo>
                          <a:pt x="277437" y="10930"/>
                          <a:pt x="288295" y="0"/>
                          <a:pt x="30155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grpSp>
              <p:nvGrpSpPr>
                <p:cNvPr id="45" name="îṧļîḍe">
                  <a:extLst>
                    <a:ext uri="{FF2B5EF4-FFF2-40B4-BE49-F238E27FC236}">
                      <a16:creationId xmlns:a16="http://schemas.microsoft.com/office/drawing/2014/main" id="{B04520AE-6F18-4BD8-BE76-14E98A0A8CB9}"/>
                    </a:ext>
                  </a:extLst>
                </p:cNvPr>
                <p:cNvGrpSpPr/>
                <p:nvPr/>
              </p:nvGrpSpPr>
              <p:grpSpPr>
                <a:xfrm>
                  <a:off x="4388094" y="4149097"/>
                  <a:ext cx="557028" cy="557028"/>
                  <a:chOff x="7013908" y="2682417"/>
                  <a:chExt cx="489623" cy="489623"/>
                </a:xfrm>
              </p:grpSpPr>
              <p:sp>
                <p:nvSpPr>
                  <p:cNvPr id="52" name="ïšlíḑê">
                    <a:extLst>
                      <a:ext uri="{FF2B5EF4-FFF2-40B4-BE49-F238E27FC236}">
                        <a16:creationId xmlns:a16="http://schemas.microsoft.com/office/drawing/2014/main" id="{83C3F333-2C2C-4353-BD90-622B185D0D03}"/>
                      </a:ext>
                    </a:extLst>
                  </p:cNvPr>
                  <p:cNvSpPr/>
                  <p:nvPr/>
                </p:nvSpPr>
                <p:spPr>
                  <a:xfrm>
                    <a:off x="7013908" y="2682417"/>
                    <a:ext cx="489623" cy="489623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3" name="ïṧľíḓe">
                    <a:extLst>
                      <a:ext uri="{FF2B5EF4-FFF2-40B4-BE49-F238E27FC236}">
                        <a16:creationId xmlns:a16="http://schemas.microsoft.com/office/drawing/2014/main" id="{07254439-1711-43EE-A0BF-0D30A803AE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147375" y="2816061"/>
                    <a:ext cx="222690" cy="222336"/>
                  </a:xfrm>
                  <a:custGeom>
                    <a:avLst/>
                    <a:gdLst>
                      <a:gd name="connsiteX0" fmla="*/ 325000 h 606722"/>
                      <a:gd name="connsiteY0" fmla="*/ 325000 h 606722"/>
                      <a:gd name="connsiteX1" fmla="*/ 325000 h 606722"/>
                      <a:gd name="connsiteY1" fmla="*/ 325000 h 606722"/>
                      <a:gd name="connsiteX2" fmla="*/ 325000 h 606722"/>
                      <a:gd name="connsiteY2" fmla="*/ 325000 h 606722"/>
                      <a:gd name="connsiteX3" fmla="*/ 325000 h 606722"/>
                      <a:gd name="connsiteY3" fmla="*/ 325000 h 606722"/>
                      <a:gd name="connsiteX4" fmla="*/ 325000 h 606722"/>
                      <a:gd name="connsiteY4" fmla="*/ 325000 h 606722"/>
                      <a:gd name="connsiteX5" fmla="*/ 325000 h 606722"/>
                      <a:gd name="connsiteY5" fmla="*/ 325000 h 606722"/>
                      <a:gd name="connsiteX6" fmla="*/ 325000 h 606722"/>
                      <a:gd name="connsiteY6" fmla="*/ 325000 h 606722"/>
                      <a:gd name="connsiteX7" fmla="*/ 325000 h 606722"/>
                      <a:gd name="connsiteY7" fmla="*/ 325000 h 606722"/>
                      <a:gd name="connsiteX8" fmla="*/ 325000 h 606722"/>
                      <a:gd name="connsiteY8" fmla="*/ 325000 h 606722"/>
                      <a:gd name="connsiteX9" fmla="*/ 325000 h 606722"/>
                      <a:gd name="connsiteY9" fmla="*/ 325000 h 606722"/>
                      <a:gd name="connsiteX10" fmla="*/ 325000 h 606722"/>
                      <a:gd name="connsiteY10" fmla="*/ 325000 h 606722"/>
                      <a:gd name="connsiteX11" fmla="*/ 325000 h 606722"/>
                      <a:gd name="connsiteY11" fmla="*/ 325000 h 606722"/>
                      <a:gd name="connsiteX12" fmla="*/ 325000 h 606722"/>
                      <a:gd name="connsiteY12" fmla="*/ 325000 h 606722"/>
                      <a:gd name="connsiteX13" fmla="*/ 325000 h 606722"/>
                      <a:gd name="connsiteY13" fmla="*/ 325000 h 606722"/>
                      <a:gd name="connsiteX14" fmla="*/ 325000 h 606722"/>
                      <a:gd name="connsiteY14" fmla="*/ 325000 h 606722"/>
                      <a:gd name="connsiteX15" fmla="*/ 325000 h 606722"/>
                      <a:gd name="connsiteY15" fmla="*/ 325000 h 606722"/>
                      <a:gd name="connsiteX16" fmla="*/ 325000 h 606722"/>
                      <a:gd name="connsiteY16" fmla="*/ 325000 h 606722"/>
                      <a:gd name="connsiteX17" fmla="*/ 325000 h 606722"/>
                      <a:gd name="connsiteY17" fmla="*/ 325000 h 606722"/>
                      <a:gd name="connsiteX18" fmla="*/ 325000 h 606722"/>
                      <a:gd name="connsiteY18" fmla="*/ 325000 h 606722"/>
                      <a:gd name="connsiteX19" fmla="*/ 325000 h 606722"/>
                      <a:gd name="connsiteY19" fmla="*/ 325000 h 606722"/>
                      <a:gd name="connsiteX20" fmla="*/ 325000 h 606722"/>
                      <a:gd name="connsiteY20" fmla="*/ 325000 h 606722"/>
                      <a:gd name="connsiteX21" fmla="*/ 325000 h 606722"/>
                      <a:gd name="connsiteY21" fmla="*/ 325000 h 606722"/>
                      <a:gd name="connsiteX22" fmla="*/ 325000 h 606722"/>
                      <a:gd name="connsiteY22" fmla="*/ 325000 h 606722"/>
                      <a:gd name="connsiteX23" fmla="*/ 325000 h 606722"/>
                      <a:gd name="connsiteY23" fmla="*/ 325000 h 606722"/>
                      <a:gd name="connsiteX24" fmla="*/ 325000 h 606722"/>
                      <a:gd name="connsiteY24" fmla="*/ 325000 h 606722"/>
                      <a:gd name="connsiteX25" fmla="*/ 325000 h 606722"/>
                      <a:gd name="connsiteY25" fmla="*/ 325000 h 606722"/>
                      <a:gd name="connsiteX26" fmla="*/ 325000 h 606722"/>
                      <a:gd name="connsiteY26" fmla="*/ 325000 h 606722"/>
                      <a:gd name="connsiteX27" fmla="*/ 325000 h 606722"/>
                      <a:gd name="connsiteY27" fmla="*/ 325000 h 606722"/>
                      <a:gd name="connsiteX28" fmla="*/ 325000 h 606722"/>
                      <a:gd name="connsiteY28" fmla="*/ 325000 h 606722"/>
                      <a:gd name="connsiteX29" fmla="*/ 325000 h 606722"/>
                      <a:gd name="connsiteY29" fmla="*/ 325000 h 606722"/>
                      <a:gd name="connsiteX30" fmla="*/ 325000 h 606722"/>
                      <a:gd name="connsiteY30" fmla="*/ 325000 h 606722"/>
                      <a:gd name="connsiteX31" fmla="*/ 325000 h 606722"/>
                      <a:gd name="connsiteY31" fmla="*/ 325000 h 606722"/>
                      <a:gd name="connsiteX32" fmla="*/ 325000 h 606722"/>
                      <a:gd name="connsiteY32" fmla="*/ 325000 h 606722"/>
                      <a:gd name="connsiteX33" fmla="*/ 325000 h 606722"/>
                      <a:gd name="connsiteY33" fmla="*/ 325000 h 606722"/>
                      <a:gd name="connsiteX34" fmla="*/ 325000 h 606722"/>
                      <a:gd name="connsiteY34" fmla="*/ 325000 h 606722"/>
                      <a:gd name="connsiteX35" fmla="*/ 325000 h 606722"/>
                      <a:gd name="connsiteY35" fmla="*/ 325000 h 606722"/>
                      <a:gd name="connsiteX36" fmla="*/ 325000 h 606722"/>
                      <a:gd name="connsiteY36" fmla="*/ 325000 h 606722"/>
                      <a:gd name="connsiteX37" fmla="*/ 325000 h 606722"/>
                      <a:gd name="connsiteY37" fmla="*/ 325000 h 606722"/>
                      <a:gd name="connsiteX38" fmla="*/ 325000 h 606722"/>
                      <a:gd name="connsiteY38" fmla="*/ 325000 h 606722"/>
                      <a:gd name="connsiteX39" fmla="*/ 325000 h 606722"/>
                      <a:gd name="connsiteY39" fmla="*/ 32500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81459" h="580542">
                        <a:moveTo>
                          <a:pt x="213875" y="146706"/>
                        </a:moveTo>
                        <a:cubicBezTo>
                          <a:pt x="227226" y="146706"/>
                          <a:pt x="238084" y="157547"/>
                          <a:pt x="238084" y="171055"/>
                        </a:cubicBezTo>
                        <a:cubicBezTo>
                          <a:pt x="238084" y="184562"/>
                          <a:pt x="227226" y="195493"/>
                          <a:pt x="213875" y="195493"/>
                        </a:cubicBezTo>
                        <a:cubicBezTo>
                          <a:pt x="161630" y="195493"/>
                          <a:pt x="118998" y="238236"/>
                          <a:pt x="118998" y="290755"/>
                        </a:cubicBezTo>
                        <a:cubicBezTo>
                          <a:pt x="118998" y="300086"/>
                          <a:pt x="120422" y="309328"/>
                          <a:pt x="123092" y="318214"/>
                        </a:cubicBezTo>
                        <a:cubicBezTo>
                          <a:pt x="126741" y="330300"/>
                          <a:pt x="120422" y="343274"/>
                          <a:pt x="108673" y="347895"/>
                        </a:cubicBezTo>
                        <a:cubicBezTo>
                          <a:pt x="72182" y="362291"/>
                          <a:pt x="48507" y="397126"/>
                          <a:pt x="48507" y="436582"/>
                        </a:cubicBezTo>
                        <a:cubicBezTo>
                          <a:pt x="48507" y="489101"/>
                          <a:pt x="91050" y="531844"/>
                          <a:pt x="143384" y="531844"/>
                        </a:cubicBezTo>
                        <a:lnTo>
                          <a:pt x="438164" y="531844"/>
                        </a:lnTo>
                        <a:cubicBezTo>
                          <a:pt x="490320" y="531844"/>
                          <a:pt x="532952" y="489101"/>
                          <a:pt x="532952" y="436582"/>
                        </a:cubicBezTo>
                        <a:cubicBezTo>
                          <a:pt x="532952" y="408678"/>
                          <a:pt x="520759" y="382108"/>
                          <a:pt x="499398" y="363979"/>
                        </a:cubicBezTo>
                        <a:cubicBezTo>
                          <a:pt x="494147" y="359625"/>
                          <a:pt x="491032" y="353049"/>
                          <a:pt x="490854" y="346207"/>
                        </a:cubicBezTo>
                        <a:cubicBezTo>
                          <a:pt x="489252" y="294399"/>
                          <a:pt x="447598" y="253876"/>
                          <a:pt x="395976" y="253876"/>
                        </a:cubicBezTo>
                        <a:cubicBezTo>
                          <a:pt x="382625" y="253876"/>
                          <a:pt x="371767" y="243035"/>
                          <a:pt x="371767" y="229528"/>
                        </a:cubicBezTo>
                        <a:cubicBezTo>
                          <a:pt x="371767" y="216020"/>
                          <a:pt x="382625" y="205090"/>
                          <a:pt x="395976" y="205090"/>
                        </a:cubicBezTo>
                        <a:cubicBezTo>
                          <a:pt x="433535" y="205090"/>
                          <a:pt x="468959" y="219575"/>
                          <a:pt x="495927" y="245879"/>
                        </a:cubicBezTo>
                        <a:cubicBezTo>
                          <a:pt x="520225" y="269517"/>
                          <a:pt x="535177" y="300441"/>
                          <a:pt x="538648" y="334032"/>
                        </a:cubicBezTo>
                        <a:cubicBezTo>
                          <a:pt x="565972" y="361047"/>
                          <a:pt x="581459" y="397748"/>
                          <a:pt x="581459" y="436582"/>
                        </a:cubicBezTo>
                        <a:cubicBezTo>
                          <a:pt x="581459" y="516026"/>
                          <a:pt x="517199" y="580542"/>
                          <a:pt x="438164" y="580542"/>
                        </a:cubicBezTo>
                        <a:lnTo>
                          <a:pt x="143384" y="580542"/>
                        </a:lnTo>
                        <a:cubicBezTo>
                          <a:pt x="64349" y="580542"/>
                          <a:pt x="0" y="516026"/>
                          <a:pt x="0" y="436582"/>
                        </a:cubicBezTo>
                        <a:cubicBezTo>
                          <a:pt x="0" y="407079"/>
                          <a:pt x="8811" y="378820"/>
                          <a:pt x="25544" y="354471"/>
                        </a:cubicBezTo>
                        <a:cubicBezTo>
                          <a:pt x="37737" y="336698"/>
                          <a:pt x="53669" y="322124"/>
                          <a:pt x="72004" y="311638"/>
                        </a:cubicBezTo>
                        <a:cubicBezTo>
                          <a:pt x="70936" y="304618"/>
                          <a:pt x="70491" y="297598"/>
                          <a:pt x="70491" y="290666"/>
                        </a:cubicBezTo>
                        <a:cubicBezTo>
                          <a:pt x="70491" y="211222"/>
                          <a:pt x="134840" y="146706"/>
                          <a:pt x="213875" y="146706"/>
                        </a:cubicBezTo>
                        <a:close/>
                        <a:moveTo>
                          <a:pt x="301555" y="0"/>
                        </a:moveTo>
                        <a:cubicBezTo>
                          <a:pt x="314815" y="0"/>
                          <a:pt x="325673" y="10930"/>
                          <a:pt x="325673" y="24259"/>
                        </a:cubicBezTo>
                        <a:lnTo>
                          <a:pt x="325673" y="369392"/>
                        </a:lnTo>
                        <a:lnTo>
                          <a:pt x="379960" y="313055"/>
                        </a:lnTo>
                        <a:cubicBezTo>
                          <a:pt x="389215" y="303458"/>
                          <a:pt x="404433" y="303191"/>
                          <a:pt x="414045" y="312522"/>
                        </a:cubicBezTo>
                        <a:cubicBezTo>
                          <a:pt x="423567" y="321763"/>
                          <a:pt x="423745" y="337225"/>
                          <a:pt x="414490" y="346822"/>
                        </a:cubicBezTo>
                        <a:lnTo>
                          <a:pt x="318642" y="446079"/>
                        </a:lnTo>
                        <a:cubicBezTo>
                          <a:pt x="314103" y="450788"/>
                          <a:pt x="307874" y="453454"/>
                          <a:pt x="301288" y="453454"/>
                        </a:cubicBezTo>
                        <a:cubicBezTo>
                          <a:pt x="294791" y="453454"/>
                          <a:pt x="288473" y="450788"/>
                          <a:pt x="284023" y="446079"/>
                        </a:cubicBezTo>
                        <a:lnTo>
                          <a:pt x="188086" y="346822"/>
                        </a:lnTo>
                        <a:cubicBezTo>
                          <a:pt x="178742" y="337225"/>
                          <a:pt x="179009" y="321941"/>
                          <a:pt x="188620" y="312522"/>
                        </a:cubicBezTo>
                        <a:cubicBezTo>
                          <a:pt x="198054" y="303191"/>
                          <a:pt x="213361" y="303458"/>
                          <a:pt x="222617" y="313055"/>
                        </a:cubicBezTo>
                        <a:lnTo>
                          <a:pt x="277437" y="369392"/>
                        </a:lnTo>
                        <a:lnTo>
                          <a:pt x="277437" y="24259"/>
                        </a:lnTo>
                        <a:cubicBezTo>
                          <a:pt x="277437" y="10930"/>
                          <a:pt x="288295" y="0"/>
                          <a:pt x="30155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grpSp>
              <p:nvGrpSpPr>
                <p:cNvPr id="46" name="ïṣľîḑe">
                  <a:extLst>
                    <a:ext uri="{FF2B5EF4-FFF2-40B4-BE49-F238E27FC236}">
                      <a16:creationId xmlns:a16="http://schemas.microsoft.com/office/drawing/2014/main" id="{9772E6D2-4A1C-4A50-82A9-94CB17B10626}"/>
                    </a:ext>
                  </a:extLst>
                </p:cNvPr>
                <p:cNvGrpSpPr/>
                <p:nvPr/>
              </p:nvGrpSpPr>
              <p:grpSpPr>
                <a:xfrm>
                  <a:off x="5801384" y="1710739"/>
                  <a:ext cx="557028" cy="557028"/>
                  <a:chOff x="7013908" y="2682417"/>
                  <a:chExt cx="489623" cy="489623"/>
                </a:xfrm>
              </p:grpSpPr>
              <p:sp>
                <p:nvSpPr>
                  <p:cNvPr id="50" name="îSļiḑè">
                    <a:extLst>
                      <a:ext uri="{FF2B5EF4-FFF2-40B4-BE49-F238E27FC236}">
                        <a16:creationId xmlns:a16="http://schemas.microsoft.com/office/drawing/2014/main" id="{86E65844-0A2A-4FAE-A9EC-1B0A23E677C2}"/>
                      </a:ext>
                    </a:extLst>
                  </p:cNvPr>
                  <p:cNvSpPr/>
                  <p:nvPr/>
                </p:nvSpPr>
                <p:spPr>
                  <a:xfrm>
                    <a:off x="7013908" y="2682417"/>
                    <a:ext cx="489623" cy="489623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51" name="îšľiḓè">
                    <a:extLst>
                      <a:ext uri="{FF2B5EF4-FFF2-40B4-BE49-F238E27FC236}">
                        <a16:creationId xmlns:a16="http://schemas.microsoft.com/office/drawing/2014/main" id="{499C15EC-EAFB-4013-9A42-F72B5A318A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147375" y="2816061"/>
                    <a:ext cx="222690" cy="222336"/>
                  </a:xfrm>
                  <a:custGeom>
                    <a:avLst/>
                    <a:gdLst>
                      <a:gd name="connsiteX0" fmla="*/ 325000 h 606722"/>
                      <a:gd name="connsiteY0" fmla="*/ 325000 h 606722"/>
                      <a:gd name="connsiteX1" fmla="*/ 325000 h 606722"/>
                      <a:gd name="connsiteY1" fmla="*/ 325000 h 606722"/>
                      <a:gd name="connsiteX2" fmla="*/ 325000 h 606722"/>
                      <a:gd name="connsiteY2" fmla="*/ 325000 h 606722"/>
                      <a:gd name="connsiteX3" fmla="*/ 325000 h 606722"/>
                      <a:gd name="connsiteY3" fmla="*/ 325000 h 606722"/>
                      <a:gd name="connsiteX4" fmla="*/ 325000 h 606722"/>
                      <a:gd name="connsiteY4" fmla="*/ 325000 h 606722"/>
                      <a:gd name="connsiteX5" fmla="*/ 325000 h 606722"/>
                      <a:gd name="connsiteY5" fmla="*/ 325000 h 606722"/>
                      <a:gd name="connsiteX6" fmla="*/ 325000 h 606722"/>
                      <a:gd name="connsiteY6" fmla="*/ 325000 h 606722"/>
                      <a:gd name="connsiteX7" fmla="*/ 325000 h 606722"/>
                      <a:gd name="connsiteY7" fmla="*/ 325000 h 606722"/>
                      <a:gd name="connsiteX8" fmla="*/ 325000 h 606722"/>
                      <a:gd name="connsiteY8" fmla="*/ 325000 h 606722"/>
                      <a:gd name="connsiteX9" fmla="*/ 325000 h 606722"/>
                      <a:gd name="connsiteY9" fmla="*/ 325000 h 606722"/>
                      <a:gd name="connsiteX10" fmla="*/ 325000 h 606722"/>
                      <a:gd name="connsiteY10" fmla="*/ 325000 h 606722"/>
                      <a:gd name="connsiteX11" fmla="*/ 325000 h 606722"/>
                      <a:gd name="connsiteY11" fmla="*/ 325000 h 606722"/>
                      <a:gd name="connsiteX12" fmla="*/ 325000 h 606722"/>
                      <a:gd name="connsiteY12" fmla="*/ 325000 h 606722"/>
                      <a:gd name="connsiteX13" fmla="*/ 325000 h 606722"/>
                      <a:gd name="connsiteY13" fmla="*/ 325000 h 606722"/>
                      <a:gd name="connsiteX14" fmla="*/ 325000 h 606722"/>
                      <a:gd name="connsiteY14" fmla="*/ 325000 h 606722"/>
                      <a:gd name="connsiteX15" fmla="*/ 325000 h 606722"/>
                      <a:gd name="connsiteY15" fmla="*/ 325000 h 606722"/>
                      <a:gd name="connsiteX16" fmla="*/ 325000 h 606722"/>
                      <a:gd name="connsiteY16" fmla="*/ 325000 h 606722"/>
                      <a:gd name="connsiteX17" fmla="*/ 325000 h 606722"/>
                      <a:gd name="connsiteY17" fmla="*/ 325000 h 606722"/>
                      <a:gd name="connsiteX18" fmla="*/ 325000 h 606722"/>
                      <a:gd name="connsiteY18" fmla="*/ 325000 h 606722"/>
                      <a:gd name="connsiteX19" fmla="*/ 325000 h 606722"/>
                      <a:gd name="connsiteY19" fmla="*/ 325000 h 606722"/>
                      <a:gd name="connsiteX20" fmla="*/ 325000 h 606722"/>
                      <a:gd name="connsiteY20" fmla="*/ 325000 h 606722"/>
                      <a:gd name="connsiteX21" fmla="*/ 325000 h 606722"/>
                      <a:gd name="connsiteY21" fmla="*/ 325000 h 606722"/>
                      <a:gd name="connsiteX22" fmla="*/ 325000 h 606722"/>
                      <a:gd name="connsiteY22" fmla="*/ 325000 h 606722"/>
                      <a:gd name="connsiteX23" fmla="*/ 325000 h 606722"/>
                      <a:gd name="connsiteY23" fmla="*/ 325000 h 606722"/>
                      <a:gd name="connsiteX24" fmla="*/ 325000 h 606722"/>
                      <a:gd name="connsiteY24" fmla="*/ 325000 h 606722"/>
                      <a:gd name="connsiteX25" fmla="*/ 325000 h 606722"/>
                      <a:gd name="connsiteY25" fmla="*/ 325000 h 606722"/>
                      <a:gd name="connsiteX26" fmla="*/ 325000 h 606722"/>
                      <a:gd name="connsiteY26" fmla="*/ 325000 h 606722"/>
                      <a:gd name="connsiteX27" fmla="*/ 325000 h 606722"/>
                      <a:gd name="connsiteY27" fmla="*/ 325000 h 606722"/>
                      <a:gd name="connsiteX28" fmla="*/ 325000 h 606722"/>
                      <a:gd name="connsiteY28" fmla="*/ 325000 h 606722"/>
                      <a:gd name="connsiteX29" fmla="*/ 325000 h 606722"/>
                      <a:gd name="connsiteY29" fmla="*/ 325000 h 606722"/>
                      <a:gd name="connsiteX30" fmla="*/ 325000 h 606722"/>
                      <a:gd name="connsiteY30" fmla="*/ 325000 h 606722"/>
                      <a:gd name="connsiteX31" fmla="*/ 325000 h 606722"/>
                      <a:gd name="connsiteY31" fmla="*/ 325000 h 606722"/>
                      <a:gd name="connsiteX32" fmla="*/ 325000 h 606722"/>
                      <a:gd name="connsiteY32" fmla="*/ 325000 h 606722"/>
                      <a:gd name="connsiteX33" fmla="*/ 325000 h 606722"/>
                      <a:gd name="connsiteY33" fmla="*/ 325000 h 606722"/>
                      <a:gd name="connsiteX34" fmla="*/ 325000 h 606722"/>
                      <a:gd name="connsiteY34" fmla="*/ 325000 h 606722"/>
                      <a:gd name="connsiteX35" fmla="*/ 325000 h 606722"/>
                      <a:gd name="connsiteY35" fmla="*/ 325000 h 606722"/>
                      <a:gd name="connsiteX36" fmla="*/ 325000 h 606722"/>
                      <a:gd name="connsiteY36" fmla="*/ 325000 h 606722"/>
                      <a:gd name="connsiteX37" fmla="*/ 325000 h 606722"/>
                      <a:gd name="connsiteY37" fmla="*/ 325000 h 606722"/>
                      <a:gd name="connsiteX38" fmla="*/ 325000 h 606722"/>
                      <a:gd name="connsiteY38" fmla="*/ 325000 h 606722"/>
                      <a:gd name="connsiteX39" fmla="*/ 325000 h 606722"/>
                      <a:gd name="connsiteY39" fmla="*/ 32500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81459" h="580542">
                        <a:moveTo>
                          <a:pt x="213875" y="146706"/>
                        </a:moveTo>
                        <a:cubicBezTo>
                          <a:pt x="227226" y="146706"/>
                          <a:pt x="238084" y="157547"/>
                          <a:pt x="238084" y="171055"/>
                        </a:cubicBezTo>
                        <a:cubicBezTo>
                          <a:pt x="238084" y="184562"/>
                          <a:pt x="227226" y="195493"/>
                          <a:pt x="213875" y="195493"/>
                        </a:cubicBezTo>
                        <a:cubicBezTo>
                          <a:pt x="161630" y="195493"/>
                          <a:pt x="118998" y="238236"/>
                          <a:pt x="118998" y="290755"/>
                        </a:cubicBezTo>
                        <a:cubicBezTo>
                          <a:pt x="118998" y="300086"/>
                          <a:pt x="120422" y="309328"/>
                          <a:pt x="123092" y="318214"/>
                        </a:cubicBezTo>
                        <a:cubicBezTo>
                          <a:pt x="126741" y="330300"/>
                          <a:pt x="120422" y="343274"/>
                          <a:pt x="108673" y="347895"/>
                        </a:cubicBezTo>
                        <a:cubicBezTo>
                          <a:pt x="72182" y="362291"/>
                          <a:pt x="48507" y="397126"/>
                          <a:pt x="48507" y="436582"/>
                        </a:cubicBezTo>
                        <a:cubicBezTo>
                          <a:pt x="48507" y="489101"/>
                          <a:pt x="91050" y="531844"/>
                          <a:pt x="143384" y="531844"/>
                        </a:cubicBezTo>
                        <a:lnTo>
                          <a:pt x="438164" y="531844"/>
                        </a:lnTo>
                        <a:cubicBezTo>
                          <a:pt x="490320" y="531844"/>
                          <a:pt x="532952" y="489101"/>
                          <a:pt x="532952" y="436582"/>
                        </a:cubicBezTo>
                        <a:cubicBezTo>
                          <a:pt x="532952" y="408678"/>
                          <a:pt x="520759" y="382108"/>
                          <a:pt x="499398" y="363979"/>
                        </a:cubicBezTo>
                        <a:cubicBezTo>
                          <a:pt x="494147" y="359625"/>
                          <a:pt x="491032" y="353049"/>
                          <a:pt x="490854" y="346207"/>
                        </a:cubicBezTo>
                        <a:cubicBezTo>
                          <a:pt x="489252" y="294399"/>
                          <a:pt x="447598" y="253876"/>
                          <a:pt x="395976" y="253876"/>
                        </a:cubicBezTo>
                        <a:cubicBezTo>
                          <a:pt x="382625" y="253876"/>
                          <a:pt x="371767" y="243035"/>
                          <a:pt x="371767" y="229528"/>
                        </a:cubicBezTo>
                        <a:cubicBezTo>
                          <a:pt x="371767" y="216020"/>
                          <a:pt x="382625" y="205090"/>
                          <a:pt x="395976" y="205090"/>
                        </a:cubicBezTo>
                        <a:cubicBezTo>
                          <a:pt x="433535" y="205090"/>
                          <a:pt x="468959" y="219575"/>
                          <a:pt x="495927" y="245879"/>
                        </a:cubicBezTo>
                        <a:cubicBezTo>
                          <a:pt x="520225" y="269517"/>
                          <a:pt x="535177" y="300441"/>
                          <a:pt x="538648" y="334032"/>
                        </a:cubicBezTo>
                        <a:cubicBezTo>
                          <a:pt x="565972" y="361047"/>
                          <a:pt x="581459" y="397748"/>
                          <a:pt x="581459" y="436582"/>
                        </a:cubicBezTo>
                        <a:cubicBezTo>
                          <a:pt x="581459" y="516026"/>
                          <a:pt x="517199" y="580542"/>
                          <a:pt x="438164" y="580542"/>
                        </a:cubicBezTo>
                        <a:lnTo>
                          <a:pt x="143384" y="580542"/>
                        </a:lnTo>
                        <a:cubicBezTo>
                          <a:pt x="64349" y="580542"/>
                          <a:pt x="0" y="516026"/>
                          <a:pt x="0" y="436582"/>
                        </a:cubicBezTo>
                        <a:cubicBezTo>
                          <a:pt x="0" y="407079"/>
                          <a:pt x="8811" y="378820"/>
                          <a:pt x="25544" y="354471"/>
                        </a:cubicBezTo>
                        <a:cubicBezTo>
                          <a:pt x="37737" y="336698"/>
                          <a:pt x="53669" y="322124"/>
                          <a:pt x="72004" y="311638"/>
                        </a:cubicBezTo>
                        <a:cubicBezTo>
                          <a:pt x="70936" y="304618"/>
                          <a:pt x="70491" y="297598"/>
                          <a:pt x="70491" y="290666"/>
                        </a:cubicBezTo>
                        <a:cubicBezTo>
                          <a:pt x="70491" y="211222"/>
                          <a:pt x="134840" y="146706"/>
                          <a:pt x="213875" y="146706"/>
                        </a:cubicBezTo>
                        <a:close/>
                        <a:moveTo>
                          <a:pt x="301555" y="0"/>
                        </a:moveTo>
                        <a:cubicBezTo>
                          <a:pt x="314815" y="0"/>
                          <a:pt x="325673" y="10930"/>
                          <a:pt x="325673" y="24259"/>
                        </a:cubicBezTo>
                        <a:lnTo>
                          <a:pt x="325673" y="369392"/>
                        </a:lnTo>
                        <a:lnTo>
                          <a:pt x="379960" y="313055"/>
                        </a:lnTo>
                        <a:cubicBezTo>
                          <a:pt x="389215" y="303458"/>
                          <a:pt x="404433" y="303191"/>
                          <a:pt x="414045" y="312522"/>
                        </a:cubicBezTo>
                        <a:cubicBezTo>
                          <a:pt x="423567" y="321763"/>
                          <a:pt x="423745" y="337225"/>
                          <a:pt x="414490" y="346822"/>
                        </a:cubicBezTo>
                        <a:lnTo>
                          <a:pt x="318642" y="446079"/>
                        </a:lnTo>
                        <a:cubicBezTo>
                          <a:pt x="314103" y="450788"/>
                          <a:pt x="307874" y="453454"/>
                          <a:pt x="301288" y="453454"/>
                        </a:cubicBezTo>
                        <a:cubicBezTo>
                          <a:pt x="294791" y="453454"/>
                          <a:pt x="288473" y="450788"/>
                          <a:pt x="284023" y="446079"/>
                        </a:cubicBezTo>
                        <a:lnTo>
                          <a:pt x="188086" y="346822"/>
                        </a:lnTo>
                        <a:cubicBezTo>
                          <a:pt x="178742" y="337225"/>
                          <a:pt x="179009" y="321941"/>
                          <a:pt x="188620" y="312522"/>
                        </a:cubicBezTo>
                        <a:cubicBezTo>
                          <a:pt x="198054" y="303191"/>
                          <a:pt x="213361" y="303458"/>
                          <a:pt x="222617" y="313055"/>
                        </a:cubicBezTo>
                        <a:lnTo>
                          <a:pt x="277437" y="369392"/>
                        </a:lnTo>
                        <a:lnTo>
                          <a:pt x="277437" y="24259"/>
                        </a:lnTo>
                        <a:cubicBezTo>
                          <a:pt x="277437" y="10930"/>
                          <a:pt x="288295" y="0"/>
                          <a:pt x="30155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  <p:grpSp>
              <p:nvGrpSpPr>
                <p:cNvPr id="47" name="iṧḻíḍê">
                  <a:extLst>
                    <a:ext uri="{FF2B5EF4-FFF2-40B4-BE49-F238E27FC236}">
                      <a16:creationId xmlns:a16="http://schemas.microsoft.com/office/drawing/2014/main" id="{09E883E7-0065-4E12-ACFE-7FF948F17A89}"/>
                    </a:ext>
                  </a:extLst>
                </p:cNvPr>
                <p:cNvGrpSpPr/>
                <p:nvPr/>
              </p:nvGrpSpPr>
              <p:grpSpPr>
                <a:xfrm>
                  <a:off x="5801384" y="4910369"/>
                  <a:ext cx="557028" cy="557028"/>
                  <a:chOff x="7013908" y="2682417"/>
                  <a:chExt cx="489623" cy="489623"/>
                </a:xfrm>
              </p:grpSpPr>
              <p:sp>
                <p:nvSpPr>
                  <p:cNvPr id="48" name="î$líḓé">
                    <a:extLst>
                      <a:ext uri="{FF2B5EF4-FFF2-40B4-BE49-F238E27FC236}">
                        <a16:creationId xmlns:a16="http://schemas.microsoft.com/office/drawing/2014/main" id="{C620D0C3-A0AC-4738-AA50-C491A0FAD2E3}"/>
                      </a:ext>
                    </a:extLst>
                  </p:cNvPr>
                  <p:cNvSpPr/>
                  <p:nvPr/>
                </p:nvSpPr>
                <p:spPr>
                  <a:xfrm>
                    <a:off x="7013908" y="2682417"/>
                    <a:ext cx="489623" cy="489623"/>
                  </a:xfrm>
                  <a:prstGeom prst="ellipse">
                    <a:avLst/>
                  </a:prstGeom>
                  <a:solidFill>
                    <a:schemeClr val="bg1"/>
                  </a:solidFill>
                  <a:ln w="19050" cap="flat" cmpd="sng" algn="ctr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  <p:sp>
                <p:nvSpPr>
                  <p:cNvPr id="49" name="ïṥlíḓé">
                    <a:extLst>
                      <a:ext uri="{FF2B5EF4-FFF2-40B4-BE49-F238E27FC236}">
                        <a16:creationId xmlns:a16="http://schemas.microsoft.com/office/drawing/2014/main" id="{9C9F0091-6EF0-40E2-A31F-0FB7DC23364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7147375" y="2816061"/>
                    <a:ext cx="222690" cy="222336"/>
                  </a:xfrm>
                  <a:custGeom>
                    <a:avLst/>
                    <a:gdLst>
                      <a:gd name="connsiteX0" fmla="*/ 325000 h 606722"/>
                      <a:gd name="connsiteY0" fmla="*/ 325000 h 606722"/>
                      <a:gd name="connsiteX1" fmla="*/ 325000 h 606722"/>
                      <a:gd name="connsiteY1" fmla="*/ 325000 h 606722"/>
                      <a:gd name="connsiteX2" fmla="*/ 325000 h 606722"/>
                      <a:gd name="connsiteY2" fmla="*/ 325000 h 606722"/>
                      <a:gd name="connsiteX3" fmla="*/ 325000 h 606722"/>
                      <a:gd name="connsiteY3" fmla="*/ 325000 h 606722"/>
                      <a:gd name="connsiteX4" fmla="*/ 325000 h 606722"/>
                      <a:gd name="connsiteY4" fmla="*/ 325000 h 606722"/>
                      <a:gd name="connsiteX5" fmla="*/ 325000 h 606722"/>
                      <a:gd name="connsiteY5" fmla="*/ 325000 h 606722"/>
                      <a:gd name="connsiteX6" fmla="*/ 325000 h 606722"/>
                      <a:gd name="connsiteY6" fmla="*/ 325000 h 606722"/>
                      <a:gd name="connsiteX7" fmla="*/ 325000 h 606722"/>
                      <a:gd name="connsiteY7" fmla="*/ 325000 h 606722"/>
                      <a:gd name="connsiteX8" fmla="*/ 325000 h 606722"/>
                      <a:gd name="connsiteY8" fmla="*/ 325000 h 606722"/>
                      <a:gd name="connsiteX9" fmla="*/ 325000 h 606722"/>
                      <a:gd name="connsiteY9" fmla="*/ 325000 h 606722"/>
                      <a:gd name="connsiteX10" fmla="*/ 325000 h 606722"/>
                      <a:gd name="connsiteY10" fmla="*/ 325000 h 606722"/>
                      <a:gd name="connsiteX11" fmla="*/ 325000 h 606722"/>
                      <a:gd name="connsiteY11" fmla="*/ 325000 h 606722"/>
                      <a:gd name="connsiteX12" fmla="*/ 325000 h 606722"/>
                      <a:gd name="connsiteY12" fmla="*/ 325000 h 606722"/>
                      <a:gd name="connsiteX13" fmla="*/ 325000 h 606722"/>
                      <a:gd name="connsiteY13" fmla="*/ 325000 h 606722"/>
                      <a:gd name="connsiteX14" fmla="*/ 325000 h 606722"/>
                      <a:gd name="connsiteY14" fmla="*/ 325000 h 606722"/>
                      <a:gd name="connsiteX15" fmla="*/ 325000 h 606722"/>
                      <a:gd name="connsiteY15" fmla="*/ 325000 h 606722"/>
                      <a:gd name="connsiteX16" fmla="*/ 325000 h 606722"/>
                      <a:gd name="connsiteY16" fmla="*/ 325000 h 606722"/>
                      <a:gd name="connsiteX17" fmla="*/ 325000 h 606722"/>
                      <a:gd name="connsiteY17" fmla="*/ 325000 h 606722"/>
                      <a:gd name="connsiteX18" fmla="*/ 325000 h 606722"/>
                      <a:gd name="connsiteY18" fmla="*/ 325000 h 606722"/>
                      <a:gd name="connsiteX19" fmla="*/ 325000 h 606722"/>
                      <a:gd name="connsiteY19" fmla="*/ 325000 h 606722"/>
                      <a:gd name="connsiteX20" fmla="*/ 325000 h 606722"/>
                      <a:gd name="connsiteY20" fmla="*/ 325000 h 606722"/>
                      <a:gd name="connsiteX21" fmla="*/ 325000 h 606722"/>
                      <a:gd name="connsiteY21" fmla="*/ 325000 h 606722"/>
                      <a:gd name="connsiteX22" fmla="*/ 325000 h 606722"/>
                      <a:gd name="connsiteY22" fmla="*/ 325000 h 606722"/>
                      <a:gd name="connsiteX23" fmla="*/ 325000 h 606722"/>
                      <a:gd name="connsiteY23" fmla="*/ 325000 h 606722"/>
                      <a:gd name="connsiteX24" fmla="*/ 325000 h 606722"/>
                      <a:gd name="connsiteY24" fmla="*/ 325000 h 606722"/>
                      <a:gd name="connsiteX25" fmla="*/ 325000 h 606722"/>
                      <a:gd name="connsiteY25" fmla="*/ 325000 h 606722"/>
                      <a:gd name="connsiteX26" fmla="*/ 325000 h 606722"/>
                      <a:gd name="connsiteY26" fmla="*/ 325000 h 606722"/>
                      <a:gd name="connsiteX27" fmla="*/ 325000 h 606722"/>
                      <a:gd name="connsiteY27" fmla="*/ 325000 h 606722"/>
                      <a:gd name="connsiteX28" fmla="*/ 325000 h 606722"/>
                      <a:gd name="connsiteY28" fmla="*/ 325000 h 606722"/>
                      <a:gd name="connsiteX29" fmla="*/ 325000 h 606722"/>
                      <a:gd name="connsiteY29" fmla="*/ 325000 h 606722"/>
                      <a:gd name="connsiteX30" fmla="*/ 325000 h 606722"/>
                      <a:gd name="connsiteY30" fmla="*/ 325000 h 606722"/>
                      <a:gd name="connsiteX31" fmla="*/ 325000 h 606722"/>
                      <a:gd name="connsiteY31" fmla="*/ 325000 h 606722"/>
                      <a:gd name="connsiteX32" fmla="*/ 325000 h 606722"/>
                      <a:gd name="connsiteY32" fmla="*/ 325000 h 606722"/>
                      <a:gd name="connsiteX33" fmla="*/ 325000 h 606722"/>
                      <a:gd name="connsiteY33" fmla="*/ 325000 h 606722"/>
                      <a:gd name="connsiteX34" fmla="*/ 325000 h 606722"/>
                      <a:gd name="connsiteY34" fmla="*/ 325000 h 606722"/>
                      <a:gd name="connsiteX35" fmla="*/ 325000 h 606722"/>
                      <a:gd name="connsiteY35" fmla="*/ 325000 h 606722"/>
                      <a:gd name="connsiteX36" fmla="*/ 325000 h 606722"/>
                      <a:gd name="connsiteY36" fmla="*/ 325000 h 606722"/>
                      <a:gd name="connsiteX37" fmla="*/ 325000 h 606722"/>
                      <a:gd name="connsiteY37" fmla="*/ 325000 h 606722"/>
                      <a:gd name="connsiteX38" fmla="*/ 325000 h 606722"/>
                      <a:gd name="connsiteY38" fmla="*/ 325000 h 606722"/>
                      <a:gd name="connsiteX39" fmla="*/ 325000 h 606722"/>
                      <a:gd name="connsiteY39" fmla="*/ 325000 h 6067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</a:cxnLst>
                    <a:rect l="l" t="t" r="r" b="b"/>
                    <a:pathLst>
                      <a:path w="581459" h="580542">
                        <a:moveTo>
                          <a:pt x="213875" y="146706"/>
                        </a:moveTo>
                        <a:cubicBezTo>
                          <a:pt x="227226" y="146706"/>
                          <a:pt x="238084" y="157547"/>
                          <a:pt x="238084" y="171055"/>
                        </a:cubicBezTo>
                        <a:cubicBezTo>
                          <a:pt x="238084" y="184562"/>
                          <a:pt x="227226" y="195493"/>
                          <a:pt x="213875" y="195493"/>
                        </a:cubicBezTo>
                        <a:cubicBezTo>
                          <a:pt x="161630" y="195493"/>
                          <a:pt x="118998" y="238236"/>
                          <a:pt x="118998" y="290755"/>
                        </a:cubicBezTo>
                        <a:cubicBezTo>
                          <a:pt x="118998" y="300086"/>
                          <a:pt x="120422" y="309328"/>
                          <a:pt x="123092" y="318214"/>
                        </a:cubicBezTo>
                        <a:cubicBezTo>
                          <a:pt x="126741" y="330300"/>
                          <a:pt x="120422" y="343274"/>
                          <a:pt x="108673" y="347895"/>
                        </a:cubicBezTo>
                        <a:cubicBezTo>
                          <a:pt x="72182" y="362291"/>
                          <a:pt x="48507" y="397126"/>
                          <a:pt x="48507" y="436582"/>
                        </a:cubicBezTo>
                        <a:cubicBezTo>
                          <a:pt x="48507" y="489101"/>
                          <a:pt x="91050" y="531844"/>
                          <a:pt x="143384" y="531844"/>
                        </a:cubicBezTo>
                        <a:lnTo>
                          <a:pt x="438164" y="531844"/>
                        </a:lnTo>
                        <a:cubicBezTo>
                          <a:pt x="490320" y="531844"/>
                          <a:pt x="532952" y="489101"/>
                          <a:pt x="532952" y="436582"/>
                        </a:cubicBezTo>
                        <a:cubicBezTo>
                          <a:pt x="532952" y="408678"/>
                          <a:pt x="520759" y="382108"/>
                          <a:pt x="499398" y="363979"/>
                        </a:cubicBezTo>
                        <a:cubicBezTo>
                          <a:pt x="494147" y="359625"/>
                          <a:pt x="491032" y="353049"/>
                          <a:pt x="490854" y="346207"/>
                        </a:cubicBezTo>
                        <a:cubicBezTo>
                          <a:pt x="489252" y="294399"/>
                          <a:pt x="447598" y="253876"/>
                          <a:pt x="395976" y="253876"/>
                        </a:cubicBezTo>
                        <a:cubicBezTo>
                          <a:pt x="382625" y="253876"/>
                          <a:pt x="371767" y="243035"/>
                          <a:pt x="371767" y="229528"/>
                        </a:cubicBezTo>
                        <a:cubicBezTo>
                          <a:pt x="371767" y="216020"/>
                          <a:pt x="382625" y="205090"/>
                          <a:pt x="395976" y="205090"/>
                        </a:cubicBezTo>
                        <a:cubicBezTo>
                          <a:pt x="433535" y="205090"/>
                          <a:pt x="468959" y="219575"/>
                          <a:pt x="495927" y="245879"/>
                        </a:cubicBezTo>
                        <a:cubicBezTo>
                          <a:pt x="520225" y="269517"/>
                          <a:pt x="535177" y="300441"/>
                          <a:pt x="538648" y="334032"/>
                        </a:cubicBezTo>
                        <a:cubicBezTo>
                          <a:pt x="565972" y="361047"/>
                          <a:pt x="581459" y="397748"/>
                          <a:pt x="581459" y="436582"/>
                        </a:cubicBezTo>
                        <a:cubicBezTo>
                          <a:pt x="581459" y="516026"/>
                          <a:pt x="517199" y="580542"/>
                          <a:pt x="438164" y="580542"/>
                        </a:cubicBezTo>
                        <a:lnTo>
                          <a:pt x="143384" y="580542"/>
                        </a:lnTo>
                        <a:cubicBezTo>
                          <a:pt x="64349" y="580542"/>
                          <a:pt x="0" y="516026"/>
                          <a:pt x="0" y="436582"/>
                        </a:cubicBezTo>
                        <a:cubicBezTo>
                          <a:pt x="0" y="407079"/>
                          <a:pt x="8811" y="378820"/>
                          <a:pt x="25544" y="354471"/>
                        </a:cubicBezTo>
                        <a:cubicBezTo>
                          <a:pt x="37737" y="336698"/>
                          <a:pt x="53669" y="322124"/>
                          <a:pt x="72004" y="311638"/>
                        </a:cubicBezTo>
                        <a:cubicBezTo>
                          <a:pt x="70936" y="304618"/>
                          <a:pt x="70491" y="297598"/>
                          <a:pt x="70491" y="290666"/>
                        </a:cubicBezTo>
                        <a:cubicBezTo>
                          <a:pt x="70491" y="211222"/>
                          <a:pt x="134840" y="146706"/>
                          <a:pt x="213875" y="146706"/>
                        </a:cubicBezTo>
                        <a:close/>
                        <a:moveTo>
                          <a:pt x="301555" y="0"/>
                        </a:moveTo>
                        <a:cubicBezTo>
                          <a:pt x="314815" y="0"/>
                          <a:pt x="325673" y="10930"/>
                          <a:pt x="325673" y="24259"/>
                        </a:cubicBezTo>
                        <a:lnTo>
                          <a:pt x="325673" y="369392"/>
                        </a:lnTo>
                        <a:lnTo>
                          <a:pt x="379960" y="313055"/>
                        </a:lnTo>
                        <a:cubicBezTo>
                          <a:pt x="389215" y="303458"/>
                          <a:pt x="404433" y="303191"/>
                          <a:pt x="414045" y="312522"/>
                        </a:cubicBezTo>
                        <a:cubicBezTo>
                          <a:pt x="423567" y="321763"/>
                          <a:pt x="423745" y="337225"/>
                          <a:pt x="414490" y="346822"/>
                        </a:cubicBezTo>
                        <a:lnTo>
                          <a:pt x="318642" y="446079"/>
                        </a:lnTo>
                        <a:cubicBezTo>
                          <a:pt x="314103" y="450788"/>
                          <a:pt x="307874" y="453454"/>
                          <a:pt x="301288" y="453454"/>
                        </a:cubicBezTo>
                        <a:cubicBezTo>
                          <a:pt x="294791" y="453454"/>
                          <a:pt x="288473" y="450788"/>
                          <a:pt x="284023" y="446079"/>
                        </a:cubicBezTo>
                        <a:lnTo>
                          <a:pt x="188086" y="346822"/>
                        </a:lnTo>
                        <a:cubicBezTo>
                          <a:pt x="178742" y="337225"/>
                          <a:pt x="179009" y="321941"/>
                          <a:pt x="188620" y="312522"/>
                        </a:cubicBezTo>
                        <a:cubicBezTo>
                          <a:pt x="198054" y="303191"/>
                          <a:pt x="213361" y="303458"/>
                          <a:pt x="222617" y="313055"/>
                        </a:cubicBezTo>
                        <a:lnTo>
                          <a:pt x="277437" y="369392"/>
                        </a:lnTo>
                        <a:lnTo>
                          <a:pt x="277437" y="24259"/>
                        </a:lnTo>
                        <a:cubicBezTo>
                          <a:pt x="277437" y="10930"/>
                          <a:pt x="288295" y="0"/>
                          <a:pt x="301555" y="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="ctr"/>
                  <a:lstStyle/>
                  <a:p>
                    <a:pPr algn="ctr"/>
                    <a:endParaRPr/>
                  </a:p>
                </p:txBody>
              </p:sp>
            </p:grpSp>
          </p:grpSp>
          <p:sp>
            <p:nvSpPr>
              <p:cNvPr id="28" name="îṡlïḋe">
                <a:extLst>
                  <a:ext uri="{FF2B5EF4-FFF2-40B4-BE49-F238E27FC236}">
                    <a16:creationId xmlns:a16="http://schemas.microsoft.com/office/drawing/2014/main" id="{14F9B730-C4E2-438F-A095-5FF4EA2AEC16}"/>
                  </a:ext>
                </a:extLst>
              </p:cNvPr>
              <p:cNvSpPr/>
              <p:nvPr/>
            </p:nvSpPr>
            <p:spPr bwMode="auto">
              <a:xfrm>
                <a:off x="5542982" y="2646338"/>
                <a:ext cx="1230400" cy="379554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r" defTabSz="914400"/>
                <a:r>
                  <a:rPr lang="en-US" altLang="zh-CN" sz="1200" b="1" i="1" kern="0"/>
                  <a:t>T</a:t>
                </a:r>
                <a:r>
                  <a:rPr lang="en-US" altLang="zh-CN" sz="100" b="1" i="1" kern="0"/>
                  <a:t> </a:t>
                </a:r>
                <a:r>
                  <a:rPr lang="en-US" altLang="zh-CN" sz="1200" b="1" i="1" kern="0"/>
                  <a:t>ext</a:t>
                </a:r>
                <a:endParaRPr lang="zh-CN" altLang="en-US" sz="1200" b="1" i="1" kern="0" dirty="0"/>
              </a:p>
            </p:txBody>
          </p:sp>
          <p:sp>
            <p:nvSpPr>
              <p:cNvPr id="29" name="íş1iḓé">
                <a:extLst>
                  <a:ext uri="{FF2B5EF4-FFF2-40B4-BE49-F238E27FC236}">
                    <a16:creationId xmlns:a16="http://schemas.microsoft.com/office/drawing/2014/main" id="{D60FC0E8-2D39-43CA-81A0-C2BB1A526213}"/>
                  </a:ext>
                </a:extLst>
              </p:cNvPr>
              <p:cNvSpPr/>
              <p:nvPr/>
            </p:nvSpPr>
            <p:spPr bwMode="auto">
              <a:xfrm>
                <a:off x="5542982" y="4237834"/>
                <a:ext cx="1230400" cy="379554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r" defTabSz="914400"/>
                <a:r>
                  <a:rPr lang="en-US" altLang="zh-CN" sz="1200" b="1" i="1" kern="0"/>
                  <a:t>T</a:t>
                </a:r>
                <a:r>
                  <a:rPr lang="en-US" altLang="zh-CN" sz="100" b="1" i="1" kern="0"/>
                  <a:t> </a:t>
                </a:r>
                <a:r>
                  <a:rPr lang="en-US" altLang="zh-CN" sz="1200" b="1" i="1" kern="0"/>
                  <a:t>ext</a:t>
                </a:r>
                <a:endParaRPr lang="zh-CN" altLang="en-US" sz="1200" b="1" i="1" kern="0" dirty="0"/>
              </a:p>
            </p:txBody>
          </p:sp>
          <p:sp>
            <p:nvSpPr>
              <p:cNvPr id="30" name="ïsḷíḍè">
                <a:extLst>
                  <a:ext uri="{FF2B5EF4-FFF2-40B4-BE49-F238E27FC236}">
                    <a16:creationId xmlns:a16="http://schemas.microsoft.com/office/drawing/2014/main" id="{258C7DE1-DC39-4032-A592-205F7797741C}"/>
                  </a:ext>
                </a:extLst>
              </p:cNvPr>
              <p:cNvSpPr/>
              <p:nvPr/>
            </p:nvSpPr>
            <p:spPr bwMode="auto">
              <a:xfrm>
                <a:off x="10290088" y="2646338"/>
                <a:ext cx="1230400" cy="379554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defTabSz="914400"/>
                <a:r>
                  <a:rPr lang="en-US" altLang="zh-CN" sz="1200" b="1" i="1" kern="0"/>
                  <a:t>T</a:t>
                </a:r>
                <a:r>
                  <a:rPr lang="en-US" altLang="zh-CN" sz="100" b="1" i="1" kern="0"/>
                  <a:t> </a:t>
                </a:r>
                <a:r>
                  <a:rPr lang="en-US" altLang="zh-CN" sz="1200" b="1" i="1" kern="0"/>
                  <a:t>ext</a:t>
                </a:r>
                <a:endParaRPr lang="zh-CN" altLang="en-US" sz="1200" b="1" i="1" kern="0" dirty="0"/>
              </a:p>
            </p:txBody>
          </p:sp>
          <p:sp>
            <p:nvSpPr>
              <p:cNvPr id="31" name="iŝlïḓè">
                <a:extLst>
                  <a:ext uri="{FF2B5EF4-FFF2-40B4-BE49-F238E27FC236}">
                    <a16:creationId xmlns:a16="http://schemas.microsoft.com/office/drawing/2014/main" id="{F42BC127-0D03-4811-B028-12D017617C3C}"/>
                  </a:ext>
                </a:extLst>
              </p:cNvPr>
              <p:cNvSpPr/>
              <p:nvPr/>
            </p:nvSpPr>
            <p:spPr bwMode="auto">
              <a:xfrm>
                <a:off x="10290088" y="4237834"/>
                <a:ext cx="1230400" cy="379554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defTabSz="914400"/>
                <a:r>
                  <a:rPr lang="en-US" altLang="zh-CN" sz="1200" b="1" i="1" kern="0"/>
                  <a:t>Te</a:t>
                </a:r>
                <a:r>
                  <a:rPr lang="en-US" altLang="zh-CN" sz="100" b="1" i="1" kern="0"/>
                  <a:t> </a:t>
                </a:r>
                <a:r>
                  <a:rPr lang="en-US" altLang="zh-CN" sz="1200" b="1" i="1" kern="0"/>
                  <a:t>xt</a:t>
                </a:r>
                <a:endParaRPr lang="zh-CN" altLang="en-US" sz="1200" b="1" i="1" kern="0" dirty="0"/>
              </a:p>
            </p:txBody>
          </p:sp>
          <p:sp>
            <p:nvSpPr>
              <p:cNvPr id="32" name="îṣ1îḑe">
                <a:extLst>
                  <a:ext uri="{FF2B5EF4-FFF2-40B4-BE49-F238E27FC236}">
                    <a16:creationId xmlns:a16="http://schemas.microsoft.com/office/drawing/2014/main" id="{8C5F316F-0D2D-407B-BE36-06EB262C6F38}"/>
                  </a:ext>
                </a:extLst>
              </p:cNvPr>
              <p:cNvSpPr/>
              <p:nvPr/>
            </p:nvSpPr>
            <p:spPr bwMode="auto">
              <a:xfrm>
                <a:off x="7959326" y="1247069"/>
                <a:ext cx="1230400" cy="379554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200" b="1" i="1" kern="0"/>
                  <a:t>Te</a:t>
                </a:r>
                <a:r>
                  <a:rPr lang="en-US" altLang="zh-CN" sz="100" b="1" i="1" kern="0"/>
                  <a:t> </a:t>
                </a:r>
                <a:r>
                  <a:rPr lang="en-US" altLang="zh-CN" sz="1200" b="1" i="1" kern="0"/>
                  <a:t>xt</a:t>
                </a:r>
                <a:endParaRPr lang="zh-CN" altLang="en-US" sz="1200" b="1" i="1" kern="0" dirty="0"/>
              </a:p>
            </p:txBody>
          </p:sp>
          <p:sp>
            <p:nvSpPr>
              <p:cNvPr id="33" name="ïśľiḑe">
                <a:extLst>
                  <a:ext uri="{FF2B5EF4-FFF2-40B4-BE49-F238E27FC236}">
                    <a16:creationId xmlns:a16="http://schemas.microsoft.com/office/drawing/2014/main" id="{41C3C9B8-376E-4D2E-8744-DDBD5CA8AEF2}"/>
                  </a:ext>
                </a:extLst>
              </p:cNvPr>
              <p:cNvSpPr/>
              <p:nvPr/>
            </p:nvSpPr>
            <p:spPr bwMode="auto">
              <a:xfrm>
                <a:off x="7959326" y="5526854"/>
                <a:ext cx="1230400" cy="379554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200" b="1" i="1" kern="0"/>
                  <a:t>Te</a:t>
                </a:r>
                <a:r>
                  <a:rPr lang="en-US" altLang="zh-CN" sz="100" b="1" i="1" kern="0"/>
                  <a:t> </a:t>
                </a:r>
                <a:r>
                  <a:rPr lang="en-US" altLang="zh-CN" sz="1200" b="1" i="1" kern="0"/>
                  <a:t>xt</a:t>
                </a:r>
                <a:endParaRPr lang="zh-CN" altLang="en-US" sz="1200" b="1" i="1" kern="0" dirty="0"/>
              </a:p>
            </p:txBody>
          </p:sp>
        </p:grpSp>
        <p:grpSp>
          <p:nvGrpSpPr>
            <p:cNvPr id="7" name="îṣļîḑè">
              <a:extLst>
                <a:ext uri="{FF2B5EF4-FFF2-40B4-BE49-F238E27FC236}">
                  <a16:creationId xmlns:a16="http://schemas.microsoft.com/office/drawing/2014/main" id="{549C8602-0954-4C40-9A88-2B31BB82BDCE}"/>
                </a:ext>
              </a:extLst>
            </p:cNvPr>
            <p:cNvGrpSpPr/>
            <p:nvPr/>
          </p:nvGrpSpPr>
          <p:grpSpPr>
            <a:xfrm>
              <a:off x="673100" y="1854252"/>
              <a:ext cx="1849411" cy="997227"/>
              <a:chOff x="1812227" y="1428509"/>
              <a:chExt cx="1910608" cy="1030224"/>
            </a:xfrm>
          </p:grpSpPr>
          <p:sp>
            <p:nvSpPr>
              <p:cNvPr id="25" name="išļiďé">
                <a:extLst>
                  <a:ext uri="{FF2B5EF4-FFF2-40B4-BE49-F238E27FC236}">
                    <a16:creationId xmlns:a16="http://schemas.microsoft.com/office/drawing/2014/main" id="{9DDC05AC-F4B6-4643-B7A8-37E02DEA1977}"/>
                  </a:ext>
                </a:extLst>
              </p:cNvPr>
              <p:cNvSpPr/>
              <p:nvPr/>
            </p:nvSpPr>
            <p:spPr bwMode="auto">
              <a:xfrm>
                <a:off x="1812227" y="1428509"/>
                <a:ext cx="1910608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/>
                  <a:t>Text h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ere</a:t>
                </a:r>
                <a:endParaRPr lang="zh-CN" altLang="en-US" sz="1600" b="1" kern="0" dirty="0"/>
              </a:p>
            </p:txBody>
          </p:sp>
          <p:sp>
            <p:nvSpPr>
              <p:cNvPr id="26" name="íṡľîḍé">
                <a:extLst>
                  <a:ext uri="{FF2B5EF4-FFF2-40B4-BE49-F238E27FC236}">
                    <a16:creationId xmlns:a16="http://schemas.microsoft.com/office/drawing/2014/main" id="{3E9B80F7-5809-490E-85CC-0DFB4C3C3982}"/>
                  </a:ext>
                </a:extLst>
              </p:cNvPr>
              <p:cNvSpPr/>
              <p:nvPr/>
            </p:nvSpPr>
            <p:spPr>
              <a:xfrm>
                <a:off x="1812227" y="1820622"/>
                <a:ext cx="1910608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text h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ere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8" name="íśľïḑe">
              <a:extLst>
                <a:ext uri="{FF2B5EF4-FFF2-40B4-BE49-F238E27FC236}">
                  <a16:creationId xmlns:a16="http://schemas.microsoft.com/office/drawing/2014/main" id="{6F859E6B-D2C4-44D0-9FF2-77200C458B1A}"/>
                </a:ext>
              </a:extLst>
            </p:cNvPr>
            <p:cNvGrpSpPr/>
            <p:nvPr/>
          </p:nvGrpSpPr>
          <p:grpSpPr>
            <a:xfrm>
              <a:off x="673100" y="3101037"/>
              <a:ext cx="1849411" cy="997227"/>
              <a:chOff x="1812227" y="1428509"/>
              <a:chExt cx="1910608" cy="1030224"/>
            </a:xfrm>
          </p:grpSpPr>
          <p:sp>
            <p:nvSpPr>
              <p:cNvPr id="23" name="ïṥ1ïḍê">
                <a:extLst>
                  <a:ext uri="{FF2B5EF4-FFF2-40B4-BE49-F238E27FC236}">
                    <a16:creationId xmlns:a16="http://schemas.microsoft.com/office/drawing/2014/main" id="{574DACD6-CF43-484C-8BF9-F83E650AE77F}"/>
                  </a:ext>
                </a:extLst>
              </p:cNvPr>
              <p:cNvSpPr/>
              <p:nvPr/>
            </p:nvSpPr>
            <p:spPr bwMode="auto">
              <a:xfrm>
                <a:off x="1812227" y="1428509"/>
                <a:ext cx="1910608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/>
                  <a:t>Text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 </a:t>
                </a:r>
                <a:r>
                  <a:rPr lang="en-US" altLang="zh-CN" sz="1600" b="1" kern="0" dirty="0"/>
                  <a:t>here</a:t>
                </a:r>
                <a:endParaRPr lang="zh-CN" altLang="en-US" sz="1600" b="1" kern="0" dirty="0"/>
              </a:p>
            </p:txBody>
          </p:sp>
          <p:sp>
            <p:nvSpPr>
              <p:cNvPr id="24" name="íŝļïdé">
                <a:extLst>
                  <a:ext uri="{FF2B5EF4-FFF2-40B4-BE49-F238E27FC236}">
                    <a16:creationId xmlns:a16="http://schemas.microsoft.com/office/drawing/2014/main" id="{FDE2CE69-A2FF-4C26-8B3E-20C46682B170}"/>
                  </a:ext>
                </a:extLst>
              </p:cNvPr>
              <p:cNvSpPr/>
              <p:nvPr/>
            </p:nvSpPr>
            <p:spPr>
              <a:xfrm>
                <a:off x="1812227" y="1820622"/>
                <a:ext cx="1910608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 te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xt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9" name="îŝľîďê">
              <a:extLst>
                <a:ext uri="{FF2B5EF4-FFF2-40B4-BE49-F238E27FC236}">
                  <a16:creationId xmlns:a16="http://schemas.microsoft.com/office/drawing/2014/main" id="{19825BA3-D9A2-4569-8417-6E5C394C6C94}"/>
                </a:ext>
              </a:extLst>
            </p:cNvPr>
            <p:cNvGrpSpPr/>
            <p:nvPr/>
          </p:nvGrpSpPr>
          <p:grpSpPr>
            <a:xfrm>
              <a:off x="673100" y="4347825"/>
              <a:ext cx="1849411" cy="997227"/>
              <a:chOff x="1812227" y="1428509"/>
              <a:chExt cx="1910608" cy="1030224"/>
            </a:xfrm>
          </p:grpSpPr>
          <p:sp>
            <p:nvSpPr>
              <p:cNvPr id="21" name="iṣľïḍè">
                <a:extLst>
                  <a:ext uri="{FF2B5EF4-FFF2-40B4-BE49-F238E27FC236}">
                    <a16:creationId xmlns:a16="http://schemas.microsoft.com/office/drawing/2014/main" id="{E93AF096-A32E-4C8B-B61C-5752FA93FA7F}"/>
                  </a:ext>
                </a:extLst>
              </p:cNvPr>
              <p:cNvSpPr/>
              <p:nvPr/>
            </p:nvSpPr>
            <p:spPr bwMode="auto">
              <a:xfrm>
                <a:off x="1812227" y="1428509"/>
                <a:ext cx="1910608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/>
                  <a:t>Text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 </a:t>
                </a:r>
                <a:r>
                  <a:rPr lang="en-US" altLang="zh-CN" sz="1600" b="1" kern="0" dirty="0"/>
                  <a:t>here</a:t>
                </a:r>
                <a:endParaRPr lang="zh-CN" altLang="en-US" sz="1600" b="1" kern="0" dirty="0"/>
              </a:p>
            </p:txBody>
          </p:sp>
          <p:sp>
            <p:nvSpPr>
              <p:cNvPr id="22" name="iṧľîdé">
                <a:extLst>
                  <a:ext uri="{FF2B5EF4-FFF2-40B4-BE49-F238E27FC236}">
                    <a16:creationId xmlns:a16="http://schemas.microsoft.com/office/drawing/2014/main" id="{C55BA645-15F3-4497-8247-BE0D7DA68CC6}"/>
                  </a:ext>
                </a:extLst>
              </p:cNvPr>
              <p:cNvSpPr/>
              <p:nvPr/>
            </p:nvSpPr>
            <p:spPr>
              <a:xfrm>
                <a:off x="1812227" y="1820622"/>
                <a:ext cx="1910608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 te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xt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A72AB1D-CCD6-43EE-AD89-D1364E57DC79}"/>
                </a:ext>
              </a:extLst>
            </p:cNvPr>
            <p:cNvCxnSpPr/>
            <p:nvPr/>
          </p:nvCxnSpPr>
          <p:spPr>
            <a:xfrm>
              <a:off x="673099" y="2976256"/>
              <a:ext cx="455864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6FBEF5F3-4882-445E-B1FA-21CCDAFEF3CD}"/>
                </a:ext>
              </a:extLst>
            </p:cNvPr>
            <p:cNvCxnSpPr/>
            <p:nvPr/>
          </p:nvCxnSpPr>
          <p:spPr>
            <a:xfrm>
              <a:off x="673099" y="4223043"/>
              <a:ext cx="4558645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iSlïḑè">
              <a:extLst>
                <a:ext uri="{FF2B5EF4-FFF2-40B4-BE49-F238E27FC236}">
                  <a16:creationId xmlns:a16="http://schemas.microsoft.com/office/drawing/2014/main" id="{B81E1780-7B06-4D9F-8E1A-2D2C66D28050}"/>
                </a:ext>
              </a:extLst>
            </p:cNvPr>
            <p:cNvGrpSpPr/>
            <p:nvPr/>
          </p:nvGrpSpPr>
          <p:grpSpPr>
            <a:xfrm>
              <a:off x="3382333" y="1854252"/>
              <a:ext cx="1849411" cy="997227"/>
              <a:chOff x="1812227" y="1428509"/>
              <a:chExt cx="1910608" cy="1030224"/>
            </a:xfrm>
          </p:grpSpPr>
          <p:sp>
            <p:nvSpPr>
              <p:cNvPr id="19" name="ïşḻîḑè">
                <a:extLst>
                  <a:ext uri="{FF2B5EF4-FFF2-40B4-BE49-F238E27FC236}">
                    <a16:creationId xmlns:a16="http://schemas.microsoft.com/office/drawing/2014/main" id="{F1445FF1-10EC-419C-9CE6-03D29F50509C}"/>
                  </a:ext>
                </a:extLst>
              </p:cNvPr>
              <p:cNvSpPr/>
              <p:nvPr/>
            </p:nvSpPr>
            <p:spPr bwMode="auto">
              <a:xfrm>
                <a:off x="1812227" y="1428509"/>
                <a:ext cx="1910608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/>
                  <a:t>Text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 </a:t>
                </a:r>
                <a:r>
                  <a:rPr lang="en-US" altLang="zh-CN" sz="1600" b="1" kern="0" dirty="0"/>
                  <a:t>here</a:t>
                </a:r>
                <a:endParaRPr lang="zh-CN" altLang="en-US" sz="1600" b="1" kern="0" dirty="0"/>
              </a:p>
            </p:txBody>
          </p:sp>
          <p:sp>
            <p:nvSpPr>
              <p:cNvPr id="20" name="ïSlíḓê">
                <a:extLst>
                  <a:ext uri="{FF2B5EF4-FFF2-40B4-BE49-F238E27FC236}">
                    <a16:creationId xmlns:a16="http://schemas.microsoft.com/office/drawing/2014/main" id="{F424914A-783C-424B-949E-BD9A375706C6}"/>
                  </a:ext>
                </a:extLst>
              </p:cNvPr>
              <p:cNvSpPr/>
              <p:nvPr/>
            </p:nvSpPr>
            <p:spPr>
              <a:xfrm>
                <a:off x="1812227" y="1820622"/>
                <a:ext cx="1910608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Supporting text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here.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endParaRPr lang="en-US" altLang="zh-CN" sz="100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13" name="íslîḑè">
              <a:extLst>
                <a:ext uri="{FF2B5EF4-FFF2-40B4-BE49-F238E27FC236}">
                  <a16:creationId xmlns:a16="http://schemas.microsoft.com/office/drawing/2014/main" id="{9736B5CE-4016-4CE0-988D-CCBEA0F6EE13}"/>
                </a:ext>
              </a:extLst>
            </p:cNvPr>
            <p:cNvGrpSpPr/>
            <p:nvPr/>
          </p:nvGrpSpPr>
          <p:grpSpPr>
            <a:xfrm>
              <a:off x="3382333" y="3101037"/>
              <a:ext cx="1849411" cy="997227"/>
              <a:chOff x="1812227" y="1428509"/>
              <a:chExt cx="1910608" cy="1030224"/>
            </a:xfrm>
          </p:grpSpPr>
          <p:sp>
            <p:nvSpPr>
              <p:cNvPr id="17" name="iṧḻíḓê">
                <a:extLst>
                  <a:ext uri="{FF2B5EF4-FFF2-40B4-BE49-F238E27FC236}">
                    <a16:creationId xmlns:a16="http://schemas.microsoft.com/office/drawing/2014/main" id="{894DEA21-1D09-4A6A-819B-65D7599B5536}"/>
                  </a:ext>
                </a:extLst>
              </p:cNvPr>
              <p:cNvSpPr/>
              <p:nvPr/>
            </p:nvSpPr>
            <p:spPr bwMode="auto">
              <a:xfrm>
                <a:off x="1812227" y="1428509"/>
                <a:ext cx="1910608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/>
                  <a:t>Text he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re</a:t>
                </a:r>
                <a:endParaRPr lang="zh-CN" altLang="en-US" sz="1600" b="1" kern="0" dirty="0"/>
              </a:p>
            </p:txBody>
          </p:sp>
          <p:sp>
            <p:nvSpPr>
              <p:cNvPr id="18" name="îṡḷïde">
                <a:extLst>
                  <a:ext uri="{FF2B5EF4-FFF2-40B4-BE49-F238E27FC236}">
                    <a16:creationId xmlns:a16="http://schemas.microsoft.com/office/drawing/2014/main" id="{47CE4D3E-F284-479B-9FB2-47D1208B6A8C}"/>
                  </a:ext>
                </a:extLst>
              </p:cNvPr>
              <p:cNvSpPr/>
              <p:nvPr/>
            </p:nvSpPr>
            <p:spPr>
              <a:xfrm>
                <a:off x="1812227" y="1820622"/>
                <a:ext cx="1910608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Supporting text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here.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endParaRPr lang="en-US" altLang="zh-CN" sz="100" dirty="0">
                  <a:solidFill>
                    <a:schemeClr val="tx1"/>
                  </a:solidFill>
                </a:endParaRP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14" name="íśľîdé">
              <a:extLst>
                <a:ext uri="{FF2B5EF4-FFF2-40B4-BE49-F238E27FC236}">
                  <a16:creationId xmlns:a16="http://schemas.microsoft.com/office/drawing/2014/main" id="{80E992B7-C56A-41B6-B03C-828C9A49AB40}"/>
                </a:ext>
              </a:extLst>
            </p:cNvPr>
            <p:cNvGrpSpPr/>
            <p:nvPr/>
          </p:nvGrpSpPr>
          <p:grpSpPr>
            <a:xfrm>
              <a:off x="3382333" y="4347825"/>
              <a:ext cx="1849411" cy="997227"/>
              <a:chOff x="1812227" y="1428509"/>
              <a:chExt cx="1910608" cy="1030224"/>
            </a:xfrm>
          </p:grpSpPr>
          <p:sp>
            <p:nvSpPr>
              <p:cNvPr id="15" name="iṩḻiḑé">
                <a:extLst>
                  <a:ext uri="{FF2B5EF4-FFF2-40B4-BE49-F238E27FC236}">
                    <a16:creationId xmlns:a16="http://schemas.microsoft.com/office/drawing/2014/main" id="{2422B3A0-7CFA-4BF0-BCF1-DC443B7F2E74}"/>
                  </a:ext>
                </a:extLst>
              </p:cNvPr>
              <p:cNvSpPr/>
              <p:nvPr/>
            </p:nvSpPr>
            <p:spPr bwMode="auto">
              <a:xfrm>
                <a:off x="1812227" y="1428509"/>
                <a:ext cx="1910608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tx1"/>
                    </a:solidFill>
                  </a:defRPr>
                </a:lvl9pPr>
              </a:lstStyle>
              <a:p>
                <a:pPr algn="ctr" defTabSz="914400"/>
                <a:r>
                  <a:rPr lang="en-US" altLang="zh-CN" sz="1600" b="1" kern="0"/>
                  <a:t>Text he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re</a:t>
                </a:r>
                <a:endParaRPr lang="zh-CN" altLang="en-US" sz="1600" b="1" kern="0" dirty="0"/>
              </a:p>
            </p:txBody>
          </p:sp>
          <p:sp>
            <p:nvSpPr>
              <p:cNvPr id="16" name="iṩľíḋè">
                <a:extLst>
                  <a:ext uri="{FF2B5EF4-FFF2-40B4-BE49-F238E27FC236}">
                    <a16:creationId xmlns:a16="http://schemas.microsoft.com/office/drawing/2014/main" id="{A4156C7A-0DAC-4944-BEAF-2A69238D19AA}"/>
                  </a:ext>
                </a:extLst>
              </p:cNvPr>
              <p:cNvSpPr/>
              <p:nvPr/>
            </p:nvSpPr>
            <p:spPr>
              <a:xfrm>
                <a:off x="1812227" y="1820622"/>
                <a:ext cx="1910608" cy="638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>
                  <a:lnSpc>
                    <a:spcPct val="150000"/>
                  </a:lnSpc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lvl="0" algn="ctr">
                  <a:lnSpc>
                    <a:spcPct val="150000"/>
                  </a:lnSpc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67858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</a:t>
            </a:r>
            <a:r>
              <a:rPr lang="en-US" altLang="zh-CN" sz="100"/>
              <a:t> </a:t>
            </a:r>
            <a:r>
              <a:rPr lang="en-US" altLang="zh-CN"/>
              <a:t>on Header Here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</a:t>
            </a:r>
            <a:r>
              <a:rPr lang="en-US" altLang="zh-CN"/>
              <a:t>here.</a:t>
            </a:r>
            <a:r>
              <a:rPr lang="en-US" altLang="zh-CN" sz="100"/>
              <a:t> </a:t>
            </a:r>
            <a:endParaRPr lang="en-US" altLang="zh-CN" sz="100" dirty="0"/>
          </a:p>
          <a:p>
            <a:pPr lvl="0"/>
            <a:r>
              <a:rPr lang="en-US" altLang="zh-CN" dirty="0"/>
              <a:t>When you copy &amp; paste, choose "keep text only" option.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732004" y="2313213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00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 </a:t>
            </a:r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04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788508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D7B0CF-13BD-4942-91A2-62F6E3512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AC8BF1-F0EC-481E-9AF9-2D986C2FF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</a:t>
            </a:r>
            <a:r>
              <a:rPr lang="zh-CN" altLang="en-US" sz="100"/>
              <a:t> </a:t>
            </a:r>
            <a:r>
              <a:rPr lang="zh-CN" altLang="en-US"/>
              <a:t>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7714C4-7C43-4D72-BB67-D0E29971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28</a:t>
            </a:fld>
            <a:r>
              <a:rPr lang="zh-CN" altLang="en-US" sz="100"/>
              <a:t> </a:t>
            </a:r>
          </a:p>
        </p:txBody>
      </p:sp>
      <p:grpSp>
        <p:nvGrpSpPr>
          <p:cNvPr id="5" name="27771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FC869EA-0880-4AFD-A233-3401CBF57C31}"/>
              </a:ext>
            </a:extLst>
          </p:cNvPr>
          <p:cNvGrpSpPr>
            <a:grpSpLocks noChangeAspect="1"/>
          </p:cNvGrpSpPr>
          <p:nvPr/>
        </p:nvGrpSpPr>
        <p:grpSpPr>
          <a:xfrm>
            <a:off x="748642" y="1173546"/>
            <a:ext cx="10771846" cy="4510908"/>
            <a:chOff x="748642" y="1173546"/>
            <a:chExt cx="10771846" cy="4510908"/>
          </a:xfrm>
        </p:grpSpPr>
        <p:sp>
          <p:nvSpPr>
            <p:cNvPr id="6" name="îṧ1ide">
              <a:extLst>
                <a:ext uri="{FF2B5EF4-FFF2-40B4-BE49-F238E27FC236}">
                  <a16:creationId xmlns:a16="http://schemas.microsoft.com/office/drawing/2014/main" id="{6CC2AAFE-C1DE-4518-83E8-CEC7BBA89373}"/>
                </a:ext>
              </a:extLst>
            </p:cNvPr>
            <p:cNvSpPr/>
            <p:nvPr/>
          </p:nvSpPr>
          <p:spPr>
            <a:xfrm>
              <a:off x="5146384" y="3942208"/>
              <a:ext cx="1860658" cy="1742246"/>
            </a:xfrm>
            <a:prstGeom prst="diamond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>
                <a:defRPr sz="3200">
                  <a:solidFill>
                    <a:srgbClr val="FFFFFF"/>
                  </a:solidFill>
                </a:defRPr>
              </a:pPr>
              <a:endParaRPr sz="4800"/>
            </a:p>
          </p:txBody>
        </p:sp>
        <p:sp>
          <p:nvSpPr>
            <p:cNvPr id="7" name="îš1ídê">
              <a:extLst>
                <a:ext uri="{FF2B5EF4-FFF2-40B4-BE49-F238E27FC236}">
                  <a16:creationId xmlns:a16="http://schemas.microsoft.com/office/drawing/2014/main" id="{A49025ED-6850-43AF-91D2-BE271E1E5EE2}"/>
                </a:ext>
              </a:extLst>
            </p:cNvPr>
            <p:cNvSpPr/>
            <p:nvPr/>
          </p:nvSpPr>
          <p:spPr bwMode="auto">
            <a:xfrm>
              <a:off x="5746886" y="4546366"/>
              <a:ext cx="659654" cy="533930"/>
            </a:xfrm>
            <a:custGeom>
              <a:avLst/>
              <a:gdLst>
                <a:gd name="connsiteX0" fmla="*/ 355420 w 607568"/>
                <a:gd name="connsiteY0" fmla="*/ 250307 h 491771"/>
                <a:gd name="connsiteX1" fmla="*/ 352312 w 607568"/>
                <a:gd name="connsiteY1" fmla="*/ 251812 h 491771"/>
                <a:gd name="connsiteX2" fmla="*/ 321042 w 607568"/>
                <a:gd name="connsiteY2" fmla="*/ 289814 h 491771"/>
                <a:gd name="connsiteX3" fmla="*/ 321513 w 607568"/>
                <a:gd name="connsiteY3" fmla="*/ 295364 h 491771"/>
                <a:gd name="connsiteX4" fmla="*/ 369736 w 607568"/>
                <a:gd name="connsiteY4" fmla="*/ 338257 h 491771"/>
                <a:gd name="connsiteX5" fmla="*/ 371997 w 607568"/>
                <a:gd name="connsiteY5" fmla="*/ 339104 h 491771"/>
                <a:gd name="connsiteX6" fmla="*/ 373127 w 607568"/>
                <a:gd name="connsiteY6" fmla="*/ 338916 h 491771"/>
                <a:gd name="connsiteX7" fmla="*/ 375293 w 607568"/>
                <a:gd name="connsiteY7" fmla="*/ 336282 h 491771"/>
                <a:gd name="connsiteX8" fmla="*/ 383676 w 607568"/>
                <a:gd name="connsiteY8" fmla="*/ 279467 h 491771"/>
                <a:gd name="connsiteX9" fmla="*/ 376424 w 607568"/>
                <a:gd name="connsiteY9" fmla="*/ 263287 h 491771"/>
                <a:gd name="connsiteX10" fmla="*/ 357681 w 607568"/>
                <a:gd name="connsiteY10" fmla="*/ 250965 h 491771"/>
                <a:gd name="connsiteX11" fmla="*/ 355420 w 607568"/>
                <a:gd name="connsiteY11" fmla="*/ 250307 h 491771"/>
                <a:gd name="connsiteX12" fmla="*/ 258879 w 607568"/>
                <a:gd name="connsiteY12" fmla="*/ 250307 h 491771"/>
                <a:gd name="connsiteX13" fmla="*/ 256712 w 607568"/>
                <a:gd name="connsiteY13" fmla="*/ 250965 h 491771"/>
                <a:gd name="connsiteX14" fmla="*/ 237969 w 607568"/>
                <a:gd name="connsiteY14" fmla="*/ 263287 h 491771"/>
                <a:gd name="connsiteX15" fmla="*/ 230717 w 607568"/>
                <a:gd name="connsiteY15" fmla="*/ 279467 h 491771"/>
                <a:gd name="connsiteX16" fmla="*/ 239100 w 607568"/>
                <a:gd name="connsiteY16" fmla="*/ 336282 h 491771"/>
                <a:gd name="connsiteX17" fmla="*/ 241266 w 607568"/>
                <a:gd name="connsiteY17" fmla="*/ 338916 h 491771"/>
                <a:gd name="connsiteX18" fmla="*/ 242396 w 607568"/>
                <a:gd name="connsiteY18" fmla="*/ 339104 h 491771"/>
                <a:gd name="connsiteX19" fmla="*/ 244657 w 607568"/>
                <a:gd name="connsiteY19" fmla="*/ 338257 h 491771"/>
                <a:gd name="connsiteX20" fmla="*/ 292880 w 607568"/>
                <a:gd name="connsiteY20" fmla="*/ 295364 h 491771"/>
                <a:gd name="connsiteX21" fmla="*/ 293351 w 607568"/>
                <a:gd name="connsiteY21" fmla="*/ 289814 h 491771"/>
                <a:gd name="connsiteX22" fmla="*/ 261987 w 607568"/>
                <a:gd name="connsiteY22" fmla="*/ 251812 h 491771"/>
                <a:gd name="connsiteX23" fmla="*/ 258879 w 607568"/>
                <a:gd name="connsiteY23" fmla="*/ 250307 h 491771"/>
                <a:gd name="connsiteX24" fmla="*/ 500465 w 607568"/>
                <a:gd name="connsiteY24" fmla="*/ 66049 h 491771"/>
                <a:gd name="connsiteX25" fmla="*/ 565743 w 607568"/>
                <a:gd name="connsiteY25" fmla="*/ 130673 h 491771"/>
                <a:gd name="connsiteX26" fmla="*/ 566120 w 607568"/>
                <a:gd name="connsiteY26" fmla="*/ 130673 h 491771"/>
                <a:gd name="connsiteX27" fmla="*/ 580250 w 607568"/>
                <a:gd name="connsiteY27" fmla="*/ 160962 h 491771"/>
                <a:gd name="connsiteX28" fmla="*/ 560939 w 607568"/>
                <a:gd name="connsiteY28" fmla="*/ 182503 h 491771"/>
                <a:gd name="connsiteX29" fmla="*/ 531927 w 607568"/>
                <a:gd name="connsiteY29" fmla="*/ 223799 h 491771"/>
                <a:gd name="connsiteX30" fmla="*/ 528253 w 607568"/>
                <a:gd name="connsiteY30" fmla="*/ 234240 h 491771"/>
                <a:gd name="connsiteX31" fmla="*/ 530797 w 607568"/>
                <a:gd name="connsiteY31" fmla="*/ 246281 h 491771"/>
                <a:gd name="connsiteX32" fmla="*/ 545868 w 607568"/>
                <a:gd name="connsiteY32" fmla="*/ 261143 h 491771"/>
                <a:gd name="connsiteX33" fmla="*/ 558961 w 607568"/>
                <a:gd name="connsiteY33" fmla="*/ 263777 h 491771"/>
                <a:gd name="connsiteX34" fmla="*/ 597299 w 607568"/>
                <a:gd name="connsiteY34" fmla="*/ 301968 h 491771"/>
                <a:gd name="connsiteX35" fmla="*/ 607002 w 607568"/>
                <a:gd name="connsiteY35" fmla="*/ 350788 h 491771"/>
                <a:gd name="connsiteX36" fmla="*/ 601256 w 607568"/>
                <a:gd name="connsiteY36" fmla="*/ 373835 h 491771"/>
                <a:gd name="connsiteX37" fmla="*/ 579685 w 607568"/>
                <a:gd name="connsiteY37" fmla="*/ 384088 h 491771"/>
                <a:gd name="connsiteX38" fmla="*/ 490386 w 607568"/>
                <a:gd name="connsiteY38" fmla="*/ 384088 h 491771"/>
                <a:gd name="connsiteX39" fmla="*/ 467685 w 607568"/>
                <a:gd name="connsiteY39" fmla="*/ 310058 h 491771"/>
                <a:gd name="connsiteX40" fmla="*/ 431702 w 607568"/>
                <a:gd name="connsiteY40" fmla="*/ 267445 h 491771"/>
                <a:gd name="connsiteX41" fmla="*/ 441969 w 607568"/>
                <a:gd name="connsiteY41" fmla="*/ 263777 h 491771"/>
                <a:gd name="connsiteX42" fmla="*/ 455157 w 607568"/>
                <a:gd name="connsiteY42" fmla="*/ 261237 h 491771"/>
                <a:gd name="connsiteX43" fmla="*/ 470228 w 607568"/>
                <a:gd name="connsiteY43" fmla="*/ 246281 h 491771"/>
                <a:gd name="connsiteX44" fmla="*/ 472677 w 607568"/>
                <a:gd name="connsiteY44" fmla="*/ 234240 h 491771"/>
                <a:gd name="connsiteX45" fmla="*/ 469098 w 607568"/>
                <a:gd name="connsiteY45" fmla="*/ 223893 h 491771"/>
                <a:gd name="connsiteX46" fmla="*/ 439991 w 607568"/>
                <a:gd name="connsiteY46" fmla="*/ 182503 h 491771"/>
                <a:gd name="connsiteX47" fmla="*/ 426144 w 607568"/>
                <a:gd name="connsiteY47" fmla="*/ 172720 h 491771"/>
                <a:gd name="connsiteX48" fmla="*/ 441404 w 607568"/>
                <a:gd name="connsiteY48" fmla="*/ 143278 h 491771"/>
                <a:gd name="connsiteX49" fmla="*/ 439708 w 607568"/>
                <a:gd name="connsiteY49" fmla="*/ 107438 h 491771"/>
                <a:gd name="connsiteX50" fmla="*/ 500465 w 607568"/>
                <a:gd name="connsiteY50" fmla="*/ 66049 h 491771"/>
                <a:gd name="connsiteX51" fmla="*/ 107100 w 607568"/>
                <a:gd name="connsiteY51" fmla="*/ 66049 h 491771"/>
                <a:gd name="connsiteX52" fmla="*/ 171341 w 607568"/>
                <a:gd name="connsiteY52" fmla="*/ 123618 h 491771"/>
                <a:gd name="connsiteX53" fmla="*/ 172849 w 607568"/>
                <a:gd name="connsiteY53" fmla="*/ 143278 h 491771"/>
                <a:gd name="connsiteX54" fmla="*/ 184246 w 607568"/>
                <a:gd name="connsiteY54" fmla="*/ 168205 h 491771"/>
                <a:gd name="connsiteX55" fmla="*/ 167574 w 607568"/>
                <a:gd name="connsiteY55" fmla="*/ 182503 h 491771"/>
                <a:gd name="connsiteX56" fmla="*/ 138468 w 607568"/>
                <a:gd name="connsiteY56" fmla="*/ 223799 h 491771"/>
                <a:gd name="connsiteX57" fmla="*/ 134794 w 607568"/>
                <a:gd name="connsiteY57" fmla="*/ 234240 h 491771"/>
                <a:gd name="connsiteX58" fmla="*/ 137337 w 607568"/>
                <a:gd name="connsiteY58" fmla="*/ 246281 h 491771"/>
                <a:gd name="connsiteX59" fmla="*/ 152408 w 607568"/>
                <a:gd name="connsiteY59" fmla="*/ 261143 h 491771"/>
                <a:gd name="connsiteX60" fmla="*/ 165596 w 607568"/>
                <a:gd name="connsiteY60" fmla="*/ 263777 h 491771"/>
                <a:gd name="connsiteX61" fmla="*/ 179442 w 607568"/>
                <a:gd name="connsiteY61" fmla="*/ 268856 h 491771"/>
                <a:gd name="connsiteX62" fmla="*/ 146662 w 607568"/>
                <a:gd name="connsiteY62" fmla="*/ 310058 h 491771"/>
                <a:gd name="connsiteX63" fmla="*/ 123867 w 607568"/>
                <a:gd name="connsiteY63" fmla="*/ 384088 h 491771"/>
                <a:gd name="connsiteX64" fmla="*/ 27883 w 607568"/>
                <a:gd name="connsiteY64" fmla="*/ 384088 h 491771"/>
                <a:gd name="connsiteX65" fmla="*/ 6312 w 607568"/>
                <a:gd name="connsiteY65" fmla="*/ 373835 h 491771"/>
                <a:gd name="connsiteX66" fmla="*/ 566 w 607568"/>
                <a:gd name="connsiteY66" fmla="*/ 350788 h 491771"/>
                <a:gd name="connsiteX67" fmla="*/ 10268 w 607568"/>
                <a:gd name="connsiteY67" fmla="*/ 301968 h 491771"/>
                <a:gd name="connsiteX68" fmla="*/ 48606 w 607568"/>
                <a:gd name="connsiteY68" fmla="*/ 263777 h 491771"/>
                <a:gd name="connsiteX69" fmla="*/ 61699 w 607568"/>
                <a:gd name="connsiteY69" fmla="*/ 261237 h 491771"/>
                <a:gd name="connsiteX70" fmla="*/ 76770 w 607568"/>
                <a:gd name="connsiteY70" fmla="*/ 246281 h 491771"/>
                <a:gd name="connsiteX71" fmla="*/ 79313 w 607568"/>
                <a:gd name="connsiteY71" fmla="*/ 234240 h 491771"/>
                <a:gd name="connsiteX72" fmla="*/ 75639 w 607568"/>
                <a:gd name="connsiteY72" fmla="*/ 223893 h 491771"/>
                <a:gd name="connsiteX73" fmla="*/ 46628 w 607568"/>
                <a:gd name="connsiteY73" fmla="*/ 182503 h 491771"/>
                <a:gd name="connsiteX74" fmla="*/ 27318 w 607568"/>
                <a:gd name="connsiteY74" fmla="*/ 160962 h 491771"/>
                <a:gd name="connsiteX75" fmla="*/ 41447 w 607568"/>
                <a:gd name="connsiteY75" fmla="*/ 130673 h 491771"/>
                <a:gd name="connsiteX76" fmla="*/ 41824 w 607568"/>
                <a:gd name="connsiteY76" fmla="*/ 130673 h 491771"/>
                <a:gd name="connsiteX77" fmla="*/ 107100 w 607568"/>
                <a:gd name="connsiteY77" fmla="*/ 66049 h 491771"/>
                <a:gd name="connsiteX78" fmla="*/ 298626 w 607568"/>
                <a:gd name="connsiteY78" fmla="*/ 0 h 491771"/>
                <a:gd name="connsiteX79" fmla="*/ 315956 w 607568"/>
                <a:gd name="connsiteY79" fmla="*/ 0 h 491771"/>
                <a:gd name="connsiteX80" fmla="*/ 401854 w 607568"/>
                <a:gd name="connsiteY80" fmla="*/ 85787 h 491771"/>
                <a:gd name="connsiteX81" fmla="*/ 401854 w 607568"/>
                <a:gd name="connsiteY81" fmla="*/ 95476 h 491771"/>
                <a:gd name="connsiteX82" fmla="*/ 421633 w 607568"/>
                <a:gd name="connsiteY82" fmla="*/ 138840 h 491771"/>
                <a:gd name="connsiteX83" fmla="*/ 417960 w 607568"/>
                <a:gd name="connsiteY83" fmla="*/ 149281 h 491771"/>
                <a:gd name="connsiteX84" fmla="*/ 417112 w 607568"/>
                <a:gd name="connsiteY84" fmla="*/ 151068 h 491771"/>
                <a:gd name="connsiteX85" fmla="*/ 411273 w 607568"/>
                <a:gd name="connsiteY85" fmla="*/ 159534 h 491771"/>
                <a:gd name="connsiteX86" fmla="*/ 410896 w 607568"/>
                <a:gd name="connsiteY86" fmla="*/ 159910 h 491771"/>
                <a:gd name="connsiteX87" fmla="*/ 394037 w 607568"/>
                <a:gd name="connsiteY87" fmla="*/ 169787 h 491771"/>
                <a:gd name="connsiteX88" fmla="*/ 384900 w 607568"/>
                <a:gd name="connsiteY88" fmla="*/ 189541 h 491771"/>
                <a:gd name="connsiteX89" fmla="*/ 384712 w 607568"/>
                <a:gd name="connsiteY89" fmla="*/ 189823 h 491771"/>
                <a:gd name="connsiteX90" fmla="*/ 373316 w 607568"/>
                <a:gd name="connsiteY90" fmla="*/ 207131 h 491771"/>
                <a:gd name="connsiteX91" fmla="*/ 372750 w 607568"/>
                <a:gd name="connsiteY91" fmla="*/ 207789 h 491771"/>
                <a:gd name="connsiteX92" fmla="*/ 359847 w 607568"/>
                <a:gd name="connsiteY92" fmla="*/ 222275 h 491771"/>
                <a:gd name="connsiteX93" fmla="*/ 359188 w 607568"/>
                <a:gd name="connsiteY93" fmla="*/ 222934 h 491771"/>
                <a:gd name="connsiteX94" fmla="*/ 345154 w 607568"/>
                <a:gd name="connsiteY94" fmla="*/ 234598 h 491771"/>
                <a:gd name="connsiteX95" fmla="*/ 345625 w 607568"/>
                <a:gd name="connsiteY95" fmla="*/ 236855 h 491771"/>
                <a:gd name="connsiteX96" fmla="*/ 348639 w 607568"/>
                <a:gd name="connsiteY96" fmla="*/ 235538 h 491771"/>
                <a:gd name="connsiteX97" fmla="*/ 355514 w 607568"/>
                <a:gd name="connsiteY97" fmla="*/ 234033 h 491771"/>
                <a:gd name="connsiteX98" fmla="*/ 366628 w 607568"/>
                <a:gd name="connsiteY98" fmla="*/ 237326 h 491771"/>
                <a:gd name="connsiteX99" fmla="*/ 385371 w 607568"/>
                <a:gd name="connsiteY99" fmla="*/ 249648 h 491771"/>
                <a:gd name="connsiteX100" fmla="*/ 399876 w 607568"/>
                <a:gd name="connsiteY100" fmla="*/ 279373 h 491771"/>
                <a:gd name="connsiteX101" fmla="*/ 430016 w 607568"/>
                <a:gd name="connsiteY101" fmla="*/ 289814 h 491771"/>
                <a:gd name="connsiteX102" fmla="*/ 448382 w 607568"/>
                <a:gd name="connsiteY102" fmla="*/ 316058 h 491771"/>
                <a:gd name="connsiteX103" fmla="*/ 481630 w 607568"/>
                <a:gd name="connsiteY103" fmla="*/ 424515 h 491771"/>
                <a:gd name="connsiteX104" fmla="*/ 483891 w 607568"/>
                <a:gd name="connsiteY104" fmla="*/ 436461 h 491771"/>
                <a:gd name="connsiteX105" fmla="*/ 473718 w 607568"/>
                <a:gd name="connsiteY105" fmla="*/ 470700 h 491771"/>
                <a:gd name="connsiteX106" fmla="*/ 443956 w 607568"/>
                <a:gd name="connsiteY106" fmla="*/ 490360 h 491771"/>
                <a:gd name="connsiteX107" fmla="*/ 431805 w 607568"/>
                <a:gd name="connsiteY107" fmla="*/ 491771 h 491771"/>
                <a:gd name="connsiteX108" fmla="*/ 325375 w 607568"/>
                <a:gd name="connsiteY108" fmla="*/ 491771 h 491771"/>
                <a:gd name="connsiteX109" fmla="*/ 337430 w 607568"/>
                <a:gd name="connsiteY109" fmla="*/ 415296 h 491771"/>
                <a:gd name="connsiteX110" fmla="*/ 334605 w 607568"/>
                <a:gd name="connsiteY110" fmla="*/ 389052 h 491771"/>
                <a:gd name="connsiteX111" fmla="*/ 323962 w 607568"/>
                <a:gd name="connsiteY111" fmla="*/ 360927 h 491771"/>
                <a:gd name="connsiteX112" fmla="*/ 337430 w 607568"/>
                <a:gd name="connsiteY112" fmla="*/ 347476 h 491771"/>
                <a:gd name="connsiteX113" fmla="*/ 307196 w 607568"/>
                <a:gd name="connsiteY113" fmla="*/ 317281 h 491771"/>
                <a:gd name="connsiteX114" fmla="*/ 276868 w 607568"/>
                <a:gd name="connsiteY114" fmla="*/ 347476 h 491771"/>
                <a:gd name="connsiteX115" fmla="*/ 290337 w 607568"/>
                <a:gd name="connsiteY115" fmla="*/ 360927 h 491771"/>
                <a:gd name="connsiteX116" fmla="*/ 279694 w 607568"/>
                <a:gd name="connsiteY116" fmla="*/ 389052 h 491771"/>
                <a:gd name="connsiteX117" fmla="*/ 276963 w 607568"/>
                <a:gd name="connsiteY117" fmla="*/ 415296 h 491771"/>
                <a:gd name="connsiteX118" fmla="*/ 288736 w 607568"/>
                <a:gd name="connsiteY118" fmla="*/ 491771 h 491771"/>
                <a:gd name="connsiteX119" fmla="*/ 182493 w 607568"/>
                <a:gd name="connsiteY119" fmla="*/ 491771 h 491771"/>
                <a:gd name="connsiteX120" fmla="*/ 170437 w 607568"/>
                <a:gd name="connsiteY120" fmla="*/ 490360 h 491771"/>
                <a:gd name="connsiteX121" fmla="*/ 140675 w 607568"/>
                <a:gd name="connsiteY121" fmla="*/ 470700 h 491771"/>
                <a:gd name="connsiteX122" fmla="*/ 132669 w 607568"/>
                <a:gd name="connsiteY122" fmla="*/ 424515 h 491771"/>
                <a:gd name="connsiteX123" fmla="*/ 166011 w 607568"/>
                <a:gd name="connsiteY123" fmla="*/ 316058 h 491771"/>
                <a:gd name="connsiteX124" fmla="*/ 184377 w 607568"/>
                <a:gd name="connsiteY124" fmla="*/ 289814 h 491771"/>
                <a:gd name="connsiteX125" fmla="*/ 214517 w 607568"/>
                <a:gd name="connsiteY125" fmla="*/ 279373 h 491771"/>
                <a:gd name="connsiteX126" fmla="*/ 214517 w 607568"/>
                <a:gd name="connsiteY126" fmla="*/ 279279 h 491771"/>
                <a:gd name="connsiteX127" fmla="*/ 229022 w 607568"/>
                <a:gd name="connsiteY127" fmla="*/ 249648 h 491771"/>
                <a:gd name="connsiteX128" fmla="*/ 247765 w 607568"/>
                <a:gd name="connsiteY128" fmla="*/ 237326 h 491771"/>
                <a:gd name="connsiteX129" fmla="*/ 258879 w 607568"/>
                <a:gd name="connsiteY129" fmla="*/ 234033 h 491771"/>
                <a:gd name="connsiteX130" fmla="*/ 265754 w 607568"/>
                <a:gd name="connsiteY130" fmla="*/ 235538 h 491771"/>
                <a:gd name="connsiteX131" fmla="*/ 268768 w 607568"/>
                <a:gd name="connsiteY131" fmla="*/ 236855 h 491771"/>
                <a:gd name="connsiteX132" fmla="*/ 269239 w 607568"/>
                <a:gd name="connsiteY132" fmla="*/ 234598 h 491771"/>
                <a:gd name="connsiteX133" fmla="*/ 255205 w 607568"/>
                <a:gd name="connsiteY133" fmla="*/ 222934 h 491771"/>
                <a:gd name="connsiteX134" fmla="*/ 254546 w 607568"/>
                <a:gd name="connsiteY134" fmla="*/ 222275 h 491771"/>
                <a:gd name="connsiteX135" fmla="*/ 241548 w 607568"/>
                <a:gd name="connsiteY135" fmla="*/ 207789 h 491771"/>
                <a:gd name="connsiteX136" fmla="*/ 241077 w 607568"/>
                <a:gd name="connsiteY136" fmla="*/ 207225 h 491771"/>
                <a:gd name="connsiteX137" fmla="*/ 229681 w 607568"/>
                <a:gd name="connsiteY137" fmla="*/ 189823 h 491771"/>
                <a:gd name="connsiteX138" fmla="*/ 229493 w 607568"/>
                <a:gd name="connsiteY138" fmla="*/ 189635 h 491771"/>
                <a:gd name="connsiteX139" fmla="*/ 220356 w 607568"/>
                <a:gd name="connsiteY139" fmla="*/ 169787 h 491771"/>
                <a:gd name="connsiteX140" fmla="*/ 203497 w 607568"/>
                <a:gd name="connsiteY140" fmla="*/ 159910 h 491771"/>
                <a:gd name="connsiteX141" fmla="*/ 203120 w 607568"/>
                <a:gd name="connsiteY141" fmla="*/ 159534 h 491771"/>
                <a:gd name="connsiteX142" fmla="*/ 197281 w 607568"/>
                <a:gd name="connsiteY142" fmla="*/ 151068 h 491771"/>
                <a:gd name="connsiteX143" fmla="*/ 196433 w 607568"/>
                <a:gd name="connsiteY143" fmla="*/ 149281 h 491771"/>
                <a:gd name="connsiteX144" fmla="*/ 192666 w 607568"/>
                <a:gd name="connsiteY144" fmla="*/ 138840 h 491771"/>
                <a:gd name="connsiteX145" fmla="*/ 212727 w 607568"/>
                <a:gd name="connsiteY145" fmla="*/ 95476 h 491771"/>
                <a:gd name="connsiteX146" fmla="*/ 212727 w 607568"/>
                <a:gd name="connsiteY146" fmla="*/ 85787 h 491771"/>
                <a:gd name="connsiteX147" fmla="*/ 298626 w 607568"/>
                <a:gd name="connsiteY147" fmla="*/ 0 h 491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</a:cxnLst>
              <a:rect l="l" t="t" r="r" b="b"/>
              <a:pathLst>
                <a:path w="607568" h="491771">
                  <a:moveTo>
                    <a:pt x="355420" y="250307"/>
                  </a:moveTo>
                  <a:cubicBezTo>
                    <a:pt x="354290" y="250307"/>
                    <a:pt x="353160" y="250871"/>
                    <a:pt x="352312" y="251812"/>
                  </a:cubicBezTo>
                  <a:lnTo>
                    <a:pt x="321042" y="289814"/>
                  </a:lnTo>
                  <a:cubicBezTo>
                    <a:pt x="319723" y="291507"/>
                    <a:pt x="319912" y="293953"/>
                    <a:pt x="321513" y="295364"/>
                  </a:cubicBezTo>
                  <a:lnTo>
                    <a:pt x="369736" y="338257"/>
                  </a:lnTo>
                  <a:cubicBezTo>
                    <a:pt x="370396" y="338822"/>
                    <a:pt x="371149" y="339104"/>
                    <a:pt x="371997" y="339104"/>
                  </a:cubicBezTo>
                  <a:cubicBezTo>
                    <a:pt x="372374" y="339104"/>
                    <a:pt x="372750" y="339010"/>
                    <a:pt x="373127" y="338916"/>
                  </a:cubicBezTo>
                  <a:cubicBezTo>
                    <a:pt x="374257" y="338539"/>
                    <a:pt x="375105" y="337505"/>
                    <a:pt x="375293" y="336282"/>
                  </a:cubicBezTo>
                  <a:lnTo>
                    <a:pt x="383676" y="279467"/>
                  </a:lnTo>
                  <a:cubicBezTo>
                    <a:pt x="384618" y="273164"/>
                    <a:pt x="381792" y="266768"/>
                    <a:pt x="376424" y="263287"/>
                  </a:cubicBezTo>
                  <a:lnTo>
                    <a:pt x="357681" y="250965"/>
                  </a:lnTo>
                  <a:cubicBezTo>
                    <a:pt x="357021" y="250495"/>
                    <a:pt x="356174" y="250307"/>
                    <a:pt x="355420" y="250307"/>
                  </a:cubicBezTo>
                  <a:close/>
                  <a:moveTo>
                    <a:pt x="258879" y="250307"/>
                  </a:moveTo>
                  <a:cubicBezTo>
                    <a:pt x="258125" y="250307"/>
                    <a:pt x="257372" y="250495"/>
                    <a:pt x="256712" y="250965"/>
                  </a:cubicBezTo>
                  <a:lnTo>
                    <a:pt x="237969" y="263287"/>
                  </a:lnTo>
                  <a:cubicBezTo>
                    <a:pt x="232601" y="266768"/>
                    <a:pt x="229775" y="273164"/>
                    <a:pt x="230717" y="279467"/>
                  </a:cubicBezTo>
                  <a:lnTo>
                    <a:pt x="239100" y="336282"/>
                  </a:lnTo>
                  <a:cubicBezTo>
                    <a:pt x="239288" y="337505"/>
                    <a:pt x="240136" y="338539"/>
                    <a:pt x="241266" y="338916"/>
                  </a:cubicBezTo>
                  <a:cubicBezTo>
                    <a:pt x="241643" y="339010"/>
                    <a:pt x="242019" y="339104"/>
                    <a:pt x="242396" y="339104"/>
                  </a:cubicBezTo>
                  <a:cubicBezTo>
                    <a:pt x="243244" y="339104"/>
                    <a:pt x="243997" y="338822"/>
                    <a:pt x="244657" y="338257"/>
                  </a:cubicBezTo>
                  <a:lnTo>
                    <a:pt x="292880" y="295364"/>
                  </a:lnTo>
                  <a:cubicBezTo>
                    <a:pt x="294481" y="293953"/>
                    <a:pt x="294670" y="291507"/>
                    <a:pt x="293351" y="289814"/>
                  </a:cubicBezTo>
                  <a:lnTo>
                    <a:pt x="261987" y="251812"/>
                  </a:lnTo>
                  <a:cubicBezTo>
                    <a:pt x="261233" y="250871"/>
                    <a:pt x="260103" y="250307"/>
                    <a:pt x="258879" y="250307"/>
                  </a:cubicBezTo>
                  <a:close/>
                  <a:moveTo>
                    <a:pt x="500465" y="66049"/>
                  </a:moveTo>
                  <a:cubicBezTo>
                    <a:pt x="548129" y="66049"/>
                    <a:pt x="562447" y="93516"/>
                    <a:pt x="565743" y="130673"/>
                  </a:cubicBezTo>
                  <a:cubicBezTo>
                    <a:pt x="565932" y="130673"/>
                    <a:pt x="566026" y="130673"/>
                    <a:pt x="566120" y="130673"/>
                  </a:cubicBezTo>
                  <a:cubicBezTo>
                    <a:pt x="577141" y="133118"/>
                    <a:pt x="583358" y="146664"/>
                    <a:pt x="580250" y="160962"/>
                  </a:cubicBezTo>
                  <a:cubicBezTo>
                    <a:pt x="577706" y="172532"/>
                    <a:pt x="569700" y="180904"/>
                    <a:pt x="560939" y="182503"/>
                  </a:cubicBezTo>
                  <a:cubicBezTo>
                    <a:pt x="554628" y="199529"/>
                    <a:pt x="543796" y="214016"/>
                    <a:pt x="531927" y="223799"/>
                  </a:cubicBezTo>
                  <a:cubicBezTo>
                    <a:pt x="528913" y="226338"/>
                    <a:pt x="527500" y="230383"/>
                    <a:pt x="528253" y="234240"/>
                  </a:cubicBezTo>
                  <a:lnTo>
                    <a:pt x="530797" y="246281"/>
                  </a:lnTo>
                  <a:cubicBezTo>
                    <a:pt x="532304" y="253806"/>
                    <a:pt x="538238" y="259732"/>
                    <a:pt x="545868" y="261143"/>
                  </a:cubicBezTo>
                  <a:lnTo>
                    <a:pt x="558961" y="263777"/>
                  </a:lnTo>
                  <a:cubicBezTo>
                    <a:pt x="578366" y="267634"/>
                    <a:pt x="593437" y="282684"/>
                    <a:pt x="597299" y="301968"/>
                  </a:cubicBezTo>
                  <a:lnTo>
                    <a:pt x="607002" y="350788"/>
                  </a:lnTo>
                  <a:cubicBezTo>
                    <a:pt x="608697" y="358972"/>
                    <a:pt x="606531" y="367438"/>
                    <a:pt x="601256" y="373835"/>
                  </a:cubicBezTo>
                  <a:cubicBezTo>
                    <a:pt x="595981" y="380325"/>
                    <a:pt x="588068" y="384088"/>
                    <a:pt x="579685" y="384088"/>
                  </a:cubicBezTo>
                  <a:lnTo>
                    <a:pt x="490386" y="384088"/>
                  </a:lnTo>
                  <a:lnTo>
                    <a:pt x="467685" y="310058"/>
                  </a:lnTo>
                  <a:cubicBezTo>
                    <a:pt x="461845" y="291150"/>
                    <a:pt x="448563" y="276194"/>
                    <a:pt x="431702" y="267445"/>
                  </a:cubicBezTo>
                  <a:cubicBezTo>
                    <a:pt x="434999" y="265940"/>
                    <a:pt x="438295" y="264529"/>
                    <a:pt x="441969" y="263777"/>
                  </a:cubicBezTo>
                  <a:lnTo>
                    <a:pt x="455157" y="261237"/>
                  </a:lnTo>
                  <a:cubicBezTo>
                    <a:pt x="462692" y="259732"/>
                    <a:pt x="468627" y="253806"/>
                    <a:pt x="470228" y="246281"/>
                  </a:cubicBezTo>
                  <a:lnTo>
                    <a:pt x="472677" y="234240"/>
                  </a:lnTo>
                  <a:cubicBezTo>
                    <a:pt x="473525" y="230383"/>
                    <a:pt x="472112" y="226338"/>
                    <a:pt x="469098" y="223893"/>
                  </a:cubicBezTo>
                  <a:cubicBezTo>
                    <a:pt x="457229" y="214016"/>
                    <a:pt x="446302" y="199529"/>
                    <a:pt x="439991" y="182503"/>
                  </a:cubicBezTo>
                  <a:cubicBezTo>
                    <a:pt x="434716" y="181563"/>
                    <a:pt x="429818" y="177894"/>
                    <a:pt x="426144" y="172720"/>
                  </a:cubicBezTo>
                  <a:cubicBezTo>
                    <a:pt x="433303" y="164725"/>
                    <a:pt x="438861" y="154754"/>
                    <a:pt x="441404" y="143278"/>
                  </a:cubicBezTo>
                  <a:cubicBezTo>
                    <a:pt x="444324" y="130485"/>
                    <a:pt x="443476" y="118068"/>
                    <a:pt x="439708" y="107438"/>
                  </a:cubicBezTo>
                  <a:cubicBezTo>
                    <a:pt x="447244" y="82699"/>
                    <a:pt x="464200" y="66049"/>
                    <a:pt x="500465" y="66049"/>
                  </a:cubicBezTo>
                  <a:close/>
                  <a:moveTo>
                    <a:pt x="107100" y="66049"/>
                  </a:moveTo>
                  <a:cubicBezTo>
                    <a:pt x="151561" y="66049"/>
                    <a:pt x="166820" y="90130"/>
                    <a:pt x="171341" y="123618"/>
                  </a:cubicBezTo>
                  <a:cubicBezTo>
                    <a:pt x="170965" y="129920"/>
                    <a:pt x="171436" y="136505"/>
                    <a:pt x="172849" y="143278"/>
                  </a:cubicBezTo>
                  <a:cubicBezTo>
                    <a:pt x="174921" y="152590"/>
                    <a:pt x="178971" y="161056"/>
                    <a:pt x="184246" y="168205"/>
                  </a:cubicBezTo>
                  <a:cubicBezTo>
                    <a:pt x="180573" y="175919"/>
                    <a:pt x="174356" y="181281"/>
                    <a:pt x="167574" y="182503"/>
                  </a:cubicBezTo>
                  <a:cubicBezTo>
                    <a:pt x="161263" y="199529"/>
                    <a:pt x="150336" y="214016"/>
                    <a:pt x="138468" y="223799"/>
                  </a:cubicBezTo>
                  <a:cubicBezTo>
                    <a:pt x="135453" y="226338"/>
                    <a:pt x="134040" y="230383"/>
                    <a:pt x="134794" y="234240"/>
                  </a:cubicBezTo>
                  <a:lnTo>
                    <a:pt x="137337" y="246281"/>
                  </a:lnTo>
                  <a:cubicBezTo>
                    <a:pt x="138939" y="253806"/>
                    <a:pt x="144873" y="259732"/>
                    <a:pt x="152408" y="261143"/>
                  </a:cubicBezTo>
                  <a:lnTo>
                    <a:pt x="165596" y="263777"/>
                  </a:lnTo>
                  <a:cubicBezTo>
                    <a:pt x="170494" y="264812"/>
                    <a:pt x="175203" y="266505"/>
                    <a:pt x="179442" y="268856"/>
                  </a:cubicBezTo>
                  <a:cubicBezTo>
                    <a:pt x="164088" y="277793"/>
                    <a:pt x="152126" y="292279"/>
                    <a:pt x="146662" y="310058"/>
                  </a:cubicBezTo>
                  <a:lnTo>
                    <a:pt x="123867" y="384088"/>
                  </a:lnTo>
                  <a:lnTo>
                    <a:pt x="27883" y="384088"/>
                  </a:lnTo>
                  <a:cubicBezTo>
                    <a:pt x="19499" y="384088"/>
                    <a:pt x="11587" y="380325"/>
                    <a:pt x="6312" y="373835"/>
                  </a:cubicBezTo>
                  <a:cubicBezTo>
                    <a:pt x="1037" y="367438"/>
                    <a:pt x="-1129" y="358972"/>
                    <a:pt x="566" y="350788"/>
                  </a:cubicBezTo>
                  <a:lnTo>
                    <a:pt x="10268" y="301968"/>
                  </a:lnTo>
                  <a:cubicBezTo>
                    <a:pt x="14130" y="282684"/>
                    <a:pt x="29202" y="267634"/>
                    <a:pt x="48606" y="263777"/>
                  </a:cubicBezTo>
                  <a:lnTo>
                    <a:pt x="61699" y="261237"/>
                  </a:lnTo>
                  <a:cubicBezTo>
                    <a:pt x="69328" y="259732"/>
                    <a:pt x="75263" y="253806"/>
                    <a:pt x="76770" y="246281"/>
                  </a:cubicBezTo>
                  <a:lnTo>
                    <a:pt x="79313" y="234240"/>
                  </a:lnTo>
                  <a:cubicBezTo>
                    <a:pt x="80067" y="230383"/>
                    <a:pt x="78654" y="226338"/>
                    <a:pt x="75639" y="223893"/>
                  </a:cubicBezTo>
                  <a:cubicBezTo>
                    <a:pt x="63771" y="214016"/>
                    <a:pt x="52939" y="199623"/>
                    <a:pt x="46628" y="182503"/>
                  </a:cubicBezTo>
                  <a:cubicBezTo>
                    <a:pt x="37867" y="180904"/>
                    <a:pt x="29861" y="172532"/>
                    <a:pt x="27318" y="160962"/>
                  </a:cubicBezTo>
                  <a:cubicBezTo>
                    <a:pt x="24115" y="146664"/>
                    <a:pt x="30426" y="133118"/>
                    <a:pt x="41447" y="130673"/>
                  </a:cubicBezTo>
                  <a:cubicBezTo>
                    <a:pt x="41541" y="130673"/>
                    <a:pt x="41729" y="130673"/>
                    <a:pt x="41824" y="130673"/>
                  </a:cubicBezTo>
                  <a:cubicBezTo>
                    <a:pt x="45403" y="93516"/>
                    <a:pt x="60192" y="66049"/>
                    <a:pt x="107100" y="66049"/>
                  </a:cubicBezTo>
                  <a:close/>
                  <a:moveTo>
                    <a:pt x="298626" y="0"/>
                  </a:moveTo>
                  <a:lnTo>
                    <a:pt x="315956" y="0"/>
                  </a:lnTo>
                  <a:cubicBezTo>
                    <a:pt x="363426" y="0"/>
                    <a:pt x="401854" y="38378"/>
                    <a:pt x="401854" y="85787"/>
                  </a:cubicBezTo>
                  <a:lnTo>
                    <a:pt x="401854" y="95476"/>
                  </a:lnTo>
                  <a:cubicBezTo>
                    <a:pt x="417301" y="99238"/>
                    <a:pt x="426154" y="118522"/>
                    <a:pt x="421633" y="138840"/>
                  </a:cubicBezTo>
                  <a:cubicBezTo>
                    <a:pt x="420880" y="142602"/>
                    <a:pt x="419467" y="146083"/>
                    <a:pt x="417960" y="149281"/>
                  </a:cubicBezTo>
                  <a:cubicBezTo>
                    <a:pt x="417677" y="149939"/>
                    <a:pt x="417395" y="150504"/>
                    <a:pt x="417112" y="151068"/>
                  </a:cubicBezTo>
                  <a:cubicBezTo>
                    <a:pt x="415417" y="154172"/>
                    <a:pt x="413533" y="157088"/>
                    <a:pt x="411273" y="159534"/>
                  </a:cubicBezTo>
                  <a:cubicBezTo>
                    <a:pt x="411179" y="159628"/>
                    <a:pt x="410990" y="159816"/>
                    <a:pt x="410896" y="159910"/>
                  </a:cubicBezTo>
                  <a:cubicBezTo>
                    <a:pt x="406092" y="165084"/>
                    <a:pt x="400159" y="168658"/>
                    <a:pt x="394037" y="169787"/>
                  </a:cubicBezTo>
                  <a:cubicBezTo>
                    <a:pt x="391494" y="176654"/>
                    <a:pt x="388385" y="183332"/>
                    <a:pt x="384900" y="189541"/>
                  </a:cubicBezTo>
                  <a:cubicBezTo>
                    <a:pt x="384806" y="189635"/>
                    <a:pt x="384806" y="189729"/>
                    <a:pt x="384712" y="189823"/>
                  </a:cubicBezTo>
                  <a:cubicBezTo>
                    <a:pt x="381227" y="196031"/>
                    <a:pt x="377460" y="201769"/>
                    <a:pt x="373316" y="207131"/>
                  </a:cubicBezTo>
                  <a:cubicBezTo>
                    <a:pt x="373127" y="207413"/>
                    <a:pt x="372939" y="207601"/>
                    <a:pt x="372750" y="207789"/>
                  </a:cubicBezTo>
                  <a:cubicBezTo>
                    <a:pt x="368700" y="213057"/>
                    <a:pt x="364368" y="217948"/>
                    <a:pt x="359847" y="222275"/>
                  </a:cubicBezTo>
                  <a:cubicBezTo>
                    <a:pt x="359658" y="222463"/>
                    <a:pt x="359376" y="222651"/>
                    <a:pt x="359188" y="222934"/>
                  </a:cubicBezTo>
                  <a:cubicBezTo>
                    <a:pt x="354667" y="227261"/>
                    <a:pt x="349957" y="231211"/>
                    <a:pt x="345154" y="234598"/>
                  </a:cubicBezTo>
                  <a:lnTo>
                    <a:pt x="345625" y="236855"/>
                  </a:lnTo>
                  <a:cubicBezTo>
                    <a:pt x="346567" y="236385"/>
                    <a:pt x="347603" y="235915"/>
                    <a:pt x="348639" y="235538"/>
                  </a:cubicBezTo>
                  <a:cubicBezTo>
                    <a:pt x="350899" y="234786"/>
                    <a:pt x="353065" y="234033"/>
                    <a:pt x="355514" y="234033"/>
                  </a:cubicBezTo>
                  <a:cubicBezTo>
                    <a:pt x="359470" y="234033"/>
                    <a:pt x="363238" y="235162"/>
                    <a:pt x="366628" y="237326"/>
                  </a:cubicBezTo>
                  <a:cubicBezTo>
                    <a:pt x="366628" y="237326"/>
                    <a:pt x="380756" y="246450"/>
                    <a:pt x="385371" y="249648"/>
                  </a:cubicBezTo>
                  <a:cubicBezTo>
                    <a:pt x="401854" y="261030"/>
                    <a:pt x="399876" y="279373"/>
                    <a:pt x="399876" y="279373"/>
                  </a:cubicBezTo>
                  <a:cubicBezTo>
                    <a:pt x="410990" y="279655"/>
                    <a:pt x="421822" y="283041"/>
                    <a:pt x="430016" y="289814"/>
                  </a:cubicBezTo>
                  <a:cubicBezTo>
                    <a:pt x="445180" y="302324"/>
                    <a:pt x="447535" y="313330"/>
                    <a:pt x="448382" y="316058"/>
                  </a:cubicBezTo>
                  <a:lnTo>
                    <a:pt x="481630" y="424515"/>
                  </a:lnTo>
                  <a:cubicBezTo>
                    <a:pt x="482855" y="428371"/>
                    <a:pt x="483608" y="432416"/>
                    <a:pt x="483891" y="436461"/>
                  </a:cubicBezTo>
                  <a:cubicBezTo>
                    <a:pt x="484644" y="448595"/>
                    <a:pt x="481159" y="460730"/>
                    <a:pt x="473718" y="470700"/>
                  </a:cubicBezTo>
                  <a:cubicBezTo>
                    <a:pt x="466372" y="480671"/>
                    <a:pt x="455823" y="487538"/>
                    <a:pt x="443956" y="490360"/>
                  </a:cubicBezTo>
                  <a:cubicBezTo>
                    <a:pt x="440000" y="491301"/>
                    <a:pt x="435950" y="491771"/>
                    <a:pt x="431805" y="491771"/>
                  </a:cubicBezTo>
                  <a:lnTo>
                    <a:pt x="325375" y="491771"/>
                  </a:lnTo>
                  <a:lnTo>
                    <a:pt x="337430" y="415296"/>
                  </a:lnTo>
                  <a:cubicBezTo>
                    <a:pt x="338749" y="406454"/>
                    <a:pt x="337807" y="397424"/>
                    <a:pt x="334605" y="389052"/>
                  </a:cubicBezTo>
                  <a:lnTo>
                    <a:pt x="323962" y="360927"/>
                  </a:lnTo>
                  <a:lnTo>
                    <a:pt x="337430" y="347476"/>
                  </a:lnTo>
                  <a:lnTo>
                    <a:pt x="307196" y="317281"/>
                  </a:lnTo>
                  <a:lnTo>
                    <a:pt x="276868" y="347476"/>
                  </a:lnTo>
                  <a:lnTo>
                    <a:pt x="290337" y="360927"/>
                  </a:lnTo>
                  <a:lnTo>
                    <a:pt x="279694" y="389052"/>
                  </a:lnTo>
                  <a:cubicBezTo>
                    <a:pt x="276586" y="397424"/>
                    <a:pt x="275644" y="406454"/>
                    <a:pt x="276963" y="415296"/>
                  </a:cubicBezTo>
                  <a:lnTo>
                    <a:pt x="288736" y="491771"/>
                  </a:lnTo>
                  <a:lnTo>
                    <a:pt x="182493" y="491771"/>
                  </a:lnTo>
                  <a:cubicBezTo>
                    <a:pt x="178443" y="491771"/>
                    <a:pt x="174299" y="491301"/>
                    <a:pt x="170437" y="490360"/>
                  </a:cubicBezTo>
                  <a:cubicBezTo>
                    <a:pt x="158570" y="487538"/>
                    <a:pt x="148021" y="480671"/>
                    <a:pt x="140675" y="470700"/>
                  </a:cubicBezTo>
                  <a:cubicBezTo>
                    <a:pt x="130785" y="457343"/>
                    <a:pt x="127865" y="440223"/>
                    <a:pt x="132669" y="424515"/>
                  </a:cubicBezTo>
                  <a:lnTo>
                    <a:pt x="166011" y="316058"/>
                  </a:lnTo>
                  <a:cubicBezTo>
                    <a:pt x="166858" y="313330"/>
                    <a:pt x="170908" y="300631"/>
                    <a:pt x="184377" y="289814"/>
                  </a:cubicBezTo>
                  <a:cubicBezTo>
                    <a:pt x="192666" y="283229"/>
                    <a:pt x="203403" y="279655"/>
                    <a:pt x="214517" y="279373"/>
                  </a:cubicBezTo>
                  <a:lnTo>
                    <a:pt x="214517" y="279279"/>
                  </a:lnTo>
                  <a:cubicBezTo>
                    <a:pt x="214140" y="273447"/>
                    <a:pt x="211880" y="260654"/>
                    <a:pt x="229022" y="249648"/>
                  </a:cubicBezTo>
                  <a:cubicBezTo>
                    <a:pt x="233731" y="246638"/>
                    <a:pt x="247765" y="237326"/>
                    <a:pt x="247765" y="237326"/>
                  </a:cubicBezTo>
                  <a:cubicBezTo>
                    <a:pt x="251061" y="235162"/>
                    <a:pt x="254923" y="234033"/>
                    <a:pt x="258879" y="234033"/>
                  </a:cubicBezTo>
                  <a:cubicBezTo>
                    <a:pt x="261328" y="234033"/>
                    <a:pt x="263494" y="234786"/>
                    <a:pt x="265754" y="235538"/>
                  </a:cubicBezTo>
                  <a:cubicBezTo>
                    <a:pt x="266790" y="236009"/>
                    <a:pt x="267826" y="236385"/>
                    <a:pt x="268768" y="236855"/>
                  </a:cubicBezTo>
                  <a:lnTo>
                    <a:pt x="269239" y="234598"/>
                  </a:lnTo>
                  <a:cubicBezTo>
                    <a:pt x="264436" y="231211"/>
                    <a:pt x="259726" y="227261"/>
                    <a:pt x="255205" y="222934"/>
                  </a:cubicBezTo>
                  <a:cubicBezTo>
                    <a:pt x="254923" y="222651"/>
                    <a:pt x="254735" y="222463"/>
                    <a:pt x="254546" y="222275"/>
                  </a:cubicBezTo>
                  <a:cubicBezTo>
                    <a:pt x="250025" y="217948"/>
                    <a:pt x="245693" y="213057"/>
                    <a:pt x="241548" y="207789"/>
                  </a:cubicBezTo>
                  <a:cubicBezTo>
                    <a:pt x="241454" y="207601"/>
                    <a:pt x="241266" y="207413"/>
                    <a:pt x="241077" y="207225"/>
                  </a:cubicBezTo>
                  <a:cubicBezTo>
                    <a:pt x="236933" y="201769"/>
                    <a:pt x="233072" y="196031"/>
                    <a:pt x="229681" y="189823"/>
                  </a:cubicBezTo>
                  <a:cubicBezTo>
                    <a:pt x="229587" y="189729"/>
                    <a:pt x="229587" y="189635"/>
                    <a:pt x="229493" y="189635"/>
                  </a:cubicBezTo>
                  <a:cubicBezTo>
                    <a:pt x="226008" y="183332"/>
                    <a:pt x="222899" y="176654"/>
                    <a:pt x="220356" y="169787"/>
                  </a:cubicBezTo>
                  <a:cubicBezTo>
                    <a:pt x="214140" y="168658"/>
                    <a:pt x="208301" y="165084"/>
                    <a:pt x="203497" y="159910"/>
                  </a:cubicBezTo>
                  <a:cubicBezTo>
                    <a:pt x="203309" y="159722"/>
                    <a:pt x="203214" y="159628"/>
                    <a:pt x="203120" y="159534"/>
                  </a:cubicBezTo>
                  <a:cubicBezTo>
                    <a:pt x="200860" y="157088"/>
                    <a:pt x="198976" y="154172"/>
                    <a:pt x="197281" y="151068"/>
                  </a:cubicBezTo>
                  <a:cubicBezTo>
                    <a:pt x="196998" y="150504"/>
                    <a:pt x="196716" y="149939"/>
                    <a:pt x="196433" y="149281"/>
                  </a:cubicBezTo>
                  <a:cubicBezTo>
                    <a:pt x="194832" y="146083"/>
                    <a:pt x="193513" y="142602"/>
                    <a:pt x="192666" y="138840"/>
                  </a:cubicBezTo>
                  <a:cubicBezTo>
                    <a:pt x="188145" y="118428"/>
                    <a:pt x="197092" y="99050"/>
                    <a:pt x="212727" y="95476"/>
                  </a:cubicBezTo>
                  <a:lnTo>
                    <a:pt x="212727" y="85787"/>
                  </a:lnTo>
                  <a:cubicBezTo>
                    <a:pt x="212727" y="38378"/>
                    <a:pt x="251155" y="0"/>
                    <a:pt x="2986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/>
            <a:p>
              <a:endParaRPr lang="zh-CN" altLang="en-US"/>
            </a:p>
          </p:txBody>
        </p:sp>
        <p:grpSp>
          <p:nvGrpSpPr>
            <p:cNvPr id="8" name="îṣḷídè">
              <a:extLst>
                <a:ext uri="{FF2B5EF4-FFF2-40B4-BE49-F238E27FC236}">
                  <a16:creationId xmlns:a16="http://schemas.microsoft.com/office/drawing/2014/main" id="{9DB60EA8-D68F-418E-A655-1EEFB2A1CE02}"/>
                </a:ext>
              </a:extLst>
            </p:cNvPr>
            <p:cNvGrpSpPr/>
            <p:nvPr/>
          </p:nvGrpSpPr>
          <p:grpSpPr>
            <a:xfrm>
              <a:off x="4453666" y="1860393"/>
              <a:ext cx="3228944" cy="1111889"/>
              <a:chOff x="673100" y="3078471"/>
              <a:chExt cx="3228944" cy="1111889"/>
            </a:xfrm>
          </p:grpSpPr>
          <p:sp>
            <p:nvSpPr>
              <p:cNvPr id="30" name="ïṩḻiḋè">
                <a:extLst>
                  <a:ext uri="{FF2B5EF4-FFF2-40B4-BE49-F238E27FC236}">
                    <a16:creationId xmlns:a16="http://schemas.microsoft.com/office/drawing/2014/main" id="{F5400588-779E-4053-8052-AEA844960AD8}"/>
                  </a:ext>
                </a:extLst>
              </p:cNvPr>
              <p:cNvSpPr/>
              <p:nvPr/>
            </p:nvSpPr>
            <p:spPr bwMode="auto">
              <a:xfrm>
                <a:off x="673100" y="3466069"/>
                <a:ext cx="3228944" cy="724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/>
                  <a:t>Sup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porting text here.</a:t>
                </a:r>
              </a:p>
              <a:p>
                <a:pPr algn="ctr"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/>
                  <a:t>…… </a:t>
                </a:r>
                <a:endParaRPr lang="en-US" altLang="zh-CN" sz="1100" dirty="0"/>
              </a:p>
            </p:txBody>
          </p:sp>
          <p:sp>
            <p:nvSpPr>
              <p:cNvPr id="31" name="íŝ1íḍé">
                <a:extLst>
                  <a:ext uri="{FF2B5EF4-FFF2-40B4-BE49-F238E27FC236}">
                    <a16:creationId xmlns:a16="http://schemas.microsoft.com/office/drawing/2014/main" id="{BE69CF6D-6B36-4882-B712-F052A19B1CC2}"/>
                  </a:ext>
                </a:extLst>
              </p:cNvPr>
              <p:cNvSpPr txBox="1"/>
              <p:nvPr/>
            </p:nvSpPr>
            <p:spPr bwMode="auto">
              <a:xfrm>
                <a:off x="673100" y="3078471"/>
                <a:ext cx="3228944" cy="38759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b" anchorCtr="0">
                <a:normAutofit lnSpcReduction="10000"/>
              </a:bodyPr>
              <a:lstStyle>
                <a:defPPr>
                  <a:defRPr lang="zh-CN"/>
                </a:defPPr>
                <a:lvl1pPr defTabSz="914377">
                  <a:lnSpc>
                    <a:spcPct val="100000"/>
                  </a:lnSpc>
                  <a:spcBef>
                    <a:spcPct val="0"/>
                  </a:spcBef>
                  <a:buFontTx/>
                  <a:buNone/>
                  <a:defRPr sz="2000" b="1"/>
                </a:lvl1pPr>
                <a:lvl2pPr marL="457189" defTabSz="914377"/>
                <a:lvl3pPr marL="914377" defTabSz="914377"/>
                <a:lvl4pPr marL="1371566" defTabSz="914377"/>
                <a:lvl5pPr marL="1828754" defTabSz="914377"/>
                <a:lvl6pPr marL="2285943" defTabSz="914377"/>
                <a:lvl7pPr marL="2743131" defTabSz="914377"/>
                <a:lvl8pPr marL="3200320" defTabSz="914377"/>
                <a:lvl9pPr marL="3657509" defTabSz="914377"/>
              </a:lstStyle>
              <a:p>
                <a:pPr algn="ctr"/>
                <a:r>
                  <a:rPr lang="en-US" altLang="zh-CN"/>
                  <a:t>T</a:t>
                </a:r>
                <a:r>
                  <a:rPr lang="en-US" altLang="zh-CN" sz="100"/>
                  <a:t> </a:t>
                </a:r>
                <a:r>
                  <a:rPr lang="en-US" altLang="zh-CN"/>
                  <a:t>ext </a:t>
                </a:r>
                <a:r>
                  <a:rPr lang="en-US" altLang="zh-CN" dirty="0"/>
                  <a:t>here</a:t>
                </a:r>
              </a:p>
            </p:txBody>
          </p:sp>
        </p:grp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74FED90D-BB93-4E54-B3C0-5650D5FA232D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flipV="1">
              <a:off x="6068138" y="2972282"/>
              <a:ext cx="0" cy="96992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ṧḷïḓè">
              <a:extLst>
                <a:ext uri="{FF2B5EF4-FFF2-40B4-BE49-F238E27FC236}">
                  <a16:creationId xmlns:a16="http://schemas.microsoft.com/office/drawing/2014/main" id="{1C356C35-EF55-4328-BD35-039DB69177A8}"/>
                </a:ext>
              </a:extLst>
            </p:cNvPr>
            <p:cNvSpPr/>
            <p:nvPr/>
          </p:nvSpPr>
          <p:spPr>
            <a:xfrm rot="19453510">
              <a:off x="3765569" y="1201819"/>
              <a:ext cx="1376195" cy="3524334"/>
            </a:xfrm>
            <a:custGeom>
              <a:avLst/>
              <a:gdLst>
                <a:gd name="connsiteX0" fmla="*/ 0 w 1086214"/>
                <a:gd name="connsiteY0" fmla="*/ 3342910 h 3342910"/>
                <a:gd name="connsiteX1" fmla="*/ 0 w 1086214"/>
                <a:gd name="connsiteY1" fmla="*/ 0 h 3342910"/>
                <a:gd name="connsiteX2" fmla="*/ 1086214 w 1086214"/>
                <a:gd name="connsiteY2" fmla="*/ 3342910 h 3342910"/>
                <a:gd name="connsiteX3" fmla="*/ 0 w 1086214"/>
                <a:gd name="connsiteY3" fmla="*/ 3342910 h 3342910"/>
                <a:gd name="connsiteX0" fmla="*/ 17236 w 1086214"/>
                <a:gd name="connsiteY0" fmla="*/ 3287707 h 3342910"/>
                <a:gd name="connsiteX1" fmla="*/ 0 w 1086214"/>
                <a:gd name="connsiteY1" fmla="*/ 0 h 3342910"/>
                <a:gd name="connsiteX2" fmla="*/ 1086214 w 1086214"/>
                <a:gd name="connsiteY2" fmla="*/ 3342910 h 3342910"/>
                <a:gd name="connsiteX3" fmla="*/ 17236 w 1086214"/>
                <a:gd name="connsiteY3" fmla="*/ 3287707 h 3342910"/>
                <a:gd name="connsiteX0" fmla="*/ 187 w 1202805"/>
                <a:gd name="connsiteY0" fmla="*/ 3473175 h 3473175"/>
                <a:gd name="connsiteX1" fmla="*/ 116591 w 1202805"/>
                <a:gd name="connsiteY1" fmla="*/ 0 h 3473175"/>
                <a:gd name="connsiteX2" fmla="*/ 1202805 w 1202805"/>
                <a:gd name="connsiteY2" fmla="*/ 3342910 h 3473175"/>
                <a:gd name="connsiteX3" fmla="*/ 187 w 1202805"/>
                <a:gd name="connsiteY3" fmla="*/ 3473175 h 3473175"/>
                <a:gd name="connsiteX0" fmla="*/ 187 w 1202805"/>
                <a:gd name="connsiteY0" fmla="*/ 3473175 h 3473175"/>
                <a:gd name="connsiteX1" fmla="*/ 116591 w 1202805"/>
                <a:gd name="connsiteY1" fmla="*/ 0 h 3473175"/>
                <a:gd name="connsiteX2" fmla="*/ 1202805 w 1202805"/>
                <a:gd name="connsiteY2" fmla="*/ 3342910 h 3473175"/>
                <a:gd name="connsiteX3" fmla="*/ 187 w 1202805"/>
                <a:gd name="connsiteY3" fmla="*/ 3473175 h 3473175"/>
                <a:gd name="connsiteX0" fmla="*/ 52479 w 1255097"/>
                <a:gd name="connsiteY0" fmla="*/ 3504701 h 3504701"/>
                <a:gd name="connsiteX1" fmla="*/ 0 w 1255097"/>
                <a:gd name="connsiteY1" fmla="*/ 0 h 3504701"/>
                <a:gd name="connsiteX2" fmla="*/ 1255097 w 1255097"/>
                <a:gd name="connsiteY2" fmla="*/ 3374436 h 3504701"/>
                <a:gd name="connsiteX3" fmla="*/ 52479 w 1255097"/>
                <a:gd name="connsiteY3" fmla="*/ 3504701 h 3504701"/>
                <a:gd name="connsiteX0" fmla="*/ 173577 w 1376195"/>
                <a:gd name="connsiteY0" fmla="*/ 3524334 h 3524334"/>
                <a:gd name="connsiteX1" fmla="*/ 0 w 1376195"/>
                <a:gd name="connsiteY1" fmla="*/ 0 h 3524334"/>
                <a:gd name="connsiteX2" fmla="*/ 1376195 w 1376195"/>
                <a:gd name="connsiteY2" fmla="*/ 3394069 h 3524334"/>
                <a:gd name="connsiteX3" fmla="*/ 173577 w 1376195"/>
                <a:gd name="connsiteY3" fmla="*/ 3524334 h 352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195" h="3524334">
                  <a:moveTo>
                    <a:pt x="173577" y="3524334"/>
                  </a:moveTo>
                  <a:cubicBezTo>
                    <a:pt x="167832" y="2428432"/>
                    <a:pt x="5745" y="1095902"/>
                    <a:pt x="0" y="0"/>
                  </a:cubicBezTo>
                  <a:lnTo>
                    <a:pt x="1376195" y="3394069"/>
                  </a:lnTo>
                  <a:lnTo>
                    <a:pt x="173577" y="352433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îšḷïde">
              <a:extLst>
                <a:ext uri="{FF2B5EF4-FFF2-40B4-BE49-F238E27FC236}">
                  <a16:creationId xmlns:a16="http://schemas.microsoft.com/office/drawing/2014/main" id="{9F0FE5F0-A263-49F9-9633-C199D4185FB4}"/>
                </a:ext>
              </a:extLst>
            </p:cNvPr>
            <p:cNvSpPr/>
            <p:nvPr/>
          </p:nvSpPr>
          <p:spPr>
            <a:xfrm>
              <a:off x="2333832" y="1173546"/>
              <a:ext cx="1139952" cy="11399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b="1" i="1">
                  <a:solidFill>
                    <a:schemeClr val="tx1"/>
                  </a:solidFill>
                </a:rPr>
                <a:t>T</a:t>
              </a:r>
              <a:r>
                <a:rPr lang="en-US" altLang="zh-CN" sz="100" b="1" i="1">
                  <a:solidFill>
                    <a:schemeClr val="tx1"/>
                  </a:solidFill>
                </a:rPr>
                <a:t> </a:t>
              </a:r>
              <a:r>
                <a:rPr lang="en-US" altLang="zh-CN" sz="1600" b="1" i="1">
                  <a:solidFill>
                    <a:schemeClr val="tx1"/>
                  </a:solidFill>
                </a:rPr>
                <a:t>ext</a:t>
              </a:r>
              <a:endParaRPr lang="zh-CN" altLang="en-US" sz="1600" b="1" i="1">
                <a:solidFill>
                  <a:schemeClr val="tx1"/>
                </a:solidFill>
              </a:endParaRPr>
            </a:p>
          </p:txBody>
        </p:sp>
        <p:sp>
          <p:nvSpPr>
            <p:cNvPr id="12" name="îṧḻíḋé">
              <a:extLst>
                <a:ext uri="{FF2B5EF4-FFF2-40B4-BE49-F238E27FC236}">
                  <a16:creationId xmlns:a16="http://schemas.microsoft.com/office/drawing/2014/main" id="{F5386FEA-2C2F-4C65-979A-515AAA052B2E}"/>
                </a:ext>
              </a:extLst>
            </p:cNvPr>
            <p:cNvSpPr/>
            <p:nvPr/>
          </p:nvSpPr>
          <p:spPr>
            <a:xfrm rot="2146490" flipH="1">
              <a:off x="7011661" y="1201817"/>
              <a:ext cx="1376195" cy="3524334"/>
            </a:xfrm>
            <a:custGeom>
              <a:avLst/>
              <a:gdLst>
                <a:gd name="connsiteX0" fmla="*/ 0 w 1086214"/>
                <a:gd name="connsiteY0" fmla="*/ 3342910 h 3342910"/>
                <a:gd name="connsiteX1" fmla="*/ 0 w 1086214"/>
                <a:gd name="connsiteY1" fmla="*/ 0 h 3342910"/>
                <a:gd name="connsiteX2" fmla="*/ 1086214 w 1086214"/>
                <a:gd name="connsiteY2" fmla="*/ 3342910 h 3342910"/>
                <a:gd name="connsiteX3" fmla="*/ 0 w 1086214"/>
                <a:gd name="connsiteY3" fmla="*/ 3342910 h 3342910"/>
                <a:gd name="connsiteX0" fmla="*/ 17236 w 1086214"/>
                <a:gd name="connsiteY0" fmla="*/ 3287707 h 3342910"/>
                <a:gd name="connsiteX1" fmla="*/ 0 w 1086214"/>
                <a:gd name="connsiteY1" fmla="*/ 0 h 3342910"/>
                <a:gd name="connsiteX2" fmla="*/ 1086214 w 1086214"/>
                <a:gd name="connsiteY2" fmla="*/ 3342910 h 3342910"/>
                <a:gd name="connsiteX3" fmla="*/ 17236 w 1086214"/>
                <a:gd name="connsiteY3" fmla="*/ 3287707 h 3342910"/>
                <a:gd name="connsiteX0" fmla="*/ 187 w 1202805"/>
                <a:gd name="connsiteY0" fmla="*/ 3473175 h 3473175"/>
                <a:gd name="connsiteX1" fmla="*/ 116591 w 1202805"/>
                <a:gd name="connsiteY1" fmla="*/ 0 h 3473175"/>
                <a:gd name="connsiteX2" fmla="*/ 1202805 w 1202805"/>
                <a:gd name="connsiteY2" fmla="*/ 3342910 h 3473175"/>
                <a:gd name="connsiteX3" fmla="*/ 187 w 1202805"/>
                <a:gd name="connsiteY3" fmla="*/ 3473175 h 3473175"/>
                <a:gd name="connsiteX0" fmla="*/ 187 w 1202805"/>
                <a:gd name="connsiteY0" fmla="*/ 3473175 h 3473175"/>
                <a:gd name="connsiteX1" fmla="*/ 116591 w 1202805"/>
                <a:gd name="connsiteY1" fmla="*/ 0 h 3473175"/>
                <a:gd name="connsiteX2" fmla="*/ 1202805 w 1202805"/>
                <a:gd name="connsiteY2" fmla="*/ 3342910 h 3473175"/>
                <a:gd name="connsiteX3" fmla="*/ 187 w 1202805"/>
                <a:gd name="connsiteY3" fmla="*/ 3473175 h 3473175"/>
                <a:gd name="connsiteX0" fmla="*/ 52479 w 1255097"/>
                <a:gd name="connsiteY0" fmla="*/ 3504701 h 3504701"/>
                <a:gd name="connsiteX1" fmla="*/ 0 w 1255097"/>
                <a:gd name="connsiteY1" fmla="*/ 0 h 3504701"/>
                <a:gd name="connsiteX2" fmla="*/ 1255097 w 1255097"/>
                <a:gd name="connsiteY2" fmla="*/ 3374436 h 3504701"/>
                <a:gd name="connsiteX3" fmla="*/ 52479 w 1255097"/>
                <a:gd name="connsiteY3" fmla="*/ 3504701 h 3504701"/>
                <a:gd name="connsiteX0" fmla="*/ 173577 w 1376195"/>
                <a:gd name="connsiteY0" fmla="*/ 3524334 h 3524334"/>
                <a:gd name="connsiteX1" fmla="*/ 0 w 1376195"/>
                <a:gd name="connsiteY1" fmla="*/ 0 h 3524334"/>
                <a:gd name="connsiteX2" fmla="*/ 1376195 w 1376195"/>
                <a:gd name="connsiteY2" fmla="*/ 3394069 h 3524334"/>
                <a:gd name="connsiteX3" fmla="*/ 173577 w 1376195"/>
                <a:gd name="connsiteY3" fmla="*/ 3524334 h 3524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76195" h="3524334">
                  <a:moveTo>
                    <a:pt x="173577" y="3524334"/>
                  </a:moveTo>
                  <a:cubicBezTo>
                    <a:pt x="167832" y="2428432"/>
                    <a:pt x="5745" y="1095902"/>
                    <a:pt x="0" y="0"/>
                  </a:cubicBezTo>
                  <a:lnTo>
                    <a:pt x="1376195" y="3394069"/>
                  </a:lnTo>
                  <a:lnTo>
                    <a:pt x="173577" y="352433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išḻîďe">
              <a:extLst>
                <a:ext uri="{FF2B5EF4-FFF2-40B4-BE49-F238E27FC236}">
                  <a16:creationId xmlns:a16="http://schemas.microsoft.com/office/drawing/2014/main" id="{07196A71-5400-4805-B6AE-6137B78AD8D7}"/>
                </a:ext>
              </a:extLst>
            </p:cNvPr>
            <p:cNvSpPr/>
            <p:nvPr/>
          </p:nvSpPr>
          <p:spPr>
            <a:xfrm>
              <a:off x="8718216" y="1173546"/>
              <a:ext cx="1139952" cy="1139948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600" b="1" i="1">
                  <a:solidFill>
                    <a:schemeClr val="tx1"/>
                  </a:solidFill>
                </a:rPr>
                <a:t>T</a:t>
              </a:r>
              <a:r>
                <a:rPr lang="en-US" altLang="zh-CN" sz="100" b="1" i="1">
                  <a:solidFill>
                    <a:schemeClr val="tx1"/>
                  </a:solidFill>
                </a:rPr>
                <a:t> </a:t>
              </a:r>
              <a:r>
                <a:rPr lang="en-US" altLang="zh-CN" sz="1600" b="1" i="1">
                  <a:solidFill>
                    <a:schemeClr val="tx1"/>
                  </a:solidFill>
                </a:rPr>
                <a:t>ext</a:t>
              </a:r>
              <a:endParaRPr lang="zh-CN" altLang="en-US" sz="1600" b="1" i="1">
                <a:solidFill>
                  <a:schemeClr val="tx1"/>
                </a:solidFill>
              </a:endParaRPr>
            </a:p>
          </p:txBody>
        </p:sp>
        <p:grpSp>
          <p:nvGrpSpPr>
            <p:cNvPr id="14" name="ïŝlïḓê">
              <a:extLst>
                <a:ext uri="{FF2B5EF4-FFF2-40B4-BE49-F238E27FC236}">
                  <a16:creationId xmlns:a16="http://schemas.microsoft.com/office/drawing/2014/main" id="{CF5A586B-6BCC-48E8-8BAE-607724195EBA}"/>
                </a:ext>
              </a:extLst>
            </p:cNvPr>
            <p:cNvGrpSpPr/>
            <p:nvPr/>
          </p:nvGrpSpPr>
          <p:grpSpPr>
            <a:xfrm>
              <a:off x="1253765" y="2725825"/>
              <a:ext cx="2149312" cy="1216383"/>
              <a:chOff x="883924" y="3952876"/>
              <a:chExt cx="1827794" cy="1216383"/>
            </a:xfrm>
          </p:grpSpPr>
          <p:sp>
            <p:nvSpPr>
              <p:cNvPr id="28" name="î$ḻïḋè">
                <a:extLst>
                  <a:ext uri="{FF2B5EF4-FFF2-40B4-BE49-F238E27FC236}">
                    <a16:creationId xmlns:a16="http://schemas.microsoft.com/office/drawing/2014/main" id="{982E6169-08AB-4564-8253-81DE3503469C}"/>
                  </a:ext>
                </a:extLst>
              </p:cNvPr>
              <p:cNvSpPr/>
              <p:nvPr/>
            </p:nvSpPr>
            <p:spPr bwMode="auto">
              <a:xfrm>
                <a:off x="883924" y="4399186"/>
                <a:ext cx="1827794" cy="7700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/>
                  <a:t>Supporting 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ext </a:t>
                </a:r>
                <a:r>
                  <a:rPr lang="en-US" altLang="zh-CN" sz="1100" dirty="0"/>
                  <a:t>here.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 </a:t>
                </a:r>
              </a:p>
            </p:txBody>
          </p:sp>
          <p:sp>
            <p:nvSpPr>
              <p:cNvPr id="29" name="î$ľîḋè">
                <a:extLst>
                  <a:ext uri="{FF2B5EF4-FFF2-40B4-BE49-F238E27FC236}">
                    <a16:creationId xmlns:a16="http://schemas.microsoft.com/office/drawing/2014/main" id="{6977AAFC-D848-4076-873C-092C5BBB6ECB}"/>
                  </a:ext>
                </a:extLst>
              </p:cNvPr>
              <p:cNvSpPr txBox="1"/>
              <p:nvPr/>
            </p:nvSpPr>
            <p:spPr bwMode="auto">
              <a:xfrm>
                <a:off x="883924" y="3952876"/>
                <a:ext cx="1827794" cy="44631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 </a:t>
                </a:r>
                <a:r>
                  <a:rPr lang="en-US" altLang="zh-CN" b="1" dirty="0"/>
                  <a:t>here</a:t>
                </a:r>
              </a:p>
            </p:txBody>
          </p:sp>
        </p:grpSp>
        <p:sp>
          <p:nvSpPr>
            <p:cNvPr id="15" name="íŝlïḓe">
              <a:extLst>
                <a:ext uri="{FF2B5EF4-FFF2-40B4-BE49-F238E27FC236}">
                  <a16:creationId xmlns:a16="http://schemas.microsoft.com/office/drawing/2014/main" id="{F59B7D40-42E4-4E69-BA04-4E8E644B34F2}"/>
                </a:ext>
              </a:extLst>
            </p:cNvPr>
            <p:cNvSpPr/>
            <p:nvPr/>
          </p:nvSpPr>
          <p:spPr bwMode="auto">
            <a:xfrm>
              <a:off x="748642" y="2793256"/>
              <a:ext cx="356779" cy="311447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íṧ1ïďé">
              <a:extLst>
                <a:ext uri="{FF2B5EF4-FFF2-40B4-BE49-F238E27FC236}">
                  <a16:creationId xmlns:a16="http://schemas.microsoft.com/office/drawing/2014/main" id="{986FB993-49BF-4714-88FB-A56E3AD0FD62}"/>
                </a:ext>
              </a:extLst>
            </p:cNvPr>
            <p:cNvGrpSpPr/>
            <p:nvPr/>
          </p:nvGrpSpPr>
          <p:grpSpPr>
            <a:xfrm>
              <a:off x="1253765" y="4229246"/>
              <a:ext cx="2149312" cy="1216383"/>
              <a:chOff x="883924" y="3952876"/>
              <a:chExt cx="1827794" cy="1216383"/>
            </a:xfrm>
          </p:grpSpPr>
          <p:sp>
            <p:nvSpPr>
              <p:cNvPr id="26" name="işlïḍè">
                <a:extLst>
                  <a:ext uri="{FF2B5EF4-FFF2-40B4-BE49-F238E27FC236}">
                    <a16:creationId xmlns:a16="http://schemas.microsoft.com/office/drawing/2014/main" id="{0ABE8976-3377-4E5C-B928-4CC66B25C2EB}"/>
                  </a:ext>
                </a:extLst>
              </p:cNvPr>
              <p:cNvSpPr/>
              <p:nvPr/>
            </p:nvSpPr>
            <p:spPr bwMode="auto">
              <a:xfrm>
                <a:off x="883924" y="4399186"/>
                <a:ext cx="1827794" cy="7700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/>
                  <a:t>Supporting 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ext </a:t>
                </a:r>
                <a:r>
                  <a:rPr lang="en-US" altLang="zh-CN" sz="1100" dirty="0"/>
                  <a:t>here.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 </a:t>
                </a:r>
              </a:p>
            </p:txBody>
          </p:sp>
          <p:sp>
            <p:nvSpPr>
              <p:cNvPr id="27" name="í$ľíḋé">
                <a:extLst>
                  <a:ext uri="{FF2B5EF4-FFF2-40B4-BE49-F238E27FC236}">
                    <a16:creationId xmlns:a16="http://schemas.microsoft.com/office/drawing/2014/main" id="{D624A54F-DEE7-4C1C-B371-E801145B1501}"/>
                  </a:ext>
                </a:extLst>
              </p:cNvPr>
              <p:cNvSpPr txBox="1"/>
              <p:nvPr/>
            </p:nvSpPr>
            <p:spPr bwMode="auto">
              <a:xfrm>
                <a:off x="883924" y="3952876"/>
                <a:ext cx="1827794" cy="44631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 </a:t>
                </a:r>
                <a:r>
                  <a:rPr lang="en-US" altLang="zh-CN" b="1" dirty="0"/>
                  <a:t>here</a:t>
                </a:r>
              </a:p>
            </p:txBody>
          </p:sp>
        </p:grpSp>
        <p:sp>
          <p:nvSpPr>
            <p:cNvPr id="17" name="îṩḻîḍè">
              <a:extLst>
                <a:ext uri="{FF2B5EF4-FFF2-40B4-BE49-F238E27FC236}">
                  <a16:creationId xmlns:a16="http://schemas.microsoft.com/office/drawing/2014/main" id="{DCC21BCD-BB66-4537-9DDF-1DF13F2E12F6}"/>
                </a:ext>
              </a:extLst>
            </p:cNvPr>
            <p:cNvSpPr/>
            <p:nvPr/>
          </p:nvSpPr>
          <p:spPr bwMode="auto">
            <a:xfrm>
              <a:off x="748642" y="4296677"/>
              <a:ext cx="356779" cy="311447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" name="îṧlîḑê">
              <a:extLst>
                <a:ext uri="{FF2B5EF4-FFF2-40B4-BE49-F238E27FC236}">
                  <a16:creationId xmlns:a16="http://schemas.microsoft.com/office/drawing/2014/main" id="{91BE07B7-E05D-4C2E-AFA6-A71CA06304A2}"/>
                </a:ext>
              </a:extLst>
            </p:cNvPr>
            <p:cNvGrpSpPr/>
            <p:nvPr/>
          </p:nvGrpSpPr>
          <p:grpSpPr>
            <a:xfrm>
              <a:off x="9271043" y="2725825"/>
              <a:ext cx="2249445" cy="1216383"/>
              <a:chOff x="883924" y="3952876"/>
              <a:chExt cx="1827794" cy="1216383"/>
            </a:xfrm>
          </p:grpSpPr>
          <p:sp>
            <p:nvSpPr>
              <p:cNvPr id="24" name="íŝḷíḋê">
                <a:extLst>
                  <a:ext uri="{FF2B5EF4-FFF2-40B4-BE49-F238E27FC236}">
                    <a16:creationId xmlns:a16="http://schemas.microsoft.com/office/drawing/2014/main" id="{FB6F6357-450E-4CEB-A97E-46C26C45383B}"/>
                  </a:ext>
                </a:extLst>
              </p:cNvPr>
              <p:cNvSpPr/>
              <p:nvPr/>
            </p:nvSpPr>
            <p:spPr bwMode="auto">
              <a:xfrm>
                <a:off x="883924" y="4399186"/>
                <a:ext cx="1827794" cy="7700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/>
                  <a:t>Supporting 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ext </a:t>
                </a:r>
                <a:r>
                  <a:rPr lang="en-US" altLang="zh-CN" sz="1100" dirty="0"/>
                  <a:t>here.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 </a:t>
                </a:r>
              </a:p>
            </p:txBody>
          </p:sp>
          <p:sp>
            <p:nvSpPr>
              <p:cNvPr id="25" name="îSļîďé">
                <a:extLst>
                  <a:ext uri="{FF2B5EF4-FFF2-40B4-BE49-F238E27FC236}">
                    <a16:creationId xmlns:a16="http://schemas.microsoft.com/office/drawing/2014/main" id="{89AFBCE5-40BC-4957-9C2B-089F115649DE}"/>
                  </a:ext>
                </a:extLst>
              </p:cNvPr>
              <p:cNvSpPr txBox="1"/>
              <p:nvPr/>
            </p:nvSpPr>
            <p:spPr bwMode="auto">
              <a:xfrm>
                <a:off x="883924" y="3952876"/>
                <a:ext cx="1827794" cy="44631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 </a:t>
                </a:r>
                <a:r>
                  <a:rPr lang="en-US" altLang="zh-CN" b="1" dirty="0"/>
                  <a:t>here</a:t>
                </a:r>
              </a:p>
            </p:txBody>
          </p:sp>
        </p:grpSp>
        <p:sp>
          <p:nvSpPr>
            <p:cNvPr id="19" name="îṡ1îḍe">
              <a:extLst>
                <a:ext uri="{FF2B5EF4-FFF2-40B4-BE49-F238E27FC236}">
                  <a16:creationId xmlns:a16="http://schemas.microsoft.com/office/drawing/2014/main" id="{B1BFA4F1-05C8-4FFA-B268-3A6180101BE6}"/>
                </a:ext>
              </a:extLst>
            </p:cNvPr>
            <p:cNvSpPr/>
            <p:nvPr/>
          </p:nvSpPr>
          <p:spPr bwMode="auto">
            <a:xfrm>
              <a:off x="8765921" y="2793256"/>
              <a:ext cx="356779" cy="311447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0" name="ïṧḻïḍè">
              <a:extLst>
                <a:ext uri="{FF2B5EF4-FFF2-40B4-BE49-F238E27FC236}">
                  <a16:creationId xmlns:a16="http://schemas.microsoft.com/office/drawing/2014/main" id="{10ABFFFF-BB30-4B3E-87A1-A03A11DA10A5}"/>
                </a:ext>
              </a:extLst>
            </p:cNvPr>
            <p:cNvGrpSpPr/>
            <p:nvPr/>
          </p:nvGrpSpPr>
          <p:grpSpPr>
            <a:xfrm>
              <a:off x="9271043" y="4229246"/>
              <a:ext cx="2249445" cy="1216383"/>
              <a:chOff x="883924" y="3952876"/>
              <a:chExt cx="1827794" cy="1216383"/>
            </a:xfrm>
          </p:grpSpPr>
          <p:sp>
            <p:nvSpPr>
              <p:cNvPr id="22" name="îṧḻíḍê">
                <a:extLst>
                  <a:ext uri="{FF2B5EF4-FFF2-40B4-BE49-F238E27FC236}">
                    <a16:creationId xmlns:a16="http://schemas.microsoft.com/office/drawing/2014/main" id="{B6C1A712-625B-47A2-8882-DA4D7786232B}"/>
                  </a:ext>
                </a:extLst>
              </p:cNvPr>
              <p:cNvSpPr/>
              <p:nvPr/>
            </p:nvSpPr>
            <p:spPr bwMode="auto">
              <a:xfrm>
                <a:off x="883924" y="4399186"/>
                <a:ext cx="1827794" cy="7700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/>
                  <a:t>Supporti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ng </a:t>
                </a:r>
                <a:r>
                  <a:rPr lang="en-US" altLang="zh-CN" sz="1100" dirty="0"/>
                  <a:t>text here.</a:t>
                </a:r>
              </a:p>
              <a:p>
                <a:pPr>
                  <a:lnSpc>
                    <a:spcPct val="150000"/>
                  </a:lnSpc>
                  <a:spcBef>
                    <a:spcPct val="0"/>
                  </a:spcBef>
                </a:pPr>
                <a:r>
                  <a:rPr lang="en-US" altLang="zh-CN" sz="1100" dirty="0"/>
                  <a:t>…… </a:t>
                </a:r>
              </a:p>
            </p:txBody>
          </p:sp>
          <p:sp>
            <p:nvSpPr>
              <p:cNvPr id="23" name="ïṡ1ïdé">
                <a:extLst>
                  <a:ext uri="{FF2B5EF4-FFF2-40B4-BE49-F238E27FC236}">
                    <a16:creationId xmlns:a16="http://schemas.microsoft.com/office/drawing/2014/main" id="{1B7F6BCF-8915-4A10-88F9-93256E80DE55}"/>
                  </a:ext>
                </a:extLst>
              </p:cNvPr>
              <p:cNvSpPr txBox="1"/>
              <p:nvPr/>
            </p:nvSpPr>
            <p:spPr bwMode="auto">
              <a:xfrm>
                <a:off x="883924" y="3952876"/>
                <a:ext cx="1827794" cy="44631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18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377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566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754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5943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131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320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509" algn="l" defTabSz="914377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/>
                  <a:t>Tex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t </a:t>
                </a:r>
                <a:r>
                  <a:rPr lang="en-US" altLang="zh-CN" b="1" dirty="0"/>
                  <a:t>here</a:t>
                </a:r>
              </a:p>
            </p:txBody>
          </p:sp>
        </p:grpSp>
        <p:sp>
          <p:nvSpPr>
            <p:cNvPr id="21" name="íṥlîḍe">
              <a:extLst>
                <a:ext uri="{FF2B5EF4-FFF2-40B4-BE49-F238E27FC236}">
                  <a16:creationId xmlns:a16="http://schemas.microsoft.com/office/drawing/2014/main" id="{15F15BAB-FB96-448A-945E-F9B609527FE5}"/>
                </a:ext>
              </a:extLst>
            </p:cNvPr>
            <p:cNvSpPr/>
            <p:nvPr/>
          </p:nvSpPr>
          <p:spPr bwMode="auto">
            <a:xfrm>
              <a:off x="8765921" y="4296677"/>
              <a:ext cx="356779" cy="311447"/>
            </a:xfrm>
            <a:custGeom>
              <a:avLst/>
              <a:gdLst>
                <a:gd name="connsiteX0" fmla="*/ 424975 w 608697"/>
                <a:gd name="connsiteY0" fmla="*/ 168488 h 531358"/>
                <a:gd name="connsiteX1" fmla="*/ 387604 w 608697"/>
                <a:gd name="connsiteY1" fmla="*/ 205806 h 531358"/>
                <a:gd name="connsiteX2" fmla="*/ 424975 w 608697"/>
                <a:gd name="connsiteY2" fmla="*/ 243124 h 531358"/>
                <a:gd name="connsiteX3" fmla="*/ 462346 w 608697"/>
                <a:gd name="connsiteY3" fmla="*/ 205806 h 531358"/>
                <a:gd name="connsiteX4" fmla="*/ 424975 w 608697"/>
                <a:gd name="connsiteY4" fmla="*/ 168488 h 531358"/>
                <a:gd name="connsiteX5" fmla="*/ 287947 w 608697"/>
                <a:gd name="connsiteY5" fmla="*/ 168488 h 531358"/>
                <a:gd name="connsiteX6" fmla="*/ 250576 w 608697"/>
                <a:gd name="connsiteY6" fmla="*/ 205806 h 531358"/>
                <a:gd name="connsiteX7" fmla="*/ 287947 w 608697"/>
                <a:gd name="connsiteY7" fmla="*/ 243124 h 531358"/>
                <a:gd name="connsiteX8" fmla="*/ 325318 w 608697"/>
                <a:gd name="connsiteY8" fmla="*/ 205806 h 531358"/>
                <a:gd name="connsiteX9" fmla="*/ 287947 w 608697"/>
                <a:gd name="connsiteY9" fmla="*/ 168488 h 531358"/>
                <a:gd name="connsiteX10" fmla="*/ 102356 w 608697"/>
                <a:gd name="connsiteY10" fmla="*/ 121231 h 531358"/>
                <a:gd name="connsiteX11" fmla="*/ 98850 w 608697"/>
                <a:gd name="connsiteY11" fmla="*/ 127711 h 531358"/>
                <a:gd name="connsiteX12" fmla="*/ 76842 w 608697"/>
                <a:gd name="connsiteY12" fmla="*/ 217990 h 531358"/>
                <a:gd name="connsiteX13" fmla="*/ 98850 w 608697"/>
                <a:gd name="connsiteY13" fmla="*/ 308194 h 531358"/>
                <a:gd name="connsiteX14" fmla="*/ 157488 w 608697"/>
                <a:gd name="connsiteY14" fmla="*/ 380223 h 531358"/>
                <a:gd name="connsiteX15" fmla="*/ 344668 w 608697"/>
                <a:gd name="connsiteY15" fmla="*/ 444729 h 531358"/>
                <a:gd name="connsiteX16" fmla="*/ 370257 w 608697"/>
                <a:gd name="connsiteY16" fmla="*/ 443687 h 531358"/>
                <a:gd name="connsiteX17" fmla="*/ 236717 w 608697"/>
                <a:gd name="connsiteY17" fmla="*/ 477876 h 531358"/>
                <a:gd name="connsiteX18" fmla="*/ 198072 w 608697"/>
                <a:gd name="connsiteY18" fmla="*/ 475344 h 531358"/>
                <a:gd name="connsiteX19" fmla="*/ 82437 w 608697"/>
                <a:gd name="connsiteY19" fmla="*/ 531284 h 531358"/>
                <a:gd name="connsiteX20" fmla="*/ 81542 w 608697"/>
                <a:gd name="connsiteY20" fmla="*/ 531358 h 531358"/>
                <a:gd name="connsiteX21" fmla="*/ 75051 w 608697"/>
                <a:gd name="connsiteY21" fmla="*/ 527857 h 531358"/>
                <a:gd name="connsiteX22" fmla="*/ 74753 w 608697"/>
                <a:gd name="connsiteY22" fmla="*/ 519738 h 531358"/>
                <a:gd name="connsiteX23" fmla="*/ 88778 w 608697"/>
                <a:gd name="connsiteY23" fmla="*/ 435046 h 531358"/>
                <a:gd name="connsiteX24" fmla="*/ 0 w 608697"/>
                <a:gd name="connsiteY24" fmla="*/ 282198 h 531358"/>
                <a:gd name="connsiteX25" fmla="*/ 102356 w 608697"/>
                <a:gd name="connsiteY25" fmla="*/ 121231 h 531358"/>
                <a:gd name="connsiteX26" fmla="*/ 356424 w 608697"/>
                <a:gd name="connsiteY26" fmla="*/ 0 h 531358"/>
                <a:gd name="connsiteX27" fmla="*/ 608697 w 608697"/>
                <a:gd name="connsiteY27" fmla="*/ 211244 h 531358"/>
                <a:gd name="connsiteX28" fmla="*/ 518290 w 608697"/>
                <a:gd name="connsiteY28" fmla="*/ 373401 h 531358"/>
                <a:gd name="connsiteX29" fmla="*/ 531941 w 608697"/>
                <a:gd name="connsiteY29" fmla="*/ 441109 h 531358"/>
                <a:gd name="connsiteX30" fmla="*/ 531120 w 608697"/>
                <a:gd name="connsiteY30" fmla="*/ 465391 h 531358"/>
                <a:gd name="connsiteX31" fmla="*/ 511577 w 608697"/>
                <a:gd name="connsiteY31" fmla="*/ 475894 h 531358"/>
                <a:gd name="connsiteX32" fmla="*/ 509041 w 608697"/>
                <a:gd name="connsiteY32" fmla="*/ 475745 h 531358"/>
                <a:gd name="connsiteX33" fmla="*/ 391408 w 608697"/>
                <a:gd name="connsiteY33" fmla="*/ 420476 h 531358"/>
                <a:gd name="connsiteX34" fmla="*/ 356424 w 608697"/>
                <a:gd name="connsiteY34" fmla="*/ 422487 h 531358"/>
                <a:gd name="connsiteX35" fmla="*/ 104225 w 608697"/>
                <a:gd name="connsiteY35" fmla="*/ 211244 h 531358"/>
                <a:gd name="connsiteX36" fmla="*/ 356424 w 608697"/>
                <a:gd name="connsiteY36" fmla="*/ 0 h 531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608697" h="531358">
                  <a:moveTo>
                    <a:pt x="424975" y="168488"/>
                  </a:moveTo>
                  <a:cubicBezTo>
                    <a:pt x="404312" y="168488"/>
                    <a:pt x="387604" y="185248"/>
                    <a:pt x="387604" y="205806"/>
                  </a:cubicBezTo>
                  <a:cubicBezTo>
                    <a:pt x="387604" y="226439"/>
                    <a:pt x="404312" y="243124"/>
                    <a:pt x="424975" y="243124"/>
                  </a:cubicBezTo>
                  <a:cubicBezTo>
                    <a:pt x="445562" y="243124"/>
                    <a:pt x="462346" y="226439"/>
                    <a:pt x="462346" y="205806"/>
                  </a:cubicBezTo>
                  <a:cubicBezTo>
                    <a:pt x="462346" y="185248"/>
                    <a:pt x="445637" y="168488"/>
                    <a:pt x="424975" y="168488"/>
                  </a:cubicBezTo>
                  <a:close/>
                  <a:moveTo>
                    <a:pt x="287947" y="168488"/>
                  </a:moveTo>
                  <a:cubicBezTo>
                    <a:pt x="267285" y="168488"/>
                    <a:pt x="250576" y="185248"/>
                    <a:pt x="250576" y="205806"/>
                  </a:cubicBezTo>
                  <a:cubicBezTo>
                    <a:pt x="250576" y="226439"/>
                    <a:pt x="267285" y="243124"/>
                    <a:pt x="287947" y="243124"/>
                  </a:cubicBezTo>
                  <a:cubicBezTo>
                    <a:pt x="308610" y="243124"/>
                    <a:pt x="325318" y="226439"/>
                    <a:pt x="325318" y="205806"/>
                  </a:cubicBezTo>
                  <a:cubicBezTo>
                    <a:pt x="325318" y="185248"/>
                    <a:pt x="308610" y="168488"/>
                    <a:pt x="287947" y="168488"/>
                  </a:cubicBezTo>
                  <a:close/>
                  <a:moveTo>
                    <a:pt x="102356" y="121231"/>
                  </a:moveTo>
                  <a:cubicBezTo>
                    <a:pt x="101162" y="123317"/>
                    <a:pt x="99969" y="125477"/>
                    <a:pt x="98850" y="127711"/>
                  </a:cubicBezTo>
                  <a:cubicBezTo>
                    <a:pt x="84227" y="156240"/>
                    <a:pt x="76842" y="186631"/>
                    <a:pt x="76842" y="217990"/>
                  </a:cubicBezTo>
                  <a:cubicBezTo>
                    <a:pt x="76842" y="249275"/>
                    <a:pt x="84227" y="279666"/>
                    <a:pt x="98850" y="308194"/>
                  </a:cubicBezTo>
                  <a:cubicBezTo>
                    <a:pt x="112726" y="335308"/>
                    <a:pt x="132496" y="359516"/>
                    <a:pt x="157488" y="380223"/>
                  </a:cubicBezTo>
                  <a:cubicBezTo>
                    <a:pt x="207845" y="421787"/>
                    <a:pt x="274317" y="444729"/>
                    <a:pt x="344668" y="444729"/>
                  </a:cubicBezTo>
                  <a:cubicBezTo>
                    <a:pt x="353173" y="444729"/>
                    <a:pt x="361752" y="444357"/>
                    <a:pt x="370257" y="443687"/>
                  </a:cubicBezTo>
                  <a:cubicBezTo>
                    <a:pt x="332209" y="465288"/>
                    <a:pt x="286254" y="477876"/>
                    <a:pt x="236717" y="477876"/>
                  </a:cubicBezTo>
                  <a:cubicBezTo>
                    <a:pt x="223736" y="477876"/>
                    <a:pt x="210755" y="477057"/>
                    <a:pt x="198072" y="475344"/>
                  </a:cubicBezTo>
                  <a:cubicBezTo>
                    <a:pt x="160397" y="499478"/>
                    <a:pt x="110637" y="528155"/>
                    <a:pt x="82437" y="531284"/>
                  </a:cubicBezTo>
                  <a:cubicBezTo>
                    <a:pt x="82138" y="531358"/>
                    <a:pt x="81840" y="531358"/>
                    <a:pt x="81542" y="531358"/>
                  </a:cubicBezTo>
                  <a:cubicBezTo>
                    <a:pt x="78930" y="531358"/>
                    <a:pt x="76469" y="530017"/>
                    <a:pt x="75051" y="527857"/>
                  </a:cubicBezTo>
                  <a:cubicBezTo>
                    <a:pt x="73410" y="525399"/>
                    <a:pt x="73335" y="522271"/>
                    <a:pt x="74753" y="519738"/>
                  </a:cubicBezTo>
                  <a:cubicBezTo>
                    <a:pt x="75051" y="519291"/>
                    <a:pt x="99223" y="476014"/>
                    <a:pt x="88778" y="435046"/>
                  </a:cubicBezTo>
                  <a:cubicBezTo>
                    <a:pt x="32303" y="397653"/>
                    <a:pt x="0" y="342160"/>
                    <a:pt x="0" y="282198"/>
                  </a:cubicBezTo>
                  <a:cubicBezTo>
                    <a:pt x="0" y="215532"/>
                    <a:pt x="40584" y="156538"/>
                    <a:pt x="102356" y="121231"/>
                  </a:cubicBezTo>
                  <a:close/>
                  <a:moveTo>
                    <a:pt x="356424" y="0"/>
                  </a:moveTo>
                  <a:cubicBezTo>
                    <a:pt x="495540" y="0"/>
                    <a:pt x="608697" y="94747"/>
                    <a:pt x="608697" y="211244"/>
                  </a:cubicBezTo>
                  <a:cubicBezTo>
                    <a:pt x="608697" y="274408"/>
                    <a:pt x="575802" y="333178"/>
                    <a:pt x="518290" y="373401"/>
                  </a:cubicBezTo>
                  <a:cubicBezTo>
                    <a:pt x="512845" y="406324"/>
                    <a:pt x="531717" y="440811"/>
                    <a:pt x="531941" y="441109"/>
                  </a:cubicBezTo>
                  <a:cubicBezTo>
                    <a:pt x="536267" y="448781"/>
                    <a:pt x="535969" y="458092"/>
                    <a:pt x="531120" y="465391"/>
                  </a:cubicBezTo>
                  <a:cubicBezTo>
                    <a:pt x="526794" y="472021"/>
                    <a:pt x="519484" y="475894"/>
                    <a:pt x="511577" y="475894"/>
                  </a:cubicBezTo>
                  <a:cubicBezTo>
                    <a:pt x="510756" y="475894"/>
                    <a:pt x="509936" y="475894"/>
                    <a:pt x="509041" y="475745"/>
                  </a:cubicBezTo>
                  <a:cubicBezTo>
                    <a:pt x="484574" y="473064"/>
                    <a:pt x="444966" y="454442"/>
                    <a:pt x="391408" y="420476"/>
                  </a:cubicBezTo>
                  <a:cubicBezTo>
                    <a:pt x="379920" y="421817"/>
                    <a:pt x="368135" y="422487"/>
                    <a:pt x="356424" y="422487"/>
                  </a:cubicBezTo>
                  <a:cubicBezTo>
                    <a:pt x="217382" y="422487"/>
                    <a:pt x="104225" y="327741"/>
                    <a:pt x="104225" y="211244"/>
                  </a:cubicBezTo>
                  <a:cubicBezTo>
                    <a:pt x="104225" y="94747"/>
                    <a:pt x="217382" y="0"/>
                    <a:pt x="3564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453316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92D1F1-5D73-4B13-AAE3-EB5343AE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F8E7DDF-5F93-4793-8704-7B0E3591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zh-CN" altLang="en-US" sz="100"/>
              <a:t> 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9B99F21-A61D-4D31-B0B2-E1989A328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29</a:t>
            </a:fld>
            <a:r>
              <a:rPr lang="zh-CN" altLang="en-US" sz="100"/>
              <a:t> </a:t>
            </a:r>
          </a:p>
        </p:txBody>
      </p:sp>
      <p:grpSp>
        <p:nvGrpSpPr>
          <p:cNvPr id="5" name="27764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BC40CD06-93DA-462B-A67B-E75006B366FD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178569"/>
            <a:ext cx="10845800" cy="4718408"/>
            <a:chOff x="673100" y="1178569"/>
            <a:chExt cx="10845800" cy="4718408"/>
          </a:xfrm>
        </p:grpSpPr>
        <p:sp>
          <p:nvSpPr>
            <p:cNvPr id="6" name="ïṥľíďe">
              <a:extLst>
                <a:ext uri="{FF2B5EF4-FFF2-40B4-BE49-F238E27FC236}">
                  <a16:creationId xmlns:a16="http://schemas.microsoft.com/office/drawing/2014/main" id="{33C08D38-052E-47BE-9CDC-34E0626A9992}"/>
                </a:ext>
              </a:extLst>
            </p:cNvPr>
            <p:cNvSpPr/>
            <p:nvPr/>
          </p:nvSpPr>
          <p:spPr bwMode="blackWhite">
            <a:xfrm>
              <a:off x="673100" y="1963712"/>
              <a:ext cx="10845800" cy="1194411"/>
            </a:xfrm>
            <a:custGeom>
              <a:avLst/>
              <a:gdLst>
                <a:gd name="T0" fmla="*/ 0 w 4311"/>
                <a:gd name="T1" fmla="*/ 2214 h 465"/>
                <a:gd name="T2" fmla="*/ 4562 w 4311"/>
                <a:gd name="T3" fmla="*/ 0 h 465"/>
                <a:gd name="T4" fmla="*/ 9108 w 4311"/>
                <a:gd name="T5" fmla="*/ 2214 h 465"/>
                <a:gd name="T6" fmla="*/ 6962 w 4311"/>
                <a:gd name="T7" fmla="*/ 2214 h 465"/>
                <a:gd name="T8" fmla="*/ 4562 w 4311"/>
                <a:gd name="T9" fmla="*/ 0 h 465"/>
                <a:gd name="T10" fmla="*/ 6810 w 4311"/>
                <a:gd name="T11" fmla="*/ 2214 h 465"/>
                <a:gd name="T12" fmla="*/ 4630 w 4311"/>
                <a:gd name="T13" fmla="*/ 2214 h 465"/>
                <a:gd name="T14" fmla="*/ 4580 w 4311"/>
                <a:gd name="T15" fmla="*/ 0 h 465"/>
                <a:gd name="T16" fmla="*/ 4494 w 4311"/>
                <a:gd name="T17" fmla="*/ 2214 h 465"/>
                <a:gd name="T18" fmla="*/ 2315 w 4311"/>
                <a:gd name="T19" fmla="*/ 2214 h 465"/>
                <a:gd name="T20" fmla="*/ 4562 w 4311"/>
                <a:gd name="T21" fmla="*/ 37 h 465"/>
                <a:gd name="T22" fmla="*/ 2180 w 4311"/>
                <a:gd name="T23" fmla="*/ 2214 h 465"/>
                <a:gd name="T24" fmla="*/ 0 w 4311"/>
                <a:gd name="T25" fmla="*/ 2214 h 4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311" h="465">
                  <a:moveTo>
                    <a:pt x="0" y="464"/>
                  </a:moveTo>
                  <a:lnTo>
                    <a:pt x="2159" y="0"/>
                  </a:lnTo>
                  <a:lnTo>
                    <a:pt x="4310" y="464"/>
                  </a:lnTo>
                  <a:lnTo>
                    <a:pt x="3295" y="464"/>
                  </a:lnTo>
                  <a:lnTo>
                    <a:pt x="2159" y="0"/>
                  </a:lnTo>
                  <a:lnTo>
                    <a:pt x="3223" y="464"/>
                  </a:lnTo>
                  <a:lnTo>
                    <a:pt x="2191" y="464"/>
                  </a:lnTo>
                  <a:lnTo>
                    <a:pt x="2167" y="0"/>
                  </a:lnTo>
                  <a:lnTo>
                    <a:pt x="2127" y="464"/>
                  </a:lnTo>
                  <a:lnTo>
                    <a:pt x="1096" y="464"/>
                  </a:lnTo>
                  <a:lnTo>
                    <a:pt x="2159" y="8"/>
                  </a:lnTo>
                  <a:lnTo>
                    <a:pt x="1032" y="464"/>
                  </a:lnTo>
                  <a:lnTo>
                    <a:pt x="0" y="464"/>
                  </a:lnTo>
                </a:path>
              </a:pathLst>
            </a:custGeom>
            <a:solidFill>
              <a:schemeClr val="bg1">
                <a:lumMod val="9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>
                <a:solidFill>
                  <a:schemeClr val="dk1"/>
                </a:solidFill>
              </a:endParaRPr>
            </a:p>
          </p:txBody>
        </p:sp>
        <p:sp>
          <p:nvSpPr>
            <p:cNvPr id="7" name="iṧľîḓé">
              <a:extLst>
                <a:ext uri="{FF2B5EF4-FFF2-40B4-BE49-F238E27FC236}">
                  <a16:creationId xmlns:a16="http://schemas.microsoft.com/office/drawing/2014/main" id="{22CCDC41-85B4-4459-8F65-7CCE99F51E6E}"/>
                </a:ext>
              </a:extLst>
            </p:cNvPr>
            <p:cNvSpPr/>
            <p:nvPr/>
          </p:nvSpPr>
          <p:spPr>
            <a:xfrm>
              <a:off x="5521235" y="1178569"/>
              <a:ext cx="1188000" cy="1188000"/>
            </a:xfrm>
            <a:prstGeom prst="ellipse">
              <a:avLst/>
            </a:prstGeom>
            <a:solidFill>
              <a:schemeClr val="accent2"/>
            </a:solidFill>
            <a:ln w="28575">
              <a:solidFill>
                <a:schemeClr val="bg1"/>
              </a:solidFill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sz="1600" b="1">
                  <a:solidFill>
                    <a:schemeClr val="bg1"/>
                  </a:solidFill>
                </a:rPr>
                <a:t>T</a:t>
              </a:r>
              <a:r>
                <a:rPr lang="en-US" sz="100" b="1">
                  <a:solidFill>
                    <a:schemeClr val="bg1"/>
                  </a:solidFill>
                </a:rPr>
                <a:t> </a:t>
              </a:r>
              <a:r>
                <a:rPr lang="en-US" sz="1600" b="1">
                  <a:solidFill>
                    <a:schemeClr val="bg1"/>
                  </a:solidFill>
                </a:rPr>
                <a:t>ext </a:t>
              </a:r>
              <a:endParaRPr lang="en-US" sz="1600" b="1" dirty="0">
                <a:solidFill>
                  <a:schemeClr val="bg1"/>
                </a:solidFill>
              </a:endParaRPr>
            </a:p>
          </p:txBody>
        </p:sp>
        <p:grpSp>
          <p:nvGrpSpPr>
            <p:cNvPr id="8" name="ïṧḷïḑè">
              <a:extLst>
                <a:ext uri="{FF2B5EF4-FFF2-40B4-BE49-F238E27FC236}">
                  <a16:creationId xmlns:a16="http://schemas.microsoft.com/office/drawing/2014/main" id="{3AE2784E-46A3-4511-B737-3715BD56DC5A}"/>
                </a:ext>
              </a:extLst>
            </p:cNvPr>
            <p:cNvGrpSpPr/>
            <p:nvPr/>
          </p:nvGrpSpPr>
          <p:grpSpPr>
            <a:xfrm>
              <a:off x="1698275" y="2861878"/>
              <a:ext cx="592494" cy="592492"/>
              <a:chOff x="1582151" y="2748757"/>
              <a:chExt cx="592494" cy="592492"/>
            </a:xfrm>
          </p:grpSpPr>
          <p:sp>
            <p:nvSpPr>
              <p:cNvPr id="32" name="íśļïdé">
                <a:extLst>
                  <a:ext uri="{FF2B5EF4-FFF2-40B4-BE49-F238E27FC236}">
                    <a16:creationId xmlns:a16="http://schemas.microsoft.com/office/drawing/2014/main" id="{A218F2C4-E3A1-4779-8500-C2233B086209}"/>
                  </a:ext>
                </a:extLst>
              </p:cNvPr>
              <p:cNvSpPr/>
              <p:nvPr/>
            </p:nvSpPr>
            <p:spPr>
              <a:xfrm>
                <a:off x="1582151" y="2748757"/>
                <a:ext cx="592494" cy="59249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iṩḷïḍé">
                <a:extLst>
                  <a:ext uri="{FF2B5EF4-FFF2-40B4-BE49-F238E27FC236}">
                    <a16:creationId xmlns:a16="http://schemas.microsoft.com/office/drawing/2014/main" id="{5ADE59AF-F6B4-4181-8205-67105ECA9E32}"/>
                  </a:ext>
                </a:extLst>
              </p:cNvPr>
              <p:cNvSpPr/>
              <p:nvPr/>
            </p:nvSpPr>
            <p:spPr bwMode="auto">
              <a:xfrm>
                <a:off x="1727126" y="2914489"/>
                <a:ext cx="302544" cy="261029"/>
              </a:xfrm>
              <a:custGeom>
                <a:avLst/>
                <a:gdLst>
                  <a:gd name="connsiteX0" fmla="*/ 470014 w 606298"/>
                  <a:gd name="connsiteY0" fmla="*/ 471938 h 523102"/>
                  <a:gd name="connsiteX1" fmla="*/ 453448 w 606298"/>
                  <a:gd name="connsiteY1" fmla="*/ 488480 h 523102"/>
                  <a:gd name="connsiteX2" fmla="*/ 455470 w 606298"/>
                  <a:gd name="connsiteY2" fmla="*/ 495885 h 523102"/>
                  <a:gd name="connsiteX3" fmla="*/ 470014 w 606298"/>
                  <a:gd name="connsiteY3" fmla="*/ 504925 h 523102"/>
                  <a:gd name="connsiteX4" fmla="*/ 484557 w 606298"/>
                  <a:gd name="connsiteY4" fmla="*/ 495885 h 523102"/>
                  <a:gd name="connsiteX5" fmla="*/ 486483 w 606298"/>
                  <a:gd name="connsiteY5" fmla="*/ 488480 h 523102"/>
                  <a:gd name="connsiteX6" fmla="*/ 470014 w 606298"/>
                  <a:gd name="connsiteY6" fmla="*/ 471938 h 523102"/>
                  <a:gd name="connsiteX7" fmla="*/ 381212 w 606298"/>
                  <a:gd name="connsiteY7" fmla="*/ 203804 h 523102"/>
                  <a:gd name="connsiteX8" fmla="*/ 374278 w 606298"/>
                  <a:gd name="connsiteY8" fmla="*/ 210728 h 523102"/>
                  <a:gd name="connsiteX9" fmla="*/ 374278 w 606298"/>
                  <a:gd name="connsiteY9" fmla="*/ 456646 h 523102"/>
                  <a:gd name="connsiteX10" fmla="*/ 565653 w 606298"/>
                  <a:gd name="connsiteY10" fmla="*/ 456646 h 523102"/>
                  <a:gd name="connsiteX11" fmla="*/ 565653 w 606298"/>
                  <a:gd name="connsiteY11" fmla="*/ 210728 h 523102"/>
                  <a:gd name="connsiteX12" fmla="*/ 558719 w 606298"/>
                  <a:gd name="connsiteY12" fmla="*/ 203804 h 523102"/>
                  <a:gd name="connsiteX13" fmla="*/ 381212 w 606298"/>
                  <a:gd name="connsiteY13" fmla="*/ 163218 h 523102"/>
                  <a:gd name="connsiteX14" fmla="*/ 558719 w 606298"/>
                  <a:gd name="connsiteY14" fmla="*/ 163218 h 523102"/>
                  <a:gd name="connsiteX15" fmla="*/ 606298 w 606298"/>
                  <a:gd name="connsiteY15" fmla="*/ 210728 h 523102"/>
                  <a:gd name="connsiteX16" fmla="*/ 606298 w 606298"/>
                  <a:gd name="connsiteY16" fmla="*/ 475592 h 523102"/>
                  <a:gd name="connsiteX17" fmla="*/ 558719 w 606298"/>
                  <a:gd name="connsiteY17" fmla="*/ 523102 h 523102"/>
                  <a:gd name="connsiteX18" fmla="*/ 381212 w 606298"/>
                  <a:gd name="connsiteY18" fmla="*/ 523102 h 523102"/>
                  <a:gd name="connsiteX19" fmla="*/ 333633 w 606298"/>
                  <a:gd name="connsiteY19" fmla="*/ 475592 h 523102"/>
                  <a:gd name="connsiteX20" fmla="*/ 333633 w 606298"/>
                  <a:gd name="connsiteY20" fmla="*/ 210728 h 523102"/>
                  <a:gd name="connsiteX21" fmla="*/ 381212 w 606298"/>
                  <a:gd name="connsiteY21" fmla="*/ 163218 h 523102"/>
                  <a:gd name="connsiteX22" fmla="*/ 43821 w 606298"/>
                  <a:gd name="connsiteY22" fmla="*/ 0 h 523102"/>
                  <a:gd name="connsiteX23" fmla="*/ 452369 w 606298"/>
                  <a:gd name="connsiteY23" fmla="*/ 0 h 523102"/>
                  <a:gd name="connsiteX24" fmla="*/ 496287 w 606298"/>
                  <a:gd name="connsiteY24" fmla="*/ 43855 h 523102"/>
                  <a:gd name="connsiteX25" fmla="*/ 496287 w 606298"/>
                  <a:gd name="connsiteY25" fmla="*/ 122621 h 523102"/>
                  <a:gd name="connsiteX26" fmla="*/ 455644 w 606298"/>
                  <a:gd name="connsiteY26" fmla="*/ 122621 h 523102"/>
                  <a:gd name="connsiteX27" fmla="*/ 455644 w 606298"/>
                  <a:gd name="connsiteY27" fmla="*/ 43855 h 523102"/>
                  <a:gd name="connsiteX28" fmla="*/ 452369 w 606298"/>
                  <a:gd name="connsiteY28" fmla="*/ 40585 h 523102"/>
                  <a:gd name="connsiteX29" fmla="*/ 43821 w 606298"/>
                  <a:gd name="connsiteY29" fmla="*/ 40585 h 523102"/>
                  <a:gd name="connsiteX30" fmla="*/ 40643 w 606298"/>
                  <a:gd name="connsiteY30" fmla="*/ 43855 h 523102"/>
                  <a:gd name="connsiteX31" fmla="*/ 40643 w 606298"/>
                  <a:gd name="connsiteY31" fmla="*/ 320738 h 523102"/>
                  <a:gd name="connsiteX32" fmla="*/ 43821 w 606298"/>
                  <a:gd name="connsiteY32" fmla="*/ 323911 h 523102"/>
                  <a:gd name="connsiteX33" fmla="*/ 292976 w 606298"/>
                  <a:gd name="connsiteY33" fmla="*/ 323911 h 523102"/>
                  <a:gd name="connsiteX34" fmla="*/ 292976 w 606298"/>
                  <a:gd name="connsiteY34" fmla="*/ 344204 h 523102"/>
                  <a:gd name="connsiteX35" fmla="*/ 292976 w 606298"/>
                  <a:gd name="connsiteY35" fmla="*/ 418161 h 523102"/>
                  <a:gd name="connsiteX36" fmla="*/ 292976 w 606298"/>
                  <a:gd name="connsiteY36" fmla="*/ 458746 h 523102"/>
                  <a:gd name="connsiteX37" fmla="*/ 159201 w 606298"/>
                  <a:gd name="connsiteY37" fmla="*/ 458746 h 523102"/>
                  <a:gd name="connsiteX38" fmla="*/ 138879 w 606298"/>
                  <a:gd name="connsiteY38" fmla="*/ 438454 h 523102"/>
                  <a:gd name="connsiteX39" fmla="*/ 159201 w 606298"/>
                  <a:gd name="connsiteY39" fmla="*/ 418161 h 523102"/>
                  <a:gd name="connsiteX40" fmla="*/ 180774 w 606298"/>
                  <a:gd name="connsiteY40" fmla="*/ 418161 h 523102"/>
                  <a:gd name="connsiteX41" fmla="*/ 180774 w 606298"/>
                  <a:gd name="connsiteY41" fmla="*/ 364497 h 523102"/>
                  <a:gd name="connsiteX42" fmla="*/ 43821 w 606298"/>
                  <a:gd name="connsiteY42" fmla="*/ 364497 h 523102"/>
                  <a:gd name="connsiteX43" fmla="*/ 0 w 606298"/>
                  <a:gd name="connsiteY43" fmla="*/ 320738 h 523102"/>
                  <a:gd name="connsiteX44" fmla="*/ 0 w 606298"/>
                  <a:gd name="connsiteY44" fmla="*/ 43855 h 523102"/>
                  <a:gd name="connsiteX45" fmla="*/ 43821 w 606298"/>
                  <a:gd name="connsiteY45" fmla="*/ 0 h 523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606298" h="523102">
                    <a:moveTo>
                      <a:pt x="470014" y="471938"/>
                    </a:moveTo>
                    <a:cubicBezTo>
                      <a:pt x="460864" y="471938"/>
                      <a:pt x="453448" y="479343"/>
                      <a:pt x="453448" y="488480"/>
                    </a:cubicBezTo>
                    <a:cubicBezTo>
                      <a:pt x="453448" y="491172"/>
                      <a:pt x="454314" y="493577"/>
                      <a:pt x="455470" y="495885"/>
                    </a:cubicBezTo>
                    <a:cubicBezTo>
                      <a:pt x="458167" y="501175"/>
                      <a:pt x="463561" y="504925"/>
                      <a:pt x="470014" y="504925"/>
                    </a:cubicBezTo>
                    <a:cubicBezTo>
                      <a:pt x="476370" y="504925"/>
                      <a:pt x="481764" y="501175"/>
                      <a:pt x="484557" y="495885"/>
                    </a:cubicBezTo>
                    <a:cubicBezTo>
                      <a:pt x="485713" y="493577"/>
                      <a:pt x="486483" y="491172"/>
                      <a:pt x="486483" y="488480"/>
                    </a:cubicBezTo>
                    <a:cubicBezTo>
                      <a:pt x="486483" y="479343"/>
                      <a:pt x="479067" y="471938"/>
                      <a:pt x="470014" y="471938"/>
                    </a:cubicBezTo>
                    <a:close/>
                    <a:moveTo>
                      <a:pt x="381212" y="203804"/>
                    </a:moveTo>
                    <a:cubicBezTo>
                      <a:pt x="377456" y="203804"/>
                      <a:pt x="374278" y="206881"/>
                      <a:pt x="374278" y="210728"/>
                    </a:cubicBezTo>
                    <a:lnTo>
                      <a:pt x="374278" y="456646"/>
                    </a:lnTo>
                    <a:lnTo>
                      <a:pt x="565653" y="456646"/>
                    </a:lnTo>
                    <a:lnTo>
                      <a:pt x="565653" y="210728"/>
                    </a:lnTo>
                    <a:cubicBezTo>
                      <a:pt x="565653" y="206881"/>
                      <a:pt x="562571" y="203804"/>
                      <a:pt x="558719" y="203804"/>
                    </a:cubicBezTo>
                    <a:close/>
                    <a:moveTo>
                      <a:pt x="381212" y="163218"/>
                    </a:moveTo>
                    <a:lnTo>
                      <a:pt x="558719" y="163218"/>
                    </a:lnTo>
                    <a:cubicBezTo>
                      <a:pt x="585013" y="163218"/>
                      <a:pt x="606298" y="184473"/>
                      <a:pt x="606298" y="210728"/>
                    </a:cubicBezTo>
                    <a:lnTo>
                      <a:pt x="606298" y="475592"/>
                    </a:lnTo>
                    <a:cubicBezTo>
                      <a:pt x="606298" y="501752"/>
                      <a:pt x="585013" y="523102"/>
                      <a:pt x="558719" y="523102"/>
                    </a:cubicBezTo>
                    <a:lnTo>
                      <a:pt x="381212" y="523102"/>
                    </a:lnTo>
                    <a:cubicBezTo>
                      <a:pt x="355015" y="523102"/>
                      <a:pt x="333633" y="501752"/>
                      <a:pt x="333633" y="475592"/>
                    </a:cubicBezTo>
                    <a:lnTo>
                      <a:pt x="333633" y="210728"/>
                    </a:lnTo>
                    <a:cubicBezTo>
                      <a:pt x="333633" y="184473"/>
                      <a:pt x="355015" y="163218"/>
                      <a:pt x="381212" y="163218"/>
                    </a:cubicBezTo>
                    <a:close/>
                    <a:moveTo>
                      <a:pt x="43821" y="0"/>
                    </a:moveTo>
                    <a:lnTo>
                      <a:pt x="452369" y="0"/>
                    </a:lnTo>
                    <a:cubicBezTo>
                      <a:pt x="476543" y="0"/>
                      <a:pt x="496287" y="19715"/>
                      <a:pt x="496287" y="43855"/>
                    </a:cubicBezTo>
                    <a:lnTo>
                      <a:pt x="496287" y="122621"/>
                    </a:lnTo>
                    <a:lnTo>
                      <a:pt x="455644" y="122621"/>
                    </a:lnTo>
                    <a:lnTo>
                      <a:pt x="455644" y="43855"/>
                    </a:lnTo>
                    <a:cubicBezTo>
                      <a:pt x="455644" y="42027"/>
                      <a:pt x="454199" y="40585"/>
                      <a:pt x="452369" y="40585"/>
                    </a:cubicBezTo>
                    <a:lnTo>
                      <a:pt x="43821" y="40585"/>
                    </a:lnTo>
                    <a:cubicBezTo>
                      <a:pt x="42088" y="40585"/>
                      <a:pt x="40643" y="42027"/>
                      <a:pt x="40643" y="43855"/>
                    </a:cubicBezTo>
                    <a:lnTo>
                      <a:pt x="40643" y="320738"/>
                    </a:lnTo>
                    <a:cubicBezTo>
                      <a:pt x="40643" y="322469"/>
                      <a:pt x="42088" y="323911"/>
                      <a:pt x="43821" y="323911"/>
                    </a:cubicBezTo>
                    <a:lnTo>
                      <a:pt x="292976" y="323911"/>
                    </a:lnTo>
                    <a:lnTo>
                      <a:pt x="292976" y="344204"/>
                    </a:lnTo>
                    <a:lnTo>
                      <a:pt x="292976" y="418161"/>
                    </a:lnTo>
                    <a:lnTo>
                      <a:pt x="292976" y="458746"/>
                    </a:lnTo>
                    <a:lnTo>
                      <a:pt x="159201" y="458746"/>
                    </a:lnTo>
                    <a:cubicBezTo>
                      <a:pt x="148029" y="458746"/>
                      <a:pt x="138879" y="449610"/>
                      <a:pt x="138879" y="438454"/>
                    </a:cubicBezTo>
                    <a:cubicBezTo>
                      <a:pt x="138879" y="427201"/>
                      <a:pt x="148029" y="418161"/>
                      <a:pt x="159201" y="418161"/>
                    </a:cubicBezTo>
                    <a:lnTo>
                      <a:pt x="180774" y="418161"/>
                    </a:lnTo>
                    <a:lnTo>
                      <a:pt x="180774" y="364497"/>
                    </a:lnTo>
                    <a:lnTo>
                      <a:pt x="43821" y="364497"/>
                    </a:lnTo>
                    <a:cubicBezTo>
                      <a:pt x="19647" y="364497"/>
                      <a:pt x="0" y="344877"/>
                      <a:pt x="0" y="320738"/>
                    </a:cubicBezTo>
                    <a:lnTo>
                      <a:pt x="0" y="43855"/>
                    </a:lnTo>
                    <a:cubicBezTo>
                      <a:pt x="0" y="19715"/>
                      <a:pt x="19647" y="0"/>
                      <a:pt x="438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198" dirty="0"/>
              </a:p>
            </p:txBody>
          </p:sp>
        </p:grpSp>
        <p:grpSp>
          <p:nvGrpSpPr>
            <p:cNvPr id="9" name="ïṩḷïḓê">
              <a:extLst>
                <a:ext uri="{FF2B5EF4-FFF2-40B4-BE49-F238E27FC236}">
                  <a16:creationId xmlns:a16="http://schemas.microsoft.com/office/drawing/2014/main" id="{C0951CBC-FC00-4962-BB8A-F8E142588187}"/>
                </a:ext>
              </a:extLst>
            </p:cNvPr>
            <p:cNvGrpSpPr/>
            <p:nvPr/>
          </p:nvGrpSpPr>
          <p:grpSpPr>
            <a:xfrm>
              <a:off x="4432594" y="2861878"/>
              <a:ext cx="592494" cy="592492"/>
              <a:chOff x="1582151" y="2748757"/>
              <a:chExt cx="592494" cy="592492"/>
            </a:xfrm>
          </p:grpSpPr>
          <p:sp>
            <p:nvSpPr>
              <p:cNvPr id="30" name="ïSḷíḑé">
                <a:extLst>
                  <a:ext uri="{FF2B5EF4-FFF2-40B4-BE49-F238E27FC236}">
                    <a16:creationId xmlns:a16="http://schemas.microsoft.com/office/drawing/2014/main" id="{E13C3FD0-5ADF-402E-A950-3013198ACE02}"/>
                  </a:ext>
                </a:extLst>
              </p:cNvPr>
              <p:cNvSpPr/>
              <p:nvPr/>
            </p:nvSpPr>
            <p:spPr>
              <a:xfrm>
                <a:off x="1582151" y="2748757"/>
                <a:ext cx="592494" cy="59249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işļíḋe">
                <a:extLst>
                  <a:ext uri="{FF2B5EF4-FFF2-40B4-BE49-F238E27FC236}">
                    <a16:creationId xmlns:a16="http://schemas.microsoft.com/office/drawing/2014/main" id="{3199586C-AA97-4804-B3B0-7996E3F6A2CD}"/>
                  </a:ext>
                </a:extLst>
              </p:cNvPr>
              <p:cNvSpPr/>
              <p:nvPr/>
            </p:nvSpPr>
            <p:spPr bwMode="auto">
              <a:xfrm>
                <a:off x="1727126" y="2914489"/>
                <a:ext cx="302544" cy="261029"/>
              </a:xfrm>
              <a:custGeom>
                <a:avLst/>
                <a:gdLst>
                  <a:gd name="connsiteX0" fmla="*/ 470014 w 606298"/>
                  <a:gd name="connsiteY0" fmla="*/ 471938 h 523102"/>
                  <a:gd name="connsiteX1" fmla="*/ 453448 w 606298"/>
                  <a:gd name="connsiteY1" fmla="*/ 488480 h 523102"/>
                  <a:gd name="connsiteX2" fmla="*/ 455470 w 606298"/>
                  <a:gd name="connsiteY2" fmla="*/ 495885 h 523102"/>
                  <a:gd name="connsiteX3" fmla="*/ 470014 w 606298"/>
                  <a:gd name="connsiteY3" fmla="*/ 504925 h 523102"/>
                  <a:gd name="connsiteX4" fmla="*/ 484557 w 606298"/>
                  <a:gd name="connsiteY4" fmla="*/ 495885 h 523102"/>
                  <a:gd name="connsiteX5" fmla="*/ 486483 w 606298"/>
                  <a:gd name="connsiteY5" fmla="*/ 488480 h 523102"/>
                  <a:gd name="connsiteX6" fmla="*/ 470014 w 606298"/>
                  <a:gd name="connsiteY6" fmla="*/ 471938 h 523102"/>
                  <a:gd name="connsiteX7" fmla="*/ 381212 w 606298"/>
                  <a:gd name="connsiteY7" fmla="*/ 203804 h 523102"/>
                  <a:gd name="connsiteX8" fmla="*/ 374278 w 606298"/>
                  <a:gd name="connsiteY8" fmla="*/ 210728 h 523102"/>
                  <a:gd name="connsiteX9" fmla="*/ 374278 w 606298"/>
                  <a:gd name="connsiteY9" fmla="*/ 456646 h 523102"/>
                  <a:gd name="connsiteX10" fmla="*/ 565653 w 606298"/>
                  <a:gd name="connsiteY10" fmla="*/ 456646 h 523102"/>
                  <a:gd name="connsiteX11" fmla="*/ 565653 w 606298"/>
                  <a:gd name="connsiteY11" fmla="*/ 210728 h 523102"/>
                  <a:gd name="connsiteX12" fmla="*/ 558719 w 606298"/>
                  <a:gd name="connsiteY12" fmla="*/ 203804 h 523102"/>
                  <a:gd name="connsiteX13" fmla="*/ 381212 w 606298"/>
                  <a:gd name="connsiteY13" fmla="*/ 163218 h 523102"/>
                  <a:gd name="connsiteX14" fmla="*/ 558719 w 606298"/>
                  <a:gd name="connsiteY14" fmla="*/ 163218 h 523102"/>
                  <a:gd name="connsiteX15" fmla="*/ 606298 w 606298"/>
                  <a:gd name="connsiteY15" fmla="*/ 210728 h 523102"/>
                  <a:gd name="connsiteX16" fmla="*/ 606298 w 606298"/>
                  <a:gd name="connsiteY16" fmla="*/ 475592 h 523102"/>
                  <a:gd name="connsiteX17" fmla="*/ 558719 w 606298"/>
                  <a:gd name="connsiteY17" fmla="*/ 523102 h 523102"/>
                  <a:gd name="connsiteX18" fmla="*/ 381212 w 606298"/>
                  <a:gd name="connsiteY18" fmla="*/ 523102 h 523102"/>
                  <a:gd name="connsiteX19" fmla="*/ 333633 w 606298"/>
                  <a:gd name="connsiteY19" fmla="*/ 475592 h 523102"/>
                  <a:gd name="connsiteX20" fmla="*/ 333633 w 606298"/>
                  <a:gd name="connsiteY20" fmla="*/ 210728 h 523102"/>
                  <a:gd name="connsiteX21" fmla="*/ 381212 w 606298"/>
                  <a:gd name="connsiteY21" fmla="*/ 163218 h 523102"/>
                  <a:gd name="connsiteX22" fmla="*/ 43821 w 606298"/>
                  <a:gd name="connsiteY22" fmla="*/ 0 h 523102"/>
                  <a:gd name="connsiteX23" fmla="*/ 452369 w 606298"/>
                  <a:gd name="connsiteY23" fmla="*/ 0 h 523102"/>
                  <a:gd name="connsiteX24" fmla="*/ 496287 w 606298"/>
                  <a:gd name="connsiteY24" fmla="*/ 43855 h 523102"/>
                  <a:gd name="connsiteX25" fmla="*/ 496287 w 606298"/>
                  <a:gd name="connsiteY25" fmla="*/ 122621 h 523102"/>
                  <a:gd name="connsiteX26" fmla="*/ 455644 w 606298"/>
                  <a:gd name="connsiteY26" fmla="*/ 122621 h 523102"/>
                  <a:gd name="connsiteX27" fmla="*/ 455644 w 606298"/>
                  <a:gd name="connsiteY27" fmla="*/ 43855 h 523102"/>
                  <a:gd name="connsiteX28" fmla="*/ 452369 w 606298"/>
                  <a:gd name="connsiteY28" fmla="*/ 40585 h 523102"/>
                  <a:gd name="connsiteX29" fmla="*/ 43821 w 606298"/>
                  <a:gd name="connsiteY29" fmla="*/ 40585 h 523102"/>
                  <a:gd name="connsiteX30" fmla="*/ 40643 w 606298"/>
                  <a:gd name="connsiteY30" fmla="*/ 43855 h 523102"/>
                  <a:gd name="connsiteX31" fmla="*/ 40643 w 606298"/>
                  <a:gd name="connsiteY31" fmla="*/ 320738 h 523102"/>
                  <a:gd name="connsiteX32" fmla="*/ 43821 w 606298"/>
                  <a:gd name="connsiteY32" fmla="*/ 323911 h 523102"/>
                  <a:gd name="connsiteX33" fmla="*/ 292976 w 606298"/>
                  <a:gd name="connsiteY33" fmla="*/ 323911 h 523102"/>
                  <a:gd name="connsiteX34" fmla="*/ 292976 w 606298"/>
                  <a:gd name="connsiteY34" fmla="*/ 344204 h 523102"/>
                  <a:gd name="connsiteX35" fmla="*/ 292976 w 606298"/>
                  <a:gd name="connsiteY35" fmla="*/ 418161 h 523102"/>
                  <a:gd name="connsiteX36" fmla="*/ 292976 w 606298"/>
                  <a:gd name="connsiteY36" fmla="*/ 458746 h 523102"/>
                  <a:gd name="connsiteX37" fmla="*/ 159201 w 606298"/>
                  <a:gd name="connsiteY37" fmla="*/ 458746 h 523102"/>
                  <a:gd name="connsiteX38" fmla="*/ 138879 w 606298"/>
                  <a:gd name="connsiteY38" fmla="*/ 438454 h 523102"/>
                  <a:gd name="connsiteX39" fmla="*/ 159201 w 606298"/>
                  <a:gd name="connsiteY39" fmla="*/ 418161 h 523102"/>
                  <a:gd name="connsiteX40" fmla="*/ 180774 w 606298"/>
                  <a:gd name="connsiteY40" fmla="*/ 418161 h 523102"/>
                  <a:gd name="connsiteX41" fmla="*/ 180774 w 606298"/>
                  <a:gd name="connsiteY41" fmla="*/ 364497 h 523102"/>
                  <a:gd name="connsiteX42" fmla="*/ 43821 w 606298"/>
                  <a:gd name="connsiteY42" fmla="*/ 364497 h 523102"/>
                  <a:gd name="connsiteX43" fmla="*/ 0 w 606298"/>
                  <a:gd name="connsiteY43" fmla="*/ 320738 h 523102"/>
                  <a:gd name="connsiteX44" fmla="*/ 0 w 606298"/>
                  <a:gd name="connsiteY44" fmla="*/ 43855 h 523102"/>
                  <a:gd name="connsiteX45" fmla="*/ 43821 w 606298"/>
                  <a:gd name="connsiteY45" fmla="*/ 0 h 523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606298" h="523102">
                    <a:moveTo>
                      <a:pt x="470014" y="471938"/>
                    </a:moveTo>
                    <a:cubicBezTo>
                      <a:pt x="460864" y="471938"/>
                      <a:pt x="453448" y="479343"/>
                      <a:pt x="453448" y="488480"/>
                    </a:cubicBezTo>
                    <a:cubicBezTo>
                      <a:pt x="453448" y="491172"/>
                      <a:pt x="454314" y="493577"/>
                      <a:pt x="455470" y="495885"/>
                    </a:cubicBezTo>
                    <a:cubicBezTo>
                      <a:pt x="458167" y="501175"/>
                      <a:pt x="463561" y="504925"/>
                      <a:pt x="470014" y="504925"/>
                    </a:cubicBezTo>
                    <a:cubicBezTo>
                      <a:pt x="476370" y="504925"/>
                      <a:pt x="481764" y="501175"/>
                      <a:pt x="484557" y="495885"/>
                    </a:cubicBezTo>
                    <a:cubicBezTo>
                      <a:pt x="485713" y="493577"/>
                      <a:pt x="486483" y="491172"/>
                      <a:pt x="486483" y="488480"/>
                    </a:cubicBezTo>
                    <a:cubicBezTo>
                      <a:pt x="486483" y="479343"/>
                      <a:pt x="479067" y="471938"/>
                      <a:pt x="470014" y="471938"/>
                    </a:cubicBezTo>
                    <a:close/>
                    <a:moveTo>
                      <a:pt x="381212" y="203804"/>
                    </a:moveTo>
                    <a:cubicBezTo>
                      <a:pt x="377456" y="203804"/>
                      <a:pt x="374278" y="206881"/>
                      <a:pt x="374278" y="210728"/>
                    </a:cubicBezTo>
                    <a:lnTo>
                      <a:pt x="374278" y="456646"/>
                    </a:lnTo>
                    <a:lnTo>
                      <a:pt x="565653" y="456646"/>
                    </a:lnTo>
                    <a:lnTo>
                      <a:pt x="565653" y="210728"/>
                    </a:lnTo>
                    <a:cubicBezTo>
                      <a:pt x="565653" y="206881"/>
                      <a:pt x="562571" y="203804"/>
                      <a:pt x="558719" y="203804"/>
                    </a:cubicBezTo>
                    <a:close/>
                    <a:moveTo>
                      <a:pt x="381212" y="163218"/>
                    </a:moveTo>
                    <a:lnTo>
                      <a:pt x="558719" y="163218"/>
                    </a:lnTo>
                    <a:cubicBezTo>
                      <a:pt x="585013" y="163218"/>
                      <a:pt x="606298" y="184473"/>
                      <a:pt x="606298" y="210728"/>
                    </a:cubicBezTo>
                    <a:lnTo>
                      <a:pt x="606298" y="475592"/>
                    </a:lnTo>
                    <a:cubicBezTo>
                      <a:pt x="606298" y="501752"/>
                      <a:pt x="585013" y="523102"/>
                      <a:pt x="558719" y="523102"/>
                    </a:cubicBezTo>
                    <a:lnTo>
                      <a:pt x="381212" y="523102"/>
                    </a:lnTo>
                    <a:cubicBezTo>
                      <a:pt x="355015" y="523102"/>
                      <a:pt x="333633" y="501752"/>
                      <a:pt x="333633" y="475592"/>
                    </a:cubicBezTo>
                    <a:lnTo>
                      <a:pt x="333633" y="210728"/>
                    </a:lnTo>
                    <a:cubicBezTo>
                      <a:pt x="333633" y="184473"/>
                      <a:pt x="355015" y="163218"/>
                      <a:pt x="381212" y="163218"/>
                    </a:cubicBezTo>
                    <a:close/>
                    <a:moveTo>
                      <a:pt x="43821" y="0"/>
                    </a:moveTo>
                    <a:lnTo>
                      <a:pt x="452369" y="0"/>
                    </a:lnTo>
                    <a:cubicBezTo>
                      <a:pt x="476543" y="0"/>
                      <a:pt x="496287" y="19715"/>
                      <a:pt x="496287" y="43855"/>
                    </a:cubicBezTo>
                    <a:lnTo>
                      <a:pt x="496287" y="122621"/>
                    </a:lnTo>
                    <a:lnTo>
                      <a:pt x="455644" y="122621"/>
                    </a:lnTo>
                    <a:lnTo>
                      <a:pt x="455644" y="43855"/>
                    </a:lnTo>
                    <a:cubicBezTo>
                      <a:pt x="455644" y="42027"/>
                      <a:pt x="454199" y="40585"/>
                      <a:pt x="452369" y="40585"/>
                    </a:cubicBezTo>
                    <a:lnTo>
                      <a:pt x="43821" y="40585"/>
                    </a:lnTo>
                    <a:cubicBezTo>
                      <a:pt x="42088" y="40585"/>
                      <a:pt x="40643" y="42027"/>
                      <a:pt x="40643" y="43855"/>
                    </a:cubicBezTo>
                    <a:lnTo>
                      <a:pt x="40643" y="320738"/>
                    </a:lnTo>
                    <a:cubicBezTo>
                      <a:pt x="40643" y="322469"/>
                      <a:pt x="42088" y="323911"/>
                      <a:pt x="43821" y="323911"/>
                    </a:cubicBezTo>
                    <a:lnTo>
                      <a:pt x="292976" y="323911"/>
                    </a:lnTo>
                    <a:lnTo>
                      <a:pt x="292976" y="344204"/>
                    </a:lnTo>
                    <a:lnTo>
                      <a:pt x="292976" y="418161"/>
                    </a:lnTo>
                    <a:lnTo>
                      <a:pt x="292976" y="458746"/>
                    </a:lnTo>
                    <a:lnTo>
                      <a:pt x="159201" y="458746"/>
                    </a:lnTo>
                    <a:cubicBezTo>
                      <a:pt x="148029" y="458746"/>
                      <a:pt x="138879" y="449610"/>
                      <a:pt x="138879" y="438454"/>
                    </a:cubicBezTo>
                    <a:cubicBezTo>
                      <a:pt x="138879" y="427201"/>
                      <a:pt x="148029" y="418161"/>
                      <a:pt x="159201" y="418161"/>
                    </a:cubicBezTo>
                    <a:lnTo>
                      <a:pt x="180774" y="418161"/>
                    </a:lnTo>
                    <a:lnTo>
                      <a:pt x="180774" y="364497"/>
                    </a:lnTo>
                    <a:lnTo>
                      <a:pt x="43821" y="364497"/>
                    </a:lnTo>
                    <a:cubicBezTo>
                      <a:pt x="19647" y="364497"/>
                      <a:pt x="0" y="344877"/>
                      <a:pt x="0" y="320738"/>
                    </a:cubicBezTo>
                    <a:lnTo>
                      <a:pt x="0" y="43855"/>
                    </a:lnTo>
                    <a:cubicBezTo>
                      <a:pt x="0" y="19715"/>
                      <a:pt x="19647" y="0"/>
                      <a:pt x="438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198" dirty="0"/>
              </a:p>
            </p:txBody>
          </p:sp>
        </p:grpSp>
        <p:grpSp>
          <p:nvGrpSpPr>
            <p:cNvPr id="10" name="i$ḻídè">
              <a:extLst>
                <a:ext uri="{FF2B5EF4-FFF2-40B4-BE49-F238E27FC236}">
                  <a16:creationId xmlns:a16="http://schemas.microsoft.com/office/drawing/2014/main" id="{F8910A9C-C077-447F-926F-A79D1400DD50}"/>
                </a:ext>
              </a:extLst>
            </p:cNvPr>
            <p:cNvGrpSpPr/>
            <p:nvPr/>
          </p:nvGrpSpPr>
          <p:grpSpPr>
            <a:xfrm>
              <a:off x="7166913" y="2861878"/>
              <a:ext cx="592494" cy="592492"/>
              <a:chOff x="1582151" y="2748757"/>
              <a:chExt cx="592494" cy="592492"/>
            </a:xfrm>
          </p:grpSpPr>
          <p:sp>
            <p:nvSpPr>
              <p:cNvPr id="28" name="išḻiḑe">
                <a:extLst>
                  <a:ext uri="{FF2B5EF4-FFF2-40B4-BE49-F238E27FC236}">
                    <a16:creationId xmlns:a16="http://schemas.microsoft.com/office/drawing/2014/main" id="{4F91CFC0-06C6-4F6E-97DE-F8CE879C546D}"/>
                  </a:ext>
                </a:extLst>
              </p:cNvPr>
              <p:cNvSpPr/>
              <p:nvPr/>
            </p:nvSpPr>
            <p:spPr>
              <a:xfrm>
                <a:off x="1582151" y="2748757"/>
                <a:ext cx="592494" cy="59249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ŝlïḑé">
                <a:extLst>
                  <a:ext uri="{FF2B5EF4-FFF2-40B4-BE49-F238E27FC236}">
                    <a16:creationId xmlns:a16="http://schemas.microsoft.com/office/drawing/2014/main" id="{6F2A4912-A53A-428C-813E-CADF0A5FE787}"/>
                  </a:ext>
                </a:extLst>
              </p:cNvPr>
              <p:cNvSpPr/>
              <p:nvPr/>
            </p:nvSpPr>
            <p:spPr bwMode="auto">
              <a:xfrm>
                <a:off x="1727126" y="2914489"/>
                <a:ext cx="302544" cy="261029"/>
              </a:xfrm>
              <a:custGeom>
                <a:avLst/>
                <a:gdLst>
                  <a:gd name="connsiteX0" fmla="*/ 470014 w 606298"/>
                  <a:gd name="connsiteY0" fmla="*/ 471938 h 523102"/>
                  <a:gd name="connsiteX1" fmla="*/ 453448 w 606298"/>
                  <a:gd name="connsiteY1" fmla="*/ 488480 h 523102"/>
                  <a:gd name="connsiteX2" fmla="*/ 455470 w 606298"/>
                  <a:gd name="connsiteY2" fmla="*/ 495885 h 523102"/>
                  <a:gd name="connsiteX3" fmla="*/ 470014 w 606298"/>
                  <a:gd name="connsiteY3" fmla="*/ 504925 h 523102"/>
                  <a:gd name="connsiteX4" fmla="*/ 484557 w 606298"/>
                  <a:gd name="connsiteY4" fmla="*/ 495885 h 523102"/>
                  <a:gd name="connsiteX5" fmla="*/ 486483 w 606298"/>
                  <a:gd name="connsiteY5" fmla="*/ 488480 h 523102"/>
                  <a:gd name="connsiteX6" fmla="*/ 470014 w 606298"/>
                  <a:gd name="connsiteY6" fmla="*/ 471938 h 523102"/>
                  <a:gd name="connsiteX7" fmla="*/ 381212 w 606298"/>
                  <a:gd name="connsiteY7" fmla="*/ 203804 h 523102"/>
                  <a:gd name="connsiteX8" fmla="*/ 374278 w 606298"/>
                  <a:gd name="connsiteY8" fmla="*/ 210728 h 523102"/>
                  <a:gd name="connsiteX9" fmla="*/ 374278 w 606298"/>
                  <a:gd name="connsiteY9" fmla="*/ 456646 h 523102"/>
                  <a:gd name="connsiteX10" fmla="*/ 565653 w 606298"/>
                  <a:gd name="connsiteY10" fmla="*/ 456646 h 523102"/>
                  <a:gd name="connsiteX11" fmla="*/ 565653 w 606298"/>
                  <a:gd name="connsiteY11" fmla="*/ 210728 h 523102"/>
                  <a:gd name="connsiteX12" fmla="*/ 558719 w 606298"/>
                  <a:gd name="connsiteY12" fmla="*/ 203804 h 523102"/>
                  <a:gd name="connsiteX13" fmla="*/ 381212 w 606298"/>
                  <a:gd name="connsiteY13" fmla="*/ 163218 h 523102"/>
                  <a:gd name="connsiteX14" fmla="*/ 558719 w 606298"/>
                  <a:gd name="connsiteY14" fmla="*/ 163218 h 523102"/>
                  <a:gd name="connsiteX15" fmla="*/ 606298 w 606298"/>
                  <a:gd name="connsiteY15" fmla="*/ 210728 h 523102"/>
                  <a:gd name="connsiteX16" fmla="*/ 606298 w 606298"/>
                  <a:gd name="connsiteY16" fmla="*/ 475592 h 523102"/>
                  <a:gd name="connsiteX17" fmla="*/ 558719 w 606298"/>
                  <a:gd name="connsiteY17" fmla="*/ 523102 h 523102"/>
                  <a:gd name="connsiteX18" fmla="*/ 381212 w 606298"/>
                  <a:gd name="connsiteY18" fmla="*/ 523102 h 523102"/>
                  <a:gd name="connsiteX19" fmla="*/ 333633 w 606298"/>
                  <a:gd name="connsiteY19" fmla="*/ 475592 h 523102"/>
                  <a:gd name="connsiteX20" fmla="*/ 333633 w 606298"/>
                  <a:gd name="connsiteY20" fmla="*/ 210728 h 523102"/>
                  <a:gd name="connsiteX21" fmla="*/ 381212 w 606298"/>
                  <a:gd name="connsiteY21" fmla="*/ 163218 h 523102"/>
                  <a:gd name="connsiteX22" fmla="*/ 43821 w 606298"/>
                  <a:gd name="connsiteY22" fmla="*/ 0 h 523102"/>
                  <a:gd name="connsiteX23" fmla="*/ 452369 w 606298"/>
                  <a:gd name="connsiteY23" fmla="*/ 0 h 523102"/>
                  <a:gd name="connsiteX24" fmla="*/ 496287 w 606298"/>
                  <a:gd name="connsiteY24" fmla="*/ 43855 h 523102"/>
                  <a:gd name="connsiteX25" fmla="*/ 496287 w 606298"/>
                  <a:gd name="connsiteY25" fmla="*/ 122621 h 523102"/>
                  <a:gd name="connsiteX26" fmla="*/ 455644 w 606298"/>
                  <a:gd name="connsiteY26" fmla="*/ 122621 h 523102"/>
                  <a:gd name="connsiteX27" fmla="*/ 455644 w 606298"/>
                  <a:gd name="connsiteY27" fmla="*/ 43855 h 523102"/>
                  <a:gd name="connsiteX28" fmla="*/ 452369 w 606298"/>
                  <a:gd name="connsiteY28" fmla="*/ 40585 h 523102"/>
                  <a:gd name="connsiteX29" fmla="*/ 43821 w 606298"/>
                  <a:gd name="connsiteY29" fmla="*/ 40585 h 523102"/>
                  <a:gd name="connsiteX30" fmla="*/ 40643 w 606298"/>
                  <a:gd name="connsiteY30" fmla="*/ 43855 h 523102"/>
                  <a:gd name="connsiteX31" fmla="*/ 40643 w 606298"/>
                  <a:gd name="connsiteY31" fmla="*/ 320738 h 523102"/>
                  <a:gd name="connsiteX32" fmla="*/ 43821 w 606298"/>
                  <a:gd name="connsiteY32" fmla="*/ 323911 h 523102"/>
                  <a:gd name="connsiteX33" fmla="*/ 292976 w 606298"/>
                  <a:gd name="connsiteY33" fmla="*/ 323911 h 523102"/>
                  <a:gd name="connsiteX34" fmla="*/ 292976 w 606298"/>
                  <a:gd name="connsiteY34" fmla="*/ 344204 h 523102"/>
                  <a:gd name="connsiteX35" fmla="*/ 292976 w 606298"/>
                  <a:gd name="connsiteY35" fmla="*/ 418161 h 523102"/>
                  <a:gd name="connsiteX36" fmla="*/ 292976 w 606298"/>
                  <a:gd name="connsiteY36" fmla="*/ 458746 h 523102"/>
                  <a:gd name="connsiteX37" fmla="*/ 159201 w 606298"/>
                  <a:gd name="connsiteY37" fmla="*/ 458746 h 523102"/>
                  <a:gd name="connsiteX38" fmla="*/ 138879 w 606298"/>
                  <a:gd name="connsiteY38" fmla="*/ 438454 h 523102"/>
                  <a:gd name="connsiteX39" fmla="*/ 159201 w 606298"/>
                  <a:gd name="connsiteY39" fmla="*/ 418161 h 523102"/>
                  <a:gd name="connsiteX40" fmla="*/ 180774 w 606298"/>
                  <a:gd name="connsiteY40" fmla="*/ 418161 h 523102"/>
                  <a:gd name="connsiteX41" fmla="*/ 180774 w 606298"/>
                  <a:gd name="connsiteY41" fmla="*/ 364497 h 523102"/>
                  <a:gd name="connsiteX42" fmla="*/ 43821 w 606298"/>
                  <a:gd name="connsiteY42" fmla="*/ 364497 h 523102"/>
                  <a:gd name="connsiteX43" fmla="*/ 0 w 606298"/>
                  <a:gd name="connsiteY43" fmla="*/ 320738 h 523102"/>
                  <a:gd name="connsiteX44" fmla="*/ 0 w 606298"/>
                  <a:gd name="connsiteY44" fmla="*/ 43855 h 523102"/>
                  <a:gd name="connsiteX45" fmla="*/ 43821 w 606298"/>
                  <a:gd name="connsiteY45" fmla="*/ 0 h 523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606298" h="523102">
                    <a:moveTo>
                      <a:pt x="470014" y="471938"/>
                    </a:moveTo>
                    <a:cubicBezTo>
                      <a:pt x="460864" y="471938"/>
                      <a:pt x="453448" y="479343"/>
                      <a:pt x="453448" y="488480"/>
                    </a:cubicBezTo>
                    <a:cubicBezTo>
                      <a:pt x="453448" y="491172"/>
                      <a:pt x="454314" y="493577"/>
                      <a:pt x="455470" y="495885"/>
                    </a:cubicBezTo>
                    <a:cubicBezTo>
                      <a:pt x="458167" y="501175"/>
                      <a:pt x="463561" y="504925"/>
                      <a:pt x="470014" y="504925"/>
                    </a:cubicBezTo>
                    <a:cubicBezTo>
                      <a:pt x="476370" y="504925"/>
                      <a:pt x="481764" y="501175"/>
                      <a:pt x="484557" y="495885"/>
                    </a:cubicBezTo>
                    <a:cubicBezTo>
                      <a:pt x="485713" y="493577"/>
                      <a:pt x="486483" y="491172"/>
                      <a:pt x="486483" y="488480"/>
                    </a:cubicBezTo>
                    <a:cubicBezTo>
                      <a:pt x="486483" y="479343"/>
                      <a:pt x="479067" y="471938"/>
                      <a:pt x="470014" y="471938"/>
                    </a:cubicBezTo>
                    <a:close/>
                    <a:moveTo>
                      <a:pt x="381212" y="203804"/>
                    </a:moveTo>
                    <a:cubicBezTo>
                      <a:pt x="377456" y="203804"/>
                      <a:pt x="374278" y="206881"/>
                      <a:pt x="374278" y="210728"/>
                    </a:cubicBezTo>
                    <a:lnTo>
                      <a:pt x="374278" y="456646"/>
                    </a:lnTo>
                    <a:lnTo>
                      <a:pt x="565653" y="456646"/>
                    </a:lnTo>
                    <a:lnTo>
                      <a:pt x="565653" y="210728"/>
                    </a:lnTo>
                    <a:cubicBezTo>
                      <a:pt x="565653" y="206881"/>
                      <a:pt x="562571" y="203804"/>
                      <a:pt x="558719" y="203804"/>
                    </a:cubicBezTo>
                    <a:close/>
                    <a:moveTo>
                      <a:pt x="381212" y="163218"/>
                    </a:moveTo>
                    <a:lnTo>
                      <a:pt x="558719" y="163218"/>
                    </a:lnTo>
                    <a:cubicBezTo>
                      <a:pt x="585013" y="163218"/>
                      <a:pt x="606298" y="184473"/>
                      <a:pt x="606298" y="210728"/>
                    </a:cubicBezTo>
                    <a:lnTo>
                      <a:pt x="606298" y="475592"/>
                    </a:lnTo>
                    <a:cubicBezTo>
                      <a:pt x="606298" y="501752"/>
                      <a:pt x="585013" y="523102"/>
                      <a:pt x="558719" y="523102"/>
                    </a:cubicBezTo>
                    <a:lnTo>
                      <a:pt x="381212" y="523102"/>
                    </a:lnTo>
                    <a:cubicBezTo>
                      <a:pt x="355015" y="523102"/>
                      <a:pt x="333633" y="501752"/>
                      <a:pt x="333633" y="475592"/>
                    </a:cubicBezTo>
                    <a:lnTo>
                      <a:pt x="333633" y="210728"/>
                    </a:lnTo>
                    <a:cubicBezTo>
                      <a:pt x="333633" y="184473"/>
                      <a:pt x="355015" y="163218"/>
                      <a:pt x="381212" y="163218"/>
                    </a:cubicBezTo>
                    <a:close/>
                    <a:moveTo>
                      <a:pt x="43821" y="0"/>
                    </a:moveTo>
                    <a:lnTo>
                      <a:pt x="452369" y="0"/>
                    </a:lnTo>
                    <a:cubicBezTo>
                      <a:pt x="476543" y="0"/>
                      <a:pt x="496287" y="19715"/>
                      <a:pt x="496287" y="43855"/>
                    </a:cubicBezTo>
                    <a:lnTo>
                      <a:pt x="496287" y="122621"/>
                    </a:lnTo>
                    <a:lnTo>
                      <a:pt x="455644" y="122621"/>
                    </a:lnTo>
                    <a:lnTo>
                      <a:pt x="455644" y="43855"/>
                    </a:lnTo>
                    <a:cubicBezTo>
                      <a:pt x="455644" y="42027"/>
                      <a:pt x="454199" y="40585"/>
                      <a:pt x="452369" y="40585"/>
                    </a:cubicBezTo>
                    <a:lnTo>
                      <a:pt x="43821" y="40585"/>
                    </a:lnTo>
                    <a:cubicBezTo>
                      <a:pt x="42088" y="40585"/>
                      <a:pt x="40643" y="42027"/>
                      <a:pt x="40643" y="43855"/>
                    </a:cubicBezTo>
                    <a:lnTo>
                      <a:pt x="40643" y="320738"/>
                    </a:lnTo>
                    <a:cubicBezTo>
                      <a:pt x="40643" y="322469"/>
                      <a:pt x="42088" y="323911"/>
                      <a:pt x="43821" y="323911"/>
                    </a:cubicBezTo>
                    <a:lnTo>
                      <a:pt x="292976" y="323911"/>
                    </a:lnTo>
                    <a:lnTo>
                      <a:pt x="292976" y="344204"/>
                    </a:lnTo>
                    <a:lnTo>
                      <a:pt x="292976" y="418161"/>
                    </a:lnTo>
                    <a:lnTo>
                      <a:pt x="292976" y="458746"/>
                    </a:lnTo>
                    <a:lnTo>
                      <a:pt x="159201" y="458746"/>
                    </a:lnTo>
                    <a:cubicBezTo>
                      <a:pt x="148029" y="458746"/>
                      <a:pt x="138879" y="449610"/>
                      <a:pt x="138879" y="438454"/>
                    </a:cubicBezTo>
                    <a:cubicBezTo>
                      <a:pt x="138879" y="427201"/>
                      <a:pt x="148029" y="418161"/>
                      <a:pt x="159201" y="418161"/>
                    </a:cubicBezTo>
                    <a:lnTo>
                      <a:pt x="180774" y="418161"/>
                    </a:lnTo>
                    <a:lnTo>
                      <a:pt x="180774" y="364497"/>
                    </a:lnTo>
                    <a:lnTo>
                      <a:pt x="43821" y="364497"/>
                    </a:lnTo>
                    <a:cubicBezTo>
                      <a:pt x="19647" y="364497"/>
                      <a:pt x="0" y="344877"/>
                      <a:pt x="0" y="320738"/>
                    </a:cubicBezTo>
                    <a:lnTo>
                      <a:pt x="0" y="43855"/>
                    </a:lnTo>
                    <a:cubicBezTo>
                      <a:pt x="0" y="19715"/>
                      <a:pt x="19647" y="0"/>
                      <a:pt x="438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198" dirty="0"/>
              </a:p>
            </p:txBody>
          </p:sp>
        </p:grpSp>
        <p:grpSp>
          <p:nvGrpSpPr>
            <p:cNvPr id="11" name="îśļiḓè">
              <a:extLst>
                <a:ext uri="{FF2B5EF4-FFF2-40B4-BE49-F238E27FC236}">
                  <a16:creationId xmlns:a16="http://schemas.microsoft.com/office/drawing/2014/main" id="{0556053F-775A-4754-A675-E7809B1E8BCD}"/>
                </a:ext>
              </a:extLst>
            </p:cNvPr>
            <p:cNvGrpSpPr/>
            <p:nvPr/>
          </p:nvGrpSpPr>
          <p:grpSpPr>
            <a:xfrm>
              <a:off x="9901231" y="2861878"/>
              <a:ext cx="592494" cy="592492"/>
              <a:chOff x="1582151" y="2748757"/>
              <a:chExt cx="592494" cy="592492"/>
            </a:xfrm>
          </p:grpSpPr>
          <p:sp>
            <p:nvSpPr>
              <p:cNvPr id="26" name="ïṥḻiḑé">
                <a:extLst>
                  <a:ext uri="{FF2B5EF4-FFF2-40B4-BE49-F238E27FC236}">
                    <a16:creationId xmlns:a16="http://schemas.microsoft.com/office/drawing/2014/main" id="{068BE551-2807-43B5-A83D-D5DAD8FF3725}"/>
                  </a:ext>
                </a:extLst>
              </p:cNvPr>
              <p:cNvSpPr/>
              <p:nvPr/>
            </p:nvSpPr>
            <p:spPr>
              <a:xfrm>
                <a:off x="1582151" y="2748757"/>
                <a:ext cx="592494" cy="592492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accent1"/>
                </a:solidFill>
              </a:ln>
              <a:effectLst/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/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 fontScale="92500" lnSpcReduction="10000"/>
              </a:bodyPr>
              <a:lstStyle>
                <a:defPPr>
                  <a:defRPr lang="en-US"/>
                </a:defPPr>
                <a:lvl1pPr marL="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1pPr>
                <a:lvl2pPr marL="609585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2pPr>
                <a:lvl3pPr marL="1219170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3pPr>
                <a:lvl4pPr marL="182875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4pPr>
                <a:lvl5pPr marL="243833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5pPr>
                <a:lvl6pPr marL="3047924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6pPr>
                <a:lvl7pPr marL="3657509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7pPr>
                <a:lvl8pPr marL="4267093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8pPr>
                <a:lvl9pPr marL="4876678" algn="l" defTabSz="609585" rtl="0" eaLnBrk="1" latinLnBrk="0" hangingPunct="1">
                  <a:defRPr sz="24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iṧ1ïḍê">
                <a:extLst>
                  <a:ext uri="{FF2B5EF4-FFF2-40B4-BE49-F238E27FC236}">
                    <a16:creationId xmlns:a16="http://schemas.microsoft.com/office/drawing/2014/main" id="{382CBC3B-BE09-4D71-BB79-133D8BF9B640}"/>
                  </a:ext>
                </a:extLst>
              </p:cNvPr>
              <p:cNvSpPr/>
              <p:nvPr/>
            </p:nvSpPr>
            <p:spPr bwMode="auto">
              <a:xfrm>
                <a:off x="1727126" y="2914489"/>
                <a:ext cx="302544" cy="261029"/>
              </a:xfrm>
              <a:custGeom>
                <a:avLst/>
                <a:gdLst>
                  <a:gd name="connsiteX0" fmla="*/ 470014 w 606298"/>
                  <a:gd name="connsiteY0" fmla="*/ 471938 h 523102"/>
                  <a:gd name="connsiteX1" fmla="*/ 453448 w 606298"/>
                  <a:gd name="connsiteY1" fmla="*/ 488480 h 523102"/>
                  <a:gd name="connsiteX2" fmla="*/ 455470 w 606298"/>
                  <a:gd name="connsiteY2" fmla="*/ 495885 h 523102"/>
                  <a:gd name="connsiteX3" fmla="*/ 470014 w 606298"/>
                  <a:gd name="connsiteY3" fmla="*/ 504925 h 523102"/>
                  <a:gd name="connsiteX4" fmla="*/ 484557 w 606298"/>
                  <a:gd name="connsiteY4" fmla="*/ 495885 h 523102"/>
                  <a:gd name="connsiteX5" fmla="*/ 486483 w 606298"/>
                  <a:gd name="connsiteY5" fmla="*/ 488480 h 523102"/>
                  <a:gd name="connsiteX6" fmla="*/ 470014 w 606298"/>
                  <a:gd name="connsiteY6" fmla="*/ 471938 h 523102"/>
                  <a:gd name="connsiteX7" fmla="*/ 381212 w 606298"/>
                  <a:gd name="connsiteY7" fmla="*/ 203804 h 523102"/>
                  <a:gd name="connsiteX8" fmla="*/ 374278 w 606298"/>
                  <a:gd name="connsiteY8" fmla="*/ 210728 h 523102"/>
                  <a:gd name="connsiteX9" fmla="*/ 374278 w 606298"/>
                  <a:gd name="connsiteY9" fmla="*/ 456646 h 523102"/>
                  <a:gd name="connsiteX10" fmla="*/ 565653 w 606298"/>
                  <a:gd name="connsiteY10" fmla="*/ 456646 h 523102"/>
                  <a:gd name="connsiteX11" fmla="*/ 565653 w 606298"/>
                  <a:gd name="connsiteY11" fmla="*/ 210728 h 523102"/>
                  <a:gd name="connsiteX12" fmla="*/ 558719 w 606298"/>
                  <a:gd name="connsiteY12" fmla="*/ 203804 h 523102"/>
                  <a:gd name="connsiteX13" fmla="*/ 381212 w 606298"/>
                  <a:gd name="connsiteY13" fmla="*/ 163218 h 523102"/>
                  <a:gd name="connsiteX14" fmla="*/ 558719 w 606298"/>
                  <a:gd name="connsiteY14" fmla="*/ 163218 h 523102"/>
                  <a:gd name="connsiteX15" fmla="*/ 606298 w 606298"/>
                  <a:gd name="connsiteY15" fmla="*/ 210728 h 523102"/>
                  <a:gd name="connsiteX16" fmla="*/ 606298 w 606298"/>
                  <a:gd name="connsiteY16" fmla="*/ 475592 h 523102"/>
                  <a:gd name="connsiteX17" fmla="*/ 558719 w 606298"/>
                  <a:gd name="connsiteY17" fmla="*/ 523102 h 523102"/>
                  <a:gd name="connsiteX18" fmla="*/ 381212 w 606298"/>
                  <a:gd name="connsiteY18" fmla="*/ 523102 h 523102"/>
                  <a:gd name="connsiteX19" fmla="*/ 333633 w 606298"/>
                  <a:gd name="connsiteY19" fmla="*/ 475592 h 523102"/>
                  <a:gd name="connsiteX20" fmla="*/ 333633 w 606298"/>
                  <a:gd name="connsiteY20" fmla="*/ 210728 h 523102"/>
                  <a:gd name="connsiteX21" fmla="*/ 381212 w 606298"/>
                  <a:gd name="connsiteY21" fmla="*/ 163218 h 523102"/>
                  <a:gd name="connsiteX22" fmla="*/ 43821 w 606298"/>
                  <a:gd name="connsiteY22" fmla="*/ 0 h 523102"/>
                  <a:gd name="connsiteX23" fmla="*/ 452369 w 606298"/>
                  <a:gd name="connsiteY23" fmla="*/ 0 h 523102"/>
                  <a:gd name="connsiteX24" fmla="*/ 496287 w 606298"/>
                  <a:gd name="connsiteY24" fmla="*/ 43855 h 523102"/>
                  <a:gd name="connsiteX25" fmla="*/ 496287 w 606298"/>
                  <a:gd name="connsiteY25" fmla="*/ 122621 h 523102"/>
                  <a:gd name="connsiteX26" fmla="*/ 455644 w 606298"/>
                  <a:gd name="connsiteY26" fmla="*/ 122621 h 523102"/>
                  <a:gd name="connsiteX27" fmla="*/ 455644 w 606298"/>
                  <a:gd name="connsiteY27" fmla="*/ 43855 h 523102"/>
                  <a:gd name="connsiteX28" fmla="*/ 452369 w 606298"/>
                  <a:gd name="connsiteY28" fmla="*/ 40585 h 523102"/>
                  <a:gd name="connsiteX29" fmla="*/ 43821 w 606298"/>
                  <a:gd name="connsiteY29" fmla="*/ 40585 h 523102"/>
                  <a:gd name="connsiteX30" fmla="*/ 40643 w 606298"/>
                  <a:gd name="connsiteY30" fmla="*/ 43855 h 523102"/>
                  <a:gd name="connsiteX31" fmla="*/ 40643 w 606298"/>
                  <a:gd name="connsiteY31" fmla="*/ 320738 h 523102"/>
                  <a:gd name="connsiteX32" fmla="*/ 43821 w 606298"/>
                  <a:gd name="connsiteY32" fmla="*/ 323911 h 523102"/>
                  <a:gd name="connsiteX33" fmla="*/ 292976 w 606298"/>
                  <a:gd name="connsiteY33" fmla="*/ 323911 h 523102"/>
                  <a:gd name="connsiteX34" fmla="*/ 292976 w 606298"/>
                  <a:gd name="connsiteY34" fmla="*/ 344204 h 523102"/>
                  <a:gd name="connsiteX35" fmla="*/ 292976 w 606298"/>
                  <a:gd name="connsiteY35" fmla="*/ 418161 h 523102"/>
                  <a:gd name="connsiteX36" fmla="*/ 292976 w 606298"/>
                  <a:gd name="connsiteY36" fmla="*/ 458746 h 523102"/>
                  <a:gd name="connsiteX37" fmla="*/ 159201 w 606298"/>
                  <a:gd name="connsiteY37" fmla="*/ 458746 h 523102"/>
                  <a:gd name="connsiteX38" fmla="*/ 138879 w 606298"/>
                  <a:gd name="connsiteY38" fmla="*/ 438454 h 523102"/>
                  <a:gd name="connsiteX39" fmla="*/ 159201 w 606298"/>
                  <a:gd name="connsiteY39" fmla="*/ 418161 h 523102"/>
                  <a:gd name="connsiteX40" fmla="*/ 180774 w 606298"/>
                  <a:gd name="connsiteY40" fmla="*/ 418161 h 523102"/>
                  <a:gd name="connsiteX41" fmla="*/ 180774 w 606298"/>
                  <a:gd name="connsiteY41" fmla="*/ 364497 h 523102"/>
                  <a:gd name="connsiteX42" fmla="*/ 43821 w 606298"/>
                  <a:gd name="connsiteY42" fmla="*/ 364497 h 523102"/>
                  <a:gd name="connsiteX43" fmla="*/ 0 w 606298"/>
                  <a:gd name="connsiteY43" fmla="*/ 320738 h 523102"/>
                  <a:gd name="connsiteX44" fmla="*/ 0 w 606298"/>
                  <a:gd name="connsiteY44" fmla="*/ 43855 h 523102"/>
                  <a:gd name="connsiteX45" fmla="*/ 43821 w 606298"/>
                  <a:gd name="connsiteY45" fmla="*/ 0 h 523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606298" h="523102">
                    <a:moveTo>
                      <a:pt x="470014" y="471938"/>
                    </a:moveTo>
                    <a:cubicBezTo>
                      <a:pt x="460864" y="471938"/>
                      <a:pt x="453448" y="479343"/>
                      <a:pt x="453448" y="488480"/>
                    </a:cubicBezTo>
                    <a:cubicBezTo>
                      <a:pt x="453448" y="491172"/>
                      <a:pt x="454314" y="493577"/>
                      <a:pt x="455470" y="495885"/>
                    </a:cubicBezTo>
                    <a:cubicBezTo>
                      <a:pt x="458167" y="501175"/>
                      <a:pt x="463561" y="504925"/>
                      <a:pt x="470014" y="504925"/>
                    </a:cubicBezTo>
                    <a:cubicBezTo>
                      <a:pt x="476370" y="504925"/>
                      <a:pt x="481764" y="501175"/>
                      <a:pt x="484557" y="495885"/>
                    </a:cubicBezTo>
                    <a:cubicBezTo>
                      <a:pt x="485713" y="493577"/>
                      <a:pt x="486483" y="491172"/>
                      <a:pt x="486483" y="488480"/>
                    </a:cubicBezTo>
                    <a:cubicBezTo>
                      <a:pt x="486483" y="479343"/>
                      <a:pt x="479067" y="471938"/>
                      <a:pt x="470014" y="471938"/>
                    </a:cubicBezTo>
                    <a:close/>
                    <a:moveTo>
                      <a:pt x="381212" y="203804"/>
                    </a:moveTo>
                    <a:cubicBezTo>
                      <a:pt x="377456" y="203804"/>
                      <a:pt x="374278" y="206881"/>
                      <a:pt x="374278" y="210728"/>
                    </a:cubicBezTo>
                    <a:lnTo>
                      <a:pt x="374278" y="456646"/>
                    </a:lnTo>
                    <a:lnTo>
                      <a:pt x="565653" y="456646"/>
                    </a:lnTo>
                    <a:lnTo>
                      <a:pt x="565653" y="210728"/>
                    </a:lnTo>
                    <a:cubicBezTo>
                      <a:pt x="565653" y="206881"/>
                      <a:pt x="562571" y="203804"/>
                      <a:pt x="558719" y="203804"/>
                    </a:cubicBezTo>
                    <a:close/>
                    <a:moveTo>
                      <a:pt x="381212" y="163218"/>
                    </a:moveTo>
                    <a:lnTo>
                      <a:pt x="558719" y="163218"/>
                    </a:lnTo>
                    <a:cubicBezTo>
                      <a:pt x="585013" y="163218"/>
                      <a:pt x="606298" y="184473"/>
                      <a:pt x="606298" y="210728"/>
                    </a:cubicBezTo>
                    <a:lnTo>
                      <a:pt x="606298" y="475592"/>
                    </a:lnTo>
                    <a:cubicBezTo>
                      <a:pt x="606298" y="501752"/>
                      <a:pt x="585013" y="523102"/>
                      <a:pt x="558719" y="523102"/>
                    </a:cubicBezTo>
                    <a:lnTo>
                      <a:pt x="381212" y="523102"/>
                    </a:lnTo>
                    <a:cubicBezTo>
                      <a:pt x="355015" y="523102"/>
                      <a:pt x="333633" y="501752"/>
                      <a:pt x="333633" y="475592"/>
                    </a:cubicBezTo>
                    <a:lnTo>
                      <a:pt x="333633" y="210728"/>
                    </a:lnTo>
                    <a:cubicBezTo>
                      <a:pt x="333633" y="184473"/>
                      <a:pt x="355015" y="163218"/>
                      <a:pt x="381212" y="163218"/>
                    </a:cubicBezTo>
                    <a:close/>
                    <a:moveTo>
                      <a:pt x="43821" y="0"/>
                    </a:moveTo>
                    <a:lnTo>
                      <a:pt x="452369" y="0"/>
                    </a:lnTo>
                    <a:cubicBezTo>
                      <a:pt x="476543" y="0"/>
                      <a:pt x="496287" y="19715"/>
                      <a:pt x="496287" y="43855"/>
                    </a:cubicBezTo>
                    <a:lnTo>
                      <a:pt x="496287" y="122621"/>
                    </a:lnTo>
                    <a:lnTo>
                      <a:pt x="455644" y="122621"/>
                    </a:lnTo>
                    <a:lnTo>
                      <a:pt x="455644" y="43855"/>
                    </a:lnTo>
                    <a:cubicBezTo>
                      <a:pt x="455644" y="42027"/>
                      <a:pt x="454199" y="40585"/>
                      <a:pt x="452369" y="40585"/>
                    </a:cubicBezTo>
                    <a:lnTo>
                      <a:pt x="43821" y="40585"/>
                    </a:lnTo>
                    <a:cubicBezTo>
                      <a:pt x="42088" y="40585"/>
                      <a:pt x="40643" y="42027"/>
                      <a:pt x="40643" y="43855"/>
                    </a:cubicBezTo>
                    <a:lnTo>
                      <a:pt x="40643" y="320738"/>
                    </a:lnTo>
                    <a:cubicBezTo>
                      <a:pt x="40643" y="322469"/>
                      <a:pt x="42088" y="323911"/>
                      <a:pt x="43821" y="323911"/>
                    </a:cubicBezTo>
                    <a:lnTo>
                      <a:pt x="292976" y="323911"/>
                    </a:lnTo>
                    <a:lnTo>
                      <a:pt x="292976" y="344204"/>
                    </a:lnTo>
                    <a:lnTo>
                      <a:pt x="292976" y="418161"/>
                    </a:lnTo>
                    <a:lnTo>
                      <a:pt x="292976" y="458746"/>
                    </a:lnTo>
                    <a:lnTo>
                      <a:pt x="159201" y="458746"/>
                    </a:lnTo>
                    <a:cubicBezTo>
                      <a:pt x="148029" y="458746"/>
                      <a:pt x="138879" y="449610"/>
                      <a:pt x="138879" y="438454"/>
                    </a:cubicBezTo>
                    <a:cubicBezTo>
                      <a:pt x="138879" y="427201"/>
                      <a:pt x="148029" y="418161"/>
                      <a:pt x="159201" y="418161"/>
                    </a:cubicBezTo>
                    <a:lnTo>
                      <a:pt x="180774" y="418161"/>
                    </a:lnTo>
                    <a:lnTo>
                      <a:pt x="180774" y="364497"/>
                    </a:lnTo>
                    <a:lnTo>
                      <a:pt x="43821" y="364497"/>
                    </a:lnTo>
                    <a:cubicBezTo>
                      <a:pt x="19647" y="364497"/>
                      <a:pt x="0" y="344877"/>
                      <a:pt x="0" y="320738"/>
                    </a:cubicBezTo>
                    <a:lnTo>
                      <a:pt x="0" y="43855"/>
                    </a:lnTo>
                    <a:cubicBezTo>
                      <a:pt x="0" y="19715"/>
                      <a:pt x="19647" y="0"/>
                      <a:pt x="438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182832" tIns="91416" rIns="182832" bIns="91416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endParaRPr lang="en-US" sz="7198" dirty="0"/>
              </a:p>
            </p:txBody>
          </p:sp>
        </p:grpSp>
        <p:sp>
          <p:nvSpPr>
            <p:cNvPr id="12" name="íşlïḑê">
              <a:extLst>
                <a:ext uri="{FF2B5EF4-FFF2-40B4-BE49-F238E27FC236}">
                  <a16:creationId xmlns:a16="http://schemas.microsoft.com/office/drawing/2014/main" id="{D5189BEB-713E-4628-B3E7-5CF1C18026BF}"/>
                </a:ext>
              </a:extLst>
            </p:cNvPr>
            <p:cNvSpPr txBox="1"/>
            <p:nvPr/>
          </p:nvSpPr>
          <p:spPr>
            <a:xfrm>
              <a:off x="673100" y="3540410"/>
              <a:ext cx="2642844" cy="437701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algn="r">
                <a:defRPr sz="1400">
                  <a:solidFill>
                    <a:schemeClr val="bg1"/>
                  </a:solidFill>
                </a:defRPr>
              </a:lvl1pPr>
              <a:lvl2pPr marL="609585" defTabSz="609585">
                <a:defRPr sz="2400"/>
              </a:lvl2pPr>
              <a:lvl3pPr marL="1219170" defTabSz="609585">
                <a:defRPr sz="2400"/>
              </a:lvl3pPr>
              <a:lvl4pPr marL="1828754" defTabSz="609585">
                <a:defRPr sz="2400"/>
              </a:lvl4pPr>
              <a:lvl5pPr marL="2438339" defTabSz="609585">
                <a:defRPr sz="2400"/>
              </a:lvl5pPr>
              <a:lvl6pPr marL="3047924" defTabSz="609585">
                <a:defRPr sz="2400"/>
              </a:lvl6pPr>
              <a:lvl7pPr marL="3657509" defTabSz="609585">
                <a:defRPr sz="2400"/>
              </a:lvl7pPr>
              <a:lvl8pPr marL="4267093" defTabSz="609585">
                <a:defRPr sz="2400"/>
              </a:lvl8pPr>
              <a:lvl9pPr marL="4876678" defTabSz="609585">
                <a:defRPr sz="2400"/>
              </a:lvl9pPr>
            </a:lstStyle>
            <a:p>
              <a:pPr algn="ctr"/>
              <a:r>
                <a:rPr lang="en-US" altLang="zh-CN" sz="1800" b="1"/>
                <a:t>Tex</a:t>
              </a:r>
              <a:r>
                <a:rPr lang="en-US" altLang="zh-CN" sz="100" b="1"/>
                <a:t> </a:t>
              </a:r>
              <a:r>
                <a:rPr lang="en-US" altLang="zh-CN" sz="1800" b="1"/>
                <a:t>t </a:t>
              </a:r>
              <a:r>
                <a:rPr lang="en-US" altLang="zh-CN" sz="1800" b="1" dirty="0"/>
                <a:t>here</a:t>
              </a:r>
            </a:p>
          </p:txBody>
        </p:sp>
        <p:sp>
          <p:nvSpPr>
            <p:cNvPr id="13" name="iş1îḓe">
              <a:extLst>
                <a:ext uri="{FF2B5EF4-FFF2-40B4-BE49-F238E27FC236}">
                  <a16:creationId xmlns:a16="http://schemas.microsoft.com/office/drawing/2014/main" id="{60BF0A9F-DA0E-4CF0-8E81-D505D883FE1A}"/>
                </a:ext>
              </a:extLst>
            </p:cNvPr>
            <p:cNvSpPr txBox="1"/>
            <p:nvPr/>
          </p:nvSpPr>
          <p:spPr>
            <a:xfrm>
              <a:off x="3407419" y="3540410"/>
              <a:ext cx="2642844" cy="437701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algn="r">
                <a:defRPr sz="1400">
                  <a:solidFill>
                    <a:schemeClr val="bg1"/>
                  </a:solidFill>
                </a:defRPr>
              </a:lvl1pPr>
              <a:lvl2pPr marL="609585" defTabSz="609585">
                <a:defRPr sz="2400"/>
              </a:lvl2pPr>
              <a:lvl3pPr marL="1219170" defTabSz="609585">
                <a:defRPr sz="2400"/>
              </a:lvl3pPr>
              <a:lvl4pPr marL="1828754" defTabSz="609585">
                <a:defRPr sz="2400"/>
              </a:lvl4pPr>
              <a:lvl5pPr marL="2438339" defTabSz="609585">
                <a:defRPr sz="2400"/>
              </a:lvl5pPr>
              <a:lvl6pPr marL="3047924" defTabSz="609585">
                <a:defRPr sz="2400"/>
              </a:lvl6pPr>
              <a:lvl7pPr marL="3657509" defTabSz="609585">
                <a:defRPr sz="2400"/>
              </a:lvl7pPr>
              <a:lvl8pPr marL="4267093" defTabSz="609585">
                <a:defRPr sz="2400"/>
              </a:lvl8pPr>
              <a:lvl9pPr marL="4876678" defTabSz="609585">
                <a:defRPr sz="2400"/>
              </a:lvl9pPr>
            </a:lstStyle>
            <a:p>
              <a:pPr algn="ctr"/>
              <a:r>
                <a:rPr lang="en-US" altLang="zh-CN" sz="18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800" b="1"/>
                <a:t>here</a:t>
              </a:r>
              <a:endParaRPr lang="en-US" altLang="zh-CN" sz="1800" b="1" dirty="0"/>
            </a:p>
          </p:txBody>
        </p:sp>
        <p:sp>
          <p:nvSpPr>
            <p:cNvPr id="14" name="ïšḻîḋê">
              <a:extLst>
                <a:ext uri="{FF2B5EF4-FFF2-40B4-BE49-F238E27FC236}">
                  <a16:creationId xmlns:a16="http://schemas.microsoft.com/office/drawing/2014/main" id="{266440FB-8BC6-4F78-9C31-017CF8D4E1BE}"/>
                </a:ext>
              </a:extLst>
            </p:cNvPr>
            <p:cNvSpPr txBox="1"/>
            <p:nvPr/>
          </p:nvSpPr>
          <p:spPr>
            <a:xfrm>
              <a:off x="6141737" y="3540410"/>
              <a:ext cx="2642844" cy="437701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algn="r">
                <a:defRPr sz="1400">
                  <a:solidFill>
                    <a:schemeClr val="bg1"/>
                  </a:solidFill>
                </a:defRPr>
              </a:lvl1pPr>
              <a:lvl2pPr marL="609585" defTabSz="609585">
                <a:defRPr sz="2400"/>
              </a:lvl2pPr>
              <a:lvl3pPr marL="1219170" defTabSz="609585">
                <a:defRPr sz="2400"/>
              </a:lvl3pPr>
              <a:lvl4pPr marL="1828754" defTabSz="609585">
                <a:defRPr sz="2400"/>
              </a:lvl4pPr>
              <a:lvl5pPr marL="2438339" defTabSz="609585">
                <a:defRPr sz="2400"/>
              </a:lvl5pPr>
              <a:lvl6pPr marL="3047924" defTabSz="609585">
                <a:defRPr sz="2400"/>
              </a:lvl6pPr>
              <a:lvl7pPr marL="3657509" defTabSz="609585">
                <a:defRPr sz="2400"/>
              </a:lvl7pPr>
              <a:lvl8pPr marL="4267093" defTabSz="609585">
                <a:defRPr sz="2400"/>
              </a:lvl8pPr>
              <a:lvl9pPr marL="4876678" defTabSz="609585">
                <a:defRPr sz="2400"/>
              </a:lvl9pPr>
            </a:lstStyle>
            <a:p>
              <a:pPr algn="ctr"/>
              <a:r>
                <a:rPr lang="en-US" altLang="zh-CN" sz="18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800" b="1"/>
                <a:t>here</a:t>
              </a:r>
              <a:endParaRPr lang="en-US" altLang="zh-CN" sz="1800" b="1" dirty="0"/>
            </a:p>
          </p:txBody>
        </p:sp>
        <p:sp>
          <p:nvSpPr>
            <p:cNvPr id="15" name="íSļiḋê">
              <a:extLst>
                <a:ext uri="{FF2B5EF4-FFF2-40B4-BE49-F238E27FC236}">
                  <a16:creationId xmlns:a16="http://schemas.microsoft.com/office/drawing/2014/main" id="{BC7E7B52-EF4D-45F2-817C-F0023FD9B654}"/>
                </a:ext>
              </a:extLst>
            </p:cNvPr>
            <p:cNvSpPr txBox="1"/>
            <p:nvPr/>
          </p:nvSpPr>
          <p:spPr>
            <a:xfrm>
              <a:off x="8876056" y="3540410"/>
              <a:ext cx="2642844" cy="437701"/>
            </a:xfrm>
            <a:prstGeom prst="rect">
              <a:avLst/>
            </a:prstGeom>
            <a:solidFill>
              <a:schemeClr val="accent1"/>
            </a:solidFill>
            <a:ln w="3175">
              <a:noFill/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algn="r">
                <a:defRPr sz="1400">
                  <a:solidFill>
                    <a:schemeClr val="bg1"/>
                  </a:solidFill>
                </a:defRPr>
              </a:lvl1pPr>
              <a:lvl2pPr marL="609585" defTabSz="609585">
                <a:defRPr sz="2400"/>
              </a:lvl2pPr>
              <a:lvl3pPr marL="1219170" defTabSz="609585">
                <a:defRPr sz="2400"/>
              </a:lvl3pPr>
              <a:lvl4pPr marL="1828754" defTabSz="609585">
                <a:defRPr sz="2400"/>
              </a:lvl4pPr>
              <a:lvl5pPr marL="2438339" defTabSz="609585">
                <a:defRPr sz="2400"/>
              </a:lvl5pPr>
              <a:lvl6pPr marL="3047924" defTabSz="609585">
                <a:defRPr sz="2400"/>
              </a:lvl6pPr>
              <a:lvl7pPr marL="3657509" defTabSz="609585">
                <a:defRPr sz="2400"/>
              </a:lvl7pPr>
              <a:lvl8pPr marL="4267093" defTabSz="609585">
                <a:defRPr sz="2400"/>
              </a:lvl8pPr>
              <a:lvl9pPr marL="4876678" defTabSz="609585">
                <a:defRPr sz="2400"/>
              </a:lvl9pPr>
            </a:lstStyle>
            <a:p>
              <a:pPr algn="ctr"/>
              <a:r>
                <a:rPr lang="en-US" altLang="zh-CN" sz="1800" b="1"/>
                <a:t>Text </a:t>
              </a:r>
              <a:r>
                <a:rPr lang="en-US" altLang="zh-CN" sz="100" b="1"/>
                <a:t> </a:t>
              </a:r>
              <a:r>
                <a:rPr lang="en-US" altLang="zh-CN" sz="1800" b="1"/>
                <a:t>here</a:t>
              </a:r>
              <a:endParaRPr lang="en-US" altLang="zh-CN" sz="1800" b="1" dirty="0"/>
            </a:p>
          </p:txBody>
        </p:sp>
        <p:sp>
          <p:nvSpPr>
            <p:cNvPr id="16" name="îsliḍè">
              <a:extLst>
                <a:ext uri="{FF2B5EF4-FFF2-40B4-BE49-F238E27FC236}">
                  <a16:creationId xmlns:a16="http://schemas.microsoft.com/office/drawing/2014/main" id="{683006CF-8F36-4D5F-9199-D26A38A46340}"/>
                </a:ext>
              </a:extLst>
            </p:cNvPr>
            <p:cNvSpPr txBox="1"/>
            <p:nvPr/>
          </p:nvSpPr>
          <p:spPr>
            <a:xfrm>
              <a:off x="673101" y="4103062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Supporting tex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t </a:t>
              </a:r>
              <a:r>
                <a:rPr lang="en-US" altLang="zh-CN" sz="1200" dirty="0">
                  <a:solidFill>
                    <a:schemeClr val="tx1"/>
                  </a:solidFill>
                </a:rPr>
                <a:t>here……</a:t>
              </a:r>
            </a:p>
          </p:txBody>
        </p:sp>
        <p:sp>
          <p:nvSpPr>
            <p:cNvPr id="17" name="iśľïḓé">
              <a:extLst>
                <a:ext uri="{FF2B5EF4-FFF2-40B4-BE49-F238E27FC236}">
                  <a16:creationId xmlns:a16="http://schemas.microsoft.com/office/drawing/2014/main" id="{3431DB17-AC05-4F4E-AA1E-8D7065FA8C37}"/>
                </a:ext>
              </a:extLst>
            </p:cNvPr>
            <p:cNvSpPr txBox="1"/>
            <p:nvPr/>
          </p:nvSpPr>
          <p:spPr>
            <a:xfrm>
              <a:off x="3407419" y="4103062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Supporting tex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t </a:t>
              </a:r>
              <a:r>
                <a:rPr lang="en-US" altLang="zh-CN" sz="1200" dirty="0">
                  <a:solidFill>
                    <a:schemeClr val="tx1"/>
                  </a:solidFill>
                </a:rPr>
                <a:t>here……</a:t>
              </a:r>
            </a:p>
          </p:txBody>
        </p:sp>
        <p:sp>
          <p:nvSpPr>
            <p:cNvPr id="18" name="ïšlíďé">
              <a:extLst>
                <a:ext uri="{FF2B5EF4-FFF2-40B4-BE49-F238E27FC236}">
                  <a16:creationId xmlns:a16="http://schemas.microsoft.com/office/drawing/2014/main" id="{9B55DDBE-86F3-4CFE-9674-D028DB46BDD7}"/>
                </a:ext>
              </a:extLst>
            </p:cNvPr>
            <p:cNvSpPr txBox="1"/>
            <p:nvPr/>
          </p:nvSpPr>
          <p:spPr>
            <a:xfrm>
              <a:off x="6141737" y="4103062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S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upporting </a:t>
              </a:r>
              <a:r>
                <a:rPr lang="en-US" altLang="zh-CN" sz="1200" dirty="0">
                  <a:solidFill>
                    <a:schemeClr val="tx1"/>
                  </a:solidFill>
                </a:rPr>
                <a:t>text here……</a:t>
              </a:r>
            </a:p>
          </p:txBody>
        </p:sp>
        <p:sp>
          <p:nvSpPr>
            <p:cNvPr id="19" name="îṩḷïḋé">
              <a:extLst>
                <a:ext uri="{FF2B5EF4-FFF2-40B4-BE49-F238E27FC236}">
                  <a16:creationId xmlns:a16="http://schemas.microsoft.com/office/drawing/2014/main" id="{EDBFA4B8-DD67-4872-846E-6678EB99ED0C}"/>
                </a:ext>
              </a:extLst>
            </p:cNvPr>
            <p:cNvSpPr txBox="1"/>
            <p:nvPr/>
          </p:nvSpPr>
          <p:spPr>
            <a:xfrm>
              <a:off x="8876055" y="4103062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S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upporting </a:t>
              </a:r>
              <a:r>
                <a:rPr lang="en-US" altLang="zh-CN" sz="1200" dirty="0">
                  <a:solidFill>
                    <a:schemeClr val="tx1"/>
                  </a:solidFill>
                </a:rPr>
                <a:t>text here……</a:t>
              </a:r>
            </a:p>
          </p:txBody>
        </p:sp>
        <p:sp>
          <p:nvSpPr>
            <p:cNvPr id="20" name="îṡļíḍè">
              <a:extLst>
                <a:ext uri="{FF2B5EF4-FFF2-40B4-BE49-F238E27FC236}">
                  <a16:creationId xmlns:a16="http://schemas.microsoft.com/office/drawing/2014/main" id="{21DC3EE2-5D3A-497D-BAAF-8829914C79C3}"/>
                </a:ext>
              </a:extLst>
            </p:cNvPr>
            <p:cNvSpPr txBox="1"/>
            <p:nvPr/>
          </p:nvSpPr>
          <p:spPr>
            <a:xfrm>
              <a:off x="673101" y="4742684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S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upporting </a:t>
              </a:r>
              <a:r>
                <a:rPr lang="en-US" altLang="zh-CN" sz="1200" dirty="0">
                  <a:solidFill>
                    <a:schemeClr val="tx1"/>
                  </a:solidFill>
                </a:rPr>
                <a:t>text here……</a:t>
              </a:r>
            </a:p>
          </p:txBody>
        </p:sp>
        <p:sp>
          <p:nvSpPr>
            <p:cNvPr id="21" name="íṡḷídè">
              <a:extLst>
                <a:ext uri="{FF2B5EF4-FFF2-40B4-BE49-F238E27FC236}">
                  <a16:creationId xmlns:a16="http://schemas.microsoft.com/office/drawing/2014/main" id="{9A045AFC-C829-4CE1-B7EA-BE55FEA6E3A7}"/>
                </a:ext>
              </a:extLst>
            </p:cNvPr>
            <p:cNvSpPr txBox="1"/>
            <p:nvPr/>
          </p:nvSpPr>
          <p:spPr>
            <a:xfrm>
              <a:off x="3407419" y="4742684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>
                  <a:solidFill>
                    <a:schemeClr val="tx1"/>
                  </a:solidFill>
                </a:rPr>
                <a:t>S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upporting </a:t>
              </a:r>
              <a:r>
                <a:rPr lang="en-US" altLang="zh-CN" sz="1200" dirty="0">
                  <a:solidFill>
                    <a:schemeClr val="tx1"/>
                  </a:solidFill>
                </a:rPr>
                <a:t>text here……</a:t>
              </a:r>
            </a:p>
          </p:txBody>
        </p:sp>
        <p:sp>
          <p:nvSpPr>
            <p:cNvPr id="22" name="îşļîḍè">
              <a:extLst>
                <a:ext uri="{FF2B5EF4-FFF2-40B4-BE49-F238E27FC236}">
                  <a16:creationId xmlns:a16="http://schemas.microsoft.com/office/drawing/2014/main" id="{DB32E503-5635-4F18-97FA-05DAE6A9CE16}"/>
                </a:ext>
              </a:extLst>
            </p:cNvPr>
            <p:cNvSpPr txBox="1"/>
            <p:nvPr/>
          </p:nvSpPr>
          <p:spPr>
            <a:xfrm>
              <a:off x="6141737" y="4742684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Supporting </a:t>
              </a:r>
              <a:r>
                <a:rPr lang="en-US" altLang="zh-CN" sz="1200">
                  <a:solidFill>
                    <a:schemeClr val="tx1"/>
                  </a:solidFill>
                </a:rPr>
                <a:t>text he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re</a:t>
              </a:r>
              <a:r>
                <a:rPr lang="en-US" altLang="zh-CN" sz="1200" dirty="0">
                  <a:solidFill>
                    <a:schemeClr val="tx1"/>
                  </a:solidFill>
                </a:rPr>
                <a:t>……</a:t>
              </a:r>
            </a:p>
          </p:txBody>
        </p:sp>
        <p:sp>
          <p:nvSpPr>
            <p:cNvPr id="23" name="îšlíďè">
              <a:extLst>
                <a:ext uri="{FF2B5EF4-FFF2-40B4-BE49-F238E27FC236}">
                  <a16:creationId xmlns:a16="http://schemas.microsoft.com/office/drawing/2014/main" id="{6745EC17-0DFF-43B6-8D41-A4008AD0B79E}"/>
                </a:ext>
              </a:extLst>
            </p:cNvPr>
            <p:cNvSpPr txBox="1"/>
            <p:nvPr/>
          </p:nvSpPr>
          <p:spPr>
            <a:xfrm>
              <a:off x="8876055" y="4742684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Supporting </a:t>
              </a:r>
              <a:r>
                <a:rPr lang="en-US" altLang="zh-CN" sz="1200">
                  <a:solidFill>
                    <a:schemeClr val="tx1"/>
                  </a:solidFill>
                </a:rPr>
                <a:t>text he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re</a:t>
              </a:r>
              <a:r>
                <a:rPr lang="en-US" altLang="zh-CN" sz="1200" dirty="0">
                  <a:solidFill>
                    <a:schemeClr val="tx1"/>
                  </a:solidFill>
                </a:rPr>
                <a:t>……</a:t>
              </a:r>
            </a:p>
          </p:txBody>
        </p:sp>
        <p:sp>
          <p:nvSpPr>
            <p:cNvPr id="24" name="îs1ïḋê">
              <a:extLst>
                <a:ext uri="{FF2B5EF4-FFF2-40B4-BE49-F238E27FC236}">
                  <a16:creationId xmlns:a16="http://schemas.microsoft.com/office/drawing/2014/main" id="{2A0AABE1-9F6D-49DE-A657-CA79886F752A}"/>
                </a:ext>
              </a:extLst>
            </p:cNvPr>
            <p:cNvSpPr txBox="1"/>
            <p:nvPr/>
          </p:nvSpPr>
          <p:spPr>
            <a:xfrm>
              <a:off x="673101" y="5382306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Supporting </a:t>
              </a:r>
              <a:r>
                <a:rPr lang="en-US" altLang="zh-CN" sz="1200">
                  <a:solidFill>
                    <a:schemeClr val="tx1"/>
                  </a:solidFill>
                </a:rPr>
                <a:t>text he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re</a:t>
              </a:r>
              <a:r>
                <a:rPr lang="en-US" altLang="zh-CN" sz="1200" dirty="0">
                  <a:solidFill>
                    <a:schemeClr val="tx1"/>
                  </a:solidFill>
                </a:rPr>
                <a:t>……</a:t>
              </a:r>
            </a:p>
          </p:txBody>
        </p:sp>
        <p:sp>
          <p:nvSpPr>
            <p:cNvPr id="25" name="işḻîḍe">
              <a:extLst>
                <a:ext uri="{FF2B5EF4-FFF2-40B4-BE49-F238E27FC236}">
                  <a16:creationId xmlns:a16="http://schemas.microsoft.com/office/drawing/2014/main" id="{0497EB21-E188-4AE7-AEA8-2D166974CDA8}"/>
                </a:ext>
              </a:extLst>
            </p:cNvPr>
            <p:cNvSpPr txBox="1"/>
            <p:nvPr/>
          </p:nvSpPr>
          <p:spPr>
            <a:xfrm>
              <a:off x="6141737" y="5382306"/>
              <a:ext cx="2642843" cy="514671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txBody>
            <a:bodyPr wrap="square" lIns="91440" tIns="45720" rIns="91440" bIns="45720" rtlCol="0" anchor="ctr">
              <a:normAutofit/>
            </a:bodyPr>
            <a:lstStyle>
              <a:defPPr>
                <a:defRPr lang="en-US"/>
              </a:defPPr>
              <a:lvl1pPr>
                <a:defRPr sz="1800">
                  <a:solidFill>
                    <a:schemeClr val="tx1">
                      <a:lumMod val="75000"/>
                      <a:lumOff val="25000"/>
                    </a:schemeClr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Supporting </a:t>
              </a:r>
              <a:r>
                <a:rPr lang="en-US" altLang="zh-CN" sz="1200">
                  <a:solidFill>
                    <a:schemeClr val="tx1"/>
                  </a:solidFill>
                </a:rPr>
                <a:t>text he</a:t>
              </a:r>
              <a:r>
                <a:rPr lang="en-US" altLang="zh-CN" sz="100">
                  <a:solidFill>
                    <a:schemeClr val="tx1"/>
                  </a:solidFill>
                </a:rPr>
                <a:t> </a:t>
              </a:r>
              <a:r>
                <a:rPr lang="en-US" altLang="zh-CN" sz="1200">
                  <a:solidFill>
                    <a:schemeClr val="tx1"/>
                  </a:solidFill>
                </a:rPr>
                <a:t>re</a:t>
              </a:r>
              <a:r>
                <a:rPr lang="en-US" altLang="zh-CN" sz="1200" dirty="0">
                  <a:solidFill>
                    <a:schemeClr val="tx1"/>
                  </a:solidFill>
                </a:rPr>
                <a:t>……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271730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B5FE53-D9E4-4689-83FA-B4DA2550A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FADAB8-6F91-4DA2-9F95-CAE314090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</a:t>
            </a:r>
            <a:r>
              <a:rPr lang="zh-CN" altLang="en-US" sz="100"/>
              <a:t> </a:t>
            </a:r>
            <a:r>
              <a:rPr lang="zh-CN" altLang="en-US"/>
              <a:t>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CEF83C-4870-4A20-933E-79DEFFD1E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30</a:t>
            </a:fld>
            <a:r>
              <a:rPr lang="zh-CN" altLang="en-US" sz="100"/>
              <a:t> </a:t>
            </a:r>
          </a:p>
        </p:txBody>
      </p:sp>
      <p:grpSp>
        <p:nvGrpSpPr>
          <p:cNvPr id="5" name="27765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17132AB-44DE-4D3B-9B4C-C170921283ED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186797"/>
            <a:ext cx="10845801" cy="4960003"/>
            <a:chOff x="673100" y="1186797"/>
            <a:chExt cx="10845801" cy="4960003"/>
          </a:xfrm>
        </p:grpSpPr>
        <p:grpSp>
          <p:nvGrpSpPr>
            <p:cNvPr id="6" name="îśļídé">
              <a:extLst>
                <a:ext uri="{FF2B5EF4-FFF2-40B4-BE49-F238E27FC236}">
                  <a16:creationId xmlns:a16="http://schemas.microsoft.com/office/drawing/2014/main" id="{8A49AF53-4799-4750-814D-4338F8F42F3D}"/>
                </a:ext>
              </a:extLst>
            </p:cNvPr>
            <p:cNvGrpSpPr/>
            <p:nvPr/>
          </p:nvGrpSpPr>
          <p:grpSpPr>
            <a:xfrm>
              <a:off x="882650" y="1186797"/>
              <a:ext cx="3794708" cy="4688346"/>
              <a:chOff x="1724886" y="2630715"/>
              <a:chExt cx="2626015" cy="3244428"/>
            </a:xfrm>
          </p:grpSpPr>
          <p:sp>
            <p:nvSpPr>
              <p:cNvPr id="32" name="íṡ1ïḋe">
                <a:extLst>
                  <a:ext uri="{FF2B5EF4-FFF2-40B4-BE49-F238E27FC236}">
                    <a16:creationId xmlns:a16="http://schemas.microsoft.com/office/drawing/2014/main" id="{2F08401A-50C5-411B-BFD5-BEC571808970}"/>
                  </a:ext>
                </a:extLst>
              </p:cNvPr>
              <p:cNvSpPr/>
              <p:nvPr/>
            </p:nvSpPr>
            <p:spPr>
              <a:xfrm>
                <a:off x="2836117" y="5196001"/>
                <a:ext cx="362209" cy="67914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en-US"/>
              </a:p>
            </p:txBody>
          </p:sp>
          <p:grpSp>
            <p:nvGrpSpPr>
              <p:cNvPr id="33" name="iš1íḍè">
                <a:extLst>
                  <a:ext uri="{FF2B5EF4-FFF2-40B4-BE49-F238E27FC236}">
                    <a16:creationId xmlns:a16="http://schemas.microsoft.com/office/drawing/2014/main" id="{A01DFCDD-3AAB-4E69-871D-678C46CADB7E}"/>
                  </a:ext>
                </a:extLst>
              </p:cNvPr>
              <p:cNvGrpSpPr/>
              <p:nvPr/>
            </p:nvGrpSpPr>
            <p:grpSpPr>
              <a:xfrm>
                <a:off x="1724886" y="2630715"/>
                <a:ext cx="2626015" cy="2583758"/>
                <a:chOff x="1724886" y="2748073"/>
                <a:chExt cx="2626015" cy="2583758"/>
              </a:xfrm>
            </p:grpSpPr>
            <p:sp>
              <p:nvSpPr>
                <p:cNvPr id="34" name="îSľîḑé">
                  <a:extLst>
                    <a:ext uri="{FF2B5EF4-FFF2-40B4-BE49-F238E27FC236}">
                      <a16:creationId xmlns:a16="http://schemas.microsoft.com/office/drawing/2014/main" id="{FDCF93D0-243E-497C-B572-E5BC490691E9}"/>
                    </a:ext>
                  </a:extLst>
                </p:cNvPr>
                <p:cNvSpPr/>
                <p:nvPr/>
              </p:nvSpPr>
              <p:spPr bwMode="auto">
                <a:xfrm>
                  <a:off x="2926671" y="2748073"/>
                  <a:ext cx="1424230" cy="1407105"/>
                </a:xfrm>
                <a:custGeom>
                  <a:avLst/>
                  <a:gdLst/>
                  <a:ahLst/>
                  <a:cxnLst>
                    <a:cxn ang="0">
                      <a:pos x="230" y="155"/>
                    </a:cxn>
                    <a:cxn ang="0">
                      <a:pos x="196" y="151"/>
                    </a:cxn>
                    <a:cxn ang="0">
                      <a:pos x="32" y="315"/>
                    </a:cxn>
                    <a:cxn ang="0">
                      <a:pos x="7" y="315"/>
                    </a:cxn>
                    <a:cxn ang="0">
                      <a:pos x="7" y="291"/>
                    </a:cxn>
                    <a:cxn ang="0">
                      <a:pos x="171" y="126"/>
                    </a:cxn>
                    <a:cxn ang="0">
                      <a:pos x="168" y="93"/>
                    </a:cxn>
                    <a:cxn ang="0">
                      <a:pos x="260" y="0"/>
                    </a:cxn>
                    <a:cxn ang="0">
                      <a:pos x="273" y="50"/>
                    </a:cxn>
                    <a:cxn ang="0">
                      <a:pos x="322" y="62"/>
                    </a:cxn>
                    <a:cxn ang="0">
                      <a:pos x="230" y="155"/>
                    </a:cxn>
                  </a:cxnLst>
                  <a:rect l="0" t="0" r="r" b="b"/>
                  <a:pathLst>
                    <a:path w="322" h="322">
                      <a:moveTo>
                        <a:pt x="230" y="155"/>
                      </a:moveTo>
                      <a:cubicBezTo>
                        <a:pt x="196" y="151"/>
                        <a:pt x="196" y="151"/>
                        <a:pt x="196" y="151"/>
                      </a:cubicBezTo>
                      <a:cubicBezTo>
                        <a:pt x="32" y="315"/>
                        <a:pt x="32" y="315"/>
                        <a:pt x="32" y="315"/>
                      </a:cubicBezTo>
                      <a:cubicBezTo>
                        <a:pt x="25" y="322"/>
                        <a:pt x="14" y="322"/>
                        <a:pt x="7" y="315"/>
                      </a:cubicBezTo>
                      <a:cubicBezTo>
                        <a:pt x="0" y="309"/>
                        <a:pt x="0" y="298"/>
                        <a:pt x="7" y="291"/>
                      </a:cubicBezTo>
                      <a:cubicBezTo>
                        <a:pt x="171" y="126"/>
                        <a:pt x="171" y="126"/>
                        <a:pt x="171" y="126"/>
                      </a:cubicBezTo>
                      <a:cubicBezTo>
                        <a:pt x="168" y="93"/>
                        <a:pt x="168" y="93"/>
                        <a:pt x="168" y="93"/>
                      </a:cubicBezTo>
                      <a:cubicBezTo>
                        <a:pt x="260" y="0"/>
                        <a:pt x="260" y="0"/>
                        <a:pt x="260" y="0"/>
                      </a:cubicBezTo>
                      <a:cubicBezTo>
                        <a:pt x="273" y="50"/>
                        <a:pt x="273" y="50"/>
                        <a:pt x="273" y="50"/>
                      </a:cubicBezTo>
                      <a:cubicBezTo>
                        <a:pt x="322" y="62"/>
                        <a:pt x="322" y="62"/>
                        <a:pt x="322" y="62"/>
                      </a:cubicBezTo>
                      <a:lnTo>
                        <a:pt x="230" y="155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35" name="îṧlïḍè">
                  <a:extLst>
                    <a:ext uri="{FF2B5EF4-FFF2-40B4-BE49-F238E27FC236}">
                      <a16:creationId xmlns:a16="http://schemas.microsoft.com/office/drawing/2014/main" id="{574F91FA-F381-49F4-966D-FF2BA46278FE}"/>
                    </a:ext>
                  </a:extLst>
                </p:cNvPr>
                <p:cNvSpPr/>
                <p:nvPr/>
              </p:nvSpPr>
              <p:spPr bwMode="auto">
                <a:xfrm>
                  <a:off x="2162637" y="3241902"/>
                  <a:ext cx="1677017" cy="1657066"/>
                </a:xfrm>
                <a:custGeom>
                  <a:avLst/>
                  <a:gdLst/>
                  <a:ahLst/>
                  <a:cxnLst>
                    <a:cxn ang="0">
                      <a:pos x="350" y="90"/>
                    </a:cxn>
                    <a:cxn ang="0">
                      <a:pos x="325" y="115"/>
                    </a:cxn>
                    <a:cxn ang="0">
                      <a:pos x="344" y="189"/>
                    </a:cxn>
                    <a:cxn ang="0">
                      <a:pos x="189" y="344"/>
                    </a:cxn>
                    <a:cxn ang="0">
                      <a:pos x="35" y="189"/>
                    </a:cxn>
                    <a:cxn ang="0">
                      <a:pos x="189" y="35"/>
                    </a:cxn>
                    <a:cxn ang="0">
                      <a:pos x="263" y="54"/>
                    </a:cxn>
                    <a:cxn ang="0">
                      <a:pos x="289" y="28"/>
                    </a:cxn>
                    <a:cxn ang="0">
                      <a:pos x="189" y="0"/>
                    </a:cxn>
                    <a:cxn ang="0">
                      <a:pos x="0" y="189"/>
                    </a:cxn>
                    <a:cxn ang="0">
                      <a:pos x="189" y="379"/>
                    </a:cxn>
                    <a:cxn ang="0">
                      <a:pos x="379" y="189"/>
                    </a:cxn>
                    <a:cxn ang="0">
                      <a:pos x="350" y="90"/>
                    </a:cxn>
                  </a:cxnLst>
                  <a:rect l="0" t="0" r="r" b="b"/>
                  <a:pathLst>
                    <a:path w="379" h="379">
                      <a:moveTo>
                        <a:pt x="350" y="90"/>
                      </a:moveTo>
                      <a:cubicBezTo>
                        <a:pt x="325" y="115"/>
                        <a:pt x="325" y="115"/>
                        <a:pt x="325" y="115"/>
                      </a:cubicBezTo>
                      <a:cubicBezTo>
                        <a:pt x="337" y="137"/>
                        <a:pt x="344" y="163"/>
                        <a:pt x="344" y="189"/>
                      </a:cubicBezTo>
                      <a:cubicBezTo>
                        <a:pt x="344" y="275"/>
                        <a:pt x="274" y="344"/>
                        <a:pt x="189" y="344"/>
                      </a:cubicBezTo>
                      <a:cubicBezTo>
                        <a:pt x="104" y="344"/>
                        <a:pt x="35" y="275"/>
                        <a:pt x="35" y="189"/>
                      </a:cubicBezTo>
                      <a:cubicBezTo>
                        <a:pt x="35" y="104"/>
                        <a:pt x="104" y="35"/>
                        <a:pt x="189" y="35"/>
                      </a:cubicBezTo>
                      <a:cubicBezTo>
                        <a:pt x="216" y="35"/>
                        <a:pt x="241" y="42"/>
                        <a:pt x="263" y="54"/>
                      </a:cubicBezTo>
                      <a:cubicBezTo>
                        <a:pt x="289" y="28"/>
                        <a:pt x="289" y="28"/>
                        <a:pt x="289" y="28"/>
                      </a:cubicBezTo>
                      <a:cubicBezTo>
                        <a:pt x="260" y="10"/>
                        <a:pt x="226" y="0"/>
                        <a:pt x="189" y="0"/>
                      </a:cubicBezTo>
                      <a:cubicBezTo>
                        <a:pt x="85" y="0"/>
                        <a:pt x="0" y="85"/>
                        <a:pt x="0" y="189"/>
                      </a:cubicBezTo>
                      <a:cubicBezTo>
                        <a:pt x="0" y="294"/>
                        <a:pt x="85" y="379"/>
                        <a:pt x="189" y="379"/>
                      </a:cubicBezTo>
                      <a:cubicBezTo>
                        <a:pt x="294" y="379"/>
                        <a:pt x="379" y="294"/>
                        <a:pt x="379" y="189"/>
                      </a:cubicBezTo>
                      <a:cubicBezTo>
                        <a:pt x="379" y="153"/>
                        <a:pt x="368" y="119"/>
                        <a:pt x="350" y="90"/>
                      </a:cubicBezTo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36" name="îŝľiďe">
                  <a:extLst>
                    <a:ext uri="{FF2B5EF4-FFF2-40B4-BE49-F238E27FC236}">
                      <a16:creationId xmlns:a16="http://schemas.microsoft.com/office/drawing/2014/main" id="{90C5C98B-CE46-48C1-900A-B5468DF6D63B}"/>
                    </a:ext>
                  </a:extLst>
                </p:cNvPr>
                <p:cNvSpPr/>
                <p:nvPr/>
              </p:nvSpPr>
              <p:spPr bwMode="auto">
                <a:xfrm>
                  <a:off x="2579425" y="3656474"/>
                  <a:ext cx="839741" cy="826704"/>
                </a:xfrm>
                <a:custGeom>
                  <a:avLst/>
                  <a:gdLst/>
                  <a:ahLst/>
                  <a:cxnLst>
                    <a:cxn ang="0">
                      <a:pos x="185" y="66"/>
                    </a:cxn>
                    <a:cxn ang="0">
                      <a:pos x="155" y="97"/>
                    </a:cxn>
                    <a:cxn ang="0">
                      <a:pos x="95" y="154"/>
                    </a:cxn>
                    <a:cxn ang="0">
                      <a:pos x="35" y="94"/>
                    </a:cxn>
                    <a:cxn ang="0">
                      <a:pos x="93" y="35"/>
                    </a:cxn>
                    <a:cxn ang="0">
                      <a:pos x="124" y="4"/>
                    </a:cxn>
                    <a:cxn ang="0">
                      <a:pos x="95" y="0"/>
                    </a:cxn>
                    <a:cxn ang="0">
                      <a:pos x="0" y="94"/>
                    </a:cxn>
                    <a:cxn ang="0">
                      <a:pos x="95" y="189"/>
                    </a:cxn>
                    <a:cxn ang="0">
                      <a:pos x="190" y="94"/>
                    </a:cxn>
                    <a:cxn ang="0">
                      <a:pos x="185" y="66"/>
                    </a:cxn>
                  </a:cxnLst>
                  <a:rect l="0" t="0" r="r" b="b"/>
                  <a:pathLst>
                    <a:path w="190" h="189">
                      <a:moveTo>
                        <a:pt x="185" y="66"/>
                      </a:moveTo>
                      <a:cubicBezTo>
                        <a:pt x="155" y="97"/>
                        <a:pt x="155" y="97"/>
                        <a:pt x="155" y="97"/>
                      </a:cubicBezTo>
                      <a:cubicBezTo>
                        <a:pt x="154" y="129"/>
                        <a:pt x="127" y="154"/>
                        <a:pt x="95" y="154"/>
                      </a:cubicBezTo>
                      <a:cubicBezTo>
                        <a:pt x="62" y="154"/>
                        <a:pt x="35" y="127"/>
                        <a:pt x="35" y="94"/>
                      </a:cubicBezTo>
                      <a:cubicBezTo>
                        <a:pt x="35" y="62"/>
                        <a:pt x="61" y="36"/>
                        <a:pt x="93" y="35"/>
                      </a:cubicBezTo>
                      <a:cubicBezTo>
                        <a:pt x="124" y="4"/>
                        <a:pt x="124" y="4"/>
                        <a:pt x="124" y="4"/>
                      </a:cubicBezTo>
                      <a:cubicBezTo>
                        <a:pt x="115" y="1"/>
                        <a:pt x="105" y="0"/>
                        <a:pt x="95" y="0"/>
                      </a:cubicBezTo>
                      <a:cubicBezTo>
                        <a:pt x="43" y="0"/>
                        <a:pt x="0" y="42"/>
                        <a:pt x="0" y="94"/>
                      </a:cubicBezTo>
                      <a:cubicBezTo>
                        <a:pt x="0" y="147"/>
                        <a:pt x="43" y="189"/>
                        <a:pt x="95" y="189"/>
                      </a:cubicBezTo>
                      <a:cubicBezTo>
                        <a:pt x="147" y="189"/>
                        <a:pt x="190" y="147"/>
                        <a:pt x="190" y="94"/>
                      </a:cubicBezTo>
                      <a:cubicBezTo>
                        <a:pt x="190" y="84"/>
                        <a:pt x="188" y="75"/>
                        <a:pt x="185" y="66"/>
                      </a:cubicBezTo>
                    </a:path>
                  </a:pathLst>
                </a:custGeom>
                <a:solidFill>
                  <a:schemeClr val="accent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/>
                </a:p>
              </p:txBody>
            </p:sp>
            <p:sp>
              <p:nvSpPr>
                <p:cNvPr id="37" name="ïṧḻíde">
                  <a:extLst>
                    <a:ext uri="{FF2B5EF4-FFF2-40B4-BE49-F238E27FC236}">
                      <a16:creationId xmlns:a16="http://schemas.microsoft.com/office/drawing/2014/main" id="{B7D9F31C-7502-4525-B240-8267A83BC4F9}"/>
                    </a:ext>
                  </a:extLst>
                </p:cNvPr>
                <p:cNvSpPr/>
                <p:nvPr/>
              </p:nvSpPr>
              <p:spPr bwMode="auto">
                <a:xfrm>
                  <a:off x="1724886" y="2809042"/>
                  <a:ext cx="2552518" cy="2522789"/>
                </a:xfrm>
                <a:custGeom>
                  <a:avLst/>
                  <a:gdLst/>
                  <a:ahLst/>
                  <a:cxnLst>
                    <a:cxn ang="0">
                      <a:pos x="535" y="140"/>
                    </a:cxn>
                    <a:cxn ang="0">
                      <a:pos x="510" y="165"/>
                    </a:cxn>
                    <a:cxn ang="0">
                      <a:pos x="542" y="288"/>
                    </a:cxn>
                    <a:cxn ang="0">
                      <a:pos x="288" y="542"/>
                    </a:cxn>
                    <a:cxn ang="0">
                      <a:pos x="35" y="288"/>
                    </a:cxn>
                    <a:cxn ang="0">
                      <a:pos x="288" y="35"/>
                    </a:cxn>
                    <a:cxn ang="0">
                      <a:pos x="411" y="67"/>
                    </a:cxn>
                    <a:cxn ang="0">
                      <a:pos x="436" y="41"/>
                    </a:cxn>
                    <a:cxn ang="0">
                      <a:pos x="288" y="0"/>
                    </a:cxn>
                    <a:cxn ang="0">
                      <a:pos x="0" y="288"/>
                    </a:cxn>
                    <a:cxn ang="0">
                      <a:pos x="288" y="577"/>
                    </a:cxn>
                    <a:cxn ang="0">
                      <a:pos x="577" y="288"/>
                    </a:cxn>
                    <a:cxn ang="0">
                      <a:pos x="535" y="140"/>
                    </a:cxn>
                  </a:cxnLst>
                  <a:rect l="0" t="0" r="r" b="b"/>
                  <a:pathLst>
                    <a:path w="577" h="577">
                      <a:moveTo>
                        <a:pt x="535" y="140"/>
                      </a:moveTo>
                      <a:cubicBezTo>
                        <a:pt x="510" y="165"/>
                        <a:pt x="510" y="165"/>
                        <a:pt x="510" y="165"/>
                      </a:cubicBezTo>
                      <a:cubicBezTo>
                        <a:pt x="530" y="202"/>
                        <a:pt x="542" y="244"/>
                        <a:pt x="542" y="288"/>
                      </a:cubicBezTo>
                      <a:cubicBezTo>
                        <a:pt x="542" y="428"/>
                        <a:pt x="428" y="542"/>
                        <a:pt x="288" y="542"/>
                      </a:cubicBezTo>
                      <a:cubicBezTo>
                        <a:pt x="148" y="542"/>
                        <a:pt x="35" y="428"/>
                        <a:pt x="35" y="288"/>
                      </a:cubicBezTo>
                      <a:cubicBezTo>
                        <a:pt x="35" y="149"/>
                        <a:pt x="148" y="35"/>
                        <a:pt x="288" y="35"/>
                      </a:cubicBezTo>
                      <a:cubicBezTo>
                        <a:pt x="333" y="35"/>
                        <a:pt x="375" y="46"/>
                        <a:pt x="411" y="67"/>
                      </a:cubicBezTo>
                      <a:cubicBezTo>
                        <a:pt x="436" y="41"/>
                        <a:pt x="436" y="41"/>
                        <a:pt x="436" y="41"/>
                      </a:cubicBezTo>
                      <a:cubicBezTo>
                        <a:pt x="393" y="15"/>
                        <a:pt x="342" y="0"/>
                        <a:pt x="288" y="0"/>
                      </a:cubicBezTo>
                      <a:cubicBezTo>
                        <a:pt x="129" y="0"/>
                        <a:pt x="0" y="129"/>
                        <a:pt x="0" y="288"/>
                      </a:cubicBezTo>
                      <a:cubicBezTo>
                        <a:pt x="0" y="447"/>
                        <a:pt x="129" y="577"/>
                        <a:pt x="288" y="577"/>
                      </a:cubicBezTo>
                      <a:cubicBezTo>
                        <a:pt x="447" y="577"/>
                        <a:pt x="577" y="447"/>
                        <a:pt x="577" y="288"/>
                      </a:cubicBezTo>
                      <a:cubicBezTo>
                        <a:pt x="577" y="234"/>
                        <a:pt x="562" y="183"/>
                        <a:pt x="535" y="140"/>
                      </a:cubicBezTo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endParaRPr lang="en-US"/>
                </a:p>
              </p:txBody>
            </p:sp>
          </p:grpSp>
        </p:grpSp>
        <p:sp>
          <p:nvSpPr>
            <p:cNvPr id="7" name="îŝ1íḑè">
              <a:extLst>
                <a:ext uri="{FF2B5EF4-FFF2-40B4-BE49-F238E27FC236}">
                  <a16:creationId xmlns:a16="http://schemas.microsoft.com/office/drawing/2014/main" id="{726A77C2-07A2-4D24-A1B0-F9E650E9605E}"/>
                </a:ext>
              </a:extLst>
            </p:cNvPr>
            <p:cNvSpPr/>
            <p:nvPr/>
          </p:nvSpPr>
          <p:spPr>
            <a:xfrm>
              <a:off x="673100" y="5875143"/>
              <a:ext cx="10845800" cy="27165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77500" lnSpcReduction="20000"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8" name="îsľíḑe">
              <a:extLst>
                <a:ext uri="{FF2B5EF4-FFF2-40B4-BE49-F238E27FC236}">
                  <a16:creationId xmlns:a16="http://schemas.microsoft.com/office/drawing/2014/main" id="{E89CC27D-238E-44F1-8330-78877BAEAD37}"/>
                </a:ext>
              </a:extLst>
            </p:cNvPr>
            <p:cNvGrpSpPr/>
            <p:nvPr/>
          </p:nvGrpSpPr>
          <p:grpSpPr>
            <a:xfrm>
              <a:off x="6030797" y="1343190"/>
              <a:ext cx="5488103" cy="557212"/>
              <a:chOff x="6030797" y="1343190"/>
              <a:chExt cx="5488103" cy="557212"/>
            </a:xfrm>
          </p:grpSpPr>
          <p:sp>
            <p:nvSpPr>
              <p:cNvPr id="29" name="işlîḋé">
                <a:extLst>
                  <a:ext uri="{FF2B5EF4-FFF2-40B4-BE49-F238E27FC236}">
                    <a16:creationId xmlns:a16="http://schemas.microsoft.com/office/drawing/2014/main" id="{70F638F0-498E-4024-8F81-9D255FB041D1}"/>
                  </a:ext>
                </a:extLst>
              </p:cNvPr>
              <p:cNvSpPr/>
              <p:nvPr/>
            </p:nvSpPr>
            <p:spPr>
              <a:xfrm>
                <a:off x="6030797" y="1460752"/>
                <a:ext cx="383194" cy="322090"/>
              </a:xfrm>
              <a:custGeom>
                <a:avLst/>
                <a:gdLst>
                  <a:gd name="connsiteX0" fmla="*/ 536415 w 607227"/>
                  <a:gd name="connsiteY0" fmla="*/ 12631 h 510399"/>
                  <a:gd name="connsiteX1" fmla="*/ 557192 w 607227"/>
                  <a:gd name="connsiteY1" fmla="*/ 21221 h 510399"/>
                  <a:gd name="connsiteX2" fmla="*/ 598584 w 607227"/>
                  <a:gd name="connsiteY2" fmla="*/ 62633 h 510399"/>
                  <a:gd name="connsiteX3" fmla="*/ 598584 w 607227"/>
                  <a:gd name="connsiteY3" fmla="*/ 104044 h 510399"/>
                  <a:gd name="connsiteX4" fmla="*/ 511175 w 607227"/>
                  <a:gd name="connsiteY4" fmla="*/ 191324 h 510399"/>
                  <a:gd name="connsiteX5" fmla="*/ 444948 w 607227"/>
                  <a:gd name="connsiteY5" fmla="*/ 257453 h 510399"/>
                  <a:gd name="connsiteX6" fmla="*/ 339441 w 607227"/>
                  <a:gd name="connsiteY6" fmla="*/ 362805 h 510399"/>
                  <a:gd name="connsiteX7" fmla="*/ 297968 w 607227"/>
                  <a:gd name="connsiteY7" fmla="*/ 404217 h 510399"/>
                  <a:gd name="connsiteX8" fmla="*/ 277191 w 607227"/>
                  <a:gd name="connsiteY8" fmla="*/ 412807 h 510399"/>
                  <a:gd name="connsiteX9" fmla="*/ 256495 w 607227"/>
                  <a:gd name="connsiteY9" fmla="*/ 404217 h 510399"/>
                  <a:gd name="connsiteX10" fmla="*/ 215023 w 607227"/>
                  <a:gd name="connsiteY10" fmla="*/ 362805 h 510399"/>
                  <a:gd name="connsiteX11" fmla="*/ 138814 w 607227"/>
                  <a:gd name="connsiteY11" fmla="*/ 286790 h 510399"/>
                  <a:gd name="connsiteX12" fmla="*/ 138814 w 607227"/>
                  <a:gd name="connsiteY12" fmla="*/ 245378 h 510399"/>
                  <a:gd name="connsiteX13" fmla="*/ 180286 w 607227"/>
                  <a:gd name="connsiteY13" fmla="*/ 203967 h 510399"/>
                  <a:gd name="connsiteX14" fmla="*/ 201063 w 607227"/>
                  <a:gd name="connsiteY14" fmla="*/ 195376 h 510399"/>
                  <a:gd name="connsiteX15" fmla="*/ 221759 w 607227"/>
                  <a:gd name="connsiteY15" fmla="*/ 203967 h 510399"/>
                  <a:gd name="connsiteX16" fmla="*/ 277191 w 607227"/>
                  <a:gd name="connsiteY16" fmla="*/ 259317 h 510399"/>
                  <a:gd name="connsiteX17" fmla="*/ 444948 w 607227"/>
                  <a:gd name="connsiteY17" fmla="*/ 91807 h 510399"/>
                  <a:gd name="connsiteX18" fmla="*/ 503951 w 607227"/>
                  <a:gd name="connsiteY18" fmla="*/ 32891 h 510399"/>
                  <a:gd name="connsiteX19" fmla="*/ 515719 w 607227"/>
                  <a:gd name="connsiteY19" fmla="*/ 21221 h 510399"/>
                  <a:gd name="connsiteX20" fmla="*/ 536415 w 607227"/>
                  <a:gd name="connsiteY20" fmla="*/ 12631 h 510399"/>
                  <a:gd name="connsiteX21" fmla="*/ 61847 w 607227"/>
                  <a:gd name="connsiteY21" fmla="*/ 0 h 510399"/>
                  <a:gd name="connsiteX22" fmla="*/ 449328 w 607227"/>
                  <a:gd name="connsiteY22" fmla="*/ 0 h 510399"/>
                  <a:gd name="connsiteX23" fmla="*/ 491858 w 607227"/>
                  <a:gd name="connsiteY23" fmla="*/ 17019 h 510399"/>
                  <a:gd name="connsiteX24" fmla="*/ 442591 w 607227"/>
                  <a:gd name="connsiteY24" fmla="*/ 66130 h 510399"/>
                  <a:gd name="connsiteX25" fmla="*/ 66230 w 607227"/>
                  <a:gd name="connsiteY25" fmla="*/ 66130 h 510399"/>
                  <a:gd name="connsiteX26" fmla="*/ 66230 w 607227"/>
                  <a:gd name="connsiteY26" fmla="*/ 444269 h 510399"/>
                  <a:gd name="connsiteX27" fmla="*/ 444945 w 607227"/>
                  <a:gd name="connsiteY27" fmla="*/ 444269 h 510399"/>
                  <a:gd name="connsiteX28" fmla="*/ 444945 w 607227"/>
                  <a:gd name="connsiteY28" fmla="*/ 285590 h 510399"/>
                  <a:gd name="connsiteX29" fmla="*/ 511175 w 607227"/>
                  <a:gd name="connsiteY29" fmla="*/ 219460 h 510399"/>
                  <a:gd name="connsiteX30" fmla="*/ 511175 w 607227"/>
                  <a:gd name="connsiteY30" fmla="*/ 448645 h 510399"/>
                  <a:gd name="connsiteX31" fmla="*/ 449328 w 607227"/>
                  <a:gd name="connsiteY31" fmla="*/ 510399 h 510399"/>
                  <a:gd name="connsiteX32" fmla="*/ 61847 w 607227"/>
                  <a:gd name="connsiteY32" fmla="*/ 510399 h 510399"/>
                  <a:gd name="connsiteX33" fmla="*/ 0 w 607227"/>
                  <a:gd name="connsiteY33" fmla="*/ 448645 h 510399"/>
                  <a:gd name="connsiteX34" fmla="*/ 0 w 607227"/>
                  <a:gd name="connsiteY34" fmla="*/ 61673 h 510399"/>
                  <a:gd name="connsiteX35" fmla="*/ 61847 w 607227"/>
                  <a:gd name="connsiteY35" fmla="*/ 0 h 51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07227" h="510399">
                    <a:moveTo>
                      <a:pt x="536415" y="12631"/>
                    </a:moveTo>
                    <a:cubicBezTo>
                      <a:pt x="543882" y="12631"/>
                      <a:pt x="551430" y="15467"/>
                      <a:pt x="557192" y="21221"/>
                    </a:cubicBezTo>
                    <a:lnTo>
                      <a:pt x="598584" y="62633"/>
                    </a:lnTo>
                    <a:cubicBezTo>
                      <a:pt x="610108" y="74059"/>
                      <a:pt x="610108" y="92618"/>
                      <a:pt x="598584" y="104044"/>
                    </a:cubicBezTo>
                    <a:lnTo>
                      <a:pt x="511175" y="191324"/>
                    </a:lnTo>
                    <a:lnTo>
                      <a:pt x="444948" y="257453"/>
                    </a:lnTo>
                    <a:lnTo>
                      <a:pt x="339441" y="362805"/>
                    </a:lnTo>
                    <a:lnTo>
                      <a:pt x="297968" y="404217"/>
                    </a:lnTo>
                    <a:cubicBezTo>
                      <a:pt x="292206" y="409971"/>
                      <a:pt x="284739" y="412807"/>
                      <a:pt x="277191" y="412807"/>
                    </a:cubicBezTo>
                    <a:cubicBezTo>
                      <a:pt x="269724" y="412807"/>
                      <a:pt x="262177" y="409971"/>
                      <a:pt x="256495" y="404217"/>
                    </a:cubicBezTo>
                    <a:lnTo>
                      <a:pt x="215023" y="362805"/>
                    </a:lnTo>
                    <a:lnTo>
                      <a:pt x="138814" y="286790"/>
                    </a:lnTo>
                    <a:cubicBezTo>
                      <a:pt x="127370" y="275363"/>
                      <a:pt x="127370" y="256805"/>
                      <a:pt x="138814" y="245378"/>
                    </a:cubicBezTo>
                    <a:lnTo>
                      <a:pt x="180286" y="203967"/>
                    </a:lnTo>
                    <a:cubicBezTo>
                      <a:pt x="186049" y="198213"/>
                      <a:pt x="193515" y="195376"/>
                      <a:pt x="201063" y="195376"/>
                    </a:cubicBezTo>
                    <a:cubicBezTo>
                      <a:pt x="208530" y="195376"/>
                      <a:pt x="215997" y="198213"/>
                      <a:pt x="221759" y="203967"/>
                    </a:cubicBezTo>
                    <a:lnTo>
                      <a:pt x="277191" y="259317"/>
                    </a:lnTo>
                    <a:lnTo>
                      <a:pt x="444948" y="91807"/>
                    </a:lnTo>
                    <a:lnTo>
                      <a:pt x="503951" y="32891"/>
                    </a:lnTo>
                    <a:lnTo>
                      <a:pt x="515719" y="21221"/>
                    </a:lnTo>
                    <a:cubicBezTo>
                      <a:pt x="521401" y="15467"/>
                      <a:pt x="528949" y="12631"/>
                      <a:pt x="536415" y="12631"/>
                    </a:cubicBezTo>
                    <a:close/>
                    <a:moveTo>
                      <a:pt x="61847" y="0"/>
                    </a:moveTo>
                    <a:lnTo>
                      <a:pt x="449328" y="0"/>
                    </a:lnTo>
                    <a:cubicBezTo>
                      <a:pt x="465804" y="0"/>
                      <a:pt x="480738" y="6483"/>
                      <a:pt x="491858" y="17019"/>
                    </a:cubicBezTo>
                    <a:lnTo>
                      <a:pt x="442591" y="66130"/>
                    </a:lnTo>
                    <a:lnTo>
                      <a:pt x="66230" y="66130"/>
                    </a:lnTo>
                    <a:lnTo>
                      <a:pt x="66230" y="444269"/>
                    </a:lnTo>
                    <a:lnTo>
                      <a:pt x="444945" y="444269"/>
                    </a:lnTo>
                    <a:lnTo>
                      <a:pt x="444945" y="285590"/>
                    </a:lnTo>
                    <a:lnTo>
                      <a:pt x="511175" y="219460"/>
                    </a:lnTo>
                    <a:lnTo>
                      <a:pt x="511175" y="448645"/>
                    </a:lnTo>
                    <a:cubicBezTo>
                      <a:pt x="511175" y="482683"/>
                      <a:pt x="483417" y="510399"/>
                      <a:pt x="449328" y="510399"/>
                    </a:cubicBezTo>
                    <a:lnTo>
                      <a:pt x="61847" y="510399"/>
                    </a:lnTo>
                    <a:cubicBezTo>
                      <a:pt x="27758" y="510399"/>
                      <a:pt x="0" y="482683"/>
                      <a:pt x="0" y="448645"/>
                    </a:cubicBezTo>
                    <a:lnTo>
                      <a:pt x="0" y="61673"/>
                    </a:lnTo>
                    <a:cubicBezTo>
                      <a:pt x="0" y="27635"/>
                      <a:pt x="27758" y="0"/>
                      <a:pt x="618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30" name="íṩļiḓè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6856409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ting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31" name="iṣḷiḑe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9331816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ting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9" name="işļíḍé">
              <a:extLst>
                <a:ext uri="{FF2B5EF4-FFF2-40B4-BE49-F238E27FC236}">
                  <a16:creationId xmlns:a16="http://schemas.microsoft.com/office/drawing/2014/main" id="{6A7FA88C-CF57-46A1-8E9C-9FE85FA2F651}"/>
                </a:ext>
              </a:extLst>
            </p:cNvPr>
            <p:cNvGrpSpPr/>
            <p:nvPr/>
          </p:nvGrpSpPr>
          <p:grpSpPr>
            <a:xfrm>
              <a:off x="6030797" y="2204936"/>
              <a:ext cx="5488103" cy="557212"/>
              <a:chOff x="6030797" y="1343190"/>
              <a:chExt cx="5488103" cy="557212"/>
            </a:xfrm>
          </p:grpSpPr>
          <p:sp>
            <p:nvSpPr>
              <p:cNvPr id="26" name="ïsľidè">
                <a:extLst>
                  <a:ext uri="{FF2B5EF4-FFF2-40B4-BE49-F238E27FC236}">
                    <a16:creationId xmlns:a16="http://schemas.microsoft.com/office/drawing/2014/main" id="{9C698BE2-5E97-4390-A87C-80688B744DF8}"/>
                  </a:ext>
                </a:extLst>
              </p:cNvPr>
              <p:cNvSpPr/>
              <p:nvPr/>
            </p:nvSpPr>
            <p:spPr>
              <a:xfrm>
                <a:off x="6030797" y="1460752"/>
                <a:ext cx="383194" cy="322090"/>
              </a:xfrm>
              <a:custGeom>
                <a:avLst/>
                <a:gdLst>
                  <a:gd name="connsiteX0" fmla="*/ 536415 w 607227"/>
                  <a:gd name="connsiteY0" fmla="*/ 12631 h 510399"/>
                  <a:gd name="connsiteX1" fmla="*/ 557192 w 607227"/>
                  <a:gd name="connsiteY1" fmla="*/ 21221 h 510399"/>
                  <a:gd name="connsiteX2" fmla="*/ 598584 w 607227"/>
                  <a:gd name="connsiteY2" fmla="*/ 62633 h 510399"/>
                  <a:gd name="connsiteX3" fmla="*/ 598584 w 607227"/>
                  <a:gd name="connsiteY3" fmla="*/ 104044 h 510399"/>
                  <a:gd name="connsiteX4" fmla="*/ 511175 w 607227"/>
                  <a:gd name="connsiteY4" fmla="*/ 191324 h 510399"/>
                  <a:gd name="connsiteX5" fmla="*/ 444948 w 607227"/>
                  <a:gd name="connsiteY5" fmla="*/ 257453 h 510399"/>
                  <a:gd name="connsiteX6" fmla="*/ 339441 w 607227"/>
                  <a:gd name="connsiteY6" fmla="*/ 362805 h 510399"/>
                  <a:gd name="connsiteX7" fmla="*/ 297968 w 607227"/>
                  <a:gd name="connsiteY7" fmla="*/ 404217 h 510399"/>
                  <a:gd name="connsiteX8" fmla="*/ 277191 w 607227"/>
                  <a:gd name="connsiteY8" fmla="*/ 412807 h 510399"/>
                  <a:gd name="connsiteX9" fmla="*/ 256495 w 607227"/>
                  <a:gd name="connsiteY9" fmla="*/ 404217 h 510399"/>
                  <a:gd name="connsiteX10" fmla="*/ 215023 w 607227"/>
                  <a:gd name="connsiteY10" fmla="*/ 362805 h 510399"/>
                  <a:gd name="connsiteX11" fmla="*/ 138814 w 607227"/>
                  <a:gd name="connsiteY11" fmla="*/ 286790 h 510399"/>
                  <a:gd name="connsiteX12" fmla="*/ 138814 w 607227"/>
                  <a:gd name="connsiteY12" fmla="*/ 245378 h 510399"/>
                  <a:gd name="connsiteX13" fmla="*/ 180286 w 607227"/>
                  <a:gd name="connsiteY13" fmla="*/ 203967 h 510399"/>
                  <a:gd name="connsiteX14" fmla="*/ 201063 w 607227"/>
                  <a:gd name="connsiteY14" fmla="*/ 195376 h 510399"/>
                  <a:gd name="connsiteX15" fmla="*/ 221759 w 607227"/>
                  <a:gd name="connsiteY15" fmla="*/ 203967 h 510399"/>
                  <a:gd name="connsiteX16" fmla="*/ 277191 w 607227"/>
                  <a:gd name="connsiteY16" fmla="*/ 259317 h 510399"/>
                  <a:gd name="connsiteX17" fmla="*/ 444948 w 607227"/>
                  <a:gd name="connsiteY17" fmla="*/ 91807 h 510399"/>
                  <a:gd name="connsiteX18" fmla="*/ 503951 w 607227"/>
                  <a:gd name="connsiteY18" fmla="*/ 32891 h 510399"/>
                  <a:gd name="connsiteX19" fmla="*/ 515719 w 607227"/>
                  <a:gd name="connsiteY19" fmla="*/ 21221 h 510399"/>
                  <a:gd name="connsiteX20" fmla="*/ 536415 w 607227"/>
                  <a:gd name="connsiteY20" fmla="*/ 12631 h 510399"/>
                  <a:gd name="connsiteX21" fmla="*/ 61847 w 607227"/>
                  <a:gd name="connsiteY21" fmla="*/ 0 h 510399"/>
                  <a:gd name="connsiteX22" fmla="*/ 449328 w 607227"/>
                  <a:gd name="connsiteY22" fmla="*/ 0 h 510399"/>
                  <a:gd name="connsiteX23" fmla="*/ 491858 w 607227"/>
                  <a:gd name="connsiteY23" fmla="*/ 17019 h 510399"/>
                  <a:gd name="connsiteX24" fmla="*/ 442591 w 607227"/>
                  <a:gd name="connsiteY24" fmla="*/ 66130 h 510399"/>
                  <a:gd name="connsiteX25" fmla="*/ 66230 w 607227"/>
                  <a:gd name="connsiteY25" fmla="*/ 66130 h 510399"/>
                  <a:gd name="connsiteX26" fmla="*/ 66230 w 607227"/>
                  <a:gd name="connsiteY26" fmla="*/ 444269 h 510399"/>
                  <a:gd name="connsiteX27" fmla="*/ 444945 w 607227"/>
                  <a:gd name="connsiteY27" fmla="*/ 444269 h 510399"/>
                  <a:gd name="connsiteX28" fmla="*/ 444945 w 607227"/>
                  <a:gd name="connsiteY28" fmla="*/ 285590 h 510399"/>
                  <a:gd name="connsiteX29" fmla="*/ 511175 w 607227"/>
                  <a:gd name="connsiteY29" fmla="*/ 219460 h 510399"/>
                  <a:gd name="connsiteX30" fmla="*/ 511175 w 607227"/>
                  <a:gd name="connsiteY30" fmla="*/ 448645 h 510399"/>
                  <a:gd name="connsiteX31" fmla="*/ 449328 w 607227"/>
                  <a:gd name="connsiteY31" fmla="*/ 510399 h 510399"/>
                  <a:gd name="connsiteX32" fmla="*/ 61847 w 607227"/>
                  <a:gd name="connsiteY32" fmla="*/ 510399 h 510399"/>
                  <a:gd name="connsiteX33" fmla="*/ 0 w 607227"/>
                  <a:gd name="connsiteY33" fmla="*/ 448645 h 510399"/>
                  <a:gd name="connsiteX34" fmla="*/ 0 w 607227"/>
                  <a:gd name="connsiteY34" fmla="*/ 61673 h 510399"/>
                  <a:gd name="connsiteX35" fmla="*/ 61847 w 607227"/>
                  <a:gd name="connsiteY35" fmla="*/ 0 h 51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07227" h="510399">
                    <a:moveTo>
                      <a:pt x="536415" y="12631"/>
                    </a:moveTo>
                    <a:cubicBezTo>
                      <a:pt x="543882" y="12631"/>
                      <a:pt x="551430" y="15467"/>
                      <a:pt x="557192" y="21221"/>
                    </a:cubicBezTo>
                    <a:lnTo>
                      <a:pt x="598584" y="62633"/>
                    </a:lnTo>
                    <a:cubicBezTo>
                      <a:pt x="610108" y="74059"/>
                      <a:pt x="610108" y="92618"/>
                      <a:pt x="598584" y="104044"/>
                    </a:cubicBezTo>
                    <a:lnTo>
                      <a:pt x="511175" y="191324"/>
                    </a:lnTo>
                    <a:lnTo>
                      <a:pt x="444948" y="257453"/>
                    </a:lnTo>
                    <a:lnTo>
                      <a:pt x="339441" y="362805"/>
                    </a:lnTo>
                    <a:lnTo>
                      <a:pt x="297968" y="404217"/>
                    </a:lnTo>
                    <a:cubicBezTo>
                      <a:pt x="292206" y="409971"/>
                      <a:pt x="284739" y="412807"/>
                      <a:pt x="277191" y="412807"/>
                    </a:cubicBezTo>
                    <a:cubicBezTo>
                      <a:pt x="269724" y="412807"/>
                      <a:pt x="262177" y="409971"/>
                      <a:pt x="256495" y="404217"/>
                    </a:cubicBezTo>
                    <a:lnTo>
                      <a:pt x="215023" y="362805"/>
                    </a:lnTo>
                    <a:lnTo>
                      <a:pt x="138814" y="286790"/>
                    </a:lnTo>
                    <a:cubicBezTo>
                      <a:pt x="127370" y="275363"/>
                      <a:pt x="127370" y="256805"/>
                      <a:pt x="138814" y="245378"/>
                    </a:cubicBezTo>
                    <a:lnTo>
                      <a:pt x="180286" y="203967"/>
                    </a:lnTo>
                    <a:cubicBezTo>
                      <a:pt x="186049" y="198213"/>
                      <a:pt x="193515" y="195376"/>
                      <a:pt x="201063" y="195376"/>
                    </a:cubicBezTo>
                    <a:cubicBezTo>
                      <a:pt x="208530" y="195376"/>
                      <a:pt x="215997" y="198213"/>
                      <a:pt x="221759" y="203967"/>
                    </a:cubicBezTo>
                    <a:lnTo>
                      <a:pt x="277191" y="259317"/>
                    </a:lnTo>
                    <a:lnTo>
                      <a:pt x="444948" y="91807"/>
                    </a:lnTo>
                    <a:lnTo>
                      <a:pt x="503951" y="32891"/>
                    </a:lnTo>
                    <a:lnTo>
                      <a:pt x="515719" y="21221"/>
                    </a:lnTo>
                    <a:cubicBezTo>
                      <a:pt x="521401" y="15467"/>
                      <a:pt x="528949" y="12631"/>
                      <a:pt x="536415" y="12631"/>
                    </a:cubicBezTo>
                    <a:close/>
                    <a:moveTo>
                      <a:pt x="61847" y="0"/>
                    </a:moveTo>
                    <a:lnTo>
                      <a:pt x="449328" y="0"/>
                    </a:lnTo>
                    <a:cubicBezTo>
                      <a:pt x="465804" y="0"/>
                      <a:pt x="480738" y="6483"/>
                      <a:pt x="491858" y="17019"/>
                    </a:cubicBezTo>
                    <a:lnTo>
                      <a:pt x="442591" y="66130"/>
                    </a:lnTo>
                    <a:lnTo>
                      <a:pt x="66230" y="66130"/>
                    </a:lnTo>
                    <a:lnTo>
                      <a:pt x="66230" y="444269"/>
                    </a:lnTo>
                    <a:lnTo>
                      <a:pt x="444945" y="444269"/>
                    </a:lnTo>
                    <a:lnTo>
                      <a:pt x="444945" y="285590"/>
                    </a:lnTo>
                    <a:lnTo>
                      <a:pt x="511175" y="219460"/>
                    </a:lnTo>
                    <a:lnTo>
                      <a:pt x="511175" y="448645"/>
                    </a:lnTo>
                    <a:cubicBezTo>
                      <a:pt x="511175" y="482683"/>
                      <a:pt x="483417" y="510399"/>
                      <a:pt x="449328" y="510399"/>
                    </a:cubicBezTo>
                    <a:lnTo>
                      <a:pt x="61847" y="510399"/>
                    </a:lnTo>
                    <a:cubicBezTo>
                      <a:pt x="27758" y="510399"/>
                      <a:pt x="0" y="482683"/>
                      <a:pt x="0" y="448645"/>
                    </a:cubicBezTo>
                    <a:lnTo>
                      <a:pt x="0" y="61673"/>
                    </a:lnTo>
                    <a:cubicBezTo>
                      <a:pt x="0" y="27635"/>
                      <a:pt x="27758" y="0"/>
                      <a:pt x="618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7" name="íSḻídê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6856409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 te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xt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28" name="îs1ïḓé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9331816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 te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xt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10" name="ísľîḓê">
              <a:extLst>
                <a:ext uri="{FF2B5EF4-FFF2-40B4-BE49-F238E27FC236}">
                  <a16:creationId xmlns:a16="http://schemas.microsoft.com/office/drawing/2014/main" id="{F00F6C76-DB69-4091-BFCD-9662DE13E94C}"/>
                </a:ext>
              </a:extLst>
            </p:cNvPr>
            <p:cNvGrpSpPr/>
            <p:nvPr/>
          </p:nvGrpSpPr>
          <p:grpSpPr>
            <a:xfrm>
              <a:off x="6030797" y="3066682"/>
              <a:ext cx="5488103" cy="557212"/>
              <a:chOff x="6030797" y="1343190"/>
              <a:chExt cx="5488103" cy="557212"/>
            </a:xfrm>
          </p:grpSpPr>
          <p:sp>
            <p:nvSpPr>
              <p:cNvPr id="23" name="işļîḓè">
                <a:extLst>
                  <a:ext uri="{FF2B5EF4-FFF2-40B4-BE49-F238E27FC236}">
                    <a16:creationId xmlns:a16="http://schemas.microsoft.com/office/drawing/2014/main" id="{CD0566EF-E3D3-4A18-A3A1-CE85D2F82713}"/>
                  </a:ext>
                </a:extLst>
              </p:cNvPr>
              <p:cNvSpPr/>
              <p:nvPr/>
            </p:nvSpPr>
            <p:spPr>
              <a:xfrm>
                <a:off x="6030797" y="1460752"/>
                <a:ext cx="383194" cy="322090"/>
              </a:xfrm>
              <a:custGeom>
                <a:avLst/>
                <a:gdLst>
                  <a:gd name="connsiteX0" fmla="*/ 536415 w 607227"/>
                  <a:gd name="connsiteY0" fmla="*/ 12631 h 510399"/>
                  <a:gd name="connsiteX1" fmla="*/ 557192 w 607227"/>
                  <a:gd name="connsiteY1" fmla="*/ 21221 h 510399"/>
                  <a:gd name="connsiteX2" fmla="*/ 598584 w 607227"/>
                  <a:gd name="connsiteY2" fmla="*/ 62633 h 510399"/>
                  <a:gd name="connsiteX3" fmla="*/ 598584 w 607227"/>
                  <a:gd name="connsiteY3" fmla="*/ 104044 h 510399"/>
                  <a:gd name="connsiteX4" fmla="*/ 511175 w 607227"/>
                  <a:gd name="connsiteY4" fmla="*/ 191324 h 510399"/>
                  <a:gd name="connsiteX5" fmla="*/ 444948 w 607227"/>
                  <a:gd name="connsiteY5" fmla="*/ 257453 h 510399"/>
                  <a:gd name="connsiteX6" fmla="*/ 339441 w 607227"/>
                  <a:gd name="connsiteY6" fmla="*/ 362805 h 510399"/>
                  <a:gd name="connsiteX7" fmla="*/ 297968 w 607227"/>
                  <a:gd name="connsiteY7" fmla="*/ 404217 h 510399"/>
                  <a:gd name="connsiteX8" fmla="*/ 277191 w 607227"/>
                  <a:gd name="connsiteY8" fmla="*/ 412807 h 510399"/>
                  <a:gd name="connsiteX9" fmla="*/ 256495 w 607227"/>
                  <a:gd name="connsiteY9" fmla="*/ 404217 h 510399"/>
                  <a:gd name="connsiteX10" fmla="*/ 215023 w 607227"/>
                  <a:gd name="connsiteY10" fmla="*/ 362805 h 510399"/>
                  <a:gd name="connsiteX11" fmla="*/ 138814 w 607227"/>
                  <a:gd name="connsiteY11" fmla="*/ 286790 h 510399"/>
                  <a:gd name="connsiteX12" fmla="*/ 138814 w 607227"/>
                  <a:gd name="connsiteY12" fmla="*/ 245378 h 510399"/>
                  <a:gd name="connsiteX13" fmla="*/ 180286 w 607227"/>
                  <a:gd name="connsiteY13" fmla="*/ 203967 h 510399"/>
                  <a:gd name="connsiteX14" fmla="*/ 201063 w 607227"/>
                  <a:gd name="connsiteY14" fmla="*/ 195376 h 510399"/>
                  <a:gd name="connsiteX15" fmla="*/ 221759 w 607227"/>
                  <a:gd name="connsiteY15" fmla="*/ 203967 h 510399"/>
                  <a:gd name="connsiteX16" fmla="*/ 277191 w 607227"/>
                  <a:gd name="connsiteY16" fmla="*/ 259317 h 510399"/>
                  <a:gd name="connsiteX17" fmla="*/ 444948 w 607227"/>
                  <a:gd name="connsiteY17" fmla="*/ 91807 h 510399"/>
                  <a:gd name="connsiteX18" fmla="*/ 503951 w 607227"/>
                  <a:gd name="connsiteY18" fmla="*/ 32891 h 510399"/>
                  <a:gd name="connsiteX19" fmla="*/ 515719 w 607227"/>
                  <a:gd name="connsiteY19" fmla="*/ 21221 h 510399"/>
                  <a:gd name="connsiteX20" fmla="*/ 536415 w 607227"/>
                  <a:gd name="connsiteY20" fmla="*/ 12631 h 510399"/>
                  <a:gd name="connsiteX21" fmla="*/ 61847 w 607227"/>
                  <a:gd name="connsiteY21" fmla="*/ 0 h 510399"/>
                  <a:gd name="connsiteX22" fmla="*/ 449328 w 607227"/>
                  <a:gd name="connsiteY22" fmla="*/ 0 h 510399"/>
                  <a:gd name="connsiteX23" fmla="*/ 491858 w 607227"/>
                  <a:gd name="connsiteY23" fmla="*/ 17019 h 510399"/>
                  <a:gd name="connsiteX24" fmla="*/ 442591 w 607227"/>
                  <a:gd name="connsiteY24" fmla="*/ 66130 h 510399"/>
                  <a:gd name="connsiteX25" fmla="*/ 66230 w 607227"/>
                  <a:gd name="connsiteY25" fmla="*/ 66130 h 510399"/>
                  <a:gd name="connsiteX26" fmla="*/ 66230 w 607227"/>
                  <a:gd name="connsiteY26" fmla="*/ 444269 h 510399"/>
                  <a:gd name="connsiteX27" fmla="*/ 444945 w 607227"/>
                  <a:gd name="connsiteY27" fmla="*/ 444269 h 510399"/>
                  <a:gd name="connsiteX28" fmla="*/ 444945 w 607227"/>
                  <a:gd name="connsiteY28" fmla="*/ 285590 h 510399"/>
                  <a:gd name="connsiteX29" fmla="*/ 511175 w 607227"/>
                  <a:gd name="connsiteY29" fmla="*/ 219460 h 510399"/>
                  <a:gd name="connsiteX30" fmla="*/ 511175 w 607227"/>
                  <a:gd name="connsiteY30" fmla="*/ 448645 h 510399"/>
                  <a:gd name="connsiteX31" fmla="*/ 449328 w 607227"/>
                  <a:gd name="connsiteY31" fmla="*/ 510399 h 510399"/>
                  <a:gd name="connsiteX32" fmla="*/ 61847 w 607227"/>
                  <a:gd name="connsiteY32" fmla="*/ 510399 h 510399"/>
                  <a:gd name="connsiteX33" fmla="*/ 0 w 607227"/>
                  <a:gd name="connsiteY33" fmla="*/ 448645 h 510399"/>
                  <a:gd name="connsiteX34" fmla="*/ 0 w 607227"/>
                  <a:gd name="connsiteY34" fmla="*/ 61673 h 510399"/>
                  <a:gd name="connsiteX35" fmla="*/ 61847 w 607227"/>
                  <a:gd name="connsiteY35" fmla="*/ 0 h 51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07227" h="510399">
                    <a:moveTo>
                      <a:pt x="536415" y="12631"/>
                    </a:moveTo>
                    <a:cubicBezTo>
                      <a:pt x="543882" y="12631"/>
                      <a:pt x="551430" y="15467"/>
                      <a:pt x="557192" y="21221"/>
                    </a:cubicBezTo>
                    <a:lnTo>
                      <a:pt x="598584" y="62633"/>
                    </a:lnTo>
                    <a:cubicBezTo>
                      <a:pt x="610108" y="74059"/>
                      <a:pt x="610108" y="92618"/>
                      <a:pt x="598584" y="104044"/>
                    </a:cubicBezTo>
                    <a:lnTo>
                      <a:pt x="511175" y="191324"/>
                    </a:lnTo>
                    <a:lnTo>
                      <a:pt x="444948" y="257453"/>
                    </a:lnTo>
                    <a:lnTo>
                      <a:pt x="339441" y="362805"/>
                    </a:lnTo>
                    <a:lnTo>
                      <a:pt x="297968" y="404217"/>
                    </a:lnTo>
                    <a:cubicBezTo>
                      <a:pt x="292206" y="409971"/>
                      <a:pt x="284739" y="412807"/>
                      <a:pt x="277191" y="412807"/>
                    </a:cubicBezTo>
                    <a:cubicBezTo>
                      <a:pt x="269724" y="412807"/>
                      <a:pt x="262177" y="409971"/>
                      <a:pt x="256495" y="404217"/>
                    </a:cubicBezTo>
                    <a:lnTo>
                      <a:pt x="215023" y="362805"/>
                    </a:lnTo>
                    <a:lnTo>
                      <a:pt x="138814" y="286790"/>
                    </a:lnTo>
                    <a:cubicBezTo>
                      <a:pt x="127370" y="275363"/>
                      <a:pt x="127370" y="256805"/>
                      <a:pt x="138814" y="245378"/>
                    </a:cubicBezTo>
                    <a:lnTo>
                      <a:pt x="180286" y="203967"/>
                    </a:lnTo>
                    <a:cubicBezTo>
                      <a:pt x="186049" y="198213"/>
                      <a:pt x="193515" y="195376"/>
                      <a:pt x="201063" y="195376"/>
                    </a:cubicBezTo>
                    <a:cubicBezTo>
                      <a:pt x="208530" y="195376"/>
                      <a:pt x="215997" y="198213"/>
                      <a:pt x="221759" y="203967"/>
                    </a:cubicBezTo>
                    <a:lnTo>
                      <a:pt x="277191" y="259317"/>
                    </a:lnTo>
                    <a:lnTo>
                      <a:pt x="444948" y="91807"/>
                    </a:lnTo>
                    <a:lnTo>
                      <a:pt x="503951" y="32891"/>
                    </a:lnTo>
                    <a:lnTo>
                      <a:pt x="515719" y="21221"/>
                    </a:lnTo>
                    <a:cubicBezTo>
                      <a:pt x="521401" y="15467"/>
                      <a:pt x="528949" y="12631"/>
                      <a:pt x="536415" y="12631"/>
                    </a:cubicBezTo>
                    <a:close/>
                    <a:moveTo>
                      <a:pt x="61847" y="0"/>
                    </a:moveTo>
                    <a:lnTo>
                      <a:pt x="449328" y="0"/>
                    </a:lnTo>
                    <a:cubicBezTo>
                      <a:pt x="465804" y="0"/>
                      <a:pt x="480738" y="6483"/>
                      <a:pt x="491858" y="17019"/>
                    </a:cubicBezTo>
                    <a:lnTo>
                      <a:pt x="442591" y="66130"/>
                    </a:lnTo>
                    <a:lnTo>
                      <a:pt x="66230" y="66130"/>
                    </a:lnTo>
                    <a:lnTo>
                      <a:pt x="66230" y="444269"/>
                    </a:lnTo>
                    <a:lnTo>
                      <a:pt x="444945" y="444269"/>
                    </a:lnTo>
                    <a:lnTo>
                      <a:pt x="444945" y="285590"/>
                    </a:lnTo>
                    <a:lnTo>
                      <a:pt x="511175" y="219460"/>
                    </a:lnTo>
                    <a:lnTo>
                      <a:pt x="511175" y="448645"/>
                    </a:lnTo>
                    <a:cubicBezTo>
                      <a:pt x="511175" y="482683"/>
                      <a:pt x="483417" y="510399"/>
                      <a:pt x="449328" y="510399"/>
                    </a:cubicBezTo>
                    <a:lnTo>
                      <a:pt x="61847" y="510399"/>
                    </a:lnTo>
                    <a:cubicBezTo>
                      <a:pt x="27758" y="510399"/>
                      <a:pt x="0" y="482683"/>
                      <a:pt x="0" y="448645"/>
                    </a:cubicBezTo>
                    <a:lnTo>
                      <a:pt x="0" y="61673"/>
                    </a:lnTo>
                    <a:cubicBezTo>
                      <a:pt x="0" y="27635"/>
                      <a:pt x="27758" y="0"/>
                      <a:pt x="618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4" name="îṣ1îḍè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6856409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 te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xt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25" name="íṡ1iḍé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9331816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11" name="ïṥḻiḑé">
              <a:extLst>
                <a:ext uri="{FF2B5EF4-FFF2-40B4-BE49-F238E27FC236}">
                  <a16:creationId xmlns:a16="http://schemas.microsoft.com/office/drawing/2014/main" id="{81D1D73C-07F0-47AF-B276-FA7E4FF9B9AE}"/>
                </a:ext>
              </a:extLst>
            </p:cNvPr>
            <p:cNvGrpSpPr/>
            <p:nvPr/>
          </p:nvGrpSpPr>
          <p:grpSpPr>
            <a:xfrm>
              <a:off x="6030797" y="3928428"/>
              <a:ext cx="5488103" cy="557212"/>
              <a:chOff x="6030797" y="1343190"/>
              <a:chExt cx="5488103" cy="557212"/>
            </a:xfrm>
          </p:grpSpPr>
          <p:sp>
            <p:nvSpPr>
              <p:cNvPr id="20" name="ïsḻïḍe">
                <a:extLst>
                  <a:ext uri="{FF2B5EF4-FFF2-40B4-BE49-F238E27FC236}">
                    <a16:creationId xmlns:a16="http://schemas.microsoft.com/office/drawing/2014/main" id="{BEA4B414-2C23-4D36-92DE-D312D90CC700}"/>
                  </a:ext>
                </a:extLst>
              </p:cNvPr>
              <p:cNvSpPr/>
              <p:nvPr/>
            </p:nvSpPr>
            <p:spPr>
              <a:xfrm>
                <a:off x="6030797" y="1460752"/>
                <a:ext cx="383194" cy="322090"/>
              </a:xfrm>
              <a:custGeom>
                <a:avLst/>
                <a:gdLst>
                  <a:gd name="connsiteX0" fmla="*/ 536415 w 607227"/>
                  <a:gd name="connsiteY0" fmla="*/ 12631 h 510399"/>
                  <a:gd name="connsiteX1" fmla="*/ 557192 w 607227"/>
                  <a:gd name="connsiteY1" fmla="*/ 21221 h 510399"/>
                  <a:gd name="connsiteX2" fmla="*/ 598584 w 607227"/>
                  <a:gd name="connsiteY2" fmla="*/ 62633 h 510399"/>
                  <a:gd name="connsiteX3" fmla="*/ 598584 w 607227"/>
                  <a:gd name="connsiteY3" fmla="*/ 104044 h 510399"/>
                  <a:gd name="connsiteX4" fmla="*/ 511175 w 607227"/>
                  <a:gd name="connsiteY4" fmla="*/ 191324 h 510399"/>
                  <a:gd name="connsiteX5" fmla="*/ 444948 w 607227"/>
                  <a:gd name="connsiteY5" fmla="*/ 257453 h 510399"/>
                  <a:gd name="connsiteX6" fmla="*/ 339441 w 607227"/>
                  <a:gd name="connsiteY6" fmla="*/ 362805 h 510399"/>
                  <a:gd name="connsiteX7" fmla="*/ 297968 w 607227"/>
                  <a:gd name="connsiteY7" fmla="*/ 404217 h 510399"/>
                  <a:gd name="connsiteX8" fmla="*/ 277191 w 607227"/>
                  <a:gd name="connsiteY8" fmla="*/ 412807 h 510399"/>
                  <a:gd name="connsiteX9" fmla="*/ 256495 w 607227"/>
                  <a:gd name="connsiteY9" fmla="*/ 404217 h 510399"/>
                  <a:gd name="connsiteX10" fmla="*/ 215023 w 607227"/>
                  <a:gd name="connsiteY10" fmla="*/ 362805 h 510399"/>
                  <a:gd name="connsiteX11" fmla="*/ 138814 w 607227"/>
                  <a:gd name="connsiteY11" fmla="*/ 286790 h 510399"/>
                  <a:gd name="connsiteX12" fmla="*/ 138814 w 607227"/>
                  <a:gd name="connsiteY12" fmla="*/ 245378 h 510399"/>
                  <a:gd name="connsiteX13" fmla="*/ 180286 w 607227"/>
                  <a:gd name="connsiteY13" fmla="*/ 203967 h 510399"/>
                  <a:gd name="connsiteX14" fmla="*/ 201063 w 607227"/>
                  <a:gd name="connsiteY14" fmla="*/ 195376 h 510399"/>
                  <a:gd name="connsiteX15" fmla="*/ 221759 w 607227"/>
                  <a:gd name="connsiteY15" fmla="*/ 203967 h 510399"/>
                  <a:gd name="connsiteX16" fmla="*/ 277191 w 607227"/>
                  <a:gd name="connsiteY16" fmla="*/ 259317 h 510399"/>
                  <a:gd name="connsiteX17" fmla="*/ 444948 w 607227"/>
                  <a:gd name="connsiteY17" fmla="*/ 91807 h 510399"/>
                  <a:gd name="connsiteX18" fmla="*/ 503951 w 607227"/>
                  <a:gd name="connsiteY18" fmla="*/ 32891 h 510399"/>
                  <a:gd name="connsiteX19" fmla="*/ 515719 w 607227"/>
                  <a:gd name="connsiteY19" fmla="*/ 21221 h 510399"/>
                  <a:gd name="connsiteX20" fmla="*/ 536415 w 607227"/>
                  <a:gd name="connsiteY20" fmla="*/ 12631 h 510399"/>
                  <a:gd name="connsiteX21" fmla="*/ 61847 w 607227"/>
                  <a:gd name="connsiteY21" fmla="*/ 0 h 510399"/>
                  <a:gd name="connsiteX22" fmla="*/ 449328 w 607227"/>
                  <a:gd name="connsiteY22" fmla="*/ 0 h 510399"/>
                  <a:gd name="connsiteX23" fmla="*/ 491858 w 607227"/>
                  <a:gd name="connsiteY23" fmla="*/ 17019 h 510399"/>
                  <a:gd name="connsiteX24" fmla="*/ 442591 w 607227"/>
                  <a:gd name="connsiteY24" fmla="*/ 66130 h 510399"/>
                  <a:gd name="connsiteX25" fmla="*/ 66230 w 607227"/>
                  <a:gd name="connsiteY25" fmla="*/ 66130 h 510399"/>
                  <a:gd name="connsiteX26" fmla="*/ 66230 w 607227"/>
                  <a:gd name="connsiteY26" fmla="*/ 444269 h 510399"/>
                  <a:gd name="connsiteX27" fmla="*/ 444945 w 607227"/>
                  <a:gd name="connsiteY27" fmla="*/ 444269 h 510399"/>
                  <a:gd name="connsiteX28" fmla="*/ 444945 w 607227"/>
                  <a:gd name="connsiteY28" fmla="*/ 285590 h 510399"/>
                  <a:gd name="connsiteX29" fmla="*/ 511175 w 607227"/>
                  <a:gd name="connsiteY29" fmla="*/ 219460 h 510399"/>
                  <a:gd name="connsiteX30" fmla="*/ 511175 w 607227"/>
                  <a:gd name="connsiteY30" fmla="*/ 448645 h 510399"/>
                  <a:gd name="connsiteX31" fmla="*/ 449328 w 607227"/>
                  <a:gd name="connsiteY31" fmla="*/ 510399 h 510399"/>
                  <a:gd name="connsiteX32" fmla="*/ 61847 w 607227"/>
                  <a:gd name="connsiteY32" fmla="*/ 510399 h 510399"/>
                  <a:gd name="connsiteX33" fmla="*/ 0 w 607227"/>
                  <a:gd name="connsiteY33" fmla="*/ 448645 h 510399"/>
                  <a:gd name="connsiteX34" fmla="*/ 0 w 607227"/>
                  <a:gd name="connsiteY34" fmla="*/ 61673 h 510399"/>
                  <a:gd name="connsiteX35" fmla="*/ 61847 w 607227"/>
                  <a:gd name="connsiteY35" fmla="*/ 0 h 51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07227" h="510399">
                    <a:moveTo>
                      <a:pt x="536415" y="12631"/>
                    </a:moveTo>
                    <a:cubicBezTo>
                      <a:pt x="543882" y="12631"/>
                      <a:pt x="551430" y="15467"/>
                      <a:pt x="557192" y="21221"/>
                    </a:cubicBezTo>
                    <a:lnTo>
                      <a:pt x="598584" y="62633"/>
                    </a:lnTo>
                    <a:cubicBezTo>
                      <a:pt x="610108" y="74059"/>
                      <a:pt x="610108" y="92618"/>
                      <a:pt x="598584" y="104044"/>
                    </a:cubicBezTo>
                    <a:lnTo>
                      <a:pt x="511175" y="191324"/>
                    </a:lnTo>
                    <a:lnTo>
                      <a:pt x="444948" y="257453"/>
                    </a:lnTo>
                    <a:lnTo>
                      <a:pt x="339441" y="362805"/>
                    </a:lnTo>
                    <a:lnTo>
                      <a:pt x="297968" y="404217"/>
                    </a:lnTo>
                    <a:cubicBezTo>
                      <a:pt x="292206" y="409971"/>
                      <a:pt x="284739" y="412807"/>
                      <a:pt x="277191" y="412807"/>
                    </a:cubicBezTo>
                    <a:cubicBezTo>
                      <a:pt x="269724" y="412807"/>
                      <a:pt x="262177" y="409971"/>
                      <a:pt x="256495" y="404217"/>
                    </a:cubicBezTo>
                    <a:lnTo>
                      <a:pt x="215023" y="362805"/>
                    </a:lnTo>
                    <a:lnTo>
                      <a:pt x="138814" y="286790"/>
                    </a:lnTo>
                    <a:cubicBezTo>
                      <a:pt x="127370" y="275363"/>
                      <a:pt x="127370" y="256805"/>
                      <a:pt x="138814" y="245378"/>
                    </a:cubicBezTo>
                    <a:lnTo>
                      <a:pt x="180286" y="203967"/>
                    </a:lnTo>
                    <a:cubicBezTo>
                      <a:pt x="186049" y="198213"/>
                      <a:pt x="193515" y="195376"/>
                      <a:pt x="201063" y="195376"/>
                    </a:cubicBezTo>
                    <a:cubicBezTo>
                      <a:pt x="208530" y="195376"/>
                      <a:pt x="215997" y="198213"/>
                      <a:pt x="221759" y="203967"/>
                    </a:cubicBezTo>
                    <a:lnTo>
                      <a:pt x="277191" y="259317"/>
                    </a:lnTo>
                    <a:lnTo>
                      <a:pt x="444948" y="91807"/>
                    </a:lnTo>
                    <a:lnTo>
                      <a:pt x="503951" y="32891"/>
                    </a:lnTo>
                    <a:lnTo>
                      <a:pt x="515719" y="21221"/>
                    </a:lnTo>
                    <a:cubicBezTo>
                      <a:pt x="521401" y="15467"/>
                      <a:pt x="528949" y="12631"/>
                      <a:pt x="536415" y="12631"/>
                    </a:cubicBezTo>
                    <a:close/>
                    <a:moveTo>
                      <a:pt x="61847" y="0"/>
                    </a:moveTo>
                    <a:lnTo>
                      <a:pt x="449328" y="0"/>
                    </a:lnTo>
                    <a:cubicBezTo>
                      <a:pt x="465804" y="0"/>
                      <a:pt x="480738" y="6483"/>
                      <a:pt x="491858" y="17019"/>
                    </a:cubicBezTo>
                    <a:lnTo>
                      <a:pt x="442591" y="66130"/>
                    </a:lnTo>
                    <a:lnTo>
                      <a:pt x="66230" y="66130"/>
                    </a:lnTo>
                    <a:lnTo>
                      <a:pt x="66230" y="444269"/>
                    </a:lnTo>
                    <a:lnTo>
                      <a:pt x="444945" y="444269"/>
                    </a:lnTo>
                    <a:lnTo>
                      <a:pt x="444945" y="285590"/>
                    </a:lnTo>
                    <a:lnTo>
                      <a:pt x="511175" y="219460"/>
                    </a:lnTo>
                    <a:lnTo>
                      <a:pt x="511175" y="448645"/>
                    </a:lnTo>
                    <a:cubicBezTo>
                      <a:pt x="511175" y="482683"/>
                      <a:pt x="483417" y="510399"/>
                      <a:pt x="449328" y="510399"/>
                    </a:cubicBezTo>
                    <a:lnTo>
                      <a:pt x="61847" y="510399"/>
                    </a:lnTo>
                    <a:cubicBezTo>
                      <a:pt x="27758" y="510399"/>
                      <a:pt x="0" y="482683"/>
                      <a:pt x="0" y="448645"/>
                    </a:cubicBezTo>
                    <a:lnTo>
                      <a:pt x="0" y="61673"/>
                    </a:lnTo>
                    <a:cubicBezTo>
                      <a:pt x="0" y="27635"/>
                      <a:pt x="27758" y="0"/>
                      <a:pt x="6184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1" name="î$ľîḑé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6856409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22" name="isḻíďé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9331816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grpSp>
          <p:nvGrpSpPr>
            <p:cNvPr id="12" name="islïḓé">
              <a:extLst>
                <a:ext uri="{FF2B5EF4-FFF2-40B4-BE49-F238E27FC236}">
                  <a16:creationId xmlns:a16="http://schemas.microsoft.com/office/drawing/2014/main" id="{7C3E84C6-67B2-462E-B799-E03E9DFC875B}"/>
                </a:ext>
              </a:extLst>
            </p:cNvPr>
            <p:cNvGrpSpPr/>
            <p:nvPr/>
          </p:nvGrpSpPr>
          <p:grpSpPr>
            <a:xfrm>
              <a:off x="6030797" y="4790172"/>
              <a:ext cx="5488103" cy="557212"/>
              <a:chOff x="6030797" y="1343190"/>
              <a:chExt cx="5488103" cy="557212"/>
            </a:xfrm>
          </p:grpSpPr>
          <p:sp>
            <p:nvSpPr>
              <p:cNvPr id="17" name="íśľïḑè">
                <a:extLst>
                  <a:ext uri="{FF2B5EF4-FFF2-40B4-BE49-F238E27FC236}">
                    <a16:creationId xmlns:a16="http://schemas.microsoft.com/office/drawing/2014/main" id="{3C38866C-103B-4CBA-8DB5-8032515C0712}"/>
                  </a:ext>
                </a:extLst>
              </p:cNvPr>
              <p:cNvSpPr/>
              <p:nvPr/>
            </p:nvSpPr>
            <p:spPr>
              <a:xfrm>
                <a:off x="6030797" y="1460752"/>
                <a:ext cx="383194" cy="322090"/>
              </a:xfrm>
              <a:custGeom>
                <a:avLst/>
                <a:gdLst>
                  <a:gd name="connsiteX0" fmla="*/ 536415 w 607227"/>
                  <a:gd name="connsiteY0" fmla="*/ 12631 h 510399"/>
                  <a:gd name="connsiteX1" fmla="*/ 557192 w 607227"/>
                  <a:gd name="connsiteY1" fmla="*/ 21221 h 510399"/>
                  <a:gd name="connsiteX2" fmla="*/ 598584 w 607227"/>
                  <a:gd name="connsiteY2" fmla="*/ 62633 h 510399"/>
                  <a:gd name="connsiteX3" fmla="*/ 598584 w 607227"/>
                  <a:gd name="connsiteY3" fmla="*/ 104044 h 510399"/>
                  <a:gd name="connsiteX4" fmla="*/ 511175 w 607227"/>
                  <a:gd name="connsiteY4" fmla="*/ 191324 h 510399"/>
                  <a:gd name="connsiteX5" fmla="*/ 444948 w 607227"/>
                  <a:gd name="connsiteY5" fmla="*/ 257453 h 510399"/>
                  <a:gd name="connsiteX6" fmla="*/ 339441 w 607227"/>
                  <a:gd name="connsiteY6" fmla="*/ 362805 h 510399"/>
                  <a:gd name="connsiteX7" fmla="*/ 297968 w 607227"/>
                  <a:gd name="connsiteY7" fmla="*/ 404217 h 510399"/>
                  <a:gd name="connsiteX8" fmla="*/ 277191 w 607227"/>
                  <a:gd name="connsiteY8" fmla="*/ 412807 h 510399"/>
                  <a:gd name="connsiteX9" fmla="*/ 256495 w 607227"/>
                  <a:gd name="connsiteY9" fmla="*/ 404217 h 510399"/>
                  <a:gd name="connsiteX10" fmla="*/ 215023 w 607227"/>
                  <a:gd name="connsiteY10" fmla="*/ 362805 h 510399"/>
                  <a:gd name="connsiteX11" fmla="*/ 138814 w 607227"/>
                  <a:gd name="connsiteY11" fmla="*/ 286790 h 510399"/>
                  <a:gd name="connsiteX12" fmla="*/ 138814 w 607227"/>
                  <a:gd name="connsiteY12" fmla="*/ 245378 h 510399"/>
                  <a:gd name="connsiteX13" fmla="*/ 180286 w 607227"/>
                  <a:gd name="connsiteY13" fmla="*/ 203967 h 510399"/>
                  <a:gd name="connsiteX14" fmla="*/ 201063 w 607227"/>
                  <a:gd name="connsiteY14" fmla="*/ 195376 h 510399"/>
                  <a:gd name="connsiteX15" fmla="*/ 221759 w 607227"/>
                  <a:gd name="connsiteY15" fmla="*/ 203967 h 510399"/>
                  <a:gd name="connsiteX16" fmla="*/ 277191 w 607227"/>
                  <a:gd name="connsiteY16" fmla="*/ 259317 h 510399"/>
                  <a:gd name="connsiteX17" fmla="*/ 444948 w 607227"/>
                  <a:gd name="connsiteY17" fmla="*/ 91807 h 510399"/>
                  <a:gd name="connsiteX18" fmla="*/ 503951 w 607227"/>
                  <a:gd name="connsiteY18" fmla="*/ 32891 h 510399"/>
                  <a:gd name="connsiteX19" fmla="*/ 515719 w 607227"/>
                  <a:gd name="connsiteY19" fmla="*/ 21221 h 510399"/>
                  <a:gd name="connsiteX20" fmla="*/ 536415 w 607227"/>
                  <a:gd name="connsiteY20" fmla="*/ 12631 h 510399"/>
                  <a:gd name="connsiteX21" fmla="*/ 61847 w 607227"/>
                  <a:gd name="connsiteY21" fmla="*/ 0 h 510399"/>
                  <a:gd name="connsiteX22" fmla="*/ 449328 w 607227"/>
                  <a:gd name="connsiteY22" fmla="*/ 0 h 510399"/>
                  <a:gd name="connsiteX23" fmla="*/ 491858 w 607227"/>
                  <a:gd name="connsiteY23" fmla="*/ 17019 h 510399"/>
                  <a:gd name="connsiteX24" fmla="*/ 442591 w 607227"/>
                  <a:gd name="connsiteY24" fmla="*/ 66130 h 510399"/>
                  <a:gd name="connsiteX25" fmla="*/ 66230 w 607227"/>
                  <a:gd name="connsiteY25" fmla="*/ 66130 h 510399"/>
                  <a:gd name="connsiteX26" fmla="*/ 66230 w 607227"/>
                  <a:gd name="connsiteY26" fmla="*/ 444269 h 510399"/>
                  <a:gd name="connsiteX27" fmla="*/ 444945 w 607227"/>
                  <a:gd name="connsiteY27" fmla="*/ 444269 h 510399"/>
                  <a:gd name="connsiteX28" fmla="*/ 444945 w 607227"/>
                  <a:gd name="connsiteY28" fmla="*/ 285590 h 510399"/>
                  <a:gd name="connsiteX29" fmla="*/ 511175 w 607227"/>
                  <a:gd name="connsiteY29" fmla="*/ 219460 h 510399"/>
                  <a:gd name="connsiteX30" fmla="*/ 511175 w 607227"/>
                  <a:gd name="connsiteY30" fmla="*/ 448645 h 510399"/>
                  <a:gd name="connsiteX31" fmla="*/ 449328 w 607227"/>
                  <a:gd name="connsiteY31" fmla="*/ 510399 h 510399"/>
                  <a:gd name="connsiteX32" fmla="*/ 61847 w 607227"/>
                  <a:gd name="connsiteY32" fmla="*/ 510399 h 510399"/>
                  <a:gd name="connsiteX33" fmla="*/ 0 w 607227"/>
                  <a:gd name="connsiteY33" fmla="*/ 448645 h 510399"/>
                  <a:gd name="connsiteX34" fmla="*/ 0 w 607227"/>
                  <a:gd name="connsiteY34" fmla="*/ 61673 h 510399"/>
                  <a:gd name="connsiteX35" fmla="*/ 61847 w 607227"/>
                  <a:gd name="connsiteY35" fmla="*/ 0 h 51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07227" h="510399">
                    <a:moveTo>
                      <a:pt x="536415" y="12631"/>
                    </a:moveTo>
                    <a:cubicBezTo>
                      <a:pt x="543882" y="12631"/>
                      <a:pt x="551430" y="15467"/>
                      <a:pt x="557192" y="21221"/>
                    </a:cubicBezTo>
                    <a:lnTo>
                      <a:pt x="598584" y="62633"/>
                    </a:lnTo>
                    <a:cubicBezTo>
                      <a:pt x="610108" y="74059"/>
                      <a:pt x="610108" y="92618"/>
                      <a:pt x="598584" y="104044"/>
                    </a:cubicBezTo>
                    <a:lnTo>
                      <a:pt x="511175" y="191324"/>
                    </a:lnTo>
                    <a:lnTo>
                      <a:pt x="444948" y="257453"/>
                    </a:lnTo>
                    <a:lnTo>
                      <a:pt x="339441" y="362805"/>
                    </a:lnTo>
                    <a:lnTo>
                      <a:pt x="297968" y="404217"/>
                    </a:lnTo>
                    <a:cubicBezTo>
                      <a:pt x="292206" y="409971"/>
                      <a:pt x="284739" y="412807"/>
                      <a:pt x="277191" y="412807"/>
                    </a:cubicBezTo>
                    <a:cubicBezTo>
                      <a:pt x="269724" y="412807"/>
                      <a:pt x="262177" y="409971"/>
                      <a:pt x="256495" y="404217"/>
                    </a:cubicBezTo>
                    <a:lnTo>
                      <a:pt x="215023" y="362805"/>
                    </a:lnTo>
                    <a:lnTo>
                      <a:pt x="138814" y="286790"/>
                    </a:lnTo>
                    <a:cubicBezTo>
                      <a:pt x="127370" y="275363"/>
                      <a:pt x="127370" y="256805"/>
                      <a:pt x="138814" y="245378"/>
                    </a:cubicBezTo>
                    <a:lnTo>
                      <a:pt x="180286" y="203967"/>
                    </a:lnTo>
                    <a:cubicBezTo>
                      <a:pt x="186049" y="198213"/>
                      <a:pt x="193515" y="195376"/>
                      <a:pt x="201063" y="195376"/>
                    </a:cubicBezTo>
                    <a:cubicBezTo>
                      <a:pt x="208530" y="195376"/>
                      <a:pt x="215997" y="198213"/>
                      <a:pt x="221759" y="203967"/>
                    </a:cubicBezTo>
                    <a:lnTo>
                      <a:pt x="277191" y="259317"/>
                    </a:lnTo>
                    <a:lnTo>
                      <a:pt x="444948" y="91807"/>
                    </a:lnTo>
                    <a:lnTo>
                      <a:pt x="503951" y="32891"/>
                    </a:lnTo>
                    <a:lnTo>
                      <a:pt x="515719" y="21221"/>
                    </a:lnTo>
                    <a:cubicBezTo>
                      <a:pt x="521401" y="15467"/>
                      <a:pt x="528949" y="12631"/>
                      <a:pt x="536415" y="12631"/>
                    </a:cubicBezTo>
                    <a:close/>
                    <a:moveTo>
                      <a:pt x="61847" y="0"/>
                    </a:moveTo>
                    <a:lnTo>
                      <a:pt x="449328" y="0"/>
                    </a:lnTo>
                    <a:cubicBezTo>
                      <a:pt x="465804" y="0"/>
                      <a:pt x="480738" y="6483"/>
                      <a:pt x="491858" y="17019"/>
                    </a:cubicBezTo>
                    <a:lnTo>
                      <a:pt x="442591" y="66130"/>
                    </a:lnTo>
                    <a:lnTo>
                      <a:pt x="66230" y="66130"/>
                    </a:lnTo>
                    <a:lnTo>
                      <a:pt x="66230" y="444269"/>
                    </a:lnTo>
                    <a:lnTo>
                      <a:pt x="444945" y="444269"/>
                    </a:lnTo>
                    <a:lnTo>
                      <a:pt x="444945" y="285590"/>
                    </a:lnTo>
                    <a:lnTo>
                      <a:pt x="511175" y="219460"/>
                    </a:lnTo>
                    <a:lnTo>
                      <a:pt x="511175" y="448645"/>
                    </a:lnTo>
                    <a:cubicBezTo>
                      <a:pt x="511175" y="482683"/>
                      <a:pt x="483417" y="510399"/>
                      <a:pt x="449328" y="510399"/>
                    </a:cubicBezTo>
                    <a:lnTo>
                      <a:pt x="61847" y="510399"/>
                    </a:lnTo>
                    <a:cubicBezTo>
                      <a:pt x="27758" y="510399"/>
                      <a:pt x="0" y="482683"/>
                      <a:pt x="0" y="448645"/>
                    </a:cubicBezTo>
                    <a:lnTo>
                      <a:pt x="0" y="61673"/>
                    </a:lnTo>
                    <a:cubicBezTo>
                      <a:pt x="0" y="27635"/>
                      <a:pt x="27758" y="0"/>
                      <a:pt x="618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18" name="íṣḷîďé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6856409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>
                    <a:solidFill>
                      <a:schemeClr val="tx1"/>
                    </a:solidFill>
                  </a:rPr>
                  <a:t>Supporting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  <p:sp>
            <p:nvSpPr>
              <p:cNvPr id="19" name="ïŝļîdé">
                <a:extLst>
                  <a:ext uri="{FF2B5EF4-FFF2-40B4-BE49-F238E27FC236}">
                    <a16:creationId xmlns:a16="http://schemas.microsoft.com/office/drawing/2014/main" id="{BD7C3AA6-EC85-44CE-AA92-EFD8B554DA01}"/>
                  </a:ext>
                </a:extLst>
              </p:cNvPr>
              <p:cNvSpPr/>
              <p:nvPr/>
            </p:nvSpPr>
            <p:spPr bwMode="auto">
              <a:xfrm>
                <a:off x="9331816" y="1343190"/>
                <a:ext cx="2187084" cy="557212"/>
              </a:xfrm>
              <a:prstGeom prst="rect">
                <a:avLst/>
              </a:prstGeom>
              <a:noFill/>
              <a:ln w="3175"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dk1"/>
                    </a:solidFill>
                  </a:defRPr>
                </a:lvl9pPr>
              </a:lstStyle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Supporting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text he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100">
                    <a:solidFill>
                      <a:schemeClr val="tx1"/>
                    </a:solidFill>
                  </a:rPr>
                  <a:t>re</a:t>
                </a:r>
                <a:r>
                  <a:rPr lang="en-US" altLang="zh-CN" sz="11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71450" indent="-171450">
                  <a:spcBef>
                    <a:spcPct val="0"/>
                  </a:spcBef>
                  <a:buFont typeface="Arial" panose="020B0604020202020204" pitchFamily="34" charset="0"/>
                  <a:buChar char="•"/>
                </a:pPr>
                <a:r>
                  <a:rPr lang="en-US" altLang="zh-CN" sz="1100" dirty="0">
                    <a:solidFill>
                      <a:schemeClr val="tx1"/>
                    </a:solidFill>
                  </a:rPr>
                  <a:t>……</a:t>
                </a:r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7BC0A5A1-5DED-46E3-B369-5E1AF4331D02}"/>
                </a:ext>
              </a:extLst>
            </p:cNvPr>
            <p:cNvCxnSpPr/>
            <p:nvPr/>
          </p:nvCxnSpPr>
          <p:spPr>
            <a:xfrm>
              <a:off x="6951663" y="2052669"/>
              <a:ext cx="456723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841BD6AA-26F6-4777-A552-4781AD120A18}"/>
                </a:ext>
              </a:extLst>
            </p:cNvPr>
            <p:cNvCxnSpPr/>
            <p:nvPr/>
          </p:nvCxnSpPr>
          <p:spPr>
            <a:xfrm>
              <a:off x="6951663" y="2914415"/>
              <a:ext cx="456723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D4427D9E-C3AF-4AC0-B43B-E0F0951DCCBB}"/>
                </a:ext>
              </a:extLst>
            </p:cNvPr>
            <p:cNvCxnSpPr/>
            <p:nvPr/>
          </p:nvCxnSpPr>
          <p:spPr>
            <a:xfrm>
              <a:off x="6951663" y="3776161"/>
              <a:ext cx="456723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0A5EB20-E86B-4F65-9698-4C4F346B86AB}"/>
                </a:ext>
              </a:extLst>
            </p:cNvPr>
            <p:cNvCxnSpPr/>
            <p:nvPr/>
          </p:nvCxnSpPr>
          <p:spPr>
            <a:xfrm>
              <a:off x="6951663" y="4637907"/>
              <a:ext cx="456723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89213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32A17-85A0-479B-8A9B-34CF0CB28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0CCEBE0-94B0-4E1A-944F-9820BEC63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</a:t>
            </a:r>
            <a:r>
              <a:rPr lang="zh-CN" altLang="en-US" sz="100"/>
              <a:t> </a:t>
            </a:r>
            <a:r>
              <a:rPr lang="zh-CN" altLang="en-US"/>
              <a:t>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72B45B-D96B-41DE-98C0-BC770ED72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31</a:t>
            </a:fld>
            <a:r>
              <a:rPr lang="zh-CN" altLang="en-US" sz="100"/>
              <a:t> </a:t>
            </a:r>
          </a:p>
        </p:txBody>
      </p:sp>
      <p:grpSp>
        <p:nvGrpSpPr>
          <p:cNvPr id="5" name="27765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60AAA020-EDDD-4C24-81EA-EFF7BB21A2B8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790491"/>
            <a:ext cx="10845800" cy="3696118"/>
            <a:chOff x="673100" y="1790491"/>
            <a:chExt cx="10845800" cy="3696118"/>
          </a:xfrm>
        </p:grpSpPr>
        <p:grpSp>
          <p:nvGrpSpPr>
            <p:cNvPr id="6" name="ïṥ1îḑé">
              <a:extLst>
                <a:ext uri="{FF2B5EF4-FFF2-40B4-BE49-F238E27FC236}">
                  <a16:creationId xmlns:a16="http://schemas.microsoft.com/office/drawing/2014/main" id="{8921B14C-F3FF-47B7-9BE2-26952570B87B}"/>
                </a:ext>
              </a:extLst>
            </p:cNvPr>
            <p:cNvGrpSpPr/>
            <p:nvPr/>
          </p:nvGrpSpPr>
          <p:grpSpPr>
            <a:xfrm>
              <a:off x="4509406" y="2051957"/>
              <a:ext cx="3173188" cy="3173186"/>
              <a:chOff x="4078064" y="1611594"/>
              <a:chExt cx="4035872" cy="403587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49" name="îṧḷîḍé">
                <a:extLst>
                  <a:ext uri="{FF2B5EF4-FFF2-40B4-BE49-F238E27FC236}">
                    <a16:creationId xmlns:a16="http://schemas.microsoft.com/office/drawing/2014/main" id="{2057CAF0-56D7-47C1-87B6-2CE6C5079416}"/>
                  </a:ext>
                </a:extLst>
              </p:cNvPr>
              <p:cNvSpPr/>
              <p:nvPr/>
            </p:nvSpPr>
            <p:spPr bwMode="auto">
              <a:xfrm>
                <a:off x="4078064" y="1611594"/>
                <a:ext cx="4035872" cy="4035870"/>
              </a:xfrm>
              <a:custGeom>
                <a:avLst/>
                <a:gdLst>
                  <a:gd name="T0" fmla="*/ 1311 w 1532"/>
                  <a:gd name="T1" fmla="*/ 228 h 1532"/>
                  <a:gd name="T2" fmla="*/ 776 w 1532"/>
                  <a:gd name="T3" fmla="*/ 0 h 1532"/>
                  <a:gd name="T4" fmla="*/ 775 w 1532"/>
                  <a:gd name="T5" fmla="*/ 0 h 1532"/>
                  <a:gd name="T6" fmla="*/ 773 w 1532"/>
                  <a:gd name="T7" fmla="*/ 0 h 1532"/>
                  <a:gd name="T8" fmla="*/ 766 w 1532"/>
                  <a:gd name="T9" fmla="*/ 0 h 1532"/>
                  <a:gd name="T10" fmla="*/ 754 w 1532"/>
                  <a:gd name="T11" fmla="*/ 0 h 1532"/>
                  <a:gd name="T12" fmla="*/ 221 w 1532"/>
                  <a:gd name="T13" fmla="*/ 228 h 1532"/>
                  <a:gd name="T14" fmla="*/ 0 w 1532"/>
                  <a:gd name="T15" fmla="*/ 766 h 1532"/>
                  <a:gd name="T16" fmla="*/ 221 w 1532"/>
                  <a:gd name="T17" fmla="*/ 1305 h 1532"/>
                  <a:gd name="T18" fmla="*/ 756 w 1532"/>
                  <a:gd name="T19" fmla="*/ 1532 h 1532"/>
                  <a:gd name="T20" fmla="*/ 757 w 1532"/>
                  <a:gd name="T21" fmla="*/ 1532 h 1532"/>
                  <a:gd name="T22" fmla="*/ 759 w 1532"/>
                  <a:gd name="T23" fmla="*/ 1532 h 1532"/>
                  <a:gd name="T24" fmla="*/ 766 w 1532"/>
                  <a:gd name="T25" fmla="*/ 1532 h 1532"/>
                  <a:gd name="T26" fmla="*/ 778 w 1532"/>
                  <a:gd name="T27" fmla="*/ 1532 h 1532"/>
                  <a:gd name="T28" fmla="*/ 1312 w 1532"/>
                  <a:gd name="T29" fmla="*/ 1304 h 1532"/>
                  <a:gd name="T30" fmla="*/ 1532 w 1532"/>
                  <a:gd name="T31" fmla="*/ 766 h 1532"/>
                  <a:gd name="T32" fmla="*/ 1311 w 1532"/>
                  <a:gd name="T33" fmla="*/ 228 h 1532"/>
                  <a:gd name="T34" fmla="*/ 766 w 1532"/>
                  <a:gd name="T35" fmla="*/ 1239 h 1532"/>
                  <a:gd name="T36" fmla="*/ 648 w 1532"/>
                  <a:gd name="T37" fmla="*/ 1121 h 1532"/>
                  <a:gd name="T38" fmla="*/ 766 w 1532"/>
                  <a:gd name="T39" fmla="*/ 1003 h 1532"/>
                  <a:gd name="T40" fmla="*/ 885 w 1532"/>
                  <a:gd name="T41" fmla="*/ 1121 h 1532"/>
                  <a:gd name="T42" fmla="*/ 766 w 1532"/>
                  <a:gd name="T43" fmla="*/ 1239 h 1532"/>
                  <a:gd name="T44" fmla="*/ 766 w 1532"/>
                  <a:gd name="T45" fmla="*/ 710 h 1532"/>
                  <a:gd name="T46" fmla="*/ 355 w 1532"/>
                  <a:gd name="T47" fmla="*/ 1121 h 1532"/>
                  <a:gd name="T48" fmla="*/ 355 w 1532"/>
                  <a:gd name="T49" fmla="*/ 1121 h 1532"/>
                  <a:gd name="T50" fmla="*/ 355 w 1532"/>
                  <a:gd name="T51" fmla="*/ 1122 h 1532"/>
                  <a:gd name="T52" fmla="*/ 355 w 1532"/>
                  <a:gd name="T53" fmla="*/ 1132 h 1532"/>
                  <a:gd name="T54" fmla="*/ 355 w 1532"/>
                  <a:gd name="T55" fmla="*/ 1138 h 1532"/>
                  <a:gd name="T56" fmla="*/ 356 w 1532"/>
                  <a:gd name="T57" fmla="*/ 1144 h 1532"/>
                  <a:gd name="T58" fmla="*/ 356 w 1532"/>
                  <a:gd name="T59" fmla="*/ 1150 h 1532"/>
                  <a:gd name="T60" fmla="*/ 356 w 1532"/>
                  <a:gd name="T61" fmla="*/ 1154 h 1532"/>
                  <a:gd name="T62" fmla="*/ 357 w 1532"/>
                  <a:gd name="T63" fmla="*/ 1162 h 1532"/>
                  <a:gd name="T64" fmla="*/ 357 w 1532"/>
                  <a:gd name="T65" fmla="*/ 1164 h 1532"/>
                  <a:gd name="T66" fmla="*/ 399 w 1532"/>
                  <a:gd name="T67" fmla="*/ 1307 h 1532"/>
                  <a:gd name="T68" fmla="*/ 112 w 1532"/>
                  <a:gd name="T69" fmla="*/ 766 h 1532"/>
                  <a:gd name="T70" fmla="*/ 757 w 1532"/>
                  <a:gd name="T71" fmla="*/ 112 h 1532"/>
                  <a:gd name="T72" fmla="*/ 757 w 1532"/>
                  <a:gd name="T73" fmla="*/ 112 h 1532"/>
                  <a:gd name="T74" fmla="*/ 766 w 1532"/>
                  <a:gd name="T75" fmla="*/ 112 h 1532"/>
                  <a:gd name="T76" fmla="*/ 840 w 1532"/>
                  <a:gd name="T77" fmla="*/ 121 h 1532"/>
                  <a:gd name="T78" fmla="*/ 1065 w 1532"/>
                  <a:gd name="T79" fmla="*/ 396 h 1532"/>
                  <a:gd name="T80" fmla="*/ 1065 w 1532"/>
                  <a:gd name="T81" fmla="*/ 411 h 1532"/>
                  <a:gd name="T82" fmla="*/ 766 w 1532"/>
                  <a:gd name="T83" fmla="*/ 710 h 1532"/>
                  <a:gd name="T84" fmla="*/ 766 w 1532"/>
                  <a:gd name="T85" fmla="*/ 710 h 1532"/>
                  <a:gd name="T86" fmla="*/ 766 w 1532"/>
                  <a:gd name="T87" fmla="*/ 710 h 1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532" h="1532">
                    <a:moveTo>
                      <a:pt x="1311" y="228"/>
                    </a:moveTo>
                    <a:cubicBezTo>
                      <a:pt x="1169" y="83"/>
                      <a:pt x="979" y="3"/>
                      <a:pt x="776" y="0"/>
                    </a:cubicBezTo>
                    <a:cubicBezTo>
                      <a:pt x="776" y="0"/>
                      <a:pt x="776" y="0"/>
                      <a:pt x="775" y="0"/>
                    </a:cubicBezTo>
                    <a:cubicBezTo>
                      <a:pt x="775" y="0"/>
                      <a:pt x="774" y="0"/>
                      <a:pt x="773" y="0"/>
                    </a:cubicBezTo>
                    <a:cubicBezTo>
                      <a:pt x="771" y="0"/>
                      <a:pt x="769" y="0"/>
                      <a:pt x="766" y="0"/>
                    </a:cubicBezTo>
                    <a:cubicBezTo>
                      <a:pt x="762" y="0"/>
                      <a:pt x="758" y="0"/>
                      <a:pt x="754" y="0"/>
                    </a:cubicBezTo>
                    <a:cubicBezTo>
                      <a:pt x="552" y="3"/>
                      <a:pt x="363" y="84"/>
                      <a:pt x="221" y="228"/>
                    </a:cubicBezTo>
                    <a:cubicBezTo>
                      <a:pt x="78" y="373"/>
                      <a:pt x="0" y="564"/>
                      <a:pt x="0" y="766"/>
                    </a:cubicBezTo>
                    <a:cubicBezTo>
                      <a:pt x="0" y="969"/>
                      <a:pt x="79" y="1160"/>
                      <a:pt x="221" y="1305"/>
                    </a:cubicBezTo>
                    <a:cubicBezTo>
                      <a:pt x="364" y="1449"/>
                      <a:pt x="554" y="1530"/>
                      <a:pt x="756" y="1532"/>
                    </a:cubicBezTo>
                    <a:cubicBezTo>
                      <a:pt x="757" y="1532"/>
                      <a:pt x="757" y="1532"/>
                      <a:pt x="757" y="1532"/>
                    </a:cubicBezTo>
                    <a:cubicBezTo>
                      <a:pt x="758" y="1532"/>
                      <a:pt x="758" y="1532"/>
                      <a:pt x="759" y="1532"/>
                    </a:cubicBezTo>
                    <a:cubicBezTo>
                      <a:pt x="761" y="1532"/>
                      <a:pt x="764" y="1532"/>
                      <a:pt x="766" y="1532"/>
                    </a:cubicBezTo>
                    <a:cubicBezTo>
                      <a:pt x="770" y="1532"/>
                      <a:pt x="774" y="1532"/>
                      <a:pt x="778" y="1532"/>
                    </a:cubicBezTo>
                    <a:cubicBezTo>
                      <a:pt x="980" y="1529"/>
                      <a:pt x="1169" y="1448"/>
                      <a:pt x="1312" y="1304"/>
                    </a:cubicBezTo>
                    <a:cubicBezTo>
                      <a:pt x="1454" y="1160"/>
                      <a:pt x="1532" y="969"/>
                      <a:pt x="1532" y="766"/>
                    </a:cubicBezTo>
                    <a:cubicBezTo>
                      <a:pt x="1532" y="563"/>
                      <a:pt x="1454" y="372"/>
                      <a:pt x="1311" y="228"/>
                    </a:cubicBezTo>
                    <a:close/>
                    <a:moveTo>
                      <a:pt x="766" y="1239"/>
                    </a:moveTo>
                    <a:cubicBezTo>
                      <a:pt x="701" y="1239"/>
                      <a:pt x="648" y="1186"/>
                      <a:pt x="648" y="1121"/>
                    </a:cubicBezTo>
                    <a:cubicBezTo>
                      <a:pt x="648" y="1056"/>
                      <a:pt x="701" y="1003"/>
                      <a:pt x="766" y="1003"/>
                    </a:cubicBezTo>
                    <a:cubicBezTo>
                      <a:pt x="832" y="1003"/>
                      <a:pt x="885" y="1056"/>
                      <a:pt x="885" y="1121"/>
                    </a:cubicBezTo>
                    <a:cubicBezTo>
                      <a:pt x="885" y="1186"/>
                      <a:pt x="832" y="1239"/>
                      <a:pt x="766" y="1239"/>
                    </a:cubicBezTo>
                    <a:close/>
                    <a:moveTo>
                      <a:pt x="766" y="710"/>
                    </a:moveTo>
                    <a:cubicBezTo>
                      <a:pt x="540" y="710"/>
                      <a:pt x="355" y="894"/>
                      <a:pt x="355" y="1121"/>
                    </a:cubicBezTo>
                    <a:cubicBezTo>
                      <a:pt x="355" y="1121"/>
                      <a:pt x="355" y="1121"/>
                      <a:pt x="355" y="1121"/>
                    </a:cubicBezTo>
                    <a:cubicBezTo>
                      <a:pt x="355" y="1122"/>
                      <a:pt x="355" y="1122"/>
                      <a:pt x="355" y="1122"/>
                    </a:cubicBezTo>
                    <a:cubicBezTo>
                      <a:pt x="355" y="1126"/>
                      <a:pt x="355" y="1129"/>
                      <a:pt x="355" y="1132"/>
                    </a:cubicBezTo>
                    <a:cubicBezTo>
                      <a:pt x="355" y="1134"/>
                      <a:pt x="355" y="1136"/>
                      <a:pt x="355" y="1138"/>
                    </a:cubicBezTo>
                    <a:cubicBezTo>
                      <a:pt x="356" y="1140"/>
                      <a:pt x="356" y="1142"/>
                      <a:pt x="356" y="1144"/>
                    </a:cubicBezTo>
                    <a:cubicBezTo>
                      <a:pt x="356" y="1146"/>
                      <a:pt x="356" y="1148"/>
                      <a:pt x="356" y="1150"/>
                    </a:cubicBezTo>
                    <a:cubicBezTo>
                      <a:pt x="356" y="1151"/>
                      <a:pt x="356" y="1153"/>
                      <a:pt x="356" y="1154"/>
                    </a:cubicBezTo>
                    <a:cubicBezTo>
                      <a:pt x="357" y="1157"/>
                      <a:pt x="357" y="1159"/>
                      <a:pt x="357" y="1162"/>
                    </a:cubicBezTo>
                    <a:cubicBezTo>
                      <a:pt x="357" y="1163"/>
                      <a:pt x="357" y="1164"/>
                      <a:pt x="357" y="1164"/>
                    </a:cubicBezTo>
                    <a:cubicBezTo>
                      <a:pt x="363" y="1214"/>
                      <a:pt x="377" y="1262"/>
                      <a:pt x="399" y="1307"/>
                    </a:cubicBezTo>
                    <a:cubicBezTo>
                      <a:pt x="226" y="1189"/>
                      <a:pt x="112" y="990"/>
                      <a:pt x="112" y="766"/>
                    </a:cubicBezTo>
                    <a:cubicBezTo>
                      <a:pt x="112" y="411"/>
                      <a:pt x="401" y="117"/>
                      <a:pt x="757" y="112"/>
                    </a:cubicBezTo>
                    <a:cubicBezTo>
                      <a:pt x="757" y="112"/>
                      <a:pt x="757" y="112"/>
                      <a:pt x="757" y="112"/>
                    </a:cubicBezTo>
                    <a:cubicBezTo>
                      <a:pt x="760" y="112"/>
                      <a:pt x="763" y="112"/>
                      <a:pt x="766" y="112"/>
                    </a:cubicBezTo>
                    <a:cubicBezTo>
                      <a:pt x="792" y="112"/>
                      <a:pt x="817" y="115"/>
                      <a:pt x="840" y="121"/>
                    </a:cubicBezTo>
                    <a:cubicBezTo>
                      <a:pt x="964" y="153"/>
                      <a:pt x="1058" y="264"/>
                      <a:pt x="1065" y="396"/>
                    </a:cubicBezTo>
                    <a:cubicBezTo>
                      <a:pt x="1065" y="401"/>
                      <a:pt x="1065" y="406"/>
                      <a:pt x="1065" y="411"/>
                    </a:cubicBezTo>
                    <a:cubicBezTo>
                      <a:pt x="1065" y="576"/>
                      <a:pt x="931" y="710"/>
                      <a:pt x="766" y="710"/>
                    </a:cubicBezTo>
                    <a:close/>
                    <a:moveTo>
                      <a:pt x="766" y="710"/>
                    </a:moveTo>
                    <a:cubicBezTo>
                      <a:pt x="766" y="710"/>
                      <a:pt x="766" y="710"/>
                      <a:pt x="766" y="710"/>
                    </a:cubicBezTo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50" name="iṡḷïḓê">
                <a:extLst>
                  <a:ext uri="{FF2B5EF4-FFF2-40B4-BE49-F238E27FC236}">
                    <a16:creationId xmlns:a16="http://schemas.microsoft.com/office/drawing/2014/main" id="{F6F4542B-2E75-442F-B274-D8106E2B56A0}"/>
                  </a:ext>
                </a:extLst>
              </p:cNvPr>
              <p:cNvSpPr/>
              <p:nvPr/>
            </p:nvSpPr>
            <p:spPr bwMode="auto">
              <a:xfrm>
                <a:off x="5785464" y="2382928"/>
                <a:ext cx="624414" cy="622188"/>
              </a:xfrm>
              <a:custGeom>
                <a:avLst/>
                <a:gdLst>
                  <a:gd name="T0" fmla="*/ 118 w 237"/>
                  <a:gd name="T1" fmla="*/ 0 h 236"/>
                  <a:gd name="T2" fmla="*/ 0 w 237"/>
                  <a:gd name="T3" fmla="*/ 118 h 236"/>
                  <a:gd name="T4" fmla="*/ 118 w 237"/>
                  <a:gd name="T5" fmla="*/ 236 h 236"/>
                  <a:gd name="T6" fmla="*/ 237 w 237"/>
                  <a:gd name="T7" fmla="*/ 118 h 236"/>
                  <a:gd name="T8" fmla="*/ 118 w 237"/>
                  <a:gd name="T9" fmla="*/ 0 h 236"/>
                  <a:gd name="T10" fmla="*/ 118 w 237"/>
                  <a:gd name="T11" fmla="*/ 0 h 236"/>
                  <a:gd name="T12" fmla="*/ 118 w 237"/>
                  <a:gd name="T13" fmla="*/ 0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7" h="236">
                    <a:moveTo>
                      <a:pt x="118" y="0"/>
                    </a:moveTo>
                    <a:cubicBezTo>
                      <a:pt x="53" y="0"/>
                      <a:pt x="0" y="53"/>
                      <a:pt x="0" y="118"/>
                    </a:cubicBezTo>
                    <a:cubicBezTo>
                      <a:pt x="0" y="183"/>
                      <a:pt x="53" y="236"/>
                      <a:pt x="118" y="236"/>
                    </a:cubicBezTo>
                    <a:cubicBezTo>
                      <a:pt x="184" y="236"/>
                      <a:pt x="237" y="183"/>
                      <a:pt x="237" y="118"/>
                    </a:cubicBezTo>
                    <a:cubicBezTo>
                      <a:pt x="237" y="53"/>
                      <a:pt x="184" y="0"/>
                      <a:pt x="118" y="0"/>
                    </a:cubicBezTo>
                    <a:close/>
                    <a:moveTo>
                      <a:pt x="118" y="0"/>
                    </a:moveTo>
                    <a:cubicBezTo>
                      <a:pt x="118" y="0"/>
                      <a:pt x="118" y="0"/>
                      <a:pt x="118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</p:grpSp>
        <p:grpSp>
          <p:nvGrpSpPr>
            <p:cNvPr id="7" name="i$ļïdê">
              <a:extLst>
                <a:ext uri="{FF2B5EF4-FFF2-40B4-BE49-F238E27FC236}">
                  <a16:creationId xmlns:a16="http://schemas.microsoft.com/office/drawing/2014/main" id="{B7A94ACD-84D9-4917-A229-EA09ED652305}"/>
                </a:ext>
              </a:extLst>
            </p:cNvPr>
            <p:cNvGrpSpPr/>
            <p:nvPr/>
          </p:nvGrpSpPr>
          <p:grpSpPr>
            <a:xfrm>
              <a:off x="673100" y="1790491"/>
              <a:ext cx="2790450" cy="1005914"/>
              <a:chOff x="669926" y="1676903"/>
              <a:chExt cx="2790450" cy="1005914"/>
            </a:xfrm>
          </p:grpSpPr>
          <p:grpSp>
            <p:nvGrpSpPr>
              <p:cNvPr id="43" name="îšļiḍé">
                <a:extLst>
                  <a:ext uri="{FF2B5EF4-FFF2-40B4-BE49-F238E27FC236}">
                    <a16:creationId xmlns:a16="http://schemas.microsoft.com/office/drawing/2014/main" id="{B18AA854-1B8D-4EE1-8A18-77AD43983A87}"/>
                  </a:ext>
                </a:extLst>
              </p:cNvPr>
              <p:cNvGrpSpPr/>
              <p:nvPr/>
            </p:nvGrpSpPr>
            <p:grpSpPr>
              <a:xfrm>
                <a:off x="669926" y="1676903"/>
                <a:ext cx="2026254" cy="1005914"/>
                <a:chOff x="4243853" y="2741333"/>
                <a:chExt cx="1475629" cy="1005914"/>
              </a:xfrm>
            </p:grpSpPr>
            <p:sp>
              <p:nvSpPr>
                <p:cNvPr id="47" name="îşḻiďe">
                  <a:extLst>
                    <a:ext uri="{FF2B5EF4-FFF2-40B4-BE49-F238E27FC236}">
                      <a16:creationId xmlns:a16="http://schemas.microsoft.com/office/drawing/2014/main" id="{73DA5CA1-A22D-45FF-B355-18D3880E7B99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r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h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ere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" name="íśḷiḓê">
                  <a:extLst>
                    <a:ext uri="{FF2B5EF4-FFF2-40B4-BE49-F238E27FC236}">
                      <a16:creationId xmlns:a16="http://schemas.microsoft.com/office/drawing/2014/main" id="{B40F5E8D-FBEB-4054-86D5-66BEF7C4392C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/>
                    <a:t>Supporting tex</a:t>
                  </a:r>
                  <a:r>
                    <a:rPr lang="en-US" altLang="zh-CN" sz="100"/>
                    <a:t> </a:t>
                  </a:r>
                  <a:r>
                    <a:rPr lang="en-US" altLang="zh-CN" sz="1100"/>
                    <a:t>t </a:t>
                  </a:r>
                  <a:r>
                    <a:rPr lang="en-US" altLang="zh-CN" sz="1100" dirty="0"/>
                    <a:t>here.</a:t>
                  </a:r>
                </a:p>
                <a:p>
                  <a:pPr algn="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 dirty="0"/>
                    <a:t>……</a:t>
                  </a:r>
                </a:p>
              </p:txBody>
            </p:sp>
          </p:grpSp>
          <p:grpSp>
            <p:nvGrpSpPr>
              <p:cNvPr id="44" name="ïšlïḍe">
                <a:extLst>
                  <a:ext uri="{FF2B5EF4-FFF2-40B4-BE49-F238E27FC236}">
                    <a16:creationId xmlns:a16="http://schemas.microsoft.com/office/drawing/2014/main" id="{6B56DAAD-6E79-450A-91D5-AC412E1DBF8B}"/>
                  </a:ext>
                </a:extLst>
              </p:cNvPr>
              <p:cNvGrpSpPr/>
              <p:nvPr/>
            </p:nvGrpSpPr>
            <p:grpSpPr>
              <a:xfrm>
                <a:off x="2873276" y="1886310"/>
                <a:ext cx="587100" cy="587100"/>
                <a:chOff x="4123765" y="2164043"/>
                <a:chExt cx="457200" cy="457200"/>
              </a:xfrm>
            </p:grpSpPr>
            <p:sp>
              <p:nvSpPr>
                <p:cNvPr id="45" name="îṩḻîde">
                  <a:extLst>
                    <a:ext uri="{FF2B5EF4-FFF2-40B4-BE49-F238E27FC236}">
                      <a16:creationId xmlns:a16="http://schemas.microsoft.com/office/drawing/2014/main" id="{09B7D8D1-781B-4442-A0AF-28216DA44D6E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46" name="î$1îḋe">
                  <a:extLst>
                    <a:ext uri="{FF2B5EF4-FFF2-40B4-BE49-F238E27FC236}">
                      <a16:creationId xmlns:a16="http://schemas.microsoft.com/office/drawing/2014/main" id="{FCD355C4-0669-4D78-9B76-40FDCD127B60}"/>
                    </a:ext>
                  </a:extLst>
                </p:cNvPr>
                <p:cNvSpPr/>
                <p:nvPr/>
              </p:nvSpPr>
              <p:spPr>
                <a:xfrm>
                  <a:off x="4243855" y="2291459"/>
                  <a:ext cx="217020" cy="202363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8" name="îs1ïḑe">
              <a:extLst>
                <a:ext uri="{FF2B5EF4-FFF2-40B4-BE49-F238E27FC236}">
                  <a16:creationId xmlns:a16="http://schemas.microsoft.com/office/drawing/2014/main" id="{D2A631CD-32C2-41FA-9C28-D3D7F8003242}"/>
                </a:ext>
              </a:extLst>
            </p:cNvPr>
            <p:cNvGrpSpPr/>
            <p:nvPr/>
          </p:nvGrpSpPr>
          <p:grpSpPr>
            <a:xfrm>
              <a:off x="673100" y="3135593"/>
              <a:ext cx="2790450" cy="1005914"/>
              <a:chOff x="669926" y="1676903"/>
              <a:chExt cx="2790450" cy="1005914"/>
            </a:xfrm>
          </p:grpSpPr>
          <p:grpSp>
            <p:nvGrpSpPr>
              <p:cNvPr id="37" name="ïṡ1íďé">
                <a:extLst>
                  <a:ext uri="{FF2B5EF4-FFF2-40B4-BE49-F238E27FC236}">
                    <a16:creationId xmlns:a16="http://schemas.microsoft.com/office/drawing/2014/main" id="{88C6F635-1692-4798-B43A-C2FE925BE876}"/>
                  </a:ext>
                </a:extLst>
              </p:cNvPr>
              <p:cNvGrpSpPr/>
              <p:nvPr/>
            </p:nvGrpSpPr>
            <p:grpSpPr>
              <a:xfrm>
                <a:off x="669926" y="1676903"/>
                <a:ext cx="2026254" cy="1005914"/>
                <a:chOff x="4243853" y="2741333"/>
                <a:chExt cx="1475629" cy="1005914"/>
              </a:xfrm>
            </p:grpSpPr>
            <p:sp>
              <p:nvSpPr>
                <p:cNvPr id="41" name="işḻíḑe">
                  <a:extLst>
                    <a:ext uri="{FF2B5EF4-FFF2-40B4-BE49-F238E27FC236}">
                      <a16:creationId xmlns:a16="http://schemas.microsoft.com/office/drawing/2014/main" id="{73DA5CA1-A22D-45FF-B355-18D3880E7B99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r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here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2" name="ï$ḻiḋe">
                  <a:extLst>
                    <a:ext uri="{FF2B5EF4-FFF2-40B4-BE49-F238E27FC236}">
                      <a16:creationId xmlns:a16="http://schemas.microsoft.com/office/drawing/2014/main" id="{B40F5E8D-FBEB-4054-86D5-66BEF7C4392C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/>
                    <a:t>Supporting tex</a:t>
                  </a:r>
                  <a:r>
                    <a:rPr lang="en-US" altLang="zh-CN" sz="100"/>
                    <a:t> </a:t>
                  </a:r>
                  <a:r>
                    <a:rPr lang="en-US" altLang="zh-CN" sz="1100"/>
                    <a:t>t </a:t>
                  </a:r>
                  <a:r>
                    <a:rPr lang="en-US" altLang="zh-CN" sz="1100" dirty="0"/>
                    <a:t>here.</a:t>
                  </a:r>
                </a:p>
                <a:p>
                  <a:pPr algn="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 dirty="0"/>
                    <a:t>……</a:t>
                  </a:r>
                </a:p>
              </p:txBody>
            </p:sp>
          </p:grpSp>
          <p:grpSp>
            <p:nvGrpSpPr>
              <p:cNvPr id="38" name="i$ḷîḋê">
                <a:extLst>
                  <a:ext uri="{FF2B5EF4-FFF2-40B4-BE49-F238E27FC236}">
                    <a16:creationId xmlns:a16="http://schemas.microsoft.com/office/drawing/2014/main" id="{DE403750-FB25-4931-8D02-BA00E08951B8}"/>
                  </a:ext>
                </a:extLst>
              </p:cNvPr>
              <p:cNvGrpSpPr/>
              <p:nvPr/>
            </p:nvGrpSpPr>
            <p:grpSpPr>
              <a:xfrm>
                <a:off x="2873276" y="1886310"/>
                <a:ext cx="587100" cy="587100"/>
                <a:chOff x="4123765" y="2164043"/>
                <a:chExt cx="457200" cy="457200"/>
              </a:xfrm>
            </p:grpSpPr>
            <p:sp>
              <p:nvSpPr>
                <p:cNvPr id="39" name="îsľïďè">
                  <a:extLst>
                    <a:ext uri="{FF2B5EF4-FFF2-40B4-BE49-F238E27FC236}">
                      <a16:creationId xmlns:a16="http://schemas.microsoft.com/office/drawing/2014/main" id="{3D298752-6E1C-454B-B63A-68A2F365EE5A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40" name="ïṥ1ïďê">
                  <a:extLst>
                    <a:ext uri="{FF2B5EF4-FFF2-40B4-BE49-F238E27FC236}">
                      <a16:creationId xmlns:a16="http://schemas.microsoft.com/office/drawing/2014/main" id="{50F51CB9-18AF-4267-81A4-AA7AAD25C8C4}"/>
                    </a:ext>
                  </a:extLst>
                </p:cNvPr>
                <p:cNvSpPr/>
                <p:nvPr/>
              </p:nvSpPr>
              <p:spPr>
                <a:xfrm>
                  <a:off x="4243855" y="2291459"/>
                  <a:ext cx="217020" cy="202363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9" name="ïṥļíde">
              <a:extLst>
                <a:ext uri="{FF2B5EF4-FFF2-40B4-BE49-F238E27FC236}">
                  <a16:creationId xmlns:a16="http://schemas.microsoft.com/office/drawing/2014/main" id="{AABC119D-8BAA-49C6-8574-6EAF5793EC3E}"/>
                </a:ext>
              </a:extLst>
            </p:cNvPr>
            <p:cNvGrpSpPr/>
            <p:nvPr/>
          </p:nvGrpSpPr>
          <p:grpSpPr>
            <a:xfrm>
              <a:off x="673100" y="4480695"/>
              <a:ext cx="2790450" cy="1005914"/>
              <a:chOff x="669926" y="1676903"/>
              <a:chExt cx="2790450" cy="1005914"/>
            </a:xfrm>
          </p:grpSpPr>
          <p:grpSp>
            <p:nvGrpSpPr>
              <p:cNvPr id="31" name="îṣ1ïdè">
                <a:extLst>
                  <a:ext uri="{FF2B5EF4-FFF2-40B4-BE49-F238E27FC236}">
                    <a16:creationId xmlns:a16="http://schemas.microsoft.com/office/drawing/2014/main" id="{1C57F2FD-E4B5-4899-97AC-0086424B2A9B}"/>
                  </a:ext>
                </a:extLst>
              </p:cNvPr>
              <p:cNvGrpSpPr/>
              <p:nvPr/>
            </p:nvGrpSpPr>
            <p:grpSpPr>
              <a:xfrm>
                <a:off x="669926" y="1676903"/>
                <a:ext cx="2026254" cy="1005914"/>
                <a:chOff x="4243853" y="2741333"/>
                <a:chExt cx="1475629" cy="1005914"/>
              </a:xfrm>
            </p:grpSpPr>
            <p:sp>
              <p:nvSpPr>
                <p:cNvPr id="35" name="îṡlîdé">
                  <a:extLst>
                    <a:ext uri="{FF2B5EF4-FFF2-40B4-BE49-F238E27FC236}">
                      <a16:creationId xmlns:a16="http://schemas.microsoft.com/office/drawing/2014/main" id="{73DA5CA1-A22D-45FF-B355-18D3880E7B99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r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here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6" name="ïSḷïďe">
                  <a:extLst>
                    <a:ext uri="{FF2B5EF4-FFF2-40B4-BE49-F238E27FC236}">
                      <a16:creationId xmlns:a16="http://schemas.microsoft.com/office/drawing/2014/main" id="{B40F5E8D-FBEB-4054-86D5-66BEF7C4392C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 dirty="0"/>
                    <a:t>Supporting text here.</a:t>
                  </a:r>
                </a:p>
                <a:p>
                  <a:pPr algn="r"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"/>
                    <a:t> </a:t>
                  </a:r>
                  <a:r>
                    <a:rPr lang="en-US" altLang="zh-CN" sz="1100"/>
                    <a:t>……</a:t>
                  </a:r>
                  <a:endParaRPr lang="en-US" altLang="zh-CN" sz="1100" dirty="0"/>
                </a:p>
              </p:txBody>
            </p:sp>
          </p:grpSp>
          <p:grpSp>
            <p:nvGrpSpPr>
              <p:cNvPr id="32" name="ïS1idè">
                <a:extLst>
                  <a:ext uri="{FF2B5EF4-FFF2-40B4-BE49-F238E27FC236}">
                    <a16:creationId xmlns:a16="http://schemas.microsoft.com/office/drawing/2014/main" id="{9F70773E-AA54-4C26-9C5E-12FD1207B188}"/>
                  </a:ext>
                </a:extLst>
              </p:cNvPr>
              <p:cNvGrpSpPr/>
              <p:nvPr/>
            </p:nvGrpSpPr>
            <p:grpSpPr>
              <a:xfrm>
                <a:off x="2873276" y="1886310"/>
                <a:ext cx="587100" cy="587100"/>
                <a:chOff x="4123765" y="2164043"/>
                <a:chExt cx="457200" cy="457200"/>
              </a:xfrm>
            </p:grpSpPr>
            <p:sp>
              <p:nvSpPr>
                <p:cNvPr id="33" name="išḷîḍé">
                  <a:extLst>
                    <a:ext uri="{FF2B5EF4-FFF2-40B4-BE49-F238E27FC236}">
                      <a16:creationId xmlns:a16="http://schemas.microsoft.com/office/drawing/2014/main" id="{AD43B5B1-6120-4B74-AFBC-2B3DD5E061B8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34" name="ïŝ1ïďê">
                  <a:extLst>
                    <a:ext uri="{FF2B5EF4-FFF2-40B4-BE49-F238E27FC236}">
                      <a16:creationId xmlns:a16="http://schemas.microsoft.com/office/drawing/2014/main" id="{F49FA2C2-DE8D-463A-B1DB-081CF2352005}"/>
                    </a:ext>
                  </a:extLst>
                </p:cNvPr>
                <p:cNvSpPr/>
                <p:nvPr/>
              </p:nvSpPr>
              <p:spPr>
                <a:xfrm>
                  <a:off x="4243855" y="2291459"/>
                  <a:ext cx="217020" cy="202363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0" name="ísļídé">
              <a:extLst>
                <a:ext uri="{FF2B5EF4-FFF2-40B4-BE49-F238E27FC236}">
                  <a16:creationId xmlns:a16="http://schemas.microsoft.com/office/drawing/2014/main" id="{CBAF7211-4E2E-4DA2-ADB5-15BC5310C7EA}"/>
                </a:ext>
              </a:extLst>
            </p:cNvPr>
            <p:cNvGrpSpPr/>
            <p:nvPr/>
          </p:nvGrpSpPr>
          <p:grpSpPr>
            <a:xfrm>
              <a:off x="8728450" y="1790491"/>
              <a:ext cx="2790450" cy="1005914"/>
              <a:chOff x="8728450" y="1790491"/>
              <a:chExt cx="2790450" cy="1005914"/>
            </a:xfrm>
          </p:grpSpPr>
          <p:grpSp>
            <p:nvGrpSpPr>
              <p:cNvPr id="25" name="îśḻïḋè">
                <a:extLst>
                  <a:ext uri="{FF2B5EF4-FFF2-40B4-BE49-F238E27FC236}">
                    <a16:creationId xmlns:a16="http://schemas.microsoft.com/office/drawing/2014/main" id="{B3C2A09C-2D7F-40A8-9A30-5DF25EC8941E}"/>
                  </a:ext>
                </a:extLst>
              </p:cNvPr>
              <p:cNvGrpSpPr/>
              <p:nvPr/>
            </p:nvGrpSpPr>
            <p:grpSpPr>
              <a:xfrm>
                <a:off x="9492646" y="1790491"/>
                <a:ext cx="2026254" cy="1005914"/>
                <a:chOff x="4243853" y="2741333"/>
                <a:chExt cx="1475629" cy="1005914"/>
              </a:xfrm>
            </p:grpSpPr>
            <p:sp>
              <p:nvSpPr>
                <p:cNvPr id="29" name="ïšľîḓé">
                  <a:extLst>
                    <a:ext uri="{FF2B5EF4-FFF2-40B4-BE49-F238E27FC236}">
                      <a16:creationId xmlns:a16="http://schemas.microsoft.com/office/drawing/2014/main" id="{73DA5CA1-A22D-45FF-B355-18D3880E7B99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he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30" name="i$1ïďe">
                  <a:extLst>
                    <a:ext uri="{FF2B5EF4-FFF2-40B4-BE49-F238E27FC236}">
                      <a16:creationId xmlns:a16="http://schemas.microsoft.com/office/drawing/2014/main" id="{B40F5E8D-FBEB-4054-86D5-66BEF7C4392C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 dirty="0"/>
                    <a:t>Supporting text here.</a:t>
                  </a:r>
                </a:p>
                <a:p>
                  <a:pPr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00"/>
                    <a:t> </a:t>
                  </a:r>
                  <a:r>
                    <a:rPr lang="en-US" altLang="zh-CN" sz="1100"/>
                    <a:t>……</a:t>
                  </a:r>
                  <a:endParaRPr lang="en-US" altLang="zh-CN" sz="1100" dirty="0"/>
                </a:p>
              </p:txBody>
            </p:sp>
          </p:grpSp>
          <p:grpSp>
            <p:nvGrpSpPr>
              <p:cNvPr id="26" name="îṡļídê">
                <a:extLst>
                  <a:ext uri="{FF2B5EF4-FFF2-40B4-BE49-F238E27FC236}">
                    <a16:creationId xmlns:a16="http://schemas.microsoft.com/office/drawing/2014/main" id="{4C272D2F-63E9-4A81-A743-4E6DF8A892EF}"/>
                  </a:ext>
                </a:extLst>
              </p:cNvPr>
              <p:cNvGrpSpPr/>
              <p:nvPr/>
            </p:nvGrpSpPr>
            <p:grpSpPr>
              <a:xfrm>
                <a:off x="8728450" y="1999898"/>
                <a:ext cx="587100" cy="587100"/>
                <a:chOff x="4123765" y="2164043"/>
                <a:chExt cx="457200" cy="457200"/>
              </a:xfrm>
            </p:grpSpPr>
            <p:sp>
              <p:nvSpPr>
                <p:cNvPr id="27" name="ïslíḋè">
                  <a:extLst>
                    <a:ext uri="{FF2B5EF4-FFF2-40B4-BE49-F238E27FC236}">
                      <a16:creationId xmlns:a16="http://schemas.microsoft.com/office/drawing/2014/main" id="{8D4E52E2-E3CF-4D1D-9024-00C76B702FFE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28" name="îṧlíḓe">
                  <a:extLst>
                    <a:ext uri="{FF2B5EF4-FFF2-40B4-BE49-F238E27FC236}">
                      <a16:creationId xmlns:a16="http://schemas.microsoft.com/office/drawing/2014/main" id="{7449D149-28A0-422C-BC26-01D9E0C5207B}"/>
                    </a:ext>
                  </a:extLst>
                </p:cNvPr>
                <p:cNvSpPr/>
                <p:nvPr/>
              </p:nvSpPr>
              <p:spPr>
                <a:xfrm>
                  <a:off x="4243855" y="2291459"/>
                  <a:ext cx="217020" cy="202363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1" name="ís1ïḍe">
              <a:extLst>
                <a:ext uri="{FF2B5EF4-FFF2-40B4-BE49-F238E27FC236}">
                  <a16:creationId xmlns:a16="http://schemas.microsoft.com/office/drawing/2014/main" id="{825CC5D6-54AD-488E-9DB6-C8407E3A2970}"/>
                </a:ext>
              </a:extLst>
            </p:cNvPr>
            <p:cNvGrpSpPr/>
            <p:nvPr/>
          </p:nvGrpSpPr>
          <p:grpSpPr>
            <a:xfrm>
              <a:off x="8728450" y="3135593"/>
              <a:ext cx="2790450" cy="1005914"/>
              <a:chOff x="8728450" y="3135593"/>
              <a:chExt cx="2790450" cy="1005914"/>
            </a:xfrm>
          </p:grpSpPr>
          <p:grpSp>
            <p:nvGrpSpPr>
              <p:cNvPr id="19" name="iSlîḑê">
                <a:extLst>
                  <a:ext uri="{FF2B5EF4-FFF2-40B4-BE49-F238E27FC236}">
                    <a16:creationId xmlns:a16="http://schemas.microsoft.com/office/drawing/2014/main" id="{18F1AD19-4BDA-4301-B8FC-073CF86012C8}"/>
                  </a:ext>
                </a:extLst>
              </p:cNvPr>
              <p:cNvGrpSpPr/>
              <p:nvPr/>
            </p:nvGrpSpPr>
            <p:grpSpPr>
              <a:xfrm>
                <a:off x="9492646" y="3135593"/>
                <a:ext cx="2026254" cy="1005914"/>
                <a:chOff x="4243853" y="2741333"/>
                <a:chExt cx="1475629" cy="1005914"/>
              </a:xfrm>
            </p:grpSpPr>
            <p:sp>
              <p:nvSpPr>
                <p:cNvPr id="23" name="îślíde">
                  <a:extLst>
                    <a:ext uri="{FF2B5EF4-FFF2-40B4-BE49-F238E27FC236}">
                      <a16:creationId xmlns:a16="http://schemas.microsoft.com/office/drawing/2014/main" id="{73DA5CA1-A22D-45FF-B355-18D3880E7B99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Text he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ïṧľíḓe">
                  <a:extLst>
                    <a:ext uri="{FF2B5EF4-FFF2-40B4-BE49-F238E27FC236}">
                      <a16:creationId xmlns:a16="http://schemas.microsoft.com/office/drawing/2014/main" id="{B40F5E8D-FBEB-4054-86D5-66BEF7C4392C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/>
                    <a:t>Supporti</a:t>
                  </a:r>
                  <a:r>
                    <a:rPr lang="en-US" altLang="zh-CN" sz="100"/>
                    <a:t> </a:t>
                  </a:r>
                  <a:r>
                    <a:rPr lang="en-US" altLang="zh-CN" sz="1100"/>
                    <a:t>ng </a:t>
                  </a:r>
                  <a:r>
                    <a:rPr lang="en-US" altLang="zh-CN" sz="1100" dirty="0"/>
                    <a:t>text here.</a:t>
                  </a:r>
                </a:p>
                <a:p>
                  <a:pPr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 dirty="0"/>
                    <a:t>……</a:t>
                  </a:r>
                </a:p>
              </p:txBody>
            </p:sp>
          </p:grpSp>
          <p:grpSp>
            <p:nvGrpSpPr>
              <p:cNvPr id="20" name="îSlíḋe">
                <a:extLst>
                  <a:ext uri="{FF2B5EF4-FFF2-40B4-BE49-F238E27FC236}">
                    <a16:creationId xmlns:a16="http://schemas.microsoft.com/office/drawing/2014/main" id="{D0187762-BB40-4D7B-9A36-79F2097E462B}"/>
                  </a:ext>
                </a:extLst>
              </p:cNvPr>
              <p:cNvGrpSpPr/>
              <p:nvPr/>
            </p:nvGrpSpPr>
            <p:grpSpPr>
              <a:xfrm>
                <a:off x="8728450" y="3345000"/>
                <a:ext cx="587100" cy="587100"/>
                <a:chOff x="4123765" y="2164043"/>
                <a:chExt cx="457200" cy="457200"/>
              </a:xfrm>
            </p:grpSpPr>
            <p:sp>
              <p:nvSpPr>
                <p:cNvPr id="21" name="i$lïḓé">
                  <a:extLst>
                    <a:ext uri="{FF2B5EF4-FFF2-40B4-BE49-F238E27FC236}">
                      <a16:creationId xmlns:a16="http://schemas.microsoft.com/office/drawing/2014/main" id="{B905A64B-5707-4543-8C2A-02E994EDED66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22" name="ï$ḻíḓe">
                  <a:extLst>
                    <a:ext uri="{FF2B5EF4-FFF2-40B4-BE49-F238E27FC236}">
                      <a16:creationId xmlns:a16="http://schemas.microsoft.com/office/drawing/2014/main" id="{E1441E97-5DCB-4ABA-8DAD-CDEF06964B55}"/>
                    </a:ext>
                  </a:extLst>
                </p:cNvPr>
                <p:cNvSpPr/>
                <p:nvPr/>
              </p:nvSpPr>
              <p:spPr>
                <a:xfrm>
                  <a:off x="4243855" y="2291459"/>
                  <a:ext cx="217020" cy="202363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grpSp>
          <p:nvGrpSpPr>
            <p:cNvPr id="12" name="iṥľïḓê">
              <a:extLst>
                <a:ext uri="{FF2B5EF4-FFF2-40B4-BE49-F238E27FC236}">
                  <a16:creationId xmlns:a16="http://schemas.microsoft.com/office/drawing/2014/main" id="{21FC313B-36DF-4178-B68B-35FE768A44F8}"/>
                </a:ext>
              </a:extLst>
            </p:cNvPr>
            <p:cNvGrpSpPr/>
            <p:nvPr/>
          </p:nvGrpSpPr>
          <p:grpSpPr>
            <a:xfrm>
              <a:off x="8728450" y="4480695"/>
              <a:ext cx="2790450" cy="1005914"/>
              <a:chOff x="8728450" y="4480695"/>
              <a:chExt cx="2790450" cy="1005914"/>
            </a:xfrm>
          </p:grpSpPr>
          <p:grpSp>
            <p:nvGrpSpPr>
              <p:cNvPr id="13" name="íṣľïdé">
                <a:extLst>
                  <a:ext uri="{FF2B5EF4-FFF2-40B4-BE49-F238E27FC236}">
                    <a16:creationId xmlns:a16="http://schemas.microsoft.com/office/drawing/2014/main" id="{787DA949-F1F9-4DA3-B664-2FD7C8C2C799}"/>
                  </a:ext>
                </a:extLst>
              </p:cNvPr>
              <p:cNvGrpSpPr/>
              <p:nvPr/>
            </p:nvGrpSpPr>
            <p:grpSpPr>
              <a:xfrm>
                <a:off x="9492646" y="4480695"/>
                <a:ext cx="2026254" cy="1005914"/>
                <a:chOff x="4243853" y="2741333"/>
                <a:chExt cx="1475629" cy="1005914"/>
              </a:xfrm>
            </p:grpSpPr>
            <p:sp>
              <p:nvSpPr>
                <p:cNvPr id="17" name="íṡľïḋe">
                  <a:extLst>
                    <a:ext uri="{FF2B5EF4-FFF2-40B4-BE49-F238E27FC236}">
                      <a16:creationId xmlns:a16="http://schemas.microsoft.com/office/drawing/2014/main" id="{73DA5CA1-A22D-45FF-B355-18D3880E7B99}"/>
                    </a:ext>
                  </a:extLst>
                </p:cNvPr>
                <p:cNvSpPr/>
                <p:nvPr/>
              </p:nvSpPr>
              <p:spPr>
                <a:xfrm>
                  <a:off x="4243855" y="2741333"/>
                  <a:ext cx="1475627" cy="410188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>
                    <a:lnSpc>
                      <a:spcPct val="120000"/>
                    </a:lnSpc>
                  </a:pPr>
                  <a:r>
                    <a:rPr lang="en-US" altLang="zh-CN" sz="1400" b="1">
                      <a:solidFill>
                        <a:schemeClr val="tx1"/>
                      </a:solidFill>
                    </a:rPr>
                    <a:t>Tex</a:t>
                  </a:r>
                  <a:r>
                    <a:rPr lang="en-US" altLang="zh-CN" sz="100" b="1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400" b="1">
                      <a:solidFill>
                        <a:schemeClr val="tx1"/>
                      </a:solidFill>
                    </a:rPr>
                    <a:t>t </a:t>
                  </a:r>
                  <a:r>
                    <a:rPr lang="en-US" altLang="zh-CN" sz="1400" b="1" dirty="0">
                      <a:solidFill>
                        <a:schemeClr val="tx1"/>
                      </a:solidFill>
                    </a:rPr>
                    <a:t>here</a:t>
                  </a:r>
                  <a:endParaRPr lang="zh-CN" altLang="en-US" sz="1400" b="1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ïś1íďè">
                  <a:extLst>
                    <a:ext uri="{FF2B5EF4-FFF2-40B4-BE49-F238E27FC236}">
                      <a16:creationId xmlns:a16="http://schemas.microsoft.com/office/drawing/2014/main" id="{B40F5E8D-FBEB-4054-86D5-66BEF7C4392C}"/>
                    </a:ext>
                  </a:extLst>
                </p:cNvPr>
                <p:cNvSpPr txBox="1"/>
                <p:nvPr/>
              </p:nvSpPr>
              <p:spPr>
                <a:xfrm>
                  <a:off x="4243853" y="3151522"/>
                  <a:ext cx="1475628" cy="5957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/>
                    <a:t>Supporti</a:t>
                  </a:r>
                  <a:r>
                    <a:rPr lang="en-US" altLang="zh-CN" sz="100"/>
                    <a:t> </a:t>
                  </a:r>
                  <a:r>
                    <a:rPr lang="en-US" altLang="zh-CN" sz="1100"/>
                    <a:t>ng </a:t>
                  </a:r>
                  <a:r>
                    <a:rPr lang="en-US" altLang="zh-CN" sz="1100" dirty="0"/>
                    <a:t>text here.</a:t>
                  </a:r>
                </a:p>
                <a:p>
                  <a:pPr>
                    <a:lnSpc>
                      <a:spcPct val="150000"/>
                    </a:lnSpc>
                    <a:spcBef>
                      <a:spcPct val="0"/>
                    </a:spcBef>
                  </a:pPr>
                  <a:r>
                    <a:rPr lang="en-US" altLang="zh-CN" sz="1100" dirty="0"/>
                    <a:t>……</a:t>
                  </a:r>
                </a:p>
              </p:txBody>
            </p:sp>
          </p:grpSp>
          <p:grpSp>
            <p:nvGrpSpPr>
              <p:cNvPr id="14" name="ïṡḻiḑê">
                <a:extLst>
                  <a:ext uri="{FF2B5EF4-FFF2-40B4-BE49-F238E27FC236}">
                    <a16:creationId xmlns:a16="http://schemas.microsoft.com/office/drawing/2014/main" id="{9BB04F91-7364-4904-808C-5A9B6F8F7DB8}"/>
                  </a:ext>
                </a:extLst>
              </p:cNvPr>
              <p:cNvGrpSpPr/>
              <p:nvPr/>
            </p:nvGrpSpPr>
            <p:grpSpPr>
              <a:xfrm>
                <a:off x="8728450" y="4690102"/>
                <a:ext cx="587100" cy="587100"/>
                <a:chOff x="4123765" y="2164043"/>
                <a:chExt cx="457200" cy="457200"/>
              </a:xfrm>
            </p:grpSpPr>
            <p:sp>
              <p:nvSpPr>
                <p:cNvPr id="15" name="îŝ1ïde">
                  <a:extLst>
                    <a:ext uri="{FF2B5EF4-FFF2-40B4-BE49-F238E27FC236}">
                      <a16:creationId xmlns:a16="http://schemas.microsoft.com/office/drawing/2014/main" id="{201AFF07-73AA-4558-B71A-401D4D549AC0}"/>
                    </a:ext>
                  </a:extLst>
                </p:cNvPr>
                <p:cNvSpPr/>
                <p:nvPr/>
              </p:nvSpPr>
              <p:spPr>
                <a:xfrm>
                  <a:off x="4123765" y="2164043"/>
                  <a:ext cx="457200" cy="457200"/>
                </a:xfrm>
                <a:prstGeom prst="ellipse">
                  <a:avLst/>
                </a:prstGeom>
                <a:solidFill>
                  <a:schemeClr val="accent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  <p:sp>
              <p:nvSpPr>
                <p:cNvPr id="16" name="ïṥľiḋe">
                  <a:extLst>
                    <a:ext uri="{FF2B5EF4-FFF2-40B4-BE49-F238E27FC236}">
                      <a16:creationId xmlns:a16="http://schemas.microsoft.com/office/drawing/2014/main" id="{96734FFA-BBA6-447D-B65B-A7FA531CF6DC}"/>
                    </a:ext>
                  </a:extLst>
                </p:cNvPr>
                <p:cNvSpPr/>
                <p:nvPr/>
              </p:nvSpPr>
              <p:spPr>
                <a:xfrm>
                  <a:off x="4243855" y="2291459"/>
                  <a:ext cx="217020" cy="202363"/>
                </a:xfrm>
                <a:custGeom>
                  <a:avLst/>
                  <a:gdLst>
                    <a:gd name="T0" fmla="*/ 3958 w 4630"/>
                    <a:gd name="T1" fmla="*/ 1193 h 4324"/>
                    <a:gd name="T2" fmla="*/ 3772 w 4630"/>
                    <a:gd name="T3" fmla="*/ 1223 h 4324"/>
                    <a:gd name="T4" fmla="*/ 3358 w 4630"/>
                    <a:gd name="T5" fmla="*/ 1778 h 4324"/>
                    <a:gd name="T6" fmla="*/ 3055 w 4630"/>
                    <a:gd name="T7" fmla="*/ 1876 h 4324"/>
                    <a:gd name="T8" fmla="*/ 2515 w 4630"/>
                    <a:gd name="T9" fmla="*/ 1484 h 4324"/>
                    <a:gd name="T10" fmla="*/ 2515 w 4630"/>
                    <a:gd name="T11" fmla="*/ 1166 h 4324"/>
                    <a:gd name="T12" fmla="*/ 2915 w 4630"/>
                    <a:gd name="T13" fmla="*/ 600 h 4324"/>
                    <a:gd name="T14" fmla="*/ 2315 w 4630"/>
                    <a:gd name="T15" fmla="*/ 0 h 4324"/>
                    <a:gd name="T16" fmla="*/ 1715 w 4630"/>
                    <a:gd name="T17" fmla="*/ 600 h 4324"/>
                    <a:gd name="T18" fmla="*/ 2115 w 4630"/>
                    <a:gd name="T19" fmla="*/ 1166 h 4324"/>
                    <a:gd name="T20" fmla="*/ 2115 w 4630"/>
                    <a:gd name="T21" fmla="*/ 1484 h 4324"/>
                    <a:gd name="T22" fmla="*/ 1575 w 4630"/>
                    <a:gd name="T23" fmla="*/ 1877 h 4324"/>
                    <a:gd name="T24" fmla="*/ 1273 w 4630"/>
                    <a:gd name="T25" fmla="*/ 1778 h 4324"/>
                    <a:gd name="T26" fmla="*/ 858 w 4630"/>
                    <a:gd name="T27" fmla="*/ 1223 h 4324"/>
                    <a:gd name="T28" fmla="*/ 673 w 4630"/>
                    <a:gd name="T29" fmla="*/ 1193 h 4324"/>
                    <a:gd name="T30" fmla="*/ 102 w 4630"/>
                    <a:gd name="T31" fmla="*/ 1608 h 4324"/>
                    <a:gd name="T32" fmla="*/ 488 w 4630"/>
                    <a:gd name="T33" fmla="*/ 2364 h 4324"/>
                    <a:gd name="T34" fmla="*/ 673 w 4630"/>
                    <a:gd name="T35" fmla="*/ 2394 h 4324"/>
                    <a:gd name="T36" fmla="*/ 1149 w 4630"/>
                    <a:gd name="T37" fmla="*/ 2159 h 4324"/>
                    <a:gd name="T38" fmla="*/ 1452 w 4630"/>
                    <a:gd name="T39" fmla="*/ 2258 h 4324"/>
                    <a:gd name="T40" fmla="*/ 1449 w 4630"/>
                    <a:gd name="T41" fmla="*/ 2327 h 4324"/>
                    <a:gd name="T42" fmla="*/ 1658 w 4630"/>
                    <a:gd name="T43" fmla="*/ 2891 h 4324"/>
                    <a:gd name="T44" fmla="*/ 1471 w 4630"/>
                    <a:gd name="T45" fmla="*/ 3149 h 4324"/>
                    <a:gd name="T46" fmla="*/ 1301 w 4630"/>
                    <a:gd name="T47" fmla="*/ 3124 h 4324"/>
                    <a:gd name="T48" fmla="*/ 815 w 4630"/>
                    <a:gd name="T49" fmla="*/ 3371 h 4324"/>
                    <a:gd name="T50" fmla="*/ 948 w 4630"/>
                    <a:gd name="T51" fmla="*/ 4209 h 4324"/>
                    <a:gd name="T52" fmla="*/ 1300 w 4630"/>
                    <a:gd name="T53" fmla="*/ 4324 h 4324"/>
                    <a:gd name="T54" fmla="*/ 1786 w 4630"/>
                    <a:gd name="T55" fmla="*/ 4077 h 4324"/>
                    <a:gd name="T56" fmla="*/ 1795 w 4630"/>
                    <a:gd name="T57" fmla="*/ 3384 h 4324"/>
                    <a:gd name="T58" fmla="*/ 1981 w 4630"/>
                    <a:gd name="T59" fmla="*/ 3127 h 4324"/>
                    <a:gd name="T60" fmla="*/ 2315 w 4630"/>
                    <a:gd name="T61" fmla="*/ 3194 h 4324"/>
                    <a:gd name="T62" fmla="*/ 2647 w 4630"/>
                    <a:gd name="T63" fmla="*/ 3127 h 4324"/>
                    <a:gd name="T64" fmla="*/ 2836 w 4630"/>
                    <a:gd name="T65" fmla="*/ 3385 h 4324"/>
                    <a:gd name="T66" fmla="*/ 2845 w 4630"/>
                    <a:gd name="T67" fmla="*/ 4077 h 4324"/>
                    <a:gd name="T68" fmla="*/ 3331 w 4630"/>
                    <a:gd name="T69" fmla="*/ 4324 h 4324"/>
                    <a:gd name="T70" fmla="*/ 3331 w 4630"/>
                    <a:gd name="T71" fmla="*/ 4324 h 4324"/>
                    <a:gd name="T72" fmla="*/ 3683 w 4630"/>
                    <a:gd name="T73" fmla="*/ 4209 h 4324"/>
                    <a:gd name="T74" fmla="*/ 3816 w 4630"/>
                    <a:gd name="T75" fmla="*/ 3371 h 4324"/>
                    <a:gd name="T76" fmla="*/ 3330 w 4630"/>
                    <a:gd name="T77" fmla="*/ 3124 h 4324"/>
                    <a:gd name="T78" fmla="*/ 3159 w 4630"/>
                    <a:gd name="T79" fmla="*/ 3149 h 4324"/>
                    <a:gd name="T80" fmla="*/ 2971 w 4630"/>
                    <a:gd name="T81" fmla="*/ 2893 h 4324"/>
                    <a:gd name="T82" fmla="*/ 3182 w 4630"/>
                    <a:gd name="T83" fmla="*/ 2327 h 4324"/>
                    <a:gd name="T84" fmla="*/ 3179 w 4630"/>
                    <a:gd name="T85" fmla="*/ 2257 h 4324"/>
                    <a:gd name="T86" fmla="*/ 3481 w 4630"/>
                    <a:gd name="T87" fmla="*/ 2159 h 4324"/>
                    <a:gd name="T88" fmla="*/ 3957 w 4630"/>
                    <a:gd name="T89" fmla="*/ 2394 h 4324"/>
                    <a:gd name="T90" fmla="*/ 3957 w 4630"/>
                    <a:gd name="T91" fmla="*/ 2394 h 4324"/>
                    <a:gd name="T92" fmla="*/ 4143 w 4630"/>
                    <a:gd name="T93" fmla="*/ 2364 h 4324"/>
                    <a:gd name="T94" fmla="*/ 4528 w 4630"/>
                    <a:gd name="T95" fmla="*/ 1608 h 4324"/>
                    <a:gd name="T96" fmla="*/ 3958 w 4630"/>
                    <a:gd name="T97" fmla="*/ 1193 h 43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4630" h="4324">
                      <a:moveTo>
                        <a:pt x="3958" y="1193"/>
                      </a:moveTo>
                      <a:cubicBezTo>
                        <a:pt x="3895" y="1193"/>
                        <a:pt x="3832" y="1203"/>
                        <a:pt x="3772" y="1223"/>
                      </a:cubicBezTo>
                      <a:cubicBezTo>
                        <a:pt x="3524" y="1304"/>
                        <a:pt x="3364" y="1531"/>
                        <a:pt x="3358" y="1778"/>
                      </a:cubicBezTo>
                      <a:lnTo>
                        <a:pt x="3055" y="1876"/>
                      </a:lnTo>
                      <a:cubicBezTo>
                        <a:pt x="2936" y="1682"/>
                        <a:pt x="2743" y="1538"/>
                        <a:pt x="2515" y="1484"/>
                      </a:cubicBezTo>
                      <a:lnTo>
                        <a:pt x="2515" y="1166"/>
                      </a:lnTo>
                      <a:cubicBezTo>
                        <a:pt x="2748" y="1083"/>
                        <a:pt x="2915" y="861"/>
                        <a:pt x="2915" y="600"/>
                      </a:cubicBezTo>
                      <a:cubicBezTo>
                        <a:pt x="2915" y="270"/>
                        <a:pt x="2646" y="0"/>
                        <a:pt x="2315" y="0"/>
                      </a:cubicBezTo>
                      <a:cubicBezTo>
                        <a:pt x="1984" y="0"/>
                        <a:pt x="1715" y="270"/>
                        <a:pt x="1715" y="600"/>
                      </a:cubicBezTo>
                      <a:cubicBezTo>
                        <a:pt x="1715" y="861"/>
                        <a:pt x="1882" y="1083"/>
                        <a:pt x="2115" y="1166"/>
                      </a:cubicBezTo>
                      <a:lnTo>
                        <a:pt x="2115" y="1484"/>
                      </a:lnTo>
                      <a:cubicBezTo>
                        <a:pt x="1887" y="1538"/>
                        <a:pt x="1694" y="1682"/>
                        <a:pt x="1575" y="1877"/>
                      </a:cubicBezTo>
                      <a:lnTo>
                        <a:pt x="1273" y="1778"/>
                      </a:lnTo>
                      <a:cubicBezTo>
                        <a:pt x="1266" y="1531"/>
                        <a:pt x="1107" y="1304"/>
                        <a:pt x="858" y="1223"/>
                      </a:cubicBezTo>
                      <a:cubicBezTo>
                        <a:pt x="798" y="1203"/>
                        <a:pt x="736" y="1193"/>
                        <a:pt x="673" y="1193"/>
                      </a:cubicBezTo>
                      <a:cubicBezTo>
                        <a:pt x="412" y="1193"/>
                        <a:pt x="183" y="1360"/>
                        <a:pt x="102" y="1608"/>
                      </a:cubicBezTo>
                      <a:cubicBezTo>
                        <a:pt x="0" y="1923"/>
                        <a:pt x="173" y="2262"/>
                        <a:pt x="488" y="2364"/>
                      </a:cubicBezTo>
                      <a:cubicBezTo>
                        <a:pt x="548" y="2384"/>
                        <a:pt x="610" y="2394"/>
                        <a:pt x="673" y="2394"/>
                      </a:cubicBezTo>
                      <a:cubicBezTo>
                        <a:pt x="864" y="2394"/>
                        <a:pt x="1038" y="2304"/>
                        <a:pt x="1149" y="2159"/>
                      </a:cubicBezTo>
                      <a:lnTo>
                        <a:pt x="1452" y="2258"/>
                      </a:lnTo>
                      <a:cubicBezTo>
                        <a:pt x="1450" y="2281"/>
                        <a:pt x="1449" y="2304"/>
                        <a:pt x="1449" y="2327"/>
                      </a:cubicBezTo>
                      <a:cubicBezTo>
                        <a:pt x="1449" y="2542"/>
                        <a:pt x="1528" y="2740"/>
                        <a:pt x="1658" y="2891"/>
                      </a:cubicBezTo>
                      <a:lnTo>
                        <a:pt x="1471" y="3149"/>
                      </a:lnTo>
                      <a:cubicBezTo>
                        <a:pt x="1416" y="3132"/>
                        <a:pt x="1359" y="3124"/>
                        <a:pt x="1301" y="3124"/>
                      </a:cubicBezTo>
                      <a:cubicBezTo>
                        <a:pt x="1109" y="3124"/>
                        <a:pt x="927" y="3216"/>
                        <a:pt x="815" y="3371"/>
                      </a:cubicBezTo>
                      <a:cubicBezTo>
                        <a:pt x="620" y="3639"/>
                        <a:pt x="680" y="4015"/>
                        <a:pt x="948" y="4209"/>
                      </a:cubicBezTo>
                      <a:cubicBezTo>
                        <a:pt x="1051" y="4284"/>
                        <a:pt x="1173" y="4324"/>
                        <a:pt x="1300" y="4324"/>
                      </a:cubicBezTo>
                      <a:cubicBezTo>
                        <a:pt x="1492" y="4324"/>
                        <a:pt x="1673" y="4232"/>
                        <a:pt x="1786" y="4077"/>
                      </a:cubicBezTo>
                      <a:cubicBezTo>
                        <a:pt x="1939" y="3866"/>
                        <a:pt x="1934" y="3588"/>
                        <a:pt x="1795" y="3384"/>
                      </a:cubicBezTo>
                      <a:lnTo>
                        <a:pt x="1981" y="3127"/>
                      </a:lnTo>
                      <a:cubicBezTo>
                        <a:pt x="2084" y="3170"/>
                        <a:pt x="2197" y="3194"/>
                        <a:pt x="2315" y="3194"/>
                      </a:cubicBezTo>
                      <a:cubicBezTo>
                        <a:pt x="2433" y="3194"/>
                        <a:pt x="2545" y="3170"/>
                        <a:pt x="2647" y="3127"/>
                      </a:cubicBezTo>
                      <a:lnTo>
                        <a:pt x="2836" y="3385"/>
                      </a:lnTo>
                      <a:cubicBezTo>
                        <a:pt x="2696" y="3588"/>
                        <a:pt x="2692" y="3866"/>
                        <a:pt x="2845" y="4077"/>
                      </a:cubicBezTo>
                      <a:cubicBezTo>
                        <a:pt x="2957" y="4232"/>
                        <a:pt x="3139" y="4324"/>
                        <a:pt x="3331" y="4324"/>
                      </a:cubicBezTo>
                      <a:lnTo>
                        <a:pt x="3331" y="4324"/>
                      </a:lnTo>
                      <a:cubicBezTo>
                        <a:pt x="3458" y="4324"/>
                        <a:pt x="3580" y="4284"/>
                        <a:pt x="3683" y="4209"/>
                      </a:cubicBezTo>
                      <a:cubicBezTo>
                        <a:pt x="3951" y="4015"/>
                        <a:pt x="4010" y="3639"/>
                        <a:pt x="3816" y="3371"/>
                      </a:cubicBezTo>
                      <a:cubicBezTo>
                        <a:pt x="3703" y="3216"/>
                        <a:pt x="3522" y="3124"/>
                        <a:pt x="3330" y="3124"/>
                      </a:cubicBezTo>
                      <a:cubicBezTo>
                        <a:pt x="3271" y="3124"/>
                        <a:pt x="3214" y="3133"/>
                        <a:pt x="3159" y="3149"/>
                      </a:cubicBezTo>
                      <a:lnTo>
                        <a:pt x="2971" y="2893"/>
                      </a:lnTo>
                      <a:cubicBezTo>
                        <a:pt x="3102" y="2741"/>
                        <a:pt x="3182" y="2543"/>
                        <a:pt x="3182" y="2327"/>
                      </a:cubicBezTo>
                      <a:cubicBezTo>
                        <a:pt x="3182" y="2303"/>
                        <a:pt x="3181" y="2280"/>
                        <a:pt x="3179" y="2257"/>
                      </a:cubicBezTo>
                      <a:lnTo>
                        <a:pt x="3481" y="2159"/>
                      </a:lnTo>
                      <a:cubicBezTo>
                        <a:pt x="3592" y="2304"/>
                        <a:pt x="3766" y="2394"/>
                        <a:pt x="3957" y="2394"/>
                      </a:cubicBezTo>
                      <a:lnTo>
                        <a:pt x="3957" y="2394"/>
                      </a:lnTo>
                      <a:cubicBezTo>
                        <a:pt x="4020" y="2394"/>
                        <a:pt x="4083" y="2384"/>
                        <a:pt x="4143" y="2364"/>
                      </a:cubicBezTo>
                      <a:cubicBezTo>
                        <a:pt x="4458" y="2262"/>
                        <a:pt x="4630" y="1923"/>
                        <a:pt x="4528" y="1608"/>
                      </a:cubicBezTo>
                      <a:cubicBezTo>
                        <a:pt x="4447" y="1360"/>
                        <a:pt x="4218" y="1193"/>
                        <a:pt x="3958" y="119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317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7710303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03E0D1-66D1-4566-BE0E-A12C14F7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9EBF9E1-F355-444D-B9F9-498789A74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zh-CN" altLang="en-US" sz="100"/>
              <a:t> 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65F501-5F5E-49C0-8418-126F08AE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32</a:t>
            </a:fld>
            <a:r>
              <a:rPr lang="zh-CN" altLang="en-US" sz="100"/>
              <a:t> </a:t>
            </a:r>
          </a:p>
        </p:txBody>
      </p:sp>
      <p:grpSp>
        <p:nvGrpSpPr>
          <p:cNvPr id="5" name="27767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0C6046D-C544-41D6-A959-E14655F1A4FF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2139412"/>
            <a:ext cx="10845800" cy="2998275"/>
            <a:chOff x="673100" y="2139412"/>
            <a:chExt cx="10845800" cy="2998275"/>
          </a:xfrm>
        </p:grpSpPr>
        <p:grpSp>
          <p:nvGrpSpPr>
            <p:cNvPr id="6" name="ïṥḻîḑê">
              <a:extLst>
                <a:ext uri="{FF2B5EF4-FFF2-40B4-BE49-F238E27FC236}">
                  <a16:creationId xmlns:a16="http://schemas.microsoft.com/office/drawing/2014/main" id="{E595D1BE-4668-4E7A-BCDA-C0C917603DC8}"/>
                </a:ext>
              </a:extLst>
            </p:cNvPr>
            <p:cNvGrpSpPr/>
            <p:nvPr/>
          </p:nvGrpSpPr>
          <p:grpSpPr>
            <a:xfrm>
              <a:off x="4233264" y="2139412"/>
              <a:ext cx="3725471" cy="2903257"/>
              <a:chOff x="4105270" y="2172550"/>
              <a:chExt cx="3725471" cy="2903257"/>
            </a:xfrm>
          </p:grpSpPr>
          <p:sp>
            <p:nvSpPr>
              <p:cNvPr id="18" name="íşlídé">
                <a:extLst>
                  <a:ext uri="{FF2B5EF4-FFF2-40B4-BE49-F238E27FC236}">
                    <a16:creationId xmlns:a16="http://schemas.microsoft.com/office/drawing/2014/main" id="{42A74274-893B-4F91-BE3F-3932F4746D3F}"/>
                  </a:ext>
                </a:extLst>
              </p:cNvPr>
              <p:cNvSpPr/>
              <p:nvPr/>
            </p:nvSpPr>
            <p:spPr>
              <a:xfrm flipH="1">
                <a:off x="4105270" y="2201293"/>
                <a:ext cx="2247773" cy="1735792"/>
              </a:xfrm>
              <a:custGeom>
                <a:avLst/>
                <a:gdLst>
                  <a:gd name="connsiteX0" fmla="*/ 1500961 w 2402522"/>
                  <a:gd name="connsiteY0" fmla="*/ 379 h 1855293"/>
                  <a:gd name="connsiteX1" fmla="*/ 2258040 w 2402522"/>
                  <a:gd name="connsiteY1" fmla="*/ 430391 h 1855293"/>
                  <a:gd name="connsiteX2" fmla="*/ 2324916 w 2402522"/>
                  <a:gd name="connsiteY2" fmla="*/ 1298497 h 1855293"/>
                  <a:gd name="connsiteX3" fmla="*/ 1972131 w 2402522"/>
                  <a:gd name="connsiteY3" fmla="*/ 1709958 h 1855293"/>
                  <a:gd name="connsiteX4" fmla="*/ 1804289 w 2402522"/>
                  <a:gd name="connsiteY4" fmla="*/ 1794183 h 1855293"/>
                  <a:gd name="connsiteX5" fmla="*/ 1703481 w 2402522"/>
                  <a:gd name="connsiteY5" fmla="*/ 1821496 h 1855293"/>
                  <a:gd name="connsiteX6" fmla="*/ 1705549 w 2402522"/>
                  <a:gd name="connsiteY6" fmla="*/ 1824741 h 1855293"/>
                  <a:gd name="connsiteX7" fmla="*/ 1686949 w 2402522"/>
                  <a:gd name="connsiteY7" fmla="*/ 1825975 h 1855293"/>
                  <a:gd name="connsiteX8" fmla="*/ 1628410 w 2402522"/>
                  <a:gd name="connsiteY8" fmla="*/ 1841834 h 1855293"/>
                  <a:gd name="connsiteX9" fmla="*/ 1539068 w 2402522"/>
                  <a:gd name="connsiteY9" fmla="*/ 1852302 h 1855293"/>
                  <a:gd name="connsiteX10" fmla="*/ 1472337 w 2402522"/>
                  <a:gd name="connsiteY10" fmla="*/ 1853614 h 1855293"/>
                  <a:gd name="connsiteX11" fmla="*/ 1472337 w 2402522"/>
                  <a:gd name="connsiteY11" fmla="*/ 1855293 h 1855293"/>
                  <a:gd name="connsiteX12" fmla="*/ 0 w 2402522"/>
                  <a:gd name="connsiteY12" fmla="*/ 1855293 h 1855293"/>
                  <a:gd name="connsiteX13" fmla="*/ 369083 w 2402522"/>
                  <a:gd name="connsiteY13" fmla="*/ 1074912 h 1855293"/>
                  <a:gd name="connsiteX14" fmla="*/ 444650 w 2402522"/>
                  <a:gd name="connsiteY14" fmla="*/ 931337 h 1855293"/>
                  <a:gd name="connsiteX15" fmla="*/ 644898 w 2402522"/>
                  <a:gd name="connsiteY15" fmla="*/ 514845 h 1855293"/>
                  <a:gd name="connsiteX16" fmla="*/ 645800 w 2402522"/>
                  <a:gd name="connsiteY16" fmla="*/ 515278 h 1855293"/>
                  <a:gd name="connsiteX17" fmla="*/ 665339 w 2402522"/>
                  <a:gd name="connsiteY17" fmla="*/ 475771 h 1855293"/>
                  <a:gd name="connsiteX18" fmla="*/ 712840 w 2402522"/>
                  <a:gd name="connsiteY18" fmla="*/ 399380 h 1855293"/>
                  <a:gd name="connsiteX19" fmla="*/ 750416 w 2402522"/>
                  <a:gd name="connsiteY19" fmla="*/ 350396 h 1855293"/>
                  <a:gd name="connsiteX20" fmla="*/ 757540 w 2402522"/>
                  <a:gd name="connsiteY20" fmla="*/ 336863 h 1855293"/>
                  <a:gd name="connsiteX21" fmla="*/ 759019 w 2402522"/>
                  <a:gd name="connsiteY21" fmla="*/ 339183 h 1855293"/>
                  <a:gd name="connsiteX22" fmla="*/ 768048 w 2402522"/>
                  <a:gd name="connsiteY22" fmla="*/ 327413 h 1855293"/>
                  <a:gd name="connsiteX23" fmla="*/ 978474 w 2402522"/>
                  <a:gd name="connsiteY23" fmla="*/ 144481 h 1855293"/>
                  <a:gd name="connsiteX24" fmla="*/ 1500961 w 2402522"/>
                  <a:gd name="connsiteY24" fmla="*/ 379 h 185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02522" h="1855293">
                    <a:moveTo>
                      <a:pt x="1500961" y="379"/>
                    </a:moveTo>
                    <a:cubicBezTo>
                      <a:pt x="1798454" y="8885"/>
                      <a:pt x="2086546" y="160207"/>
                      <a:pt x="2258040" y="430391"/>
                    </a:cubicBezTo>
                    <a:cubicBezTo>
                      <a:pt x="2429535" y="700575"/>
                      <a:pt x="2443843" y="1025676"/>
                      <a:pt x="2324916" y="1298497"/>
                    </a:cubicBezTo>
                    <a:cubicBezTo>
                      <a:pt x="2253561" y="1462190"/>
                      <a:pt x="2134241" y="1607061"/>
                      <a:pt x="1972131" y="1709958"/>
                    </a:cubicBezTo>
                    <a:cubicBezTo>
                      <a:pt x="1918094" y="1744257"/>
                      <a:pt x="1861861" y="1772268"/>
                      <a:pt x="1804289" y="1794183"/>
                    </a:cubicBezTo>
                    <a:lnTo>
                      <a:pt x="1703481" y="1821496"/>
                    </a:lnTo>
                    <a:lnTo>
                      <a:pt x="1705549" y="1824741"/>
                    </a:lnTo>
                    <a:lnTo>
                      <a:pt x="1686949" y="1825975"/>
                    </a:lnTo>
                    <a:lnTo>
                      <a:pt x="1628410" y="1841834"/>
                    </a:lnTo>
                    <a:cubicBezTo>
                      <a:pt x="1598714" y="1846791"/>
                      <a:pt x="1568897" y="1850273"/>
                      <a:pt x="1539068" y="1852302"/>
                    </a:cubicBezTo>
                    <a:lnTo>
                      <a:pt x="1472337" y="1853614"/>
                    </a:lnTo>
                    <a:lnTo>
                      <a:pt x="1472337" y="1855293"/>
                    </a:lnTo>
                    <a:lnTo>
                      <a:pt x="0" y="1855293"/>
                    </a:lnTo>
                    <a:lnTo>
                      <a:pt x="369083" y="1074912"/>
                    </a:lnTo>
                    <a:lnTo>
                      <a:pt x="444650" y="931337"/>
                    </a:lnTo>
                    <a:lnTo>
                      <a:pt x="644898" y="514845"/>
                    </a:lnTo>
                    <a:lnTo>
                      <a:pt x="645800" y="515278"/>
                    </a:lnTo>
                    <a:lnTo>
                      <a:pt x="665339" y="475771"/>
                    </a:lnTo>
                    <a:cubicBezTo>
                      <a:pt x="679872" y="449642"/>
                      <a:pt x="695714" y="424142"/>
                      <a:pt x="712840" y="399380"/>
                    </a:cubicBezTo>
                    <a:lnTo>
                      <a:pt x="750416" y="350396"/>
                    </a:lnTo>
                    <a:lnTo>
                      <a:pt x="757540" y="336863"/>
                    </a:lnTo>
                    <a:lnTo>
                      <a:pt x="759019" y="339183"/>
                    </a:lnTo>
                    <a:lnTo>
                      <a:pt x="768048" y="327413"/>
                    </a:lnTo>
                    <a:cubicBezTo>
                      <a:pt x="827061" y="257872"/>
                      <a:pt x="897418" y="195929"/>
                      <a:pt x="978474" y="144481"/>
                    </a:cubicBezTo>
                    <a:cubicBezTo>
                      <a:pt x="1140584" y="41585"/>
                      <a:pt x="1322465" y="-4725"/>
                      <a:pt x="1500961" y="3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19" name="íṡlíḍe">
                <a:extLst>
                  <a:ext uri="{FF2B5EF4-FFF2-40B4-BE49-F238E27FC236}">
                    <a16:creationId xmlns:a16="http://schemas.microsoft.com/office/drawing/2014/main" id="{72A3D715-A426-4630-AC7B-865CF0245C7B}"/>
                  </a:ext>
                </a:extLst>
              </p:cNvPr>
              <p:cNvSpPr/>
              <p:nvPr/>
            </p:nvSpPr>
            <p:spPr>
              <a:xfrm flipH="1" flipV="1">
                <a:off x="4749189" y="3937085"/>
                <a:ext cx="1474595" cy="1138722"/>
              </a:xfrm>
              <a:custGeom>
                <a:avLst/>
                <a:gdLst>
                  <a:gd name="connsiteX0" fmla="*/ 1500961 w 2402522"/>
                  <a:gd name="connsiteY0" fmla="*/ 379 h 1855293"/>
                  <a:gd name="connsiteX1" fmla="*/ 2258040 w 2402522"/>
                  <a:gd name="connsiteY1" fmla="*/ 430391 h 1855293"/>
                  <a:gd name="connsiteX2" fmla="*/ 2324916 w 2402522"/>
                  <a:gd name="connsiteY2" fmla="*/ 1298497 h 1855293"/>
                  <a:gd name="connsiteX3" fmla="*/ 1972131 w 2402522"/>
                  <a:gd name="connsiteY3" fmla="*/ 1709958 h 1855293"/>
                  <a:gd name="connsiteX4" fmla="*/ 1804289 w 2402522"/>
                  <a:gd name="connsiteY4" fmla="*/ 1794183 h 1855293"/>
                  <a:gd name="connsiteX5" fmla="*/ 1703481 w 2402522"/>
                  <a:gd name="connsiteY5" fmla="*/ 1821496 h 1855293"/>
                  <a:gd name="connsiteX6" fmla="*/ 1705549 w 2402522"/>
                  <a:gd name="connsiteY6" fmla="*/ 1824741 h 1855293"/>
                  <a:gd name="connsiteX7" fmla="*/ 1686949 w 2402522"/>
                  <a:gd name="connsiteY7" fmla="*/ 1825975 h 1855293"/>
                  <a:gd name="connsiteX8" fmla="*/ 1628410 w 2402522"/>
                  <a:gd name="connsiteY8" fmla="*/ 1841834 h 1855293"/>
                  <a:gd name="connsiteX9" fmla="*/ 1539068 w 2402522"/>
                  <a:gd name="connsiteY9" fmla="*/ 1852302 h 1855293"/>
                  <a:gd name="connsiteX10" fmla="*/ 1472337 w 2402522"/>
                  <a:gd name="connsiteY10" fmla="*/ 1853614 h 1855293"/>
                  <a:gd name="connsiteX11" fmla="*/ 1472337 w 2402522"/>
                  <a:gd name="connsiteY11" fmla="*/ 1855293 h 1855293"/>
                  <a:gd name="connsiteX12" fmla="*/ 0 w 2402522"/>
                  <a:gd name="connsiteY12" fmla="*/ 1855293 h 1855293"/>
                  <a:gd name="connsiteX13" fmla="*/ 369083 w 2402522"/>
                  <a:gd name="connsiteY13" fmla="*/ 1074912 h 1855293"/>
                  <a:gd name="connsiteX14" fmla="*/ 444650 w 2402522"/>
                  <a:gd name="connsiteY14" fmla="*/ 931337 h 1855293"/>
                  <a:gd name="connsiteX15" fmla="*/ 644898 w 2402522"/>
                  <a:gd name="connsiteY15" fmla="*/ 514845 h 1855293"/>
                  <a:gd name="connsiteX16" fmla="*/ 645800 w 2402522"/>
                  <a:gd name="connsiteY16" fmla="*/ 515278 h 1855293"/>
                  <a:gd name="connsiteX17" fmla="*/ 665339 w 2402522"/>
                  <a:gd name="connsiteY17" fmla="*/ 475771 h 1855293"/>
                  <a:gd name="connsiteX18" fmla="*/ 712840 w 2402522"/>
                  <a:gd name="connsiteY18" fmla="*/ 399380 h 1855293"/>
                  <a:gd name="connsiteX19" fmla="*/ 750416 w 2402522"/>
                  <a:gd name="connsiteY19" fmla="*/ 350396 h 1855293"/>
                  <a:gd name="connsiteX20" fmla="*/ 757540 w 2402522"/>
                  <a:gd name="connsiteY20" fmla="*/ 336863 h 1855293"/>
                  <a:gd name="connsiteX21" fmla="*/ 759019 w 2402522"/>
                  <a:gd name="connsiteY21" fmla="*/ 339183 h 1855293"/>
                  <a:gd name="connsiteX22" fmla="*/ 768048 w 2402522"/>
                  <a:gd name="connsiteY22" fmla="*/ 327413 h 1855293"/>
                  <a:gd name="connsiteX23" fmla="*/ 978474 w 2402522"/>
                  <a:gd name="connsiteY23" fmla="*/ 144481 h 1855293"/>
                  <a:gd name="connsiteX24" fmla="*/ 1500961 w 2402522"/>
                  <a:gd name="connsiteY24" fmla="*/ 379 h 185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02522" h="1855293">
                    <a:moveTo>
                      <a:pt x="1500961" y="379"/>
                    </a:moveTo>
                    <a:cubicBezTo>
                      <a:pt x="1798454" y="8885"/>
                      <a:pt x="2086546" y="160207"/>
                      <a:pt x="2258040" y="430391"/>
                    </a:cubicBezTo>
                    <a:cubicBezTo>
                      <a:pt x="2429535" y="700575"/>
                      <a:pt x="2443843" y="1025676"/>
                      <a:pt x="2324916" y="1298497"/>
                    </a:cubicBezTo>
                    <a:cubicBezTo>
                      <a:pt x="2253561" y="1462190"/>
                      <a:pt x="2134241" y="1607061"/>
                      <a:pt x="1972131" y="1709958"/>
                    </a:cubicBezTo>
                    <a:cubicBezTo>
                      <a:pt x="1918094" y="1744257"/>
                      <a:pt x="1861861" y="1772268"/>
                      <a:pt x="1804289" y="1794183"/>
                    </a:cubicBezTo>
                    <a:lnTo>
                      <a:pt x="1703481" y="1821496"/>
                    </a:lnTo>
                    <a:lnTo>
                      <a:pt x="1705549" y="1824741"/>
                    </a:lnTo>
                    <a:lnTo>
                      <a:pt x="1686949" y="1825975"/>
                    </a:lnTo>
                    <a:lnTo>
                      <a:pt x="1628410" y="1841834"/>
                    </a:lnTo>
                    <a:cubicBezTo>
                      <a:pt x="1598714" y="1846791"/>
                      <a:pt x="1568897" y="1850273"/>
                      <a:pt x="1539068" y="1852302"/>
                    </a:cubicBezTo>
                    <a:lnTo>
                      <a:pt x="1472337" y="1853614"/>
                    </a:lnTo>
                    <a:lnTo>
                      <a:pt x="1472337" y="1855293"/>
                    </a:lnTo>
                    <a:lnTo>
                      <a:pt x="0" y="1855293"/>
                    </a:lnTo>
                    <a:lnTo>
                      <a:pt x="369083" y="1074912"/>
                    </a:lnTo>
                    <a:lnTo>
                      <a:pt x="444650" y="931337"/>
                    </a:lnTo>
                    <a:lnTo>
                      <a:pt x="644898" y="514845"/>
                    </a:lnTo>
                    <a:lnTo>
                      <a:pt x="645800" y="515278"/>
                    </a:lnTo>
                    <a:lnTo>
                      <a:pt x="665339" y="475771"/>
                    </a:lnTo>
                    <a:cubicBezTo>
                      <a:pt x="679872" y="449642"/>
                      <a:pt x="695714" y="424142"/>
                      <a:pt x="712840" y="399380"/>
                    </a:cubicBezTo>
                    <a:lnTo>
                      <a:pt x="750416" y="350396"/>
                    </a:lnTo>
                    <a:lnTo>
                      <a:pt x="757540" y="336863"/>
                    </a:lnTo>
                    <a:lnTo>
                      <a:pt x="759019" y="339183"/>
                    </a:lnTo>
                    <a:lnTo>
                      <a:pt x="768048" y="327413"/>
                    </a:lnTo>
                    <a:cubicBezTo>
                      <a:pt x="827061" y="257872"/>
                      <a:pt x="897418" y="195929"/>
                      <a:pt x="978474" y="144481"/>
                    </a:cubicBezTo>
                    <a:cubicBezTo>
                      <a:pt x="1140584" y="41585"/>
                      <a:pt x="1322465" y="-4725"/>
                      <a:pt x="1500961" y="379"/>
                    </a:cubicBezTo>
                    <a:close/>
                  </a:path>
                </a:pathLst>
              </a:custGeom>
              <a:solidFill>
                <a:schemeClr val="tx1">
                  <a:lumMod val="50000"/>
                  <a:lumOff val="50000"/>
                </a:schemeClr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0" name="i$ḻïďê">
                <a:extLst>
                  <a:ext uri="{FF2B5EF4-FFF2-40B4-BE49-F238E27FC236}">
                    <a16:creationId xmlns:a16="http://schemas.microsoft.com/office/drawing/2014/main" id="{89FD79DB-5F1A-4C76-8413-542C42D4E06F}"/>
                  </a:ext>
                </a:extLst>
              </p:cNvPr>
              <p:cNvSpPr/>
              <p:nvPr/>
            </p:nvSpPr>
            <p:spPr>
              <a:xfrm rot="3940857">
                <a:off x="5838958" y="2428541"/>
                <a:ext cx="2247773" cy="1735792"/>
              </a:xfrm>
              <a:custGeom>
                <a:avLst/>
                <a:gdLst>
                  <a:gd name="connsiteX0" fmla="*/ 1500961 w 2402522"/>
                  <a:gd name="connsiteY0" fmla="*/ 379 h 1855293"/>
                  <a:gd name="connsiteX1" fmla="*/ 2258040 w 2402522"/>
                  <a:gd name="connsiteY1" fmla="*/ 430391 h 1855293"/>
                  <a:gd name="connsiteX2" fmla="*/ 2324916 w 2402522"/>
                  <a:gd name="connsiteY2" fmla="*/ 1298497 h 1855293"/>
                  <a:gd name="connsiteX3" fmla="*/ 1972131 w 2402522"/>
                  <a:gd name="connsiteY3" fmla="*/ 1709958 h 1855293"/>
                  <a:gd name="connsiteX4" fmla="*/ 1804289 w 2402522"/>
                  <a:gd name="connsiteY4" fmla="*/ 1794183 h 1855293"/>
                  <a:gd name="connsiteX5" fmla="*/ 1703481 w 2402522"/>
                  <a:gd name="connsiteY5" fmla="*/ 1821496 h 1855293"/>
                  <a:gd name="connsiteX6" fmla="*/ 1705549 w 2402522"/>
                  <a:gd name="connsiteY6" fmla="*/ 1824741 h 1855293"/>
                  <a:gd name="connsiteX7" fmla="*/ 1686949 w 2402522"/>
                  <a:gd name="connsiteY7" fmla="*/ 1825975 h 1855293"/>
                  <a:gd name="connsiteX8" fmla="*/ 1628410 w 2402522"/>
                  <a:gd name="connsiteY8" fmla="*/ 1841834 h 1855293"/>
                  <a:gd name="connsiteX9" fmla="*/ 1539068 w 2402522"/>
                  <a:gd name="connsiteY9" fmla="*/ 1852302 h 1855293"/>
                  <a:gd name="connsiteX10" fmla="*/ 1472337 w 2402522"/>
                  <a:gd name="connsiteY10" fmla="*/ 1853614 h 1855293"/>
                  <a:gd name="connsiteX11" fmla="*/ 1472337 w 2402522"/>
                  <a:gd name="connsiteY11" fmla="*/ 1855293 h 1855293"/>
                  <a:gd name="connsiteX12" fmla="*/ 0 w 2402522"/>
                  <a:gd name="connsiteY12" fmla="*/ 1855293 h 1855293"/>
                  <a:gd name="connsiteX13" fmla="*/ 369083 w 2402522"/>
                  <a:gd name="connsiteY13" fmla="*/ 1074912 h 1855293"/>
                  <a:gd name="connsiteX14" fmla="*/ 444650 w 2402522"/>
                  <a:gd name="connsiteY14" fmla="*/ 931337 h 1855293"/>
                  <a:gd name="connsiteX15" fmla="*/ 644898 w 2402522"/>
                  <a:gd name="connsiteY15" fmla="*/ 514845 h 1855293"/>
                  <a:gd name="connsiteX16" fmla="*/ 645800 w 2402522"/>
                  <a:gd name="connsiteY16" fmla="*/ 515278 h 1855293"/>
                  <a:gd name="connsiteX17" fmla="*/ 665339 w 2402522"/>
                  <a:gd name="connsiteY17" fmla="*/ 475771 h 1855293"/>
                  <a:gd name="connsiteX18" fmla="*/ 712840 w 2402522"/>
                  <a:gd name="connsiteY18" fmla="*/ 399380 h 1855293"/>
                  <a:gd name="connsiteX19" fmla="*/ 750416 w 2402522"/>
                  <a:gd name="connsiteY19" fmla="*/ 350396 h 1855293"/>
                  <a:gd name="connsiteX20" fmla="*/ 757540 w 2402522"/>
                  <a:gd name="connsiteY20" fmla="*/ 336863 h 1855293"/>
                  <a:gd name="connsiteX21" fmla="*/ 759019 w 2402522"/>
                  <a:gd name="connsiteY21" fmla="*/ 339183 h 1855293"/>
                  <a:gd name="connsiteX22" fmla="*/ 768048 w 2402522"/>
                  <a:gd name="connsiteY22" fmla="*/ 327413 h 1855293"/>
                  <a:gd name="connsiteX23" fmla="*/ 978474 w 2402522"/>
                  <a:gd name="connsiteY23" fmla="*/ 144481 h 1855293"/>
                  <a:gd name="connsiteX24" fmla="*/ 1500961 w 2402522"/>
                  <a:gd name="connsiteY24" fmla="*/ 379 h 1855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02522" h="1855293">
                    <a:moveTo>
                      <a:pt x="1500961" y="379"/>
                    </a:moveTo>
                    <a:cubicBezTo>
                      <a:pt x="1798454" y="8885"/>
                      <a:pt x="2086546" y="160207"/>
                      <a:pt x="2258040" y="430391"/>
                    </a:cubicBezTo>
                    <a:cubicBezTo>
                      <a:pt x="2429535" y="700575"/>
                      <a:pt x="2443843" y="1025676"/>
                      <a:pt x="2324916" y="1298497"/>
                    </a:cubicBezTo>
                    <a:cubicBezTo>
                      <a:pt x="2253561" y="1462190"/>
                      <a:pt x="2134241" y="1607061"/>
                      <a:pt x="1972131" y="1709958"/>
                    </a:cubicBezTo>
                    <a:cubicBezTo>
                      <a:pt x="1918094" y="1744257"/>
                      <a:pt x="1861861" y="1772268"/>
                      <a:pt x="1804289" y="1794183"/>
                    </a:cubicBezTo>
                    <a:lnTo>
                      <a:pt x="1703481" y="1821496"/>
                    </a:lnTo>
                    <a:lnTo>
                      <a:pt x="1705549" y="1824741"/>
                    </a:lnTo>
                    <a:lnTo>
                      <a:pt x="1686949" y="1825975"/>
                    </a:lnTo>
                    <a:lnTo>
                      <a:pt x="1628410" y="1841834"/>
                    </a:lnTo>
                    <a:cubicBezTo>
                      <a:pt x="1598714" y="1846791"/>
                      <a:pt x="1568897" y="1850273"/>
                      <a:pt x="1539068" y="1852302"/>
                    </a:cubicBezTo>
                    <a:lnTo>
                      <a:pt x="1472337" y="1853614"/>
                    </a:lnTo>
                    <a:lnTo>
                      <a:pt x="1472337" y="1855293"/>
                    </a:lnTo>
                    <a:lnTo>
                      <a:pt x="0" y="1855293"/>
                    </a:lnTo>
                    <a:lnTo>
                      <a:pt x="369083" y="1074912"/>
                    </a:lnTo>
                    <a:lnTo>
                      <a:pt x="444650" y="931337"/>
                    </a:lnTo>
                    <a:lnTo>
                      <a:pt x="644898" y="514845"/>
                    </a:lnTo>
                    <a:lnTo>
                      <a:pt x="645800" y="515278"/>
                    </a:lnTo>
                    <a:lnTo>
                      <a:pt x="665339" y="475771"/>
                    </a:lnTo>
                    <a:cubicBezTo>
                      <a:pt x="679872" y="449642"/>
                      <a:pt x="695714" y="424142"/>
                      <a:pt x="712840" y="399380"/>
                    </a:cubicBezTo>
                    <a:lnTo>
                      <a:pt x="750416" y="350396"/>
                    </a:lnTo>
                    <a:lnTo>
                      <a:pt x="757540" y="336863"/>
                    </a:lnTo>
                    <a:lnTo>
                      <a:pt x="759019" y="339183"/>
                    </a:lnTo>
                    <a:lnTo>
                      <a:pt x="768048" y="327413"/>
                    </a:lnTo>
                    <a:cubicBezTo>
                      <a:pt x="827061" y="257872"/>
                      <a:pt x="897418" y="195929"/>
                      <a:pt x="978474" y="144481"/>
                    </a:cubicBezTo>
                    <a:cubicBezTo>
                      <a:pt x="1140584" y="41585"/>
                      <a:pt x="1322465" y="-4725"/>
                      <a:pt x="1500961" y="3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/>
              </a:p>
            </p:txBody>
          </p:sp>
          <p:sp>
            <p:nvSpPr>
              <p:cNvPr id="21" name="iś1íḍê">
                <a:extLst>
                  <a:ext uri="{FF2B5EF4-FFF2-40B4-BE49-F238E27FC236}">
                    <a16:creationId xmlns:a16="http://schemas.microsoft.com/office/drawing/2014/main" id="{71FCDCA3-C68F-49D1-9776-E457C6238181}"/>
                  </a:ext>
                </a:extLst>
              </p:cNvPr>
              <p:cNvSpPr/>
              <p:nvPr/>
            </p:nvSpPr>
            <p:spPr>
              <a:xfrm>
                <a:off x="4772212" y="2802682"/>
                <a:ext cx="494397" cy="611250"/>
              </a:xfrm>
              <a:custGeom>
                <a:avLst/>
                <a:gdLst>
                  <a:gd name="connsiteX0" fmla="*/ 56946 w 489936"/>
                  <a:gd name="connsiteY0" fmla="*/ 454159 h 605734"/>
                  <a:gd name="connsiteX1" fmla="*/ 432989 w 489936"/>
                  <a:gd name="connsiteY1" fmla="*/ 454159 h 605734"/>
                  <a:gd name="connsiteX2" fmla="*/ 432989 w 489936"/>
                  <a:gd name="connsiteY2" fmla="*/ 552245 h 605734"/>
                  <a:gd name="connsiteX3" fmla="*/ 56946 w 489936"/>
                  <a:gd name="connsiteY3" fmla="*/ 552245 h 605734"/>
                  <a:gd name="connsiteX4" fmla="*/ 218027 w 489936"/>
                  <a:gd name="connsiteY4" fmla="*/ 167240 h 605734"/>
                  <a:gd name="connsiteX5" fmla="*/ 270224 w 489936"/>
                  <a:gd name="connsiteY5" fmla="*/ 343219 h 605734"/>
                  <a:gd name="connsiteX6" fmla="*/ 322421 w 489936"/>
                  <a:gd name="connsiteY6" fmla="*/ 269521 h 605734"/>
                  <a:gd name="connsiteX7" fmla="*/ 361990 w 489936"/>
                  <a:gd name="connsiteY7" fmla="*/ 314636 h 605734"/>
                  <a:gd name="connsiteX8" fmla="*/ 432989 w 489936"/>
                  <a:gd name="connsiteY8" fmla="*/ 314636 h 605734"/>
                  <a:gd name="connsiteX9" fmla="*/ 432989 w 489936"/>
                  <a:gd name="connsiteY9" fmla="*/ 333411 h 605734"/>
                  <a:gd name="connsiteX10" fmla="*/ 353290 w 489936"/>
                  <a:gd name="connsiteY10" fmla="*/ 333411 h 605734"/>
                  <a:gd name="connsiteX11" fmla="*/ 324105 w 489936"/>
                  <a:gd name="connsiteY11" fmla="*/ 299785 h 605734"/>
                  <a:gd name="connsiteX12" fmla="*/ 263208 w 489936"/>
                  <a:gd name="connsiteY12" fmla="*/ 385812 h 605734"/>
                  <a:gd name="connsiteX13" fmla="*/ 224762 w 489936"/>
                  <a:gd name="connsiteY13" fmla="*/ 255229 h 605734"/>
                  <a:gd name="connsiteX14" fmla="*/ 198664 w 489936"/>
                  <a:gd name="connsiteY14" fmla="*/ 438494 h 605734"/>
                  <a:gd name="connsiteX15" fmla="*/ 150395 w 489936"/>
                  <a:gd name="connsiteY15" fmla="*/ 300905 h 605734"/>
                  <a:gd name="connsiteX16" fmla="*/ 131313 w 489936"/>
                  <a:gd name="connsiteY16" fmla="*/ 333411 h 605734"/>
                  <a:gd name="connsiteX17" fmla="*/ 56946 w 489936"/>
                  <a:gd name="connsiteY17" fmla="*/ 333411 h 605734"/>
                  <a:gd name="connsiteX18" fmla="*/ 56946 w 489936"/>
                  <a:gd name="connsiteY18" fmla="*/ 314636 h 605734"/>
                  <a:gd name="connsiteX19" fmla="*/ 120368 w 489936"/>
                  <a:gd name="connsiteY19" fmla="*/ 314636 h 605734"/>
                  <a:gd name="connsiteX20" fmla="*/ 154605 w 489936"/>
                  <a:gd name="connsiteY20" fmla="*/ 256350 h 605734"/>
                  <a:gd name="connsiteX21" fmla="*/ 190806 w 489936"/>
                  <a:gd name="connsiteY21" fmla="*/ 359472 h 605734"/>
                  <a:gd name="connsiteX22" fmla="*/ 23290 w 489936"/>
                  <a:gd name="connsiteY22" fmla="*/ 71444 h 605734"/>
                  <a:gd name="connsiteX23" fmla="*/ 23290 w 489936"/>
                  <a:gd name="connsiteY23" fmla="*/ 570712 h 605734"/>
                  <a:gd name="connsiteX24" fmla="*/ 35076 w 489936"/>
                  <a:gd name="connsiteY24" fmla="*/ 582199 h 605734"/>
                  <a:gd name="connsiteX25" fmla="*/ 454860 w 489936"/>
                  <a:gd name="connsiteY25" fmla="*/ 582199 h 605734"/>
                  <a:gd name="connsiteX26" fmla="*/ 466646 w 489936"/>
                  <a:gd name="connsiteY26" fmla="*/ 570712 h 605734"/>
                  <a:gd name="connsiteX27" fmla="*/ 466646 w 489936"/>
                  <a:gd name="connsiteY27" fmla="*/ 71444 h 605734"/>
                  <a:gd name="connsiteX28" fmla="*/ 440550 w 489936"/>
                  <a:gd name="connsiteY28" fmla="*/ 24935 h 605734"/>
                  <a:gd name="connsiteX29" fmla="*/ 423713 w 489936"/>
                  <a:gd name="connsiteY29" fmla="*/ 41466 h 605734"/>
                  <a:gd name="connsiteX30" fmla="*/ 440550 w 489936"/>
                  <a:gd name="connsiteY30" fmla="*/ 58276 h 605734"/>
                  <a:gd name="connsiteX31" fmla="*/ 457105 w 489936"/>
                  <a:gd name="connsiteY31" fmla="*/ 41466 h 605734"/>
                  <a:gd name="connsiteX32" fmla="*/ 440550 w 489936"/>
                  <a:gd name="connsiteY32" fmla="*/ 24935 h 605734"/>
                  <a:gd name="connsiteX33" fmla="*/ 384148 w 489936"/>
                  <a:gd name="connsiteY33" fmla="*/ 24935 h 605734"/>
                  <a:gd name="connsiteX34" fmla="*/ 367312 w 489936"/>
                  <a:gd name="connsiteY34" fmla="*/ 41466 h 605734"/>
                  <a:gd name="connsiteX35" fmla="*/ 384148 w 489936"/>
                  <a:gd name="connsiteY35" fmla="*/ 58276 h 605734"/>
                  <a:gd name="connsiteX36" fmla="*/ 400984 w 489936"/>
                  <a:gd name="connsiteY36" fmla="*/ 41466 h 605734"/>
                  <a:gd name="connsiteX37" fmla="*/ 384148 w 489936"/>
                  <a:gd name="connsiteY37" fmla="*/ 24935 h 605734"/>
                  <a:gd name="connsiteX38" fmla="*/ 327746 w 489936"/>
                  <a:gd name="connsiteY38" fmla="*/ 24935 h 605734"/>
                  <a:gd name="connsiteX39" fmla="*/ 311191 w 489936"/>
                  <a:gd name="connsiteY39" fmla="*/ 41466 h 605734"/>
                  <a:gd name="connsiteX40" fmla="*/ 327746 w 489936"/>
                  <a:gd name="connsiteY40" fmla="*/ 58276 h 605734"/>
                  <a:gd name="connsiteX41" fmla="*/ 344583 w 489936"/>
                  <a:gd name="connsiteY41" fmla="*/ 41466 h 605734"/>
                  <a:gd name="connsiteX42" fmla="*/ 327746 w 489936"/>
                  <a:gd name="connsiteY42" fmla="*/ 24935 h 605734"/>
                  <a:gd name="connsiteX43" fmla="*/ 35076 w 489936"/>
                  <a:gd name="connsiteY43" fmla="*/ 0 h 605734"/>
                  <a:gd name="connsiteX44" fmla="*/ 454860 w 489936"/>
                  <a:gd name="connsiteY44" fmla="*/ 0 h 605734"/>
                  <a:gd name="connsiteX45" fmla="*/ 489936 w 489936"/>
                  <a:gd name="connsiteY45" fmla="*/ 35022 h 605734"/>
                  <a:gd name="connsiteX46" fmla="*/ 489936 w 489936"/>
                  <a:gd name="connsiteY46" fmla="*/ 570712 h 605734"/>
                  <a:gd name="connsiteX47" fmla="*/ 454860 w 489936"/>
                  <a:gd name="connsiteY47" fmla="*/ 605734 h 605734"/>
                  <a:gd name="connsiteX48" fmla="*/ 35076 w 489936"/>
                  <a:gd name="connsiteY48" fmla="*/ 605734 h 605734"/>
                  <a:gd name="connsiteX49" fmla="*/ 0 w 489936"/>
                  <a:gd name="connsiteY49" fmla="*/ 570712 h 605734"/>
                  <a:gd name="connsiteX50" fmla="*/ 0 w 489936"/>
                  <a:gd name="connsiteY50" fmla="*/ 35022 h 605734"/>
                  <a:gd name="connsiteX51" fmla="*/ 35076 w 489936"/>
                  <a:gd name="connsiteY51" fmla="*/ 0 h 605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489936" h="605734">
                    <a:moveTo>
                      <a:pt x="56946" y="454159"/>
                    </a:moveTo>
                    <a:lnTo>
                      <a:pt x="432989" y="454159"/>
                    </a:lnTo>
                    <a:lnTo>
                      <a:pt x="432989" y="552245"/>
                    </a:lnTo>
                    <a:lnTo>
                      <a:pt x="56946" y="552245"/>
                    </a:lnTo>
                    <a:close/>
                    <a:moveTo>
                      <a:pt x="218027" y="167240"/>
                    </a:moveTo>
                    <a:lnTo>
                      <a:pt x="270224" y="343219"/>
                    </a:lnTo>
                    <a:lnTo>
                      <a:pt x="322421" y="269521"/>
                    </a:lnTo>
                    <a:lnTo>
                      <a:pt x="361990" y="314636"/>
                    </a:lnTo>
                    <a:lnTo>
                      <a:pt x="432989" y="314636"/>
                    </a:lnTo>
                    <a:lnTo>
                      <a:pt x="432989" y="333411"/>
                    </a:lnTo>
                    <a:lnTo>
                      <a:pt x="353290" y="333411"/>
                    </a:lnTo>
                    <a:lnTo>
                      <a:pt x="324105" y="299785"/>
                    </a:lnTo>
                    <a:lnTo>
                      <a:pt x="263208" y="385812"/>
                    </a:lnTo>
                    <a:lnTo>
                      <a:pt x="224762" y="255229"/>
                    </a:lnTo>
                    <a:lnTo>
                      <a:pt x="198664" y="438494"/>
                    </a:lnTo>
                    <a:lnTo>
                      <a:pt x="150395" y="300905"/>
                    </a:lnTo>
                    <a:lnTo>
                      <a:pt x="131313" y="333411"/>
                    </a:lnTo>
                    <a:lnTo>
                      <a:pt x="56946" y="333411"/>
                    </a:lnTo>
                    <a:lnTo>
                      <a:pt x="56946" y="314636"/>
                    </a:lnTo>
                    <a:lnTo>
                      <a:pt x="120368" y="314636"/>
                    </a:lnTo>
                    <a:lnTo>
                      <a:pt x="154605" y="256350"/>
                    </a:lnTo>
                    <a:lnTo>
                      <a:pt x="190806" y="359472"/>
                    </a:lnTo>
                    <a:close/>
                    <a:moveTo>
                      <a:pt x="23290" y="71444"/>
                    </a:moveTo>
                    <a:lnTo>
                      <a:pt x="23290" y="570712"/>
                    </a:lnTo>
                    <a:cubicBezTo>
                      <a:pt x="23290" y="577156"/>
                      <a:pt x="28622" y="582199"/>
                      <a:pt x="35076" y="582199"/>
                    </a:cubicBezTo>
                    <a:lnTo>
                      <a:pt x="454860" y="582199"/>
                    </a:lnTo>
                    <a:cubicBezTo>
                      <a:pt x="461314" y="582199"/>
                      <a:pt x="466646" y="577156"/>
                      <a:pt x="466646" y="570712"/>
                    </a:cubicBezTo>
                    <a:lnTo>
                      <a:pt x="466646" y="71444"/>
                    </a:lnTo>
                    <a:close/>
                    <a:moveTo>
                      <a:pt x="440550" y="24935"/>
                    </a:moveTo>
                    <a:cubicBezTo>
                      <a:pt x="431290" y="24935"/>
                      <a:pt x="423713" y="32220"/>
                      <a:pt x="423713" y="41466"/>
                    </a:cubicBezTo>
                    <a:cubicBezTo>
                      <a:pt x="423713" y="50711"/>
                      <a:pt x="431290" y="58276"/>
                      <a:pt x="440550" y="58276"/>
                    </a:cubicBezTo>
                    <a:cubicBezTo>
                      <a:pt x="449810" y="58276"/>
                      <a:pt x="457105" y="50711"/>
                      <a:pt x="457105" y="41466"/>
                    </a:cubicBezTo>
                    <a:cubicBezTo>
                      <a:pt x="457105" y="32220"/>
                      <a:pt x="449810" y="24935"/>
                      <a:pt x="440550" y="24935"/>
                    </a:cubicBezTo>
                    <a:close/>
                    <a:moveTo>
                      <a:pt x="384148" y="24935"/>
                    </a:moveTo>
                    <a:cubicBezTo>
                      <a:pt x="374888" y="24935"/>
                      <a:pt x="367312" y="32220"/>
                      <a:pt x="367312" y="41466"/>
                    </a:cubicBezTo>
                    <a:cubicBezTo>
                      <a:pt x="367312" y="50711"/>
                      <a:pt x="374888" y="58276"/>
                      <a:pt x="384148" y="58276"/>
                    </a:cubicBezTo>
                    <a:cubicBezTo>
                      <a:pt x="393408" y="58276"/>
                      <a:pt x="400984" y="50711"/>
                      <a:pt x="400984" y="41466"/>
                    </a:cubicBezTo>
                    <a:cubicBezTo>
                      <a:pt x="400984" y="32220"/>
                      <a:pt x="393408" y="24935"/>
                      <a:pt x="384148" y="24935"/>
                    </a:cubicBezTo>
                    <a:close/>
                    <a:moveTo>
                      <a:pt x="327746" y="24935"/>
                    </a:moveTo>
                    <a:cubicBezTo>
                      <a:pt x="318486" y="24935"/>
                      <a:pt x="311191" y="32220"/>
                      <a:pt x="311191" y="41466"/>
                    </a:cubicBezTo>
                    <a:cubicBezTo>
                      <a:pt x="311191" y="50711"/>
                      <a:pt x="318486" y="58276"/>
                      <a:pt x="327746" y="58276"/>
                    </a:cubicBezTo>
                    <a:cubicBezTo>
                      <a:pt x="337006" y="58276"/>
                      <a:pt x="344583" y="50711"/>
                      <a:pt x="344583" y="41466"/>
                    </a:cubicBezTo>
                    <a:cubicBezTo>
                      <a:pt x="344583" y="32220"/>
                      <a:pt x="337006" y="24935"/>
                      <a:pt x="327746" y="24935"/>
                    </a:cubicBezTo>
                    <a:close/>
                    <a:moveTo>
                      <a:pt x="35076" y="0"/>
                    </a:moveTo>
                    <a:lnTo>
                      <a:pt x="454860" y="0"/>
                    </a:lnTo>
                    <a:cubicBezTo>
                      <a:pt x="474222" y="0"/>
                      <a:pt x="489936" y="15690"/>
                      <a:pt x="489936" y="35022"/>
                    </a:cubicBezTo>
                    <a:lnTo>
                      <a:pt x="489936" y="570712"/>
                    </a:lnTo>
                    <a:cubicBezTo>
                      <a:pt x="489936" y="590044"/>
                      <a:pt x="474222" y="605734"/>
                      <a:pt x="454860" y="605734"/>
                    </a:cubicBezTo>
                    <a:lnTo>
                      <a:pt x="35076" y="605734"/>
                    </a:lnTo>
                    <a:cubicBezTo>
                      <a:pt x="15714" y="605734"/>
                      <a:pt x="0" y="590044"/>
                      <a:pt x="0" y="570712"/>
                    </a:cubicBezTo>
                    <a:lnTo>
                      <a:pt x="0" y="35022"/>
                    </a:lnTo>
                    <a:cubicBezTo>
                      <a:pt x="0" y="15690"/>
                      <a:pt x="15714" y="0"/>
                      <a:pt x="350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2" name="íśľîḍè">
                <a:extLst>
                  <a:ext uri="{FF2B5EF4-FFF2-40B4-BE49-F238E27FC236}">
                    <a16:creationId xmlns:a16="http://schemas.microsoft.com/office/drawing/2014/main" id="{385B1F5F-6AC3-4363-8236-A99E1EA34588}"/>
                  </a:ext>
                </a:extLst>
              </p:cNvPr>
              <p:cNvSpPr/>
              <p:nvPr/>
            </p:nvSpPr>
            <p:spPr>
              <a:xfrm>
                <a:off x="5195888" y="4320139"/>
                <a:ext cx="283860" cy="350952"/>
              </a:xfrm>
              <a:custGeom>
                <a:avLst/>
                <a:gdLst>
                  <a:gd name="connsiteX0" fmla="*/ 56946 w 489936"/>
                  <a:gd name="connsiteY0" fmla="*/ 454159 h 605734"/>
                  <a:gd name="connsiteX1" fmla="*/ 432989 w 489936"/>
                  <a:gd name="connsiteY1" fmla="*/ 454159 h 605734"/>
                  <a:gd name="connsiteX2" fmla="*/ 432989 w 489936"/>
                  <a:gd name="connsiteY2" fmla="*/ 552245 h 605734"/>
                  <a:gd name="connsiteX3" fmla="*/ 56946 w 489936"/>
                  <a:gd name="connsiteY3" fmla="*/ 552245 h 605734"/>
                  <a:gd name="connsiteX4" fmla="*/ 218027 w 489936"/>
                  <a:gd name="connsiteY4" fmla="*/ 167240 h 605734"/>
                  <a:gd name="connsiteX5" fmla="*/ 270224 w 489936"/>
                  <a:gd name="connsiteY5" fmla="*/ 343219 h 605734"/>
                  <a:gd name="connsiteX6" fmla="*/ 322421 w 489936"/>
                  <a:gd name="connsiteY6" fmla="*/ 269521 h 605734"/>
                  <a:gd name="connsiteX7" fmla="*/ 361990 w 489936"/>
                  <a:gd name="connsiteY7" fmla="*/ 314636 h 605734"/>
                  <a:gd name="connsiteX8" fmla="*/ 432989 w 489936"/>
                  <a:gd name="connsiteY8" fmla="*/ 314636 h 605734"/>
                  <a:gd name="connsiteX9" fmla="*/ 432989 w 489936"/>
                  <a:gd name="connsiteY9" fmla="*/ 333411 h 605734"/>
                  <a:gd name="connsiteX10" fmla="*/ 353290 w 489936"/>
                  <a:gd name="connsiteY10" fmla="*/ 333411 h 605734"/>
                  <a:gd name="connsiteX11" fmla="*/ 324105 w 489936"/>
                  <a:gd name="connsiteY11" fmla="*/ 299785 h 605734"/>
                  <a:gd name="connsiteX12" fmla="*/ 263208 w 489936"/>
                  <a:gd name="connsiteY12" fmla="*/ 385812 h 605734"/>
                  <a:gd name="connsiteX13" fmla="*/ 224762 w 489936"/>
                  <a:gd name="connsiteY13" fmla="*/ 255229 h 605734"/>
                  <a:gd name="connsiteX14" fmla="*/ 198664 w 489936"/>
                  <a:gd name="connsiteY14" fmla="*/ 438494 h 605734"/>
                  <a:gd name="connsiteX15" fmla="*/ 150395 w 489936"/>
                  <a:gd name="connsiteY15" fmla="*/ 300905 h 605734"/>
                  <a:gd name="connsiteX16" fmla="*/ 131313 w 489936"/>
                  <a:gd name="connsiteY16" fmla="*/ 333411 h 605734"/>
                  <a:gd name="connsiteX17" fmla="*/ 56946 w 489936"/>
                  <a:gd name="connsiteY17" fmla="*/ 333411 h 605734"/>
                  <a:gd name="connsiteX18" fmla="*/ 56946 w 489936"/>
                  <a:gd name="connsiteY18" fmla="*/ 314636 h 605734"/>
                  <a:gd name="connsiteX19" fmla="*/ 120368 w 489936"/>
                  <a:gd name="connsiteY19" fmla="*/ 314636 h 605734"/>
                  <a:gd name="connsiteX20" fmla="*/ 154605 w 489936"/>
                  <a:gd name="connsiteY20" fmla="*/ 256350 h 605734"/>
                  <a:gd name="connsiteX21" fmla="*/ 190806 w 489936"/>
                  <a:gd name="connsiteY21" fmla="*/ 359472 h 605734"/>
                  <a:gd name="connsiteX22" fmla="*/ 23290 w 489936"/>
                  <a:gd name="connsiteY22" fmla="*/ 71444 h 605734"/>
                  <a:gd name="connsiteX23" fmla="*/ 23290 w 489936"/>
                  <a:gd name="connsiteY23" fmla="*/ 570712 h 605734"/>
                  <a:gd name="connsiteX24" fmla="*/ 35076 w 489936"/>
                  <a:gd name="connsiteY24" fmla="*/ 582199 h 605734"/>
                  <a:gd name="connsiteX25" fmla="*/ 454860 w 489936"/>
                  <a:gd name="connsiteY25" fmla="*/ 582199 h 605734"/>
                  <a:gd name="connsiteX26" fmla="*/ 466646 w 489936"/>
                  <a:gd name="connsiteY26" fmla="*/ 570712 h 605734"/>
                  <a:gd name="connsiteX27" fmla="*/ 466646 w 489936"/>
                  <a:gd name="connsiteY27" fmla="*/ 71444 h 605734"/>
                  <a:gd name="connsiteX28" fmla="*/ 440550 w 489936"/>
                  <a:gd name="connsiteY28" fmla="*/ 24935 h 605734"/>
                  <a:gd name="connsiteX29" fmla="*/ 423713 w 489936"/>
                  <a:gd name="connsiteY29" fmla="*/ 41466 h 605734"/>
                  <a:gd name="connsiteX30" fmla="*/ 440550 w 489936"/>
                  <a:gd name="connsiteY30" fmla="*/ 58276 h 605734"/>
                  <a:gd name="connsiteX31" fmla="*/ 457105 w 489936"/>
                  <a:gd name="connsiteY31" fmla="*/ 41466 h 605734"/>
                  <a:gd name="connsiteX32" fmla="*/ 440550 w 489936"/>
                  <a:gd name="connsiteY32" fmla="*/ 24935 h 605734"/>
                  <a:gd name="connsiteX33" fmla="*/ 384148 w 489936"/>
                  <a:gd name="connsiteY33" fmla="*/ 24935 h 605734"/>
                  <a:gd name="connsiteX34" fmla="*/ 367312 w 489936"/>
                  <a:gd name="connsiteY34" fmla="*/ 41466 h 605734"/>
                  <a:gd name="connsiteX35" fmla="*/ 384148 w 489936"/>
                  <a:gd name="connsiteY35" fmla="*/ 58276 h 605734"/>
                  <a:gd name="connsiteX36" fmla="*/ 400984 w 489936"/>
                  <a:gd name="connsiteY36" fmla="*/ 41466 h 605734"/>
                  <a:gd name="connsiteX37" fmla="*/ 384148 w 489936"/>
                  <a:gd name="connsiteY37" fmla="*/ 24935 h 605734"/>
                  <a:gd name="connsiteX38" fmla="*/ 327746 w 489936"/>
                  <a:gd name="connsiteY38" fmla="*/ 24935 h 605734"/>
                  <a:gd name="connsiteX39" fmla="*/ 311191 w 489936"/>
                  <a:gd name="connsiteY39" fmla="*/ 41466 h 605734"/>
                  <a:gd name="connsiteX40" fmla="*/ 327746 w 489936"/>
                  <a:gd name="connsiteY40" fmla="*/ 58276 h 605734"/>
                  <a:gd name="connsiteX41" fmla="*/ 344583 w 489936"/>
                  <a:gd name="connsiteY41" fmla="*/ 41466 h 605734"/>
                  <a:gd name="connsiteX42" fmla="*/ 327746 w 489936"/>
                  <a:gd name="connsiteY42" fmla="*/ 24935 h 605734"/>
                  <a:gd name="connsiteX43" fmla="*/ 35076 w 489936"/>
                  <a:gd name="connsiteY43" fmla="*/ 0 h 605734"/>
                  <a:gd name="connsiteX44" fmla="*/ 454860 w 489936"/>
                  <a:gd name="connsiteY44" fmla="*/ 0 h 605734"/>
                  <a:gd name="connsiteX45" fmla="*/ 489936 w 489936"/>
                  <a:gd name="connsiteY45" fmla="*/ 35022 h 605734"/>
                  <a:gd name="connsiteX46" fmla="*/ 489936 w 489936"/>
                  <a:gd name="connsiteY46" fmla="*/ 570712 h 605734"/>
                  <a:gd name="connsiteX47" fmla="*/ 454860 w 489936"/>
                  <a:gd name="connsiteY47" fmla="*/ 605734 h 605734"/>
                  <a:gd name="connsiteX48" fmla="*/ 35076 w 489936"/>
                  <a:gd name="connsiteY48" fmla="*/ 605734 h 605734"/>
                  <a:gd name="connsiteX49" fmla="*/ 0 w 489936"/>
                  <a:gd name="connsiteY49" fmla="*/ 570712 h 605734"/>
                  <a:gd name="connsiteX50" fmla="*/ 0 w 489936"/>
                  <a:gd name="connsiteY50" fmla="*/ 35022 h 605734"/>
                  <a:gd name="connsiteX51" fmla="*/ 35076 w 489936"/>
                  <a:gd name="connsiteY51" fmla="*/ 0 h 605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489936" h="605734">
                    <a:moveTo>
                      <a:pt x="56946" y="454159"/>
                    </a:moveTo>
                    <a:lnTo>
                      <a:pt x="432989" y="454159"/>
                    </a:lnTo>
                    <a:lnTo>
                      <a:pt x="432989" y="552245"/>
                    </a:lnTo>
                    <a:lnTo>
                      <a:pt x="56946" y="552245"/>
                    </a:lnTo>
                    <a:close/>
                    <a:moveTo>
                      <a:pt x="218027" y="167240"/>
                    </a:moveTo>
                    <a:lnTo>
                      <a:pt x="270224" y="343219"/>
                    </a:lnTo>
                    <a:lnTo>
                      <a:pt x="322421" y="269521"/>
                    </a:lnTo>
                    <a:lnTo>
                      <a:pt x="361990" y="314636"/>
                    </a:lnTo>
                    <a:lnTo>
                      <a:pt x="432989" y="314636"/>
                    </a:lnTo>
                    <a:lnTo>
                      <a:pt x="432989" y="333411"/>
                    </a:lnTo>
                    <a:lnTo>
                      <a:pt x="353290" y="333411"/>
                    </a:lnTo>
                    <a:lnTo>
                      <a:pt x="324105" y="299785"/>
                    </a:lnTo>
                    <a:lnTo>
                      <a:pt x="263208" y="385812"/>
                    </a:lnTo>
                    <a:lnTo>
                      <a:pt x="224762" y="255229"/>
                    </a:lnTo>
                    <a:lnTo>
                      <a:pt x="198664" y="438494"/>
                    </a:lnTo>
                    <a:lnTo>
                      <a:pt x="150395" y="300905"/>
                    </a:lnTo>
                    <a:lnTo>
                      <a:pt x="131313" y="333411"/>
                    </a:lnTo>
                    <a:lnTo>
                      <a:pt x="56946" y="333411"/>
                    </a:lnTo>
                    <a:lnTo>
                      <a:pt x="56946" y="314636"/>
                    </a:lnTo>
                    <a:lnTo>
                      <a:pt x="120368" y="314636"/>
                    </a:lnTo>
                    <a:lnTo>
                      <a:pt x="154605" y="256350"/>
                    </a:lnTo>
                    <a:lnTo>
                      <a:pt x="190806" y="359472"/>
                    </a:lnTo>
                    <a:close/>
                    <a:moveTo>
                      <a:pt x="23290" y="71444"/>
                    </a:moveTo>
                    <a:lnTo>
                      <a:pt x="23290" y="570712"/>
                    </a:lnTo>
                    <a:cubicBezTo>
                      <a:pt x="23290" y="577156"/>
                      <a:pt x="28622" y="582199"/>
                      <a:pt x="35076" y="582199"/>
                    </a:cubicBezTo>
                    <a:lnTo>
                      <a:pt x="454860" y="582199"/>
                    </a:lnTo>
                    <a:cubicBezTo>
                      <a:pt x="461314" y="582199"/>
                      <a:pt x="466646" y="577156"/>
                      <a:pt x="466646" y="570712"/>
                    </a:cubicBezTo>
                    <a:lnTo>
                      <a:pt x="466646" y="71444"/>
                    </a:lnTo>
                    <a:close/>
                    <a:moveTo>
                      <a:pt x="440550" y="24935"/>
                    </a:moveTo>
                    <a:cubicBezTo>
                      <a:pt x="431290" y="24935"/>
                      <a:pt x="423713" y="32220"/>
                      <a:pt x="423713" y="41466"/>
                    </a:cubicBezTo>
                    <a:cubicBezTo>
                      <a:pt x="423713" y="50711"/>
                      <a:pt x="431290" y="58276"/>
                      <a:pt x="440550" y="58276"/>
                    </a:cubicBezTo>
                    <a:cubicBezTo>
                      <a:pt x="449810" y="58276"/>
                      <a:pt x="457105" y="50711"/>
                      <a:pt x="457105" y="41466"/>
                    </a:cubicBezTo>
                    <a:cubicBezTo>
                      <a:pt x="457105" y="32220"/>
                      <a:pt x="449810" y="24935"/>
                      <a:pt x="440550" y="24935"/>
                    </a:cubicBezTo>
                    <a:close/>
                    <a:moveTo>
                      <a:pt x="384148" y="24935"/>
                    </a:moveTo>
                    <a:cubicBezTo>
                      <a:pt x="374888" y="24935"/>
                      <a:pt x="367312" y="32220"/>
                      <a:pt x="367312" y="41466"/>
                    </a:cubicBezTo>
                    <a:cubicBezTo>
                      <a:pt x="367312" y="50711"/>
                      <a:pt x="374888" y="58276"/>
                      <a:pt x="384148" y="58276"/>
                    </a:cubicBezTo>
                    <a:cubicBezTo>
                      <a:pt x="393408" y="58276"/>
                      <a:pt x="400984" y="50711"/>
                      <a:pt x="400984" y="41466"/>
                    </a:cubicBezTo>
                    <a:cubicBezTo>
                      <a:pt x="400984" y="32220"/>
                      <a:pt x="393408" y="24935"/>
                      <a:pt x="384148" y="24935"/>
                    </a:cubicBezTo>
                    <a:close/>
                    <a:moveTo>
                      <a:pt x="327746" y="24935"/>
                    </a:moveTo>
                    <a:cubicBezTo>
                      <a:pt x="318486" y="24935"/>
                      <a:pt x="311191" y="32220"/>
                      <a:pt x="311191" y="41466"/>
                    </a:cubicBezTo>
                    <a:cubicBezTo>
                      <a:pt x="311191" y="50711"/>
                      <a:pt x="318486" y="58276"/>
                      <a:pt x="327746" y="58276"/>
                    </a:cubicBezTo>
                    <a:cubicBezTo>
                      <a:pt x="337006" y="58276"/>
                      <a:pt x="344583" y="50711"/>
                      <a:pt x="344583" y="41466"/>
                    </a:cubicBezTo>
                    <a:cubicBezTo>
                      <a:pt x="344583" y="32220"/>
                      <a:pt x="337006" y="24935"/>
                      <a:pt x="327746" y="24935"/>
                    </a:cubicBezTo>
                    <a:close/>
                    <a:moveTo>
                      <a:pt x="35076" y="0"/>
                    </a:moveTo>
                    <a:lnTo>
                      <a:pt x="454860" y="0"/>
                    </a:lnTo>
                    <a:cubicBezTo>
                      <a:pt x="474222" y="0"/>
                      <a:pt x="489936" y="15690"/>
                      <a:pt x="489936" y="35022"/>
                    </a:cubicBezTo>
                    <a:lnTo>
                      <a:pt x="489936" y="570712"/>
                    </a:lnTo>
                    <a:cubicBezTo>
                      <a:pt x="489936" y="590044"/>
                      <a:pt x="474222" y="605734"/>
                      <a:pt x="454860" y="605734"/>
                    </a:cubicBezTo>
                    <a:lnTo>
                      <a:pt x="35076" y="605734"/>
                    </a:lnTo>
                    <a:cubicBezTo>
                      <a:pt x="15714" y="605734"/>
                      <a:pt x="0" y="590044"/>
                      <a:pt x="0" y="570712"/>
                    </a:cubicBezTo>
                    <a:lnTo>
                      <a:pt x="0" y="35022"/>
                    </a:lnTo>
                    <a:cubicBezTo>
                      <a:pt x="0" y="15690"/>
                      <a:pt x="15714" y="0"/>
                      <a:pt x="350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23" name="ïṡ1ïdè">
                <a:extLst>
                  <a:ext uri="{FF2B5EF4-FFF2-40B4-BE49-F238E27FC236}">
                    <a16:creationId xmlns:a16="http://schemas.microsoft.com/office/drawing/2014/main" id="{081F1567-8D0E-45EF-BA72-6D56D92D999A}"/>
                  </a:ext>
                </a:extLst>
              </p:cNvPr>
              <p:cNvSpPr/>
              <p:nvPr/>
            </p:nvSpPr>
            <p:spPr>
              <a:xfrm>
                <a:off x="6795558" y="3170106"/>
                <a:ext cx="494397" cy="611250"/>
              </a:xfrm>
              <a:custGeom>
                <a:avLst/>
                <a:gdLst>
                  <a:gd name="connsiteX0" fmla="*/ 56946 w 489936"/>
                  <a:gd name="connsiteY0" fmla="*/ 454159 h 605734"/>
                  <a:gd name="connsiteX1" fmla="*/ 432989 w 489936"/>
                  <a:gd name="connsiteY1" fmla="*/ 454159 h 605734"/>
                  <a:gd name="connsiteX2" fmla="*/ 432989 w 489936"/>
                  <a:gd name="connsiteY2" fmla="*/ 552245 h 605734"/>
                  <a:gd name="connsiteX3" fmla="*/ 56946 w 489936"/>
                  <a:gd name="connsiteY3" fmla="*/ 552245 h 605734"/>
                  <a:gd name="connsiteX4" fmla="*/ 218027 w 489936"/>
                  <a:gd name="connsiteY4" fmla="*/ 167240 h 605734"/>
                  <a:gd name="connsiteX5" fmla="*/ 270224 w 489936"/>
                  <a:gd name="connsiteY5" fmla="*/ 343219 h 605734"/>
                  <a:gd name="connsiteX6" fmla="*/ 322421 w 489936"/>
                  <a:gd name="connsiteY6" fmla="*/ 269521 h 605734"/>
                  <a:gd name="connsiteX7" fmla="*/ 361990 w 489936"/>
                  <a:gd name="connsiteY7" fmla="*/ 314636 h 605734"/>
                  <a:gd name="connsiteX8" fmla="*/ 432989 w 489936"/>
                  <a:gd name="connsiteY8" fmla="*/ 314636 h 605734"/>
                  <a:gd name="connsiteX9" fmla="*/ 432989 w 489936"/>
                  <a:gd name="connsiteY9" fmla="*/ 333411 h 605734"/>
                  <a:gd name="connsiteX10" fmla="*/ 353290 w 489936"/>
                  <a:gd name="connsiteY10" fmla="*/ 333411 h 605734"/>
                  <a:gd name="connsiteX11" fmla="*/ 324105 w 489936"/>
                  <a:gd name="connsiteY11" fmla="*/ 299785 h 605734"/>
                  <a:gd name="connsiteX12" fmla="*/ 263208 w 489936"/>
                  <a:gd name="connsiteY12" fmla="*/ 385812 h 605734"/>
                  <a:gd name="connsiteX13" fmla="*/ 224762 w 489936"/>
                  <a:gd name="connsiteY13" fmla="*/ 255229 h 605734"/>
                  <a:gd name="connsiteX14" fmla="*/ 198664 w 489936"/>
                  <a:gd name="connsiteY14" fmla="*/ 438494 h 605734"/>
                  <a:gd name="connsiteX15" fmla="*/ 150395 w 489936"/>
                  <a:gd name="connsiteY15" fmla="*/ 300905 h 605734"/>
                  <a:gd name="connsiteX16" fmla="*/ 131313 w 489936"/>
                  <a:gd name="connsiteY16" fmla="*/ 333411 h 605734"/>
                  <a:gd name="connsiteX17" fmla="*/ 56946 w 489936"/>
                  <a:gd name="connsiteY17" fmla="*/ 333411 h 605734"/>
                  <a:gd name="connsiteX18" fmla="*/ 56946 w 489936"/>
                  <a:gd name="connsiteY18" fmla="*/ 314636 h 605734"/>
                  <a:gd name="connsiteX19" fmla="*/ 120368 w 489936"/>
                  <a:gd name="connsiteY19" fmla="*/ 314636 h 605734"/>
                  <a:gd name="connsiteX20" fmla="*/ 154605 w 489936"/>
                  <a:gd name="connsiteY20" fmla="*/ 256350 h 605734"/>
                  <a:gd name="connsiteX21" fmla="*/ 190806 w 489936"/>
                  <a:gd name="connsiteY21" fmla="*/ 359472 h 605734"/>
                  <a:gd name="connsiteX22" fmla="*/ 23290 w 489936"/>
                  <a:gd name="connsiteY22" fmla="*/ 71444 h 605734"/>
                  <a:gd name="connsiteX23" fmla="*/ 23290 w 489936"/>
                  <a:gd name="connsiteY23" fmla="*/ 570712 h 605734"/>
                  <a:gd name="connsiteX24" fmla="*/ 35076 w 489936"/>
                  <a:gd name="connsiteY24" fmla="*/ 582199 h 605734"/>
                  <a:gd name="connsiteX25" fmla="*/ 454860 w 489936"/>
                  <a:gd name="connsiteY25" fmla="*/ 582199 h 605734"/>
                  <a:gd name="connsiteX26" fmla="*/ 466646 w 489936"/>
                  <a:gd name="connsiteY26" fmla="*/ 570712 h 605734"/>
                  <a:gd name="connsiteX27" fmla="*/ 466646 w 489936"/>
                  <a:gd name="connsiteY27" fmla="*/ 71444 h 605734"/>
                  <a:gd name="connsiteX28" fmla="*/ 440550 w 489936"/>
                  <a:gd name="connsiteY28" fmla="*/ 24935 h 605734"/>
                  <a:gd name="connsiteX29" fmla="*/ 423713 w 489936"/>
                  <a:gd name="connsiteY29" fmla="*/ 41466 h 605734"/>
                  <a:gd name="connsiteX30" fmla="*/ 440550 w 489936"/>
                  <a:gd name="connsiteY30" fmla="*/ 58276 h 605734"/>
                  <a:gd name="connsiteX31" fmla="*/ 457105 w 489936"/>
                  <a:gd name="connsiteY31" fmla="*/ 41466 h 605734"/>
                  <a:gd name="connsiteX32" fmla="*/ 440550 w 489936"/>
                  <a:gd name="connsiteY32" fmla="*/ 24935 h 605734"/>
                  <a:gd name="connsiteX33" fmla="*/ 384148 w 489936"/>
                  <a:gd name="connsiteY33" fmla="*/ 24935 h 605734"/>
                  <a:gd name="connsiteX34" fmla="*/ 367312 w 489936"/>
                  <a:gd name="connsiteY34" fmla="*/ 41466 h 605734"/>
                  <a:gd name="connsiteX35" fmla="*/ 384148 w 489936"/>
                  <a:gd name="connsiteY35" fmla="*/ 58276 h 605734"/>
                  <a:gd name="connsiteX36" fmla="*/ 400984 w 489936"/>
                  <a:gd name="connsiteY36" fmla="*/ 41466 h 605734"/>
                  <a:gd name="connsiteX37" fmla="*/ 384148 w 489936"/>
                  <a:gd name="connsiteY37" fmla="*/ 24935 h 605734"/>
                  <a:gd name="connsiteX38" fmla="*/ 327746 w 489936"/>
                  <a:gd name="connsiteY38" fmla="*/ 24935 h 605734"/>
                  <a:gd name="connsiteX39" fmla="*/ 311191 w 489936"/>
                  <a:gd name="connsiteY39" fmla="*/ 41466 h 605734"/>
                  <a:gd name="connsiteX40" fmla="*/ 327746 w 489936"/>
                  <a:gd name="connsiteY40" fmla="*/ 58276 h 605734"/>
                  <a:gd name="connsiteX41" fmla="*/ 344583 w 489936"/>
                  <a:gd name="connsiteY41" fmla="*/ 41466 h 605734"/>
                  <a:gd name="connsiteX42" fmla="*/ 327746 w 489936"/>
                  <a:gd name="connsiteY42" fmla="*/ 24935 h 605734"/>
                  <a:gd name="connsiteX43" fmla="*/ 35076 w 489936"/>
                  <a:gd name="connsiteY43" fmla="*/ 0 h 605734"/>
                  <a:gd name="connsiteX44" fmla="*/ 454860 w 489936"/>
                  <a:gd name="connsiteY44" fmla="*/ 0 h 605734"/>
                  <a:gd name="connsiteX45" fmla="*/ 489936 w 489936"/>
                  <a:gd name="connsiteY45" fmla="*/ 35022 h 605734"/>
                  <a:gd name="connsiteX46" fmla="*/ 489936 w 489936"/>
                  <a:gd name="connsiteY46" fmla="*/ 570712 h 605734"/>
                  <a:gd name="connsiteX47" fmla="*/ 454860 w 489936"/>
                  <a:gd name="connsiteY47" fmla="*/ 605734 h 605734"/>
                  <a:gd name="connsiteX48" fmla="*/ 35076 w 489936"/>
                  <a:gd name="connsiteY48" fmla="*/ 605734 h 605734"/>
                  <a:gd name="connsiteX49" fmla="*/ 0 w 489936"/>
                  <a:gd name="connsiteY49" fmla="*/ 570712 h 605734"/>
                  <a:gd name="connsiteX50" fmla="*/ 0 w 489936"/>
                  <a:gd name="connsiteY50" fmla="*/ 35022 h 605734"/>
                  <a:gd name="connsiteX51" fmla="*/ 35076 w 489936"/>
                  <a:gd name="connsiteY51" fmla="*/ 0 h 605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489936" h="605734">
                    <a:moveTo>
                      <a:pt x="56946" y="454159"/>
                    </a:moveTo>
                    <a:lnTo>
                      <a:pt x="432989" y="454159"/>
                    </a:lnTo>
                    <a:lnTo>
                      <a:pt x="432989" y="552245"/>
                    </a:lnTo>
                    <a:lnTo>
                      <a:pt x="56946" y="552245"/>
                    </a:lnTo>
                    <a:close/>
                    <a:moveTo>
                      <a:pt x="218027" y="167240"/>
                    </a:moveTo>
                    <a:lnTo>
                      <a:pt x="270224" y="343219"/>
                    </a:lnTo>
                    <a:lnTo>
                      <a:pt x="322421" y="269521"/>
                    </a:lnTo>
                    <a:lnTo>
                      <a:pt x="361990" y="314636"/>
                    </a:lnTo>
                    <a:lnTo>
                      <a:pt x="432989" y="314636"/>
                    </a:lnTo>
                    <a:lnTo>
                      <a:pt x="432989" y="333411"/>
                    </a:lnTo>
                    <a:lnTo>
                      <a:pt x="353290" y="333411"/>
                    </a:lnTo>
                    <a:lnTo>
                      <a:pt x="324105" y="299785"/>
                    </a:lnTo>
                    <a:lnTo>
                      <a:pt x="263208" y="385812"/>
                    </a:lnTo>
                    <a:lnTo>
                      <a:pt x="224762" y="255229"/>
                    </a:lnTo>
                    <a:lnTo>
                      <a:pt x="198664" y="438494"/>
                    </a:lnTo>
                    <a:lnTo>
                      <a:pt x="150395" y="300905"/>
                    </a:lnTo>
                    <a:lnTo>
                      <a:pt x="131313" y="333411"/>
                    </a:lnTo>
                    <a:lnTo>
                      <a:pt x="56946" y="333411"/>
                    </a:lnTo>
                    <a:lnTo>
                      <a:pt x="56946" y="314636"/>
                    </a:lnTo>
                    <a:lnTo>
                      <a:pt x="120368" y="314636"/>
                    </a:lnTo>
                    <a:lnTo>
                      <a:pt x="154605" y="256350"/>
                    </a:lnTo>
                    <a:lnTo>
                      <a:pt x="190806" y="359472"/>
                    </a:lnTo>
                    <a:close/>
                    <a:moveTo>
                      <a:pt x="23290" y="71444"/>
                    </a:moveTo>
                    <a:lnTo>
                      <a:pt x="23290" y="570712"/>
                    </a:lnTo>
                    <a:cubicBezTo>
                      <a:pt x="23290" y="577156"/>
                      <a:pt x="28622" y="582199"/>
                      <a:pt x="35076" y="582199"/>
                    </a:cubicBezTo>
                    <a:lnTo>
                      <a:pt x="454860" y="582199"/>
                    </a:lnTo>
                    <a:cubicBezTo>
                      <a:pt x="461314" y="582199"/>
                      <a:pt x="466646" y="577156"/>
                      <a:pt x="466646" y="570712"/>
                    </a:cubicBezTo>
                    <a:lnTo>
                      <a:pt x="466646" y="71444"/>
                    </a:lnTo>
                    <a:close/>
                    <a:moveTo>
                      <a:pt x="440550" y="24935"/>
                    </a:moveTo>
                    <a:cubicBezTo>
                      <a:pt x="431290" y="24935"/>
                      <a:pt x="423713" y="32220"/>
                      <a:pt x="423713" y="41466"/>
                    </a:cubicBezTo>
                    <a:cubicBezTo>
                      <a:pt x="423713" y="50711"/>
                      <a:pt x="431290" y="58276"/>
                      <a:pt x="440550" y="58276"/>
                    </a:cubicBezTo>
                    <a:cubicBezTo>
                      <a:pt x="449810" y="58276"/>
                      <a:pt x="457105" y="50711"/>
                      <a:pt x="457105" y="41466"/>
                    </a:cubicBezTo>
                    <a:cubicBezTo>
                      <a:pt x="457105" y="32220"/>
                      <a:pt x="449810" y="24935"/>
                      <a:pt x="440550" y="24935"/>
                    </a:cubicBezTo>
                    <a:close/>
                    <a:moveTo>
                      <a:pt x="384148" y="24935"/>
                    </a:moveTo>
                    <a:cubicBezTo>
                      <a:pt x="374888" y="24935"/>
                      <a:pt x="367312" y="32220"/>
                      <a:pt x="367312" y="41466"/>
                    </a:cubicBezTo>
                    <a:cubicBezTo>
                      <a:pt x="367312" y="50711"/>
                      <a:pt x="374888" y="58276"/>
                      <a:pt x="384148" y="58276"/>
                    </a:cubicBezTo>
                    <a:cubicBezTo>
                      <a:pt x="393408" y="58276"/>
                      <a:pt x="400984" y="50711"/>
                      <a:pt x="400984" y="41466"/>
                    </a:cubicBezTo>
                    <a:cubicBezTo>
                      <a:pt x="400984" y="32220"/>
                      <a:pt x="393408" y="24935"/>
                      <a:pt x="384148" y="24935"/>
                    </a:cubicBezTo>
                    <a:close/>
                    <a:moveTo>
                      <a:pt x="327746" y="24935"/>
                    </a:moveTo>
                    <a:cubicBezTo>
                      <a:pt x="318486" y="24935"/>
                      <a:pt x="311191" y="32220"/>
                      <a:pt x="311191" y="41466"/>
                    </a:cubicBezTo>
                    <a:cubicBezTo>
                      <a:pt x="311191" y="50711"/>
                      <a:pt x="318486" y="58276"/>
                      <a:pt x="327746" y="58276"/>
                    </a:cubicBezTo>
                    <a:cubicBezTo>
                      <a:pt x="337006" y="58276"/>
                      <a:pt x="344583" y="50711"/>
                      <a:pt x="344583" y="41466"/>
                    </a:cubicBezTo>
                    <a:cubicBezTo>
                      <a:pt x="344583" y="32220"/>
                      <a:pt x="337006" y="24935"/>
                      <a:pt x="327746" y="24935"/>
                    </a:cubicBezTo>
                    <a:close/>
                    <a:moveTo>
                      <a:pt x="35076" y="0"/>
                    </a:moveTo>
                    <a:lnTo>
                      <a:pt x="454860" y="0"/>
                    </a:lnTo>
                    <a:cubicBezTo>
                      <a:pt x="474222" y="0"/>
                      <a:pt x="489936" y="15690"/>
                      <a:pt x="489936" y="35022"/>
                    </a:cubicBezTo>
                    <a:lnTo>
                      <a:pt x="489936" y="570712"/>
                    </a:lnTo>
                    <a:cubicBezTo>
                      <a:pt x="489936" y="590044"/>
                      <a:pt x="474222" y="605734"/>
                      <a:pt x="454860" y="605734"/>
                    </a:cubicBezTo>
                    <a:lnTo>
                      <a:pt x="35076" y="605734"/>
                    </a:lnTo>
                    <a:cubicBezTo>
                      <a:pt x="15714" y="605734"/>
                      <a:pt x="0" y="590044"/>
                      <a:pt x="0" y="570712"/>
                    </a:cubicBezTo>
                    <a:lnTo>
                      <a:pt x="0" y="35022"/>
                    </a:lnTo>
                    <a:cubicBezTo>
                      <a:pt x="0" y="15690"/>
                      <a:pt x="15714" y="0"/>
                      <a:pt x="350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AA1399D1-5BF3-4FFB-86AA-C67D8A5BAC08}"/>
                </a:ext>
              </a:extLst>
            </p:cNvPr>
            <p:cNvCxnSpPr>
              <a:stCxn id="19" idx="12"/>
            </p:cNvCxnSpPr>
            <p:nvPr/>
          </p:nvCxnSpPr>
          <p:spPr>
            <a:xfrm flipH="1">
              <a:off x="673100" y="3903947"/>
              <a:ext cx="5678678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îṩ1iďe">
              <a:extLst>
                <a:ext uri="{FF2B5EF4-FFF2-40B4-BE49-F238E27FC236}">
                  <a16:creationId xmlns:a16="http://schemas.microsoft.com/office/drawing/2014/main" id="{0770B847-7545-463C-8889-5CFDCF5A4620}"/>
                </a:ext>
              </a:extLst>
            </p:cNvPr>
            <p:cNvGrpSpPr/>
            <p:nvPr/>
          </p:nvGrpSpPr>
          <p:grpSpPr>
            <a:xfrm>
              <a:off x="673100" y="2670207"/>
              <a:ext cx="3171237" cy="2467480"/>
              <a:chOff x="673100" y="2670207"/>
              <a:chExt cx="3302911" cy="2467480"/>
            </a:xfrm>
          </p:grpSpPr>
          <p:grpSp>
            <p:nvGrpSpPr>
              <p:cNvPr id="12" name="íṣļîḋê">
                <a:extLst>
                  <a:ext uri="{FF2B5EF4-FFF2-40B4-BE49-F238E27FC236}">
                    <a16:creationId xmlns:a16="http://schemas.microsoft.com/office/drawing/2014/main" id="{784FEB7A-11A9-4DCE-9C02-AD4BF7906846}"/>
                  </a:ext>
                </a:extLst>
              </p:cNvPr>
              <p:cNvGrpSpPr/>
              <p:nvPr/>
            </p:nvGrpSpPr>
            <p:grpSpPr>
              <a:xfrm>
                <a:off x="673100" y="2670207"/>
                <a:ext cx="3302911" cy="1030224"/>
                <a:chOff x="5966654" y="1551508"/>
                <a:chExt cx="1910608" cy="1030224"/>
              </a:xfrm>
            </p:grpSpPr>
            <p:sp>
              <p:nvSpPr>
                <p:cNvPr id="16" name="íS1îḍè">
                  <a:extLst>
                    <a:ext uri="{FF2B5EF4-FFF2-40B4-BE49-F238E27FC236}">
                      <a16:creationId xmlns:a16="http://schemas.microsoft.com/office/drawing/2014/main" id="{6B4C8EFA-AE13-43DF-87EF-19070F40DB47}"/>
                    </a:ext>
                  </a:extLst>
                </p:cNvPr>
                <p:cNvSpPr/>
                <p:nvPr/>
              </p:nvSpPr>
              <p:spPr bwMode="auto">
                <a:xfrm>
                  <a:off x="5966654" y="1551508"/>
                  <a:ext cx="1910608" cy="392113"/>
                </a:xfrm>
                <a:prstGeom prst="rect">
                  <a:avLst/>
                </a:prstGeom>
                <a:noFill/>
                <a:ln w="28575" algn="ctr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 defTabSz="914400"/>
                  <a:r>
                    <a:rPr lang="en-US" altLang="zh-CN" sz="1600" b="1" kern="0"/>
                    <a:t>Te</a:t>
                  </a:r>
                  <a:r>
                    <a:rPr lang="en-US" altLang="zh-CN" sz="100" b="1" kern="0"/>
                    <a:t> </a:t>
                  </a:r>
                  <a:r>
                    <a:rPr lang="en-US" altLang="zh-CN" sz="1600" b="1" kern="0"/>
                    <a:t>xt </a:t>
                  </a:r>
                  <a:r>
                    <a:rPr lang="en-US" altLang="zh-CN" sz="1600" b="1" kern="0" dirty="0"/>
                    <a:t>here</a:t>
                  </a:r>
                  <a:endParaRPr lang="zh-CN" altLang="en-US" sz="1600" b="1" kern="0" dirty="0"/>
                </a:p>
              </p:txBody>
            </p:sp>
            <p:sp>
              <p:nvSpPr>
                <p:cNvPr id="17" name="îṥlïḋè">
                  <a:extLst>
                    <a:ext uri="{FF2B5EF4-FFF2-40B4-BE49-F238E27FC236}">
                      <a16:creationId xmlns:a16="http://schemas.microsoft.com/office/drawing/2014/main" id="{28D87A01-EBC8-41C1-9C9B-E43F3DDD69BE}"/>
                    </a:ext>
                  </a:extLst>
                </p:cNvPr>
                <p:cNvSpPr/>
                <p:nvPr/>
              </p:nvSpPr>
              <p:spPr>
                <a:xfrm>
                  <a:off x="5966654" y="1943621"/>
                  <a:ext cx="1910608" cy="638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171450" lvl="0" indent="-171450" algn="r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000">
                      <a:solidFill>
                        <a:schemeClr val="tx1"/>
                      </a:solidFill>
                    </a:rPr>
                    <a:t>Supp</a:t>
                  </a:r>
                  <a:r>
                    <a:rPr lang="en-US" altLang="zh-CN" sz="10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000">
                      <a:solidFill>
                        <a:schemeClr val="tx1"/>
                      </a:solidFill>
                    </a:rPr>
                    <a:t>orting </a:t>
                  </a:r>
                  <a:r>
                    <a:rPr lang="en-US" altLang="zh-CN" sz="1000" dirty="0">
                      <a:solidFill>
                        <a:schemeClr val="tx1"/>
                      </a:solidFill>
                    </a:rPr>
                    <a:t>text here.</a:t>
                  </a:r>
                </a:p>
                <a:p>
                  <a:pPr marL="171450" lvl="0" indent="-171450" algn="r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000" dirty="0">
                      <a:solidFill>
                        <a:schemeClr val="tx1"/>
                      </a:solidFill>
                    </a:rPr>
                    <a:t>……</a:t>
                  </a:r>
                </a:p>
              </p:txBody>
            </p:sp>
          </p:grpSp>
          <p:grpSp>
            <p:nvGrpSpPr>
              <p:cNvPr id="13" name="ï$ḻíḋê">
                <a:extLst>
                  <a:ext uri="{FF2B5EF4-FFF2-40B4-BE49-F238E27FC236}">
                    <a16:creationId xmlns:a16="http://schemas.microsoft.com/office/drawing/2014/main" id="{784FEB7A-11A9-4DCE-9C02-AD4BF7906846}"/>
                  </a:ext>
                </a:extLst>
              </p:cNvPr>
              <p:cNvGrpSpPr/>
              <p:nvPr/>
            </p:nvGrpSpPr>
            <p:grpSpPr>
              <a:xfrm>
                <a:off x="673100" y="4107463"/>
                <a:ext cx="3302911" cy="1030224"/>
                <a:chOff x="5966654" y="1551508"/>
                <a:chExt cx="1910608" cy="1030224"/>
              </a:xfrm>
            </p:grpSpPr>
            <p:sp>
              <p:nvSpPr>
                <p:cNvPr id="14" name="ïs1íḓè">
                  <a:extLst>
                    <a:ext uri="{FF2B5EF4-FFF2-40B4-BE49-F238E27FC236}">
                      <a16:creationId xmlns:a16="http://schemas.microsoft.com/office/drawing/2014/main" id="{6B4C8EFA-AE13-43DF-87EF-19070F40DB47}"/>
                    </a:ext>
                  </a:extLst>
                </p:cNvPr>
                <p:cNvSpPr/>
                <p:nvPr/>
              </p:nvSpPr>
              <p:spPr bwMode="auto">
                <a:xfrm>
                  <a:off x="5966654" y="1551508"/>
                  <a:ext cx="1910608" cy="392113"/>
                </a:xfrm>
                <a:prstGeom prst="rect">
                  <a:avLst/>
                </a:prstGeom>
                <a:noFill/>
                <a:ln w="28575" algn="ctr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 defTabSz="914400"/>
                  <a:r>
                    <a:rPr lang="en-US" altLang="zh-CN" sz="1600" b="1" kern="0"/>
                    <a:t>Te</a:t>
                  </a:r>
                  <a:r>
                    <a:rPr lang="en-US" altLang="zh-CN" sz="100" b="1" kern="0"/>
                    <a:t> </a:t>
                  </a:r>
                  <a:r>
                    <a:rPr lang="en-US" altLang="zh-CN" sz="1600" b="1" kern="0"/>
                    <a:t>xt </a:t>
                  </a:r>
                  <a:r>
                    <a:rPr lang="en-US" altLang="zh-CN" sz="1600" b="1" kern="0" dirty="0"/>
                    <a:t>here</a:t>
                  </a:r>
                  <a:endParaRPr lang="zh-CN" altLang="en-US" sz="1600" b="1" kern="0" dirty="0"/>
                </a:p>
              </p:txBody>
            </p:sp>
            <p:sp>
              <p:nvSpPr>
                <p:cNvPr id="15" name="îsľídé">
                  <a:extLst>
                    <a:ext uri="{FF2B5EF4-FFF2-40B4-BE49-F238E27FC236}">
                      <a16:creationId xmlns:a16="http://schemas.microsoft.com/office/drawing/2014/main" id="{28D87A01-EBC8-41C1-9C9B-E43F3DDD69BE}"/>
                    </a:ext>
                  </a:extLst>
                </p:cNvPr>
                <p:cNvSpPr/>
                <p:nvPr/>
              </p:nvSpPr>
              <p:spPr>
                <a:xfrm>
                  <a:off x="5966654" y="1943621"/>
                  <a:ext cx="1910608" cy="638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marL="171450" lvl="0" indent="-171450" algn="r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000">
                      <a:solidFill>
                        <a:schemeClr val="tx1"/>
                      </a:solidFill>
                    </a:rPr>
                    <a:t>Supporting t</a:t>
                  </a:r>
                  <a:r>
                    <a:rPr lang="en-US" altLang="zh-CN" sz="10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000">
                      <a:solidFill>
                        <a:schemeClr val="tx1"/>
                      </a:solidFill>
                    </a:rPr>
                    <a:t>ext </a:t>
                  </a:r>
                  <a:r>
                    <a:rPr lang="en-US" altLang="zh-CN" sz="1000" dirty="0">
                      <a:solidFill>
                        <a:schemeClr val="tx1"/>
                      </a:solidFill>
                    </a:rPr>
                    <a:t>here.</a:t>
                  </a:r>
                </a:p>
                <a:p>
                  <a:pPr marL="171450" lvl="0" indent="-171450" algn="r">
                    <a:lnSpc>
                      <a:spcPct val="150000"/>
                    </a:lnSpc>
                    <a:buFont typeface="Arial" panose="020B0604020202020204" pitchFamily="34" charset="0"/>
                    <a:buChar char="•"/>
                  </a:pPr>
                  <a:r>
                    <a:rPr lang="en-US" altLang="zh-CN" sz="1000" dirty="0">
                      <a:solidFill>
                        <a:schemeClr val="tx1"/>
                      </a:solidFill>
                    </a:rPr>
                    <a:t>……</a:t>
                  </a:r>
                </a:p>
              </p:txBody>
            </p:sp>
          </p:grpSp>
        </p:grpSp>
        <p:grpSp>
          <p:nvGrpSpPr>
            <p:cNvPr id="9" name="íš1iďe">
              <a:extLst>
                <a:ext uri="{FF2B5EF4-FFF2-40B4-BE49-F238E27FC236}">
                  <a16:creationId xmlns:a16="http://schemas.microsoft.com/office/drawing/2014/main" id="{F9B42F97-74B2-4B70-B05A-F53101C763CA}"/>
                </a:ext>
              </a:extLst>
            </p:cNvPr>
            <p:cNvGrpSpPr/>
            <p:nvPr/>
          </p:nvGrpSpPr>
          <p:grpSpPr>
            <a:xfrm>
              <a:off x="8347663" y="2686607"/>
              <a:ext cx="3171237" cy="2434680"/>
              <a:chOff x="8215988" y="2686607"/>
              <a:chExt cx="3302911" cy="2434680"/>
            </a:xfrm>
          </p:grpSpPr>
          <p:sp>
            <p:nvSpPr>
              <p:cNvPr id="10" name="íṥ1îḍe">
                <a:extLst>
                  <a:ext uri="{FF2B5EF4-FFF2-40B4-BE49-F238E27FC236}">
                    <a16:creationId xmlns:a16="http://schemas.microsoft.com/office/drawing/2014/main" id="{6B4C8EFA-AE13-43DF-87EF-19070F40DB47}"/>
                  </a:ext>
                </a:extLst>
              </p:cNvPr>
              <p:cNvSpPr/>
              <p:nvPr/>
            </p:nvSpPr>
            <p:spPr bwMode="auto">
              <a:xfrm>
                <a:off x="8215988" y="2686607"/>
                <a:ext cx="3302911" cy="392113"/>
              </a:xfrm>
              <a:prstGeom prst="rect">
                <a:avLst/>
              </a:prstGeom>
              <a:noFill/>
              <a:ln w="28575" algn="ctr">
                <a:noFill/>
                <a:round/>
                <a:headEnd/>
                <a:tailEnd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defTabSz="914400"/>
                <a:r>
                  <a:rPr lang="en-US" altLang="zh-CN" sz="1600" b="1" kern="0"/>
                  <a:t>Text</a:t>
                </a:r>
                <a:r>
                  <a:rPr lang="en-US" altLang="zh-CN" sz="100" b="1" kern="0"/>
                  <a:t> </a:t>
                </a:r>
                <a:r>
                  <a:rPr lang="en-US" altLang="zh-CN" sz="1600" b="1" kern="0"/>
                  <a:t> </a:t>
                </a:r>
                <a:r>
                  <a:rPr lang="en-US" altLang="zh-CN" sz="1600" b="1" kern="0" dirty="0"/>
                  <a:t>here</a:t>
                </a:r>
                <a:endParaRPr lang="zh-CN" altLang="en-US" sz="1600" b="1" kern="0" dirty="0"/>
              </a:p>
            </p:txBody>
          </p:sp>
          <p:sp>
            <p:nvSpPr>
              <p:cNvPr id="11" name="ïslíḍê">
                <a:extLst>
                  <a:ext uri="{FF2B5EF4-FFF2-40B4-BE49-F238E27FC236}">
                    <a16:creationId xmlns:a16="http://schemas.microsoft.com/office/drawing/2014/main" id="{28D87A01-EBC8-41C1-9C9B-E43F3DDD69BE}"/>
                  </a:ext>
                </a:extLst>
              </p:cNvPr>
              <p:cNvSpPr/>
              <p:nvPr/>
            </p:nvSpPr>
            <p:spPr>
              <a:xfrm>
                <a:off x="8215988" y="3078720"/>
                <a:ext cx="3302911" cy="204256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t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171450" lvl="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  <a:p>
                <a:pPr marL="171450" lvl="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……</a:t>
                </a:r>
              </a:p>
              <a:p>
                <a:pPr marL="171450" lvl="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marL="171450" lvl="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000" dirty="0">
                  <a:solidFill>
                    <a:schemeClr val="tx1"/>
                  </a:solidFill>
                </a:endParaRPr>
              </a:p>
              <a:p>
                <a:pPr marL="171450" lvl="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>
                    <a:solidFill>
                      <a:schemeClr val="tx1"/>
                    </a:solidFill>
                  </a:rPr>
                  <a:t>S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000">
                    <a:solidFill>
                      <a:schemeClr val="tx1"/>
                    </a:solidFill>
                  </a:rPr>
                  <a:t>upporting </a:t>
                </a:r>
                <a:r>
                  <a:rPr lang="en-US" altLang="zh-CN" sz="1000" dirty="0">
                    <a:solidFill>
                      <a:schemeClr val="tx1"/>
                    </a:solidFill>
                  </a:rPr>
                  <a:t>text here.</a:t>
                </a:r>
              </a:p>
              <a:p>
                <a:pPr marL="17145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Supporting text here.</a:t>
                </a:r>
              </a:p>
              <a:p>
                <a:pPr marL="171450" lvl="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1000" dirty="0">
                    <a:solidFill>
                      <a:schemeClr val="tx1"/>
                    </a:solidFill>
                  </a:rPr>
                  <a:t>……</a:t>
                </a:r>
              </a:p>
              <a:p>
                <a:pPr marL="171450" lvl="0" indent="-1714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zh-CN" sz="1000" dirty="0">
                  <a:solidFill>
                    <a:schemeClr val="tx1"/>
                  </a:solidFill>
                </a:endParaRP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5471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Section Header H</a:t>
            </a:r>
            <a:r>
              <a:rPr lang="en-US" altLang="zh-CN" sz="100"/>
              <a:t> </a:t>
            </a:r>
            <a:r>
              <a:rPr lang="en-US" altLang="zh-CN"/>
              <a:t>ere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CN" dirty="0"/>
              <a:t>Supporting text here.</a:t>
            </a:r>
          </a:p>
          <a:p>
            <a:pPr lvl="0"/>
            <a:r>
              <a:rPr lang="en-US" altLang="zh-CN" dirty="0"/>
              <a:t>When you copy &amp; paste, choose "keep </a:t>
            </a:r>
            <a:r>
              <a:rPr lang="en-US" altLang="zh-CN"/>
              <a:t>text onl</a:t>
            </a:r>
            <a:r>
              <a:rPr lang="en-US" altLang="zh-CN" sz="100"/>
              <a:t> </a:t>
            </a:r>
            <a:r>
              <a:rPr lang="en-US" altLang="zh-CN"/>
              <a:t>y</a:t>
            </a:r>
            <a:r>
              <a:rPr lang="en-US" altLang="zh-CN" dirty="0"/>
              <a:t>" option.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F69230-F3A6-4586-9371-A858F4763E9F}"/>
              </a:ext>
            </a:extLst>
          </p:cNvPr>
          <p:cNvSpPr txBox="1"/>
          <p:nvPr/>
        </p:nvSpPr>
        <p:spPr>
          <a:xfrm>
            <a:off x="5732004" y="2313213"/>
            <a:ext cx="1023516" cy="889909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</a:t>
            </a:r>
            <a:r>
              <a:rPr lang="en-US" altLang="zh-CN" sz="100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 </a:t>
            </a:r>
            <a:r>
              <a:rPr lang="en-US" altLang="zh-CN" spc="100">
                <a:solidFill>
                  <a:schemeClr val="accent3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05</a:t>
            </a:r>
            <a:endParaRPr lang="zh-CN" altLang="en-US" spc="100" dirty="0">
              <a:solidFill>
                <a:schemeClr val="accent3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621711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6BA8D-2C6A-4C00-825B-2E8E7FA0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23FD4FA-E51D-4895-BADB-2E9C78DF8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</a:t>
            </a:r>
            <a:r>
              <a:rPr lang="zh-CN" altLang="en-US" sz="100"/>
              <a:t> </a:t>
            </a:r>
            <a:r>
              <a:rPr lang="zh-CN" altLang="en-US"/>
              <a:t>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4B4D6C-0C95-4D6E-A502-57A6F6A7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34</a:t>
            </a:fld>
            <a:r>
              <a:rPr lang="zh-CN" altLang="en-US" sz="100"/>
              <a:t> </a:t>
            </a:r>
          </a:p>
        </p:txBody>
      </p:sp>
      <p:grpSp>
        <p:nvGrpSpPr>
          <p:cNvPr id="5" name="277794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C3A295B2-9CC1-4901-A69B-C6C148A22ED9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378585"/>
            <a:ext cx="10845800" cy="4603245"/>
            <a:chOff x="673100" y="1378585"/>
            <a:chExt cx="10845800" cy="4603245"/>
          </a:xfrm>
        </p:grpSpPr>
        <p:sp>
          <p:nvSpPr>
            <p:cNvPr id="6" name="iṧlïḋê">
              <a:extLst>
                <a:ext uri="{FF2B5EF4-FFF2-40B4-BE49-F238E27FC236}">
                  <a16:creationId xmlns:a16="http://schemas.microsoft.com/office/drawing/2014/main" id="{4F7D1330-CEA5-4AC1-AB31-2C7245FAA9F0}"/>
                </a:ext>
              </a:extLst>
            </p:cNvPr>
            <p:cNvSpPr/>
            <p:nvPr/>
          </p:nvSpPr>
          <p:spPr>
            <a:xfrm>
              <a:off x="673100" y="4490068"/>
              <a:ext cx="10845800" cy="52495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BE4F80A6-CF87-4B42-80D9-83C4D62C4722}"/>
                </a:ext>
              </a:extLst>
            </p:cNvPr>
            <p:cNvCxnSpPr/>
            <p:nvPr/>
          </p:nvCxnSpPr>
          <p:spPr>
            <a:xfrm>
              <a:off x="1479956" y="3152158"/>
              <a:ext cx="0" cy="130866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íṥḻíďé">
              <a:extLst>
                <a:ext uri="{FF2B5EF4-FFF2-40B4-BE49-F238E27FC236}">
                  <a16:creationId xmlns:a16="http://schemas.microsoft.com/office/drawing/2014/main" id="{B40F5E8D-FBEB-4054-86D5-66BEF7C4392C}"/>
                </a:ext>
              </a:extLst>
            </p:cNvPr>
            <p:cNvSpPr txBox="1"/>
            <p:nvPr/>
          </p:nvSpPr>
          <p:spPr>
            <a:xfrm>
              <a:off x="673100" y="5015021"/>
              <a:ext cx="1613711" cy="966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/>
                <a:t>Supporting</a:t>
              </a:r>
              <a:r>
                <a:rPr lang="en-US" altLang="zh-CN" sz="100"/>
                <a:t> </a:t>
              </a:r>
              <a:r>
                <a:rPr lang="en-US" altLang="zh-CN" sz="1000"/>
                <a:t> </a:t>
              </a:r>
              <a:r>
                <a:rPr lang="en-US" altLang="zh-CN" sz="1000" dirty="0"/>
                <a:t>text 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……</a:t>
              </a:r>
            </a:p>
          </p:txBody>
        </p:sp>
        <p:sp>
          <p:nvSpPr>
            <p:cNvPr id="9" name="ïSlíḋe">
              <a:extLst>
                <a:ext uri="{FF2B5EF4-FFF2-40B4-BE49-F238E27FC236}">
                  <a16:creationId xmlns:a16="http://schemas.microsoft.com/office/drawing/2014/main" id="{2FBB6948-1C7F-4C4F-BAAD-12C6E57550A0}"/>
                </a:ext>
              </a:extLst>
            </p:cNvPr>
            <p:cNvSpPr/>
            <p:nvPr/>
          </p:nvSpPr>
          <p:spPr>
            <a:xfrm>
              <a:off x="881935" y="2749644"/>
              <a:ext cx="1196041" cy="3478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</a:rPr>
                <a:t>Te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200" b="1">
                  <a:solidFill>
                    <a:schemeClr val="bg1"/>
                  </a:solidFill>
                </a:rPr>
                <a:t>xt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îşľiḋe">
              <a:extLst>
                <a:ext uri="{FF2B5EF4-FFF2-40B4-BE49-F238E27FC236}">
                  <a16:creationId xmlns:a16="http://schemas.microsoft.com/office/drawing/2014/main" id="{E1B98DD7-7A4B-4A56-BFF1-E81E444BB267}"/>
                </a:ext>
              </a:extLst>
            </p:cNvPr>
            <p:cNvSpPr/>
            <p:nvPr/>
          </p:nvSpPr>
          <p:spPr>
            <a:xfrm>
              <a:off x="881935" y="4556937"/>
              <a:ext cx="1196041" cy="39121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</a:rPr>
                <a:t>20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400" b="1">
                  <a:solidFill>
                    <a:schemeClr val="tx1"/>
                  </a:solidFill>
                </a:rPr>
                <a:t>XX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ïŝ1iďe">
              <a:extLst>
                <a:ext uri="{FF2B5EF4-FFF2-40B4-BE49-F238E27FC236}">
                  <a16:creationId xmlns:a16="http://schemas.microsoft.com/office/drawing/2014/main" id="{B40F5E8D-FBEB-4054-86D5-66BEF7C4392C}"/>
                </a:ext>
              </a:extLst>
            </p:cNvPr>
            <p:cNvSpPr txBox="1"/>
            <p:nvPr/>
          </p:nvSpPr>
          <p:spPr>
            <a:xfrm>
              <a:off x="2738561" y="5015021"/>
              <a:ext cx="1613711" cy="966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/>
                <a:t>Supporting</a:t>
              </a:r>
              <a:r>
                <a:rPr lang="en-US" altLang="zh-CN" sz="100"/>
                <a:t> </a:t>
              </a:r>
              <a:r>
                <a:rPr lang="en-US" altLang="zh-CN" sz="1000"/>
                <a:t> </a:t>
              </a:r>
              <a:r>
                <a:rPr lang="en-US" altLang="zh-CN" sz="1000" dirty="0"/>
                <a:t>text 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……</a:t>
              </a:r>
            </a:p>
          </p:txBody>
        </p:sp>
        <p:sp>
          <p:nvSpPr>
            <p:cNvPr id="12" name="ïṧḻiḑê">
              <a:extLst>
                <a:ext uri="{FF2B5EF4-FFF2-40B4-BE49-F238E27FC236}">
                  <a16:creationId xmlns:a16="http://schemas.microsoft.com/office/drawing/2014/main" id="{7E26912A-785C-4B1C-913B-94DB3D1F2084}"/>
                </a:ext>
              </a:extLst>
            </p:cNvPr>
            <p:cNvSpPr/>
            <p:nvPr/>
          </p:nvSpPr>
          <p:spPr>
            <a:xfrm>
              <a:off x="2947396" y="4556937"/>
              <a:ext cx="1196041" cy="39121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</a:rPr>
                <a:t>2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400" b="1">
                  <a:solidFill>
                    <a:schemeClr val="tx1"/>
                  </a:solidFill>
                </a:rPr>
                <a:t>0XX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0AB92808-AE3F-45B3-8E64-02367E4E9D71}"/>
                </a:ext>
              </a:extLst>
            </p:cNvPr>
            <p:cNvCxnSpPr/>
            <p:nvPr/>
          </p:nvCxnSpPr>
          <p:spPr>
            <a:xfrm>
              <a:off x="5610878" y="3152158"/>
              <a:ext cx="0" cy="130866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íŝļîḓe">
              <a:extLst>
                <a:ext uri="{FF2B5EF4-FFF2-40B4-BE49-F238E27FC236}">
                  <a16:creationId xmlns:a16="http://schemas.microsoft.com/office/drawing/2014/main" id="{B40F5E8D-FBEB-4054-86D5-66BEF7C4392C}"/>
                </a:ext>
              </a:extLst>
            </p:cNvPr>
            <p:cNvSpPr txBox="1"/>
            <p:nvPr/>
          </p:nvSpPr>
          <p:spPr>
            <a:xfrm>
              <a:off x="4804022" y="5015021"/>
              <a:ext cx="1613711" cy="966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/>
                <a:t>Supp</a:t>
              </a:r>
              <a:r>
                <a:rPr lang="en-US" altLang="zh-CN" sz="100"/>
                <a:t> </a:t>
              </a:r>
              <a:r>
                <a:rPr lang="en-US" altLang="zh-CN" sz="1000"/>
                <a:t>orting </a:t>
              </a:r>
              <a:r>
                <a:rPr lang="en-US" altLang="zh-CN" sz="1000" dirty="0"/>
                <a:t>text 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……</a:t>
              </a:r>
            </a:p>
          </p:txBody>
        </p:sp>
        <p:sp>
          <p:nvSpPr>
            <p:cNvPr id="15" name="íš1iḑé">
              <a:extLst>
                <a:ext uri="{FF2B5EF4-FFF2-40B4-BE49-F238E27FC236}">
                  <a16:creationId xmlns:a16="http://schemas.microsoft.com/office/drawing/2014/main" id="{ADB5551A-B114-463E-A1E8-9BBEC90B36F0}"/>
                </a:ext>
              </a:extLst>
            </p:cNvPr>
            <p:cNvSpPr/>
            <p:nvPr/>
          </p:nvSpPr>
          <p:spPr>
            <a:xfrm>
              <a:off x="5012857" y="2749644"/>
              <a:ext cx="1196041" cy="3478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</a:rPr>
                <a:t>T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200" b="1">
                  <a:solidFill>
                    <a:schemeClr val="bg1"/>
                  </a:solidFill>
                </a:rPr>
                <a:t>ext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íšḻîḍe">
              <a:extLst>
                <a:ext uri="{FF2B5EF4-FFF2-40B4-BE49-F238E27FC236}">
                  <a16:creationId xmlns:a16="http://schemas.microsoft.com/office/drawing/2014/main" id="{8162AADF-F21B-4AA1-87BE-530614A51F1D}"/>
                </a:ext>
              </a:extLst>
            </p:cNvPr>
            <p:cNvSpPr/>
            <p:nvPr/>
          </p:nvSpPr>
          <p:spPr>
            <a:xfrm>
              <a:off x="5012857" y="4556937"/>
              <a:ext cx="1196041" cy="39121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</a:rPr>
                <a:t>2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400" b="1">
                  <a:solidFill>
                    <a:schemeClr val="tx1"/>
                  </a:solidFill>
                </a:rPr>
                <a:t>0XX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15377C1A-9FFC-4596-B496-D8AE8F4D7DCE}"/>
                </a:ext>
              </a:extLst>
            </p:cNvPr>
            <p:cNvCxnSpPr/>
            <p:nvPr/>
          </p:nvCxnSpPr>
          <p:spPr>
            <a:xfrm>
              <a:off x="3545417" y="2203882"/>
              <a:ext cx="0" cy="225693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2F2A0FE-1CE2-413D-A1CA-013EB58879D4}"/>
                </a:ext>
              </a:extLst>
            </p:cNvPr>
            <p:cNvCxnSpPr/>
            <p:nvPr/>
          </p:nvCxnSpPr>
          <p:spPr>
            <a:xfrm>
              <a:off x="7676339" y="2203882"/>
              <a:ext cx="0" cy="2256936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íšļidé">
              <a:extLst>
                <a:ext uri="{FF2B5EF4-FFF2-40B4-BE49-F238E27FC236}">
                  <a16:creationId xmlns:a16="http://schemas.microsoft.com/office/drawing/2014/main" id="{B40F5E8D-FBEB-4054-86D5-66BEF7C4392C}"/>
                </a:ext>
              </a:extLst>
            </p:cNvPr>
            <p:cNvSpPr txBox="1"/>
            <p:nvPr/>
          </p:nvSpPr>
          <p:spPr>
            <a:xfrm>
              <a:off x="6869483" y="5015021"/>
              <a:ext cx="1613711" cy="966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Supporting </a:t>
              </a:r>
              <a:r>
                <a:rPr lang="en-US" altLang="zh-CN" sz="1000"/>
                <a:t>text her</a:t>
              </a:r>
              <a:r>
                <a:rPr lang="en-US" altLang="zh-CN" sz="100"/>
                <a:t> </a:t>
              </a:r>
              <a:r>
                <a:rPr lang="en-US" altLang="zh-CN" sz="1000"/>
                <a:t>e</a:t>
              </a:r>
              <a:r>
                <a:rPr lang="en-US" altLang="zh-CN" sz="1000" dirty="0"/>
                <a:t>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……</a:t>
              </a:r>
            </a:p>
          </p:txBody>
        </p:sp>
        <p:sp>
          <p:nvSpPr>
            <p:cNvPr id="20" name="ïśļîḑe">
              <a:extLst>
                <a:ext uri="{FF2B5EF4-FFF2-40B4-BE49-F238E27FC236}">
                  <a16:creationId xmlns:a16="http://schemas.microsoft.com/office/drawing/2014/main" id="{C6B3E8F5-2C8C-4716-AAD4-317085162E93}"/>
                </a:ext>
              </a:extLst>
            </p:cNvPr>
            <p:cNvSpPr/>
            <p:nvPr/>
          </p:nvSpPr>
          <p:spPr>
            <a:xfrm>
              <a:off x="2947396" y="1801368"/>
              <a:ext cx="1196041" cy="34782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</a:rPr>
                <a:t>Te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200" b="1">
                  <a:solidFill>
                    <a:schemeClr val="bg1"/>
                  </a:solidFill>
                </a:rPr>
                <a:t>xt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îṧľídé">
              <a:extLst>
                <a:ext uri="{FF2B5EF4-FFF2-40B4-BE49-F238E27FC236}">
                  <a16:creationId xmlns:a16="http://schemas.microsoft.com/office/drawing/2014/main" id="{CEEF481A-3FCA-4300-961F-E03677B6B7B8}"/>
                </a:ext>
              </a:extLst>
            </p:cNvPr>
            <p:cNvSpPr/>
            <p:nvPr/>
          </p:nvSpPr>
          <p:spPr>
            <a:xfrm>
              <a:off x="7078318" y="1801368"/>
              <a:ext cx="1196041" cy="34782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</a:rPr>
                <a:t>Te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200" b="1">
                  <a:solidFill>
                    <a:schemeClr val="bg1"/>
                  </a:solidFill>
                </a:rPr>
                <a:t>xt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íšlíďè">
              <a:extLst>
                <a:ext uri="{FF2B5EF4-FFF2-40B4-BE49-F238E27FC236}">
                  <a16:creationId xmlns:a16="http://schemas.microsoft.com/office/drawing/2014/main" id="{7AF7BEAB-9071-4E0E-A14C-72781533073C}"/>
                </a:ext>
              </a:extLst>
            </p:cNvPr>
            <p:cNvSpPr/>
            <p:nvPr/>
          </p:nvSpPr>
          <p:spPr>
            <a:xfrm>
              <a:off x="7078318" y="4556937"/>
              <a:ext cx="1196041" cy="39121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</a:rPr>
                <a:t>20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400" b="1">
                  <a:solidFill>
                    <a:schemeClr val="tx1"/>
                  </a:solidFill>
                </a:rPr>
                <a:t>XX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139894B5-FED8-44EB-9F67-02817E7B34D8}"/>
                </a:ext>
              </a:extLst>
            </p:cNvPr>
            <p:cNvCxnSpPr/>
            <p:nvPr/>
          </p:nvCxnSpPr>
          <p:spPr>
            <a:xfrm>
              <a:off x="9741802" y="3152158"/>
              <a:ext cx="0" cy="130866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iš1íḓe">
              <a:extLst>
                <a:ext uri="{FF2B5EF4-FFF2-40B4-BE49-F238E27FC236}">
                  <a16:creationId xmlns:a16="http://schemas.microsoft.com/office/drawing/2014/main" id="{B40F5E8D-FBEB-4054-86D5-66BEF7C4392C}"/>
                </a:ext>
              </a:extLst>
            </p:cNvPr>
            <p:cNvSpPr txBox="1"/>
            <p:nvPr/>
          </p:nvSpPr>
          <p:spPr>
            <a:xfrm>
              <a:off x="8934946" y="5015021"/>
              <a:ext cx="1613711" cy="96680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t" anchorCtr="0">
              <a:normAutofit/>
            </a:bodyPr>
            <a:lstStyle>
              <a:defPPr>
                <a:defRPr lang="en-US"/>
              </a:defPPr>
              <a:lvl1pPr marL="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1pPr>
              <a:lvl2pPr marL="609585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2pPr>
              <a:lvl3pPr marL="1219170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3pPr>
              <a:lvl4pPr marL="182875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4pPr>
              <a:lvl5pPr marL="243833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5pPr>
              <a:lvl6pPr marL="3047924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6pPr>
              <a:lvl7pPr marL="3657509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7pPr>
              <a:lvl8pPr marL="4267093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8pPr>
              <a:lvl9pPr marL="4876678" algn="l" defTabSz="609585" rtl="0" eaLnBrk="1" latinLnBrk="0" hangingPunct="1">
                <a:defRPr sz="2400" kern="1200">
                  <a:solidFill>
                    <a:schemeClr val="tx1"/>
                  </a:solidFill>
                </a:defRPr>
              </a:lvl9pPr>
            </a:lstStyle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/>
                <a:t>Supporting te</a:t>
              </a:r>
              <a:r>
                <a:rPr lang="en-US" altLang="zh-CN" sz="100"/>
                <a:t> </a:t>
              </a:r>
              <a:r>
                <a:rPr lang="en-US" altLang="zh-CN" sz="1000"/>
                <a:t>xt </a:t>
              </a:r>
              <a:r>
                <a:rPr lang="en-US" altLang="zh-CN" sz="1000" dirty="0"/>
                <a:t>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Supporting text here.</a:t>
              </a:r>
            </a:p>
            <a:p>
              <a:pPr algn="ctr">
                <a:lnSpc>
                  <a:spcPct val="150000"/>
                </a:lnSpc>
                <a:spcBef>
                  <a:spcPct val="0"/>
                </a:spcBef>
              </a:pPr>
              <a:r>
                <a:rPr lang="en-US" altLang="zh-CN" sz="1000" dirty="0"/>
                <a:t>……</a:t>
              </a:r>
            </a:p>
          </p:txBody>
        </p:sp>
        <p:sp>
          <p:nvSpPr>
            <p:cNvPr id="25" name="í$ľïḓé">
              <a:extLst>
                <a:ext uri="{FF2B5EF4-FFF2-40B4-BE49-F238E27FC236}">
                  <a16:creationId xmlns:a16="http://schemas.microsoft.com/office/drawing/2014/main" id="{2D282D38-C47D-4087-A2B6-251381C917CB}"/>
                </a:ext>
              </a:extLst>
            </p:cNvPr>
            <p:cNvSpPr/>
            <p:nvPr/>
          </p:nvSpPr>
          <p:spPr>
            <a:xfrm>
              <a:off x="9143781" y="2749644"/>
              <a:ext cx="1196041" cy="34782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zh-CN" sz="1200" b="1">
                  <a:solidFill>
                    <a:schemeClr val="bg1"/>
                  </a:solidFill>
                </a:rPr>
                <a:t>T</a:t>
              </a:r>
              <a:r>
                <a:rPr lang="en-US" altLang="zh-CN" sz="100" b="1">
                  <a:solidFill>
                    <a:schemeClr val="bg1"/>
                  </a:solidFill>
                </a:rPr>
                <a:t> </a:t>
              </a:r>
              <a:r>
                <a:rPr lang="en-US" altLang="zh-CN" sz="1200" b="1">
                  <a:solidFill>
                    <a:schemeClr val="bg1"/>
                  </a:solidFill>
                </a:rPr>
                <a:t>ext</a:t>
              </a:r>
              <a:endParaRPr lang="zh-CN" altLang="en-US" sz="12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i$ļiḓè">
              <a:extLst>
                <a:ext uri="{FF2B5EF4-FFF2-40B4-BE49-F238E27FC236}">
                  <a16:creationId xmlns:a16="http://schemas.microsoft.com/office/drawing/2014/main" id="{5D4BFE7E-E902-455A-80D9-DBF9863B5DDD}"/>
                </a:ext>
              </a:extLst>
            </p:cNvPr>
            <p:cNvSpPr/>
            <p:nvPr/>
          </p:nvSpPr>
          <p:spPr>
            <a:xfrm>
              <a:off x="9143781" y="4556937"/>
              <a:ext cx="1196041" cy="391215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/>
            </a:bodyPr>
            <a:lstStyle/>
            <a:p>
              <a:pPr algn="ctr"/>
              <a:r>
                <a:rPr lang="en-US" altLang="zh-CN" sz="1400" b="1">
                  <a:solidFill>
                    <a:schemeClr val="tx1"/>
                  </a:solidFill>
                </a:rPr>
                <a:t>2</a:t>
              </a:r>
              <a:r>
                <a:rPr lang="en-US" altLang="zh-CN" sz="100" b="1">
                  <a:solidFill>
                    <a:schemeClr val="tx1"/>
                  </a:solidFill>
                </a:rPr>
                <a:t> </a:t>
              </a:r>
              <a:r>
                <a:rPr lang="en-US" altLang="zh-CN" sz="1400" b="1">
                  <a:solidFill>
                    <a:schemeClr val="tx1"/>
                  </a:solidFill>
                </a:rPr>
                <a:t>0XX</a:t>
              </a:r>
              <a:endParaRPr lang="zh-CN" alt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íṥlïḋê">
              <a:extLst>
                <a:ext uri="{FF2B5EF4-FFF2-40B4-BE49-F238E27FC236}">
                  <a16:creationId xmlns:a16="http://schemas.microsoft.com/office/drawing/2014/main" id="{034B217C-26A4-4AE2-9A98-A4AE4119360F}"/>
                </a:ext>
              </a:extLst>
            </p:cNvPr>
            <p:cNvSpPr/>
            <p:nvPr/>
          </p:nvSpPr>
          <p:spPr>
            <a:xfrm>
              <a:off x="1276662" y="2326860"/>
              <a:ext cx="406586" cy="329609"/>
            </a:xfrm>
            <a:custGeom>
              <a:avLst/>
              <a:gdLst>
                <a:gd name="connsiteX0" fmla="*/ 493872 w 604195"/>
                <a:gd name="connsiteY0" fmla="*/ 437764 h 489806"/>
                <a:gd name="connsiteX1" fmla="*/ 478290 w 604195"/>
                <a:gd name="connsiteY1" fmla="*/ 453330 h 489806"/>
                <a:gd name="connsiteX2" fmla="*/ 493872 w 604195"/>
                <a:gd name="connsiteY2" fmla="*/ 469024 h 489806"/>
                <a:gd name="connsiteX3" fmla="*/ 509582 w 604195"/>
                <a:gd name="connsiteY3" fmla="*/ 453330 h 489806"/>
                <a:gd name="connsiteX4" fmla="*/ 493872 w 604195"/>
                <a:gd name="connsiteY4" fmla="*/ 437764 h 489806"/>
                <a:gd name="connsiteX5" fmla="*/ 304116 w 604195"/>
                <a:gd name="connsiteY5" fmla="*/ 437764 h 489806"/>
                <a:gd name="connsiteX6" fmla="*/ 288403 w 604195"/>
                <a:gd name="connsiteY6" fmla="*/ 453330 h 489806"/>
                <a:gd name="connsiteX7" fmla="*/ 304116 w 604195"/>
                <a:gd name="connsiteY7" fmla="*/ 469024 h 489806"/>
                <a:gd name="connsiteX8" fmla="*/ 319700 w 604195"/>
                <a:gd name="connsiteY8" fmla="*/ 453330 h 489806"/>
                <a:gd name="connsiteX9" fmla="*/ 304116 w 604195"/>
                <a:gd name="connsiteY9" fmla="*/ 437764 h 489806"/>
                <a:gd name="connsiteX10" fmla="*/ 493872 w 604195"/>
                <a:gd name="connsiteY10" fmla="*/ 417476 h 489806"/>
                <a:gd name="connsiteX11" fmla="*/ 529889 w 604195"/>
                <a:gd name="connsiteY11" fmla="*/ 453330 h 489806"/>
                <a:gd name="connsiteX12" fmla="*/ 493872 w 604195"/>
                <a:gd name="connsiteY12" fmla="*/ 489312 h 489806"/>
                <a:gd name="connsiteX13" fmla="*/ 457983 w 604195"/>
                <a:gd name="connsiteY13" fmla="*/ 453330 h 489806"/>
                <a:gd name="connsiteX14" fmla="*/ 493872 w 604195"/>
                <a:gd name="connsiteY14" fmla="*/ 417476 h 489806"/>
                <a:gd name="connsiteX15" fmla="*/ 304116 w 604195"/>
                <a:gd name="connsiteY15" fmla="*/ 417476 h 489806"/>
                <a:gd name="connsiteX16" fmla="*/ 340139 w 604195"/>
                <a:gd name="connsiteY16" fmla="*/ 453330 h 489806"/>
                <a:gd name="connsiteX17" fmla="*/ 304116 w 604195"/>
                <a:gd name="connsiteY17" fmla="*/ 489312 h 489806"/>
                <a:gd name="connsiteX18" fmla="*/ 268092 w 604195"/>
                <a:gd name="connsiteY18" fmla="*/ 453330 h 489806"/>
                <a:gd name="connsiteX19" fmla="*/ 304116 w 604195"/>
                <a:gd name="connsiteY19" fmla="*/ 417476 h 489806"/>
                <a:gd name="connsiteX20" fmla="*/ 464381 w 604195"/>
                <a:gd name="connsiteY20" fmla="*/ 306093 h 489806"/>
                <a:gd name="connsiteX21" fmla="*/ 464381 w 604195"/>
                <a:gd name="connsiteY21" fmla="*/ 358791 h 489806"/>
                <a:gd name="connsiteX22" fmla="*/ 529815 w 604195"/>
                <a:gd name="connsiteY22" fmla="*/ 358791 h 489806"/>
                <a:gd name="connsiteX23" fmla="*/ 526109 w 604195"/>
                <a:gd name="connsiteY23" fmla="*/ 353432 h 489806"/>
                <a:gd name="connsiteX24" fmla="*/ 510645 w 604195"/>
                <a:gd name="connsiteY24" fmla="*/ 322170 h 489806"/>
                <a:gd name="connsiteX25" fmla="*/ 484062 w 604195"/>
                <a:gd name="connsiteY25" fmla="*/ 306093 h 489806"/>
                <a:gd name="connsiteX26" fmla="*/ 276769 w 604195"/>
                <a:gd name="connsiteY26" fmla="*/ 273555 h 489806"/>
                <a:gd name="connsiteX27" fmla="*/ 263733 w 604195"/>
                <a:gd name="connsiteY27" fmla="*/ 286698 h 489806"/>
                <a:gd name="connsiteX28" fmla="*/ 263733 w 604195"/>
                <a:gd name="connsiteY28" fmla="*/ 369509 h 489806"/>
                <a:gd name="connsiteX29" fmla="*/ 276769 w 604195"/>
                <a:gd name="connsiteY29" fmla="*/ 382524 h 489806"/>
                <a:gd name="connsiteX30" fmla="*/ 404442 w 604195"/>
                <a:gd name="connsiteY30" fmla="*/ 382524 h 489806"/>
                <a:gd name="connsiteX31" fmla="*/ 417605 w 604195"/>
                <a:gd name="connsiteY31" fmla="*/ 369509 h 489806"/>
                <a:gd name="connsiteX32" fmla="*/ 417605 w 604195"/>
                <a:gd name="connsiteY32" fmla="*/ 286698 h 489806"/>
                <a:gd name="connsiteX33" fmla="*/ 404442 w 604195"/>
                <a:gd name="connsiteY33" fmla="*/ 273555 h 489806"/>
                <a:gd name="connsiteX34" fmla="*/ 242774 w 604195"/>
                <a:gd name="connsiteY34" fmla="*/ 238593 h 489806"/>
                <a:gd name="connsiteX35" fmla="*/ 443677 w 604195"/>
                <a:gd name="connsiteY35" fmla="*/ 238593 h 489806"/>
                <a:gd name="connsiteX36" fmla="*/ 464381 w 604195"/>
                <a:gd name="connsiteY36" fmla="*/ 259264 h 489806"/>
                <a:gd name="connsiteX37" fmla="*/ 464381 w 604195"/>
                <a:gd name="connsiteY37" fmla="*/ 291802 h 489806"/>
                <a:gd name="connsiteX38" fmla="*/ 491347 w 604195"/>
                <a:gd name="connsiteY38" fmla="*/ 291802 h 489806"/>
                <a:gd name="connsiteX39" fmla="*/ 521252 w 604195"/>
                <a:gd name="connsiteY39" fmla="*/ 309921 h 489806"/>
                <a:gd name="connsiteX40" fmla="*/ 538505 w 604195"/>
                <a:gd name="connsiteY40" fmla="*/ 345010 h 489806"/>
                <a:gd name="connsiteX41" fmla="*/ 564449 w 604195"/>
                <a:gd name="connsiteY41" fmla="*/ 360577 h 489806"/>
                <a:gd name="connsiteX42" fmla="*/ 604195 w 604195"/>
                <a:gd name="connsiteY42" fmla="*/ 396178 h 489806"/>
                <a:gd name="connsiteX43" fmla="*/ 604195 w 604195"/>
                <a:gd name="connsiteY43" fmla="*/ 435095 h 489806"/>
                <a:gd name="connsiteX44" fmla="*/ 583619 w 604195"/>
                <a:gd name="connsiteY44" fmla="*/ 455511 h 489806"/>
                <a:gd name="connsiteX45" fmla="*/ 540806 w 604195"/>
                <a:gd name="connsiteY45" fmla="*/ 455511 h 489806"/>
                <a:gd name="connsiteX46" fmla="*/ 540806 w 604195"/>
                <a:gd name="connsiteY46" fmla="*/ 453342 h 489806"/>
                <a:gd name="connsiteX47" fmla="*/ 493903 w 604195"/>
                <a:gd name="connsiteY47" fmla="*/ 406513 h 489806"/>
                <a:gd name="connsiteX48" fmla="*/ 447000 w 604195"/>
                <a:gd name="connsiteY48" fmla="*/ 453342 h 489806"/>
                <a:gd name="connsiteX49" fmla="*/ 447127 w 604195"/>
                <a:gd name="connsiteY49" fmla="*/ 455256 h 489806"/>
                <a:gd name="connsiteX50" fmla="*/ 443677 w 604195"/>
                <a:gd name="connsiteY50" fmla="*/ 455511 h 489806"/>
                <a:gd name="connsiteX51" fmla="*/ 351021 w 604195"/>
                <a:gd name="connsiteY51" fmla="*/ 455511 h 489806"/>
                <a:gd name="connsiteX52" fmla="*/ 351021 w 604195"/>
                <a:gd name="connsiteY52" fmla="*/ 453342 h 489806"/>
                <a:gd name="connsiteX53" fmla="*/ 304118 w 604195"/>
                <a:gd name="connsiteY53" fmla="*/ 406513 h 489806"/>
                <a:gd name="connsiteX54" fmla="*/ 257215 w 604195"/>
                <a:gd name="connsiteY54" fmla="*/ 453342 h 489806"/>
                <a:gd name="connsiteX55" fmla="*/ 257215 w 604195"/>
                <a:gd name="connsiteY55" fmla="*/ 455511 h 489806"/>
                <a:gd name="connsiteX56" fmla="*/ 242774 w 604195"/>
                <a:gd name="connsiteY56" fmla="*/ 455511 h 489806"/>
                <a:gd name="connsiteX57" fmla="*/ 221942 w 604195"/>
                <a:gd name="connsiteY57" fmla="*/ 434840 h 489806"/>
                <a:gd name="connsiteX58" fmla="*/ 221942 w 604195"/>
                <a:gd name="connsiteY58" fmla="*/ 259264 h 489806"/>
                <a:gd name="connsiteX59" fmla="*/ 242774 w 604195"/>
                <a:gd name="connsiteY59" fmla="*/ 238593 h 489806"/>
                <a:gd name="connsiteX60" fmla="*/ 251051 w 604195"/>
                <a:gd name="connsiteY60" fmla="*/ 0 h 489806"/>
                <a:gd name="connsiteX61" fmla="*/ 280121 w 604195"/>
                <a:gd name="connsiteY61" fmla="*/ 9283 h 489806"/>
                <a:gd name="connsiteX62" fmla="*/ 452627 w 604195"/>
                <a:gd name="connsiteY62" fmla="*/ 143896 h 489806"/>
                <a:gd name="connsiteX63" fmla="*/ 454416 w 604195"/>
                <a:gd name="connsiteY63" fmla="*/ 145299 h 489806"/>
                <a:gd name="connsiteX64" fmla="*/ 492112 w 604195"/>
                <a:gd name="connsiteY64" fmla="*/ 174646 h 489806"/>
                <a:gd name="connsiteX65" fmla="*/ 484190 w 604195"/>
                <a:gd name="connsiteY65" fmla="*/ 214201 h 489806"/>
                <a:gd name="connsiteX66" fmla="*/ 462083 w 604195"/>
                <a:gd name="connsiteY66" fmla="*/ 214201 h 489806"/>
                <a:gd name="connsiteX67" fmla="*/ 212652 w 604195"/>
                <a:gd name="connsiteY67" fmla="*/ 214201 h 489806"/>
                <a:gd name="connsiteX68" fmla="*/ 190545 w 604195"/>
                <a:gd name="connsiteY68" fmla="*/ 236274 h 489806"/>
                <a:gd name="connsiteX69" fmla="*/ 190545 w 604195"/>
                <a:gd name="connsiteY69" fmla="*/ 466711 h 489806"/>
                <a:gd name="connsiteX70" fmla="*/ 169845 w 604195"/>
                <a:gd name="connsiteY70" fmla="*/ 489806 h 489806"/>
                <a:gd name="connsiteX71" fmla="*/ 62124 w 604195"/>
                <a:gd name="connsiteY71" fmla="*/ 489806 h 489806"/>
                <a:gd name="connsiteX72" fmla="*/ 40018 w 604195"/>
                <a:gd name="connsiteY72" fmla="*/ 467732 h 489806"/>
                <a:gd name="connsiteX73" fmla="*/ 40018 w 604195"/>
                <a:gd name="connsiteY73" fmla="*/ 214201 h 489806"/>
                <a:gd name="connsiteX74" fmla="*/ 17911 w 604195"/>
                <a:gd name="connsiteY74" fmla="*/ 214201 h 489806"/>
                <a:gd name="connsiteX75" fmla="*/ 9989 w 604195"/>
                <a:gd name="connsiteY75" fmla="*/ 174646 h 489806"/>
                <a:gd name="connsiteX76" fmla="*/ 47685 w 604195"/>
                <a:gd name="connsiteY76" fmla="*/ 145299 h 489806"/>
                <a:gd name="connsiteX77" fmla="*/ 49474 w 604195"/>
                <a:gd name="connsiteY77" fmla="*/ 143896 h 489806"/>
                <a:gd name="connsiteX78" fmla="*/ 221980 w 604195"/>
                <a:gd name="connsiteY78" fmla="*/ 9283 h 489806"/>
                <a:gd name="connsiteX79" fmla="*/ 251051 w 604195"/>
                <a:gd name="connsiteY79" fmla="*/ 0 h 48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604195" h="489806">
                  <a:moveTo>
                    <a:pt x="493872" y="437764"/>
                  </a:moveTo>
                  <a:cubicBezTo>
                    <a:pt x="485315" y="437764"/>
                    <a:pt x="478290" y="444654"/>
                    <a:pt x="478290" y="453330"/>
                  </a:cubicBezTo>
                  <a:cubicBezTo>
                    <a:pt x="478290" y="462007"/>
                    <a:pt x="485315" y="469024"/>
                    <a:pt x="493872" y="469024"/>
                  </a:cubicBezTo>
                  <a:cubicBezTo>
                    <a:pt x="502557" y="469024"/>
                    <a:pt x="509582" y="462007"/>
                    <a:pt x="509582" y="453330"/>
                  </a:cubicBezTo>
                  <a:cubicBezTo>
                    <a:pt x="509582" y="444654"/>
                    <a:pt x="502557" y="437764"/>
                    <a:pt x="493872" y="437764"/>
                  </a:cubicBezTo>
                  <a:close/>
                  <a:moveTo>
                    <a:pt x="304116" y="437764"/>
                  </a:moveTo>
                  <a:cubicBezTo>
                    <a:pt x="295429" y="437764"/>
                    <a:pt x="288403" y="444654"/>
                    <a:pt x="288403" y="453330"/>
                  </a:cubicBezTo>
                  <a:cubicBezTo>
                    <a:pt x="288403" y="462007"/>
                    <a:pt x="295429" y="469024"/>
                    <a:pt x="304116" y="469024"/>
                  </a:cubicBezTo>
                  <a:cubicBezTo>
                    <a:pt x="312674" y="469024"/>
                    <a:pt x="319700" y="462007"/>
                    <a:pt x="319700" y="453330"/>
                  </a:cubicBezTo>
                  <a:cubicBezTo>
                    <a:pt x="319700" y="444654"/>
                    <a:pt x="312674" y="437764"/>
                    <a:pt x="304116" y="437764"/>
                  </a:cubicBezTo>
                  <a:close/>
                  <a:moveTo>
                    <a:pt x="493872" y="417476"/>
                  </a:moveTo>
                  <a:cubicBezTo>
                    <a:pt x="513796" y="417476"/>
                    <a:pt x="529889" y="433553"/>
                    <a:pt x="529889" y="453330"/>
                  </a:cubicBezTo>
                  <a:cubicBezTo>
                    <a:pt x="529889" y="473235"/>
                    <a:pt x="513796" y="489312"/>
                    <a:pt x="493872" y="489312"/>
                  </a:cubicBezTo>
                  <a:cubicBezTo>
                    <a:pt x="474076" y="489312"/>
                    <a:pt x="457983" y="473235"/>
                    <a:pt x="457983" y="453330"/>
                  </a:cubicBezTo>
                  <a:cubicBezTo>
                    <a:pt x="457983" y="433553"/>
                    <a:pt x="474076" y="417476"/>
                    <a:pt x="493872" y="417476"/>
                  </a:cubicBezTo>
                  <a:close/>
                  <a:moveTo>
                    <a:pt x="304116" y="417476"/>
                  </a:moveTo>
                  <a:cubicBezTo>
                    <a:pt x="323916" y="417476"/>
                    <a:pt x="340139" y="433553"/>
                    <a:pt x="340139" y="453330"/>
                  </a:cubicBezTo>
                  <a:cubicBezTo>
                    <a:pt x="340139" y="473235"/>
                    <a:pt x="324043" y="489312"/>
                    <a:pt x="304116" y="489312"/>
                  </a:cubicBezTo>
                  <a:cubicBezTo>
                    <a:pt x="284188" y="489312"/>
                    <a:pt x="268092" y="473235"/>
                    <a:pt x="268092" y="453330"/>
                  </a:cubicBezTo>
                  <a:cubicBezTo>
                    <a:pt x="268092" y="433553"/>
                    <a:pt x="284188" y="417476"/>
                    <a:pt x="304116" y="417476"/>
                  </a:cubicBezTo>
                  <a:close/>
                  <a:moveTo>
                    <a:pt x="464381" y="306093"/>
                  </a:moveTo>
                  <a:lnTo>
                    <a:pt x="464381" y="358791"/>
                  </a:lnTo>
                  <a:lnTo>
                    <a:pt x="529815" y="358791"/>
                  </a:lnTo>
                  <a:cubicBezTo>
                    <a:pt x="528409" y="357260"/>
                    <a:pt x="527131" y="355601"/>
                    <a:pt x="526109" y="353432"/>
                  </a:cubicBezTo>
                  <a:lnTo>
                    <a:pt x="510645" y="322170"/>
                  </a:lnTo>
                  <a:cubicBezTo>
                    <a:pt x="506044" y="313366"/>
                    <a:pt x="494030" y="306093"/>
                    <a:pt x="484062" y="306093"/>
                  </a:cubicBezTo>
                  <a:close/>
                  <a:moveTo>
                    <a:pt x="276769" y="273555"/>
                  </a:moveTo>
                  <a:cubicBezTo>
                    <a:pt x="269612" y="273555"/>
                    <a:pt x="263733" y="279552"/>
                    <a:pt x="263733" y="286698"/>
                  </a:cubicBezTo>
                  <a:lnTo>
                    <a:pt x="263733" y="369509"/>
                  </a:lnTo>
                  <a:cubicBezTo>
                    <a:pt x="263733" y="376655"/>
                    <a:pt x="269612" y="382524"/>
                    <a:pt x="276769" y="382524"/>
                  </a:cubicBezTo>
                  <a:lnTo>
                    <a:pt x="404442" y="382524"/>
                  </a:lnTo>
                  <a:cubicBezTo>
                    <a:pt x="411727" y="382524"/>
                    <a:pt x="417605" y="376655"/>
                    <a:pt x="417605" y="369509"/>
                  </a:cubicBezTo>
                  <a:lnTo>
                    <a:pt x="417605" y="286698"/>
                  </a:lnTo>
                  <a:cubicBezTo>
                    <a:pt x="417605" y="279552"/>
                    <a:pt x="411727" y="273555"/>
                    <a:pt x="404442" y="273555"/>
                  </a:cubicBezTo>
                  <a:close/>
                  <a:moveTo>
                    <a:pt x="242774" y="238593"/>
                  </a:moveTo>
                  <a:lnTo>
                    <a:pt x="443677" y="238593"/>
                  </a:lnTo>
                  <a:cubicBezTo>
                    <a:pt x="455051" y="238593"/>
                    <a:pt x="464381" y="247908"/>
                    <a:pt x="464381" y="259264"/>
                  </a:cubicBezTo>
                  <a:lnTo>
                    <a:pt x="464381" y="291802"/>
                  </a:lnTo>
                  <a:lnTo>
                    <a:pt x="491347" y="291802"/>
                  </a:lnTo>
                  <a:cubicBezTo>
                    <a:pt x="502593" y="291802"/>
                    <a:pt x="516012" y="299968"/>
                    <a:pt x="521252" y="309921"/>
                  </a:cubicBezTo>
                  <a:lnTo>
                    <a:pt x="538505" y="345010"/>
                  </a:lnTo>
                  <a:cubicBezTo>
                    <a:pt x="543745" y="354963"/>
                    <a:pt x="551285" y="357132"/>
                    <a:pt x="564449" y="360577"/>
                  </a:cubicBezTo>
                  <a:cubicBezTo>
                    <a:pt x="575440" y="363385"/>
                    <a:pt x="604195" y="363385"/>
                    <a:pt x="604195" y="396178"/>
                  </a:cubicBezTo>
                  <a:lnTo>
                    <a:pt x="604195" y="435095"/>
                  </a:lnTo>
                  <a:cubicBezTo>
                    <a:pt x="604195" y="446324"/>
                    <a:pt x="594866" y="455511"/>
                    <a:pt x="583619" y="455511"/>
                  </a:cubicBezTo>
                  <a:lnTo>
                    <a:pt x="540806" y="455511"/>
                  </a:lnTo>
                  <a:cubicBezTo>
                    <a:pt x="540806" y="454873"/>
                    <a:pt x="540806" y="454107"/>
                    <a:pt x="540806" y="453342"/>
                  </a:cubicBezTo>
                  <a:cubicBezTo>
                    <a:pt x="540806" y="427567"/>
                    <a:pt x="519846" y="406513"/>
                    <a:pt x="493903" y="406513"/>
                  </a:cubicBezTo>
                  <a:cubicBezTo>
                    <a:pt x="468087" y="406513"/>
                    <a:pt x="447000" y="427567"/>
                    <a:pt x="447000" y="453342"/>
                  </a:cubicBezTo>
                  <a:cubicBezTo>
                    <a:pt x="447000" y="453980"/>
                    <a:pt x="447000" y="454618"/>
                    <a:pt x="447127" y="455256"/>
                  </a:cubicBezTo>
                  <a:cubicBezTo>
                    <a:pt x="445977" y="455383"/>
                    <a:pt x="444827" y="455511"/>
                    <a:pt x="443677" y="455511"/>
                  </a:cubicBezTo>
                  <a:lnTo>
                    <a:pt x="351021" y="455511"/>
                  </a:lnTo>
                  <a:cubicBezTo>
                    <a:pt x="351021" y="454873"/>
                    <a:pt x="351021" y="454107"/>
                    <a:pt x="351021" y="453342"/>
                  </a:cubicBezTo>
                  <a:cubicBezTo>
                    <a:pt x="351021" y="427567"/>
                    <a:pt x="329934" y="406513"/>
                    <a:pt x="304118" y="406513"/>
                  </a:cubicBezTo>
                  <a:cubicBezTo>
                    <a:pt x="278174" y="406513"/>
                    <a:pt x="257215" y="427567"/>
                    <a:pt x="257215" y="453342"/>
                  </a:cubicBezTo>
                  <a:cubicBezTo>
                    <a:pt x="257215" y="454107"/>
                    <a:pt x="257215" y="454873"/>
                    <a:pt x="257215" y="455511"/>
                  </a:cubicBezTo>
                  <a:lnTo>
                    <a:pt x="242774" y="455511"/>
                  </a:lnTo>
                  <a:cubicBezTo>
                    <a:pt x="231399" y="455511"/>
                    <a:pt x="221942" y="446196"/>
                    <a:pt x="221942" y="434840"/>
                  </a:cubicBezTo>
                  <a:lnTo>
                    <a:pt x="221942" y="259264"/>
                  </a:lnTo>
                  <a:cubicBezTo>
                    <a:pt x="221942" y="247908"/>
                    <a:pt x="231399" y="238593"/>
                    <a:pt x="242774" y="238593"/>
                  </a:cubicBezTo>
                  <a:close/>
                  <a:moveTo>
                    <a:pt x="251051" y="0"/>
                  </a:moveTo>
                  <a:cubicBezTo>
                    <a:pt x="261593" y="0"/>
                    <a:pt x="272135" y="3095"/>
                    <a:pt x="280121" y="9283"/>
                  </a:cubicBezTo>
                  <a:lnTo>
                    <a:pt x="452627" y="143896"/>
                  </a:lnTo>
                  <a:cubicBezTo>
                    <a:pt x="453266" y="144406"/>
                    <a:pt x="453777" y="144789"/>
                    <a:pt x="454416" y="145299"/>
                  </a:cubicBezTo>
                  <a:lnTo>
                    <a:pt x="492112" y="174646"/>
                  </a:lnTo>
                  <a:cubicBezTo>
                    <a:pt x="508085" y="187150"/>
                    <a:pt x="504507" y="214201"/>
                    <a:pt x="484190" y="214201"/>
                  </a:cubicBezTo>
                  <a:lnTo>
                    <a:pt x="462083" y="214201"/>
                  </a:lnTo>
                  <a:lnTo>
                    <a:pt x="212652" y="214201"/>
                  </a:lnTo>
                  <a:cubicBezTo>
                    <a:pt x="200513" y="214201"/>
                    <a:pt x="190545" y="224153"/>
                    <a:pt x="190545" y="236274"/>
                  </a:cubicBezTo>
                  <a:cubicBezTo>
                    <a:pt x="190545" y="236274"/>
                    <a:pt x="190545" y="460587"/>
                    <a:pt x="190545" y="466711"/>
                  </a:cubicBezTo>
                  <a:cubicBezTo>
                    <a:pt x="190545" y="480492"/>
                    <a:pt x="183645" y="489806"/>
                    <a:pt x="169845" y="489806"/>
                  </a:cubicBezTo>
                  <a:lnTo>
                    <a:pt x="62124" y="489806"/>
                  </a:lnTo>
                  <a:cubicBezTo>
                    <a:pt x="49985" y="489806"/>
                    <a:pt x="40018" y="479854"/>
                    <a:pt x="40018" y="467732"/>
                  </a:cubicBezTo>
                  <a:lnTo>
                    <a:pt x="40018" y="214201"/>
                  </a:lnTo>
                  <a:lnTo>
                    <a:pt x="17911" y="214201"/>
                  </a:lnTo>
                  <a:cubicBezTo>
                    <a:pt x="-2406" y="214201"/>
                    <a:pt x="-5984" y="187150"/>
                    <a:pt x="9989" y="174646"/>
                  </a:cubicBezTo>
                  <a:lnTo>
                    <a:pt x="47685" y="145299"/>
                  </a:lnTo>
                  <a:cubicBezTo>
                    <a:pt x="48324" y="144789"/>
                    <a:pt x="48835" y="144406"/>
                    <a:pt x="49474" y="143896"/>
                  </a:cubicBezTo>
                  <a:lnTo>
                    <a:pt x="221980" y="9283"/>
                  </a:lnTo>
                  <a:cubicBezTo>
                    <a:pt x="229967" y="3095"/>
                    <a:pt x="240509" y="0"/>
                    <a:pt x="251051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8" name="işḷídé">
              <a:extLst>
                <a:ext uri="{FF2B5EF4-FFF2-40B4-BE49-F238E27FC236}">
                  <a16:creationId xmlns:a16="http://schemas.microsoft.com/office/drawing/2014/main" id="{EE6A5DD4-132F-478C-93F7-125816681891}"/>
                </a:ext>
              </a:extLst>
            </p:cNvPr>
            <p:cNvSpPr/>
            <p:nvPr/>
          </p:nvSpPr>
          <p:spPr>
            <a:xfrm>
              <a:off x="3342124" y="1378585"/>
              <a:ext cx="406586" cy="329609"/>
            </a:xfrm>
            <a:custGeom>
              <a:avLst/>
              <a:gdLst>
                <a:gd name="connsiteX0" fmla="*/ 493872 w 604195"/>
                <a:gd name="connsiteY0" fmla="*/ 437764 h 489806"/>
                <a:gd name="connsiteX1" fmla="*/ 478290 w 604195"/>
                <a:gd name="connsiteY1" fmla="*/ 453330 h 489806"/>
                <a:gd name="connsiteX2" fmla="*/ 493872 w 604195"/>
                <a:gd name="connsiteY2" fmla="*/ 469024 h 489806"/>
                <a:gd name="connsiteX3" fmla="*/ 509582 w 604195"/>
                <a:gd name="connsiteY3" fmla="*/ 453330 h 489806"/>
                <a:gd name="connsiteX4" fmla="*/ 493872 w 604195"/>
                <a:gd name="connsiteY4" fmla="*/ 437764 h 489806"/>
                <a:gd name="connsiteX5" fmla="*/ 304116 w 604195"/>
                <a:gd name="connsiteY5" fmla="*/ 437764 h 489806"/>
                <a:gd name="connsiteX6" fmla="*/ 288403 w 604195"/>
                <a:gd name="connsiteY6" fmla="*/ 453330 h 489806"/>
                <a:gd name="connsiteX7" fmla="*/ 304116 w 604195"/>
                <a:gd name="connsiteY7" fmla="*/ 469024 h 489806"/>
                <a:gd name="connsiteX8" fmla="*/ 319700 w 604195"/>
                <a:gd name="connsiteY8" fmla="*/ 453330 h 489806"/>
                <a:gd name="connsiteX9" fmla="*/ 304116 w 604195"/>
                <a:gd name="connsiteY9" fmla="*/ 437764 h 489806"/>
                <a:gd name="connsiteX10" fmla="*/ 493872 w 604195"/>
                <a:gd name="connsiteY10" fmla="*/ 417476 h 489806"/>
                <a:gd name="connsiteX11" fmla="*/ 529889 w 604195"/>
                <a:gd name="connsiteY11" fmla="*/ 453330 h 489806"/>
                <a:gd name="connsiteX12" fmla="*/ 493872 w 604195"/>
                <a:gd name="connsiteY12" fmla="*/ 489312 h 489806"/>
                <a:gd name="connsiteX13" fmla="*/ 457983 w 604195"/>
                <a:gd name="connsiteY13" fmla="*/ 453330 h 489806"/>
                <a:gd name="connsiteX14" fmla="*/ 493872 w 604195"/>
                <a:gd name="connsiteY14" fmla="*/ 417476 h 489806"/>
                <a:gd name="connsiteX15" fmla="*/ 304116 w 604195"/>
                <a:gd name="connsiteY15" fmla="*/ 417476 h 489806"/>
                <a:gd name="connsiteX16" fmla="*/ 340139 w 604195"/>
                <a:gd name="connsiteY16" fmla="*/ 453330 h 489806"/>
                <a:gd name="connsiteX17" fmla="*/ 304116 w 604195"/>
                <a:gd name="connsiteY17" fmla="*/ 489312 h 489806"/>
                <a:gd name="connsiteX18" fmla="*/ 268092 w 604195"/>
                <a:gd name="connsiteY18" fmla="*/ 453330 h 489806"/>
                <a:gd name="connsiteX19" fmla="*/ 304116 w 604195"/>
                <a:gd name="connsiteY19" fmla="*/ 417476 h 489806"/>
                <a:gd name="connsiteX20" fmla="*/ 464381 w 604195"/>
                <a:gd name="connsiteY20" fmla="*/ 306093 h 489806"/>
                <a:gd name="connsiteX21" fmla="*/ 464381 w 604195"/>
                <a:gd name="connsiteY21" fmla="*/ 358791 h 489806"/>
                <a:gd name="connsiteX22" fmla="*/ 529815 w 604195"/>
                <a:gd name="connsiteY22" fmla="*/ 358791 h 489806"/>
                <a:gd name="connsiteX23" fmla="*/ 526109 w 604195"/>
                <a:gd name="connsiteY23" fmla="*/ 353432 h 489806"/>
                <a:gd name="connsiteX24" fmla="*/ 510645 w 604195"/>
                <a:gd name="connsiteY24" fmla="*/ 322170 h 489806"/>
                <a:gd name="connsiteX25" fmla="*/ 484062 w 604195"/>
                <a:gd name="connsiteY25" fmla="*/ 306093 h 489806"/>
                <a:gd name="connsiteX26" fmla="*/ 276769 w 604195"/>
                <a:gd name="connsiteY26" fmla="*/ 273555 h 489806"/>
                <a:gd name="connsiteX27" fmla="*/ 263733 w 604195"/>
                <a:gd name="connsiteY27" fmla="*/ 286698 h 489806"/>
                <a:gd name="connsiteX28" fmla="*/ 263733 w 604195"/>
                <a:gd name="connsiteY28" fmla="*/ 369509 h 489806"/>
                <a:gd name="connsiteX29" fmla="*/ 276769 w 604195"/>
                <a:gd name="connsiteY29" fmla="*/ 382524 h 489806"/>
                <a:gd name="connsiteX30" fmla="*/ 404442 w 604195"/>
                <a:gd name="connsiteY30" fmla="*/ 382524 h 489806"/>
                <a:gd name="connsiteX31" fmla="*/ 417605 w 604195"/>
                <a:gd name="connsiteY31" fmla="*/ 369509 h 489806"/>
                <a:gd name="connsiteX32" fmla="*/ 417605 w 604195"/>
                <a:gd name="connsiteY32" fmla="*/ 286698 h 489806"/>
                <a:gd name="connsiteX33" fmla="*/ 404442 w 604195"/>
                <a:gd name="connsiteY33" fmla="*/ 273555 h 489806"/>
                <a:gd name="connsiteX34" fmla="*/ 242774 w 604195"/>
                <a:gd name="connsiteY34" fmla="*/ 238593 h 489806"/>
                <a:gd name="connsiteX35" fmla="*/ 443677 w 604195"/>
                <a:gd name="connsiteY35" fmla="*/ 238593 h 489806"/>
                <a:gd name="connsiteX36" fmla="*/ 464381 w 604195"/>
                <a:gd name="connsiteY36" fmla="*/ 259264 h 489806"/>
                <a:gd name="connsiteX37" fmla="*/ 464381 w 604195"/>
                <a:gd name="connsiteY37" fmla="*/ 291802 h 489806"/>
                <a:gd name="connsiteX38" fmla="*/ 491347 w 604195"/>
                <a:gd name="connsiteY38" fmla="*/ 291802 h 489806"/>
                <a:gd name="connsiteX39" fmla="*/ 521252 w 604195"/>
                <a:gd name="connsiteY39" fmla="*/ 309921 h 489806"/>
                <a:gd name="connsiteX40" fmla="*/ 538505 w 604195"/>
                <a:gd name="connsiteY40" fmla="*/ 345010 h 489806"/>
                <a:gd name="connsiteX41" fmla="*/ 564449 w 604195"/>
                <a:gd name="connsiteY41" fmla="*/ 360577 h 489806"/>
                <a:gd name="connsiteX42" fmla="*/ 604195 w 604195"/>
                <a:gd name="connsiteY42" fmla="*/ 396178 h 489806"/>
                <a:gd name="connsiteX43" fmla="*/ 604195 w 604195"/>
                <a:gd name="connsiteY43" fmla="*/ 435095 h 489806"/>
                <a:gd name="connsiteX44" fmla="*/ 583619 w 604195"/>
                <a:gd name="connsiteY44" fmla="*/ 455511 h 489806"/>
                <a:gd name="connsiteX45" fmla="*/ 540806 w 604195"/>
                <a:gd name="connsiteY45" fmla="*/ 455511 h 489806"/>
                <a:gd name="connsiteX46" fmla="*/ 540806 w 604195"/>
                <a:gd name="connsiteY46" fmla="*/ 453342 h 489806"/>
                <a:gd name="connsiteX47" fmla="*/ 493903 w 604195"/>
                <a:gd name="connsiteY47" fmla="*/ 406513 h 489806"/>
                <a:gd name="connsiteX48" fmla="*/ 447000 w 604195"/>
                <a:gd name="connsiteY48" fmla="*/ 453342 h 489806"/>
                <a:gd name="connsiteX49" fmla="*/ 447127 w 604195"/>
                <a:gd name="connsiteY49" fmla="*/ 455256 h 489806"/>
                <a:gd name="connsiteX50" fmla="*/ 443677 w 604195"/>
                <a:gd name="connsiteY50" fmla="*/ 455511 h 489806"/>
                <a:gd name="connsiteX51" fmla="*/ 351021 w 604195"/>
                <a:gd name="connsiteY51" fmla="*/ 455511 h 489806"/>
                <a:gd name="connsiteX52" fmla="*/ 351021 w 604195"/>
                <a:gd name="connsiteY52" fmla="*/ 453342 h 489806"/>
                <a:gd name="connsiteX53" fmla="*/ 304118 w 604195"/>
                <a:gd name="connsiteY53" fmla="*/ 406513 h 489806"/>
                <a:gd name="connsiteX54" fmla="*/ 257215 w 604195"/>
                <a:gd name="connsiteY54" fmla="*/ 453342 h 489806"/>
                <a:gd name="connsiteX55" fmla="*/ 257215 w 604195"/>
                <a:gd name="connsiteY55" fmla="*/ 455511 h 489806"/>
                <a:gd name="connsiteX56" fmla="*/ 242774 w 604195"/>
                <a:gd name="connsiteY56" fmla="*/ 455511 h 489806"/>
                <a:gd name="connsiteX57" fmla="*/ 221942 w 604195"/>
                <a:gd name="connsiteY57" fmla="*/ 434840 h 489806"/>
                <a:gd name="connsiteX58" fmla="*/ 221942 w 604195"/>
                <a:gd name="connsiteY58" fmla="*/ 259264 h 489806"/>
                <a:gd name="connsiteX59" fmla="*/ 242774 w 604195"/>
                <a:gd name="connsiteY59" fmla="*/ 238593 h 489806"/>
                <a:gd name="connsiteX60" fmla="*/ 251051 w 604195"/>
                <a:gd name="connsiteY60" fmla="*/ 0 h 489806"/>
                <a:gd name="connsiteX61" fmla="*/ 280121 w 604195"/>
                <a:gd name="connsiteY61" fmla="*/ 9283 h 489806"/>
                <a:gd name="connsiteX62" fmla="*/ 452627 w 604195"/>
                <a:gd name="connsiteY62" fmla="*/ 143896 h 489806"/>
                <a:gd name="connsiteX63" fmla="*/ 454416 w 604195"/>
                <a:gd name="connsiteY63" fmla="*/ 145299 h 489806"/>
                <a:gd name="connsiteX64" fmla="*/ 492112 w 604195"/>
                <a:gd name="connsiteY64" fmla="*/ 174646 h 489806"/>
                <a:gd name="connsiteX65" fmla="*/ 484190 w 604195"/>
                <a:gd name="connsiteY65" fmla="*/ 214201 h 489806"/>
                <a:gd name="connsiteX66" fmla="*/ 462083 w 604195"/>
                <a:gd name="connsiteY66" fmla="*/ 214201 h 489806"/>
                <a:gd name="connsiteX67" fmla="*/ 212652 w 604195"/>
                <a:gd name="connsiteY67" fmla="*/ 214201 h 489806"/>
                <a:gd name="connsiteX68" fmla="*/ 190545 w 604195"/>
                <a:gd name="connsiteY68" fmla="*/ 236274 h 489806"/>
                <a:gd name="connsiteX69" fmla="*/ 190545 w 604195"/>
                <a:gd name="connsiteY69" fmla="*/ 466711 h 489806"/>
                <a:gd name="connsiteX70" fmla="*/ 169845 w 604195"/>
                <a:gd name="connsiteY70" fmla="*/ 489806 h 489806"/>
                <a:gd name="connsiteX71" fmla="*/ 62124 w 604195"/>
                <a:gd name="connsiteY71" fmla="*/ 489806 h 489806"/>
                <a:gd name="connsiteX72" fmla="*/ 40018 w 604195"/>
                <a:gd name="connsiteY72" fmla="*/ 467732 h 489806"/>
                <a:gd name="connsiteX73" fmla="*/ 40018 w 604195"/>
                <a:gd name="connsiteY73" fmla="*/ 214201 h 489806"/>
                <a:gd name="connsiteX74" fmla="*/ 17911 w 604195"/>
                <a:gd name="connsiteY74" fmla="*/ 214201 h 489806"/>
                <a:gd name="connsiteX75" fmla="*/ 9989 w 604195"/>
                <a:gd name="connsiteY75" fmla="*/ 174646 h 489806"/>
                <a:gd name="connsiteX76" fmla="*/ 47685 w 604195"/>
                <a:gd name="connsiteY76" fmla="*/ 145299 h 489806"/>
                <a:gd name="connsiteX77" fmla="*/ 49474 w 604195"/>
                <a:gd name="connsiteY77" fmla="*/ 143896 h 489806"/>
                <a:gd name="connsiteX78" fmla="*/ 221980 w 604195"/>
                <a:gd name="connsiteY78" fmla="*/ 9283 h 489806"/>
                <a:gd name="connsiteX79" fmla="*/ 251051 w 604195"/>
                <a:gd name="connsiteY79" fmla="*/ 0 h 48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604195" h="489806">
                  <a:moveTo>
                    <a:pt x="493872" y="437764"/>
                  </a:moveTo>
                  <a:cubicBezTo>
                    <a:pt x="485315" y="437764"/>
                    <a:pt x="478290" y="444654"/>
                    <a:pt x="478290" y="453330"/>
                  </a:cubicBezTo>
                  <a:cubicBezTo>
                    <a:pt x="478290" y="462007"/>
                    <a:pt x="485315" y="469024"/>
                    <a:pt x="493872" y="469024"/>
                  </a:cubicBezTo>
                  <a:cubicBezTo>
                    <a:pt x="502557" y="469024"/>
                    <a:pt x="509582" y="462007"/>
                    <a:pt x="509582" y="453330"/>
                  </a:cubicBezTo>
                  <a:cubicBezTo>
                    <a:pt x="509582" y="444654"/>
                    <a:pt x="502557" y="437764"/>
                    <a:pt x="493872" y="437764"/>
                  </a:cubicBezTo>
                  <a:close/>
                  <a:moveTo>
                    <a:pt x="304116" y="437764"/>
                  </a:moveTo>
                  <a:cubicBezTo>
                    <a:pt x="295429" y="437764"/>
                    <a:pt x="288403" y="444654"/>
                    <a:pt x="288403" y="453330"/>
                  </a:cubicBezTo>
                  <a:cubicBezTo>
                    <a:pt x="288403" y="462007"/>
                    <a:pt x="295429" y="469024"/>
                    <a:pt x="304116" y="469024"/>
                  </a:cubicBezTo>
                  <a:cubicBezTo>
                    <a:pt x="312674" y="469024"/>
                    <a:pt x="319700" y="462007"/>
                    <a:pt x="319700" y="453330"/>
                  </a:cubicBezTo>
                  <a:cubicBezTo>
                    <a:pt x="319700" y="444654"/>
                    <a:pt x="312674" y="437764"/>
                    <a:pt x="304116" y="437764"/>
                  </a:cubicBezTo>
                  <a:close/>
                  <a:moveTo>
                    <a:pt x="493872" y="417476"/>
                  </a:moveTo>
                  <a:cubicBezTo>
                    <a:pt x="513796" y="417476"/>
                    <a:pt x="529889" y="433553"/>
                    <a:pt x="529889" y="453330"/>
                  </a:cubicBezTo>
                  <a:cubicBezTo>
                    <a:pt x="529889" y="473235"/>
                    <a:pt x="513796" y="489312"/>
                    <a:pt x="493872" y="489312"/>
                  </a:cubicBezTo>
                  <a:cubicBezTo>
                    <a:pt x="474076" y="489312"/>
                    <a:pt x="457983" y="473235"/>
                    <a:pt x="457983" y="453330"/>
                  </a:cubicBezTo>
                  <a:cubicBezTo>
                    <a:pt x="457983" y="433553"/>
                    <a:pt x="474076" y="417476"/>
                    <a:pt x="493872" y="417476"/>
                  </a:cubicBezTo>
                  <a:close/>
                  <a:moveTo>
                    <a:pt x="304116" y="417476"/>
                  </a:moveTo>
                  <a:cubicBezTo>
                    <a:pt x="323916" y="417476"/>
                    <a:pt x="340139" y="433553"/>
                    <a:pt x="340139" y="453330"/>
                  </a:cubicBezTo>
                  <a:cubicBezTo>
                    <a:pt x="340139" y="473235"/>
                    <a:pt x="324043" y="489312"/>
                    <a:pt x="304116" y="489312"/>
                  </a:cubicBezTo>
                  <a:cubicBezTo>
                    <a:pt x="284188" y="489312"/>
                    <a:pt x="268092" y="473235"/>
                    <a:pt x="268092" y="453330"/>
                  </a:cubicBezTo>
                  <a:cubicBezTo>
                    <a:pt x="268092" y="433553"/>
                    <a:pt x="284188" y="417476"/>
                    <a:pt x="304116" y="417476"/>
                  </a:cubicBezTo>
                  <a:close/>
                  <a:moveTo>
                    <a:pt x="464381" y="306093"/>
                  </a:moveTo>
                  <a:lnTo>
                    <a:pt x="464381" y="358791"/>
                  </a:lnTo>
                  <a:lnTo>
                    <a:pt x="529815" y="358791"/>
                  </a:lnTo>
                  <a:cubicBezTo>
                    <a:pt x="528409" y="357260"/>
                    <a:pt x="527131" y="355601"/>
                    <a:pt x="526109" y="353432"/>
                  </a:cubicBezTo>
                  <a:lnTo>
                    <a:pt x="510645" y="322170"/>
                  </a:lnTo>
                  <a:cubicBezTo>
                    <a:pt x="506044" y="313366"/>
                    <a:pt x="494030" y="306093"/>
                    <a:pt x="484062" y="306093"/>
                  </a:cubicBezTo>
                  <a:close/>
                  <a:moveTo>
                    <a:pt x="276769" y="273555"/>
                  </a:moveTo>
                  <a:cubicBezTo>
                    <a:pt x="269612" y="273555"/>
                    <a:pt x="263733" y="279552"/>
                    <a:pt x="263733" y="286698"/>
                  </a:cubicBezTo>
                  <a:lnTo>
                    <a:pt x="263733" y="369509"/>
                  </a:lnTo>
                  <a:cubicBezTo>
                    <a:pt x="263733" y="376655"/>
                    <a:pt x="269612" y="382524"/>
                    <a:pt x="276769" y="382524"/>
                  </a:cubicBezTo>
                  <a:lnTo>
                    <a:pt x="404442" y="382524"/>
                  </a:lnTo>
                  <a:cubicBezTo>
                    <a:pt x="411727" y="382524"/>
                    <a:pt x="417605" y="376655"/>
                    <a:pt x="417605" y="369509"/>
                  </a:cubicBezTo>
                  <a:lnTo>
                    <a:pt x="417605" y="286698"/>
                  </a:lnTo>
                  <a:cubicBezTo>
                    <a:pt x="417605" y="279552"/>
                    <a:pt x="411727" y="273555"/>
                    <a:pt x="404442" y="273555"/>
                  </a:cubicBezTo>
                  <a:close/>
                  <a:moveTo>
                    <a:pt x="242774" y="238593"/>
                  </a:moveTo>
                  <a:lnTo>
                    <a:pt x="443677" y="238593"/>
                  </a:lnTo>
                  <a:cubicBezTo>
                    <a:pt x="455051" y="238593"/>
                    <a:pt x="464381" y="247908"/>
                    <a:pt x="464381" y="259264"/>
                  </a:cubicBezTo>
                  <a:lnTo>
                    <a:pt x="464381" y="291802"/>
                  </a:lnTo>
                  <a:lnTo>
                    <a:pt x="491347" y="291802"/>
                  </a:lnTo>
                  <a:cubicBezTo>
                    <a:pt x="502593" y="291802"/>
                    <a:pt x="516012" y="299968"/>
                    <a:pt x="521252" y="309921"/>
                  </a:cubicBezTo>
                  <a:lnTo>
                    <a:pt x="538505" y="345010"/>
                  </a:lnTo>
                  <a:cubicBezTo>
                    <a:pt x="543745" y="354963"/>
                    <a:pt x="551285" y="357132"/>
                    <a:pt x="564449" y="360577"/>
                  </a:cubicBezTo>
                  <a:cubicBezTo>
                    <a:pt x="575440" y="363385"/>
                    <a:pt x="604195" y="363385"/>
                    <a:pt x="604195" y="396178"/>
                  </a:cubicBezTo>
                  <a:lnTo>
                    <a:pt x="604195" y="435095"/>
                  </a:lnTo>
                  <a:cubicBezTo>
                    <a:pt x="604195" y="446324"/>
                    <a:pt x="594866" y="455511"/>
                    <a:pt x="583619" y="455511"/>
                  </a:cubicBezTo>
                  <a:lnTo>
                    <a:pt x="540806" y="455511"/>
                  </a:lnTo>
                  <a:cubicBezTo>
                    <a:pt x="540806" y="454873"/>
                    <a:pt x="540806" y="454107"/>
                    <a:pt x="540806" y="453342"/>
                  </a:cubicBezTo>
                  <a:cubicBezTo>
                    <a:pt x="540806" y="427567"/>
                    <a:pt x="519846" y="406513"/>
                    <a:pt x="493903" y="406513"/>
                  </a:cubicBezTo>
                  <a:cubicBezTo>
                    <a:pt x="468087" y="406513"/>
                    <a:pt x="447000" y="427567"/>
                    <a:pt x="447000" y="453342"/>
                  </a:cubicBezTo>
                  <a:cubicBezTo>
                    <a:pt x="447000" y="453980"/>
                    <a:pt x="447000" y="454618"/>
                    <a:pt x="447127" y="455256"/>
                  </a:cubicBezTo>
                  <a:cubicBezTo>
                    <a:pt x="445977" y="455383"/>
                    <a:pt x="444827" y="455511"/>
                    <a:pt x="443677" y="455511"/>
                  </a:cubicBezTo>
                  <a:lnTo>
                    <a:pt x="351021" y="455511"/>
                  </a:lnTo>
                  <a:cubicBezTo>
                    <a:pt x="351021" y="454873"/>
                    <a:pt x="351021" y="454107"/>
                    <a:pt x="351021" y="453342"/>
                  </a:cubicBezTo>
                  <a:cubicBezTo>
                    <a:pt x="351021" y="427567"/>
                    <a:pt x="329934" y="406513"/>
                    <a:pt x="304118" y="406513"/>
                  </a:cubicBezTo>
                  <a:cubicBezTo>
                    <a:pt x="278174" y="406513"/>
                    <a:pt x="257215" y="427567"/>
                    <a:pt x="257215" y="453342"/>
                  </a:cubicBezTo>
                  <a:cubicBezTo>
                    <a:pt x="257215" y="454107"/>
                    <a:pt x="257215" y="454873"/>
                    <a:pt x="257215" y="455511"/>
                  </a:cubicBezTo>
                  <a:lnTo>
                    <a:pt x="242774" y="455511"/>
                  </a:lnTo>
                  <a:cubicBezTo>
                    <a:pt x="231399" y="455511"/>
                    <a:pt x="221942" y="446196"/>
                    <a:pt x="221942" y="434840"/>
                  </a:cubicBezTo>
                  <a:lnTo>
                    <a:pt x="221942" y="259264"/>
                  </a:lnTo>
                  <a:cubicBezTo>
                    <a:pt x="221942" y="247908"/>
                    <a:pt x="231399" y="238593"/>
                    <a:pt x="242774" y="238593"/>
                  </a:cubicBezTo>
                  <a:close/>
                  <a:moveTo>
                    <a:pt x="251051" y="0"/>
                  </a:moveTo>
                  <a:cubicBezTo>
                    <a:pt x="261593" y="0"/>
                    <a:pt x="272135" y="3095"/>
                    <a:pt x="280121" y="9283"/>
                  </a:cubicBezTo>
                  <a:lnTo>
                    <a:pt x="452627" y="143896"/>
                  </a:lnTo>
                  <a:cubicBezTo>
                    <a:pt x="453266" y="144406"/>
                    <a:pt x="453777" y="144789"/>
                    <a:pt x="454416" y="145299"/>
                  </a:cubicBezTo>
                  <a:lnTo>
                    <a:pt x="492112" y="174646"/>
                  </a:lnTo>
                  <a:cubicBezTo>
                    <a:pt x="508085" y="187150"/>
                    <a:pt x="504507" y="214201"/>
                    <a:pt x="484190" y="214201"/>
                  </a:cubicBezTo>
                  <a:lnTo>
                    <a:pt x="462083" y="214201"/>
                  </a:lnTo>
                  <a:lnTo>
                    <a:pt x="212652" y="214201"/>
                  </a:lnTo>
                  <a:cubicBezTo>
                    <a:pt x="200513" y="214201"/>
                    <a:pt x="190545" y="224153"/>
                    <a:pt x="190545" y="236274"/>
                  </a:cubicBezTo>
                  <a:cubicBezTo>
                    <a:pt x="190545" y="236274"/>
                    <a:pt x="190545" y="460587"/>
                    <a:pt x="190545" y="466711"/>
                  </a:cubicBezTo>
                  <a:cubicBezTo>
                    <a:pt x="190545" y="480492"/>
                    <a:pt x="183645" y="489806"/>
                    <a:pt x="169845" y="489806"/>
                  </a:cubicBezTo>
                  <a:lnTo>
                    <a:pt x="62124" y="489806"/>
                  </a:lnTo>
                  <a:cubicBezTo>
                    <a:pt x="49985" y="489806"/>
                    <a:pt x="40018" y="479854"/>
                    <a:pt x="40018" y="467732"/>
                  </a:cubicBezTo>
                  <a:lnTo>
                    <a:pt x="40018" y="214201"/>
                  </a:lnTo>
                  <a:lnTo>
                    <a:pt x="17911" y="214201"/>
                  </a:lnTo>
                  <a:cubicBezTo>
                    <a:pt x="-2406" y="214201"/>
                    <a:pt x="-5984" y="187150"/>
                    <a:pt x="9989" y="174646"/>
                  </a:cubicBezTo>
                  <a:lnTo>
                    <a:pt x="47685" y="145299"/>
                  </a:lnTo>
                  <a:cubicBezTo>
                    <a:pt x="48324" y="144789"/>
                    <a:pt x="48835" y="144406"/>
                    <a:pt x="49474" y="143896"/>
                  </a:cubicBezTo>
                  <a:lnTo>
                    <a:pt x="221980" y="9283"/>
                  </a:lnTo>
                  <a:cubicBezTo>
                    <a:pt x="229967" y="3095"/>
                    <a:pt x="240509" y="0"/>
                    <a:pt x="251051" y="0"/>
                  </a:cubicBezTo>
                  <a:close/>
                </a:path>
              </a:pathLst>
            </a:cu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29" name="ïS1ide">
              <a:extLst>
                <a:ext uri="{FF2B5EF4-FFF2-40B4-BE49-F238E27FC236}">
                  <a16:creationId xmlns:a16="http://schemas.microsoft.com/office/drawing/2014/main" id="{17A66F56-CEB8-4122-AD65-22E8FEFB7075}"/>
                </a:ext>
              </a:extLst>
            </p:cNvPr>
            <p:cNvSpPr/>
            <p:nvPr/>
          </p:nvSpPr>
          <p:spPr>
            <a:xfrm>
              <a:off x="5407584" y="2326860"/>
              <a:ext cx="406586" cy="329609"/>
            </a:xfrm>
            <a:custGeom>
              <a:avLst/>
              <a:gdLst>
                <a:gd name="connsiteX0" fmla="*/ 493872 w 604195"/>
                <a:gd name="connsiteY0" fmla="*/ 437764 h 489806"/>
                <a:gd name="connsiteX1" fmla="*/ 478290 w 604195"/>
                <a:gd name="connsiteY1" fmla="*/ 453330 h 489806"/>
                <a:gd name="connsiteX2" fmla="*/ 493872 w 604195"/>
                <a:gd name="connsiteY2" fmla="*/ 469024 h 489806"/>
                <a:gd name="connsiteX3" fmla="*/ 509582 w 604195"/>
                <a:gd name="connsiteY3" fmla="*/ 453330 h 489806"/>
                <a:gd name="connsiteX4" fmla="*/ 493872 w 604195"/>
                <a:gd name="connsiteY4" fmla="*/ 437764 h 489806"/>
                <a:gd name="connsiteX5" fmla="*/ 304116 w 604195"/>
                <a:gd name="connsiteY5" fmla="*/ 437764 h 489806"/>
                <a:gd name="connsiteX6" fmla="*/ 288403 w 604195"/>
                <a:gd name="connsiteY6" fmla="*/ 453330 h 489806"/>
                <a:gd name="connsiteX7" fmla="*/ 304116 w 604195"/>
                <a:gd name="connsiteY7" fmla="*/ 469024 h 489806"/>
                <a:gd name="connsiteX8" fmla="*/ 319700 w 604195"/>
                <a:gd name="connsiteY8" fmla="*/ 453330 h 489806"/>
                <a:gd name="connsiteX9" fmla="*/ 304116 w 604195"/>
                <a:gd name="connsiteY9" fmla="*/ 437764 h 489806"/>
                <a:gd name="connsiteX10" fmla="*/ 493872 w 604195"/>
                <a:gd name="connsiteY10" fmla="*/ 417476 h 489806"/>
                <a:gd name="connsiteX11" fmla="*/ 529889 w 604195"/>
                <a:gd name="connsiteY11" fmla="*/ 453330 h 489806"/>
                <a:gd name="connsiteX12" fmla="*/ 493872 w 604195"/>
                <a:gd name="connsiteY12" fmla="*/ 489312 h 489806"/>
                <a:gd name="connsiteX13" fmla="*/ 457983 w 604195"/>
                <a:gd name="connsiteY13" fmla="*/ 453330 h 489806"/>
                <a:gd name="connsiteX14" fmla="*/ 493872 w 604195"/>
                <a:gd name="connsiteY14" fmla="*/ 417476 h 489806"/>
                <a:gd name="connsiteX15" fmla="*/ 304116 w 604195"/>
                <a:gd name="connsiteY15" fmla="*/ 417476 h 489806"/>
                <a:gd name="connsiteX16" fmla="*/ 340139 w 604195"/>
                <a:gd name="connsiteY16" fmla="*/ 453330 h 489806"/>
                <a:gd name="connsiteX17" fmla="*/ 304116 w 604195"/>
                <a:gd name="connsiteY17" fmla="*/ 489312 h 489806"/>
                <a:gd name="connsiteX18" fmla="*/ 268092 w 604195"/>
                <a:gd name="connsiteY18" fmla="*/ 453330 h 489806"/>
                <a:gd name="connsiteX19" fmla="*/ 304116 w 604195"/>
                <a:gd name="connsiteY19" fmla="*/ 417476 h 489806"/>
                <a:gd name="connsiteX20" fmla="*/ 464381 w 604195"/>
                <a:gd name="connsiteY20" fmla="*/ 306093 h 489806"/>
                <a:gd name="connsiteX21" fmla="*/ 464381 w 604195"/>
                <a:gd name="connsiteY21" fmla="*/ 358791 h 489806"/>
                <a:gd name="connsiteX22" fmla="*/ 529815 w 604195"/>
                <a:gd name="connsiteY22" fmla="*/ 358791 h 489806"/>
                <a:gd name="connsiteX23" fmla="*/ 526109 w 604195"/>
                <a:gd name="connsiteY23" fmla="*/ 353432 h 489806"/>
                <a:gd name="connsiteX24" fmla="*/ 510645 w 604195"/>
                <a:gd name="connsiteY24" fmla="*/ 322170 h 489806"/>
                <a:gd name="connsiteX25" fmla="*/ 484062 w 604195"/>
                <a:gd name="connsiteY25" fmla="*/ 306093 h 489806"/>
                <a:gd name="connsiteX26" fmla="*/ 276769 w 604195"/>
                <a:gd name="connsiteY26" fmla="*/ 273555 h 489806"/>
                <a:gd name="connsiteX27" fmla="*/ 263733 w 604195"/>
                <a:gd name="connsiteY27" fmla="*/ 286698 h 489806"/>
                <a:gd name="connsiteX28" fmla="*/ 263733 w 604195"/>
                <a:gd name="connsiteY28" fmla="*/ 369509 h 489806"/>
                <a:gd name="connsiteX29" fmla="*/ 276769 w 604195"/>
                <a:gd name="connsiteY29" fmla="*/ 382524 h 489806"/>
                <a:gd name="connsiteX30" fmla="*/ 404442 w 604195"/>
                <a:gd name="connsiteY30" fmla="*/ 382524 h 489806"/>
                <a:gd name="connsiteX31" fmla="*/ 417605 w 604195"/>
                <a:gd name="connsiteY31" fmla="*/ 369509 h 489806"/>
                <a:gd name="connsiteX32" fmla="*/ 417605 w 604195"/>
                <a:gd name="connsiteY32" fmla="*/ 286698 h 489806"/>
                <a:gd name="connsiteX33" fmla="*/ 404442 w 604195"/>
                <a:gd name="connsiteY33" fmla="*/ 273555 h 489806"/>
                <a:gd name="connsiteX34" fmla="*/ 242774 w 604195"/>
                <a:gd name="connsiteY34" fmla="*/ 238593 h 489806"/>
                <a:gd name="connsiteX35" fmla="*/ 443677 w 604195"/>
                <a:gd name="connsiteY35" fmla="*/ 238593 h 489806"/>
                <a:gd name="connsiteX36" fmla="*/ 464381 w 604195"/>
                <a:gd name="connsiteY36" fmla="*/ 259264 h 489806"/>
                <a:gd name="connsiteX37" fmla="*/ 464381 w 604195"/>
                <a:gd name="connsiteY37" fmla="*/ 291802 h 489806"/>
                <a:gd name="connsiteX38" fmla="*/ 491347 w 604195"/>
                <a:gd name="connsiteY38" fmla="*/ 291802 h 489806"/>
                <a:gd name="connsiteX39" fmla="*/ 521252 w 604195"/>
                <a:gd name="connsiteY39" fmla="*/ 309921 h 489806"/>
                <a:gd name="connsiteX40" fmla="*/ 538505 w 604195"/>
                <a:gd name="connsiteY40" fmla="*/ 345010 h 489806"/>
                <a:gd name="connsiteX41" fmla="*/ 564449 w 604195"/>
                <a:gd name="connsiteY41" fmla="*/ 360577 h 489806"/>
                <a:gd name="connsiteX42" fmla="*/ 604195 w 604195"/>
                <a:gd name="connsiteY42" fmla="*/ 396178 h 489806"/>
                <a:gd name="connsiteX43" fmla="*/ 604195 w 604195"/>
                <a:gd name="connsiteY43" fmla="*/ 435095 h 489806"/>
                <a:gd name="connsiteX44" fmla="*/ 583619 w 604195"/>
                <a:gd name="connsiteY44" fmla="*/ 455511 h 489806"/>
                <a:gd name="connsiteX45" fmla="*/ 540806 w 604195"/>
                <a:gd name="connsiteY45" fmla="*/ 455511 h 489806"/>
                <a:gd name="connsiteX46" fmla="*/ 540806 w 604195"/>
                <a:gd name="connsiteY46" fmla="*/ 453342 h 489806"/>
                <a:gd name="connsiteX47" fmla="*/ 493903 w 604195"/>
                <a:gd name="connsiteY47" fmla="*/ 406513 h 489806"/>
                <a:gd name="connsiteX48" fmla="*/ 447000 w 604195"/>
                <a:gd name="connsiteY48" fmla="*/ 453342 h 489806"/>
                <a:gd name="connsiteX49" fmla="*/ 447127 w 604195"/>
                <a:gd name="connsiteY49" fmla="*/ 455256 h 489806"/>
                <a:gd name="connsiteX50" fmla="*/ 443677 w 604195"/>
                <a:gd name="connsiteY50" fmla="*/ 455511 h 489806"/>
                <a:gd name="connsiteX51" fmla="*/ 351021 w 604195"/>
                <a:gd name="connsiteY51" fmla="*/ 455511 h 489806"/>
                <a:gd name="connsiteX52" fmla="*/ 351021 w 604195"/>
                <a:gd name="connsiteY52" fmla="*/ 453342 h 489806"/>
                <a:gd name="connsiteX53" fmla="*/ 304118 w 604195"/>
                <a:gd name="connsiteY53" fmla="*/ 406513 h 489806"/>
                <a:gd name="connsiteX54" fmla="*/ 257215 w 604195"/>
                <a:gd name="connsiteY54" fmla="*/ 453342 h 489806"/>
                <a:gd name="connsiteX55" fmla="*/ 257215 w 604195"/>
                <a:gd name="connsiteY55" fmla="*/ 455511 h 489806"/>
                <a:gd name="connsiteX56" fmla="*/ 242774 w 604195"/>
                <a:gd name="connsiteY56" fmla="*/ 455511 h 489806"/>
                <a:gd name="connsiteX57" fmla="*/ 221942 w 604195"/>
                <a:gd name="connsiteY57" fmla="*/ 434840 h 489806"/>
                <a:gd name="connsiteX58" fmla="*/ 221942 w 604195"/>
                <a:gd name="connsiteY58" fmla="*/ 259264 h 489806"/>
                <a:gd name="connsiteX59" fmla="*/ 242774 w 604195"/>
                <a:gd name="connsiteY59" fmla="*/ 238593 h 489806"/>
                <a:gd name="connsiteX60" fmla="*/ 251051 w 604195"/>
                <a:gd name="connsiteY60" fmla="*/ 0 h 489806"/>
                <a:gd name="connsiteX61" fmla="*/ 280121 w 604195"/>
                <a:gd name="connsiteY61" fmla="*/ 9283 h 489806"/>
                <a:gd name="connsiteX62" fmla="*/ 452627 w 604195"/>
                <a:gd name="connsiteY62" fmla="*/ 143896 h 489806"/>
                <a:gd name="connsiteX63" fmla="*/ 454416 w 604195"/>
                <a:gd name="connsiteY63" fmla="*/ 145299 h 489806"/>
                <a:gd name="connsiteX64" fmla="*/ 492112 w 604195"/>
                <a:gd name="connsiteY64" fmla="*/ 174646 h 489806"/>
                <a:gd name="connsiteX65" fmla="*/ 484190 w 604195"/>
                <a:gd name="connsiteY65" fmla="*/ 214201 h 489806"/>
                <a:gd name="connsiteX66" fmla="*/ 462083 w 604195"/>
                <a:gd name="connsiteY66" fmla="*/ 214201 h 489806"/>
                <a:gd name="connsiteX67" fmla="*/ 212652 w 604195"/>
                <a:gd name="connsiteY67" fmla="*/ 214201 h 489806"/>
                <a:gd name="connsiteX68" fmla="*/ 190545 w 604195"/>
                <a:gd name="connsiteY68" fmla="*/ 236274 h 489806"/>
                <a:gd name="connsiteX69" fmla="*/ 190545 w 604195"/>
                <a:gd name="connsiteY69" fmla="*/ 466711 h 489806"/>
                <a:gd name="connsiteX70" fmla="*/ 169845 w 604195"/>
                <a:gd name="connsiteY70" fmla="*/ 489806 h 489806"/>
                <a:gd name="connsiteX71" fmla="*/ 62124 w 604195"/>
                <a:gd name="connsiteY71" fmla="*/ 489806 h 489806"/>
                <a:gd name="connsiteX72" fmla="*/ 40018 w 604195"/>
                <a:gd name="connsiteY72" fmla="*/ 467732 h 489806"/>
                <a:gd name="connsiteX73" fmla="*/ 40018 w 604195"/>
                <a:gd name="connsiteY73" fmla="*/ 214201 h 489806"/>
                <a:gd name="connsiteX74" fmla="*/ 17911 w 604195"/>
                <a:gd name="connsiteY74" fmla="*/ 214201 h 489806"/>
                <a:gd name="connsiteX75" fmla="*/ 9989 w 604195"/>
                <a:gd name="connsiteY75" fmla="*/ 174646 h 489806"/>
                <a:gd name="connsiteX76" fmla="*/ 47685 w 604195"/>
                <a:gd name="connsiteY76" fmla="*/ 145299 h 489806"/>
                <a:gd name="connsiteX77" fmla="*/ 49474 w 604195"/>
                <a:gd name="connsiteY77" fmla="*/ 143896 h 489806"/>
                <a:gd name="connsiteX78" fmla="*/ 221980 w 604195"/>
                <a:gd name="connsiteY78" fmla="*/ 9283 h 489806"/>
                <a:gd name="connsiteX79" fmla="*/ 251051 w 604195"/>
                <a:gd name="connsiteY79" fmla="*/ 0 h 48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604195" h="489806">
                  <a:moveTo>
                    <a:pt x="493872" y="437764"/>
                  </a:moveTo>
                  <a:cubicBezTo>
                    <a:pt x="485315" y="437764"/>
                    <a:pt x="478290" y="444654"/>
                    <a:pt x="478290" y="453330"/>
                  </a:cubicBezTo>
                  <a:cubicBezTo>
                    <a:pt x="478290" y="462007"/>
                    <a:pt x="485315" y="469024"/>
                    <a:pt x="493872" y="469024"/>
                  </a:cubicBezTo>
                  <a:cubicBezTo>
                    <a:pt x="502557" y="469024"/>
                    <a:pt x="509582" y="462007"/>
                    <a:pt x="509582" y="453330"/>
                  </a:cubicBezTo>
                  <a:cubicBezTo>
                    <a:pt x="509582" y="444654"/>
                    <a:pt x="502557" y="437764"/>
                    <a:pt x="493872" y="437764"/>
                  </a:cubicBezTo>
                  <a:close/>
                  <a:moveTo>
                    <a:pt x="304116" y="437764"/>
                  </a:moveTo>
                  <a:cubicBezTo>
                    <a:pt x="295429" y="437764"/>
                    <a:pt x="288403" y="444654"/>
                    <a:pt x="288403" y="453330"/>
                  </a:cubicBezTo>
                  <a:cubicBezTo>
                    <a:pt x="288403" y="462007"/>
                    <a:pt x="295429" y="469024"/>
                    <a:pt x="304116" y="469024"/>
                  </a:cubicBezTo>
                  <a:cubicBezTo>
                    <a:pt x="312674" y="469024"/>
                    <a:pt x="319700" y="462007"/>
                    <a:pt x="319700" y="453330"/>
                  </a:cubicBezTo>
                  <a:cubicBezTo>
                    <a:pt x="319700" y="444654"/>
                    <a:pt x="312674" y="437764"/>
                    <a:pt x="304116" y="437764"/>
                  </a:cubicBezTo>
                  <a:close/>
                  <a:moveTo>
                    <a:pt x="493872" y="417476"/>
                  </a:moveTo>
                  <a:cubicBezTo>
                    <a:pt x="513796" y="417476"/>
                    <a:pt x="529889" y="433553"/>
                    <a:pt x="529889" y="453330"/>
                  </a:cubicBezTo>
                  <a:cubicBezTo>
                    <a:pt x="529889" y="473235"/>
                    <a:pt x="513796" y="489312"/>
                    <a:pt x="493872" y="489312"/>
                  </a:cubicBezTo>
                  <a:cubicBezTo>
                    <a:pt x="474076" y="489312"/>
                    <a:pt x="457983" y="473235"/>
                    <a:pt x="457983" y="453330"/>
                  </a:cubicBezTo>
                  <a:cubicBezTo>
                    <a:pt x="457983" y="433553"/>
                    <a:pt x="474076" y="417476"/>
                    <a:pt x="493872" y="417476"/>
                  </a:cubicBezTo>
                  <a:close/>
                  <a:moveTo>
                    <a:pt x="304116" y="417476"/>
                  </a:moveTo>
                  <a:cubicBezTo>
                    <a:pt x="323916" y="417476"/>
                    <a:pt x="340139" y="433553"/>
                    <a:pt x="340139" y="453330"/>
                  </a:cubicBezTo>
                  <a:cubicBezTo>
                    <a:pt x="340139" y="473235"/>
                    <a:pt x="324043" y="489312"/>
                    <a:pt x="304116" y="489312"/>
                  </a:cubicBezTo>
                  <a:cubicBezTo>
                    <a:pt x="284188" y="489312"/>
                    <a:pt x="268092" y="473235"/>
                    <a:pt x="268092" y="453330"/>
                  </a:cubicBezTo>
                  <a:cubicBezTo>
                    <a:pt x="268092" y="433553"/>
                    <a:pt x="284188" y="417476"/>
                    <a:pt x="304116" y="417476"/>
                  </a:cubicBezTo>
                  <a:close/>
                  <a:moveTo>
                    <a:pt x="464381" y="306093"/>
                  </a:moveTo>
                  <a:lnTo>
                    <a:pt x="464381" y="358791"/>
                  </a:lnTo>
                  <a:lnTo>
                    <a:pt x="529815" y="358791"/>
                  </a:lnTo>
                  <a:cubicBezTo>
                    <a:pt x="528409" y="357260"/>
                    <a:pt x="527131" y="355601"/>
                    <a:pt x="526109" y="353432"/>
                  </a:cubicBezTo>
                  <a:lnTo>
                    <a:pt x="510645" y="322170"/>
                  </a:lnTo>
                  <a:cubicBezTo>
                    <a:pt x="506044" y="313366"/>
                    <a:pt x="494030" y="306093"/>
                    <a:pt x="484062" y="306093"/>
                  </a:cubicBezTo>
                  <a:close/>
                  <a:moveTo>
                    <a:pt x="276769" y="273555"/>
                  </a:moveTo>
                  <a:cubicBezTo>
                    <a:pt x="269612" y="273555"/>
                    <a:pt x="263733" y="279552"/>
                    <a:pt x="263733" y="286698"/>
                  </a:cubicBezTo>
                  <a:lnTo>
                    <a:pt x="263733" y="369509"/>
                  </a:lnTo>
                  <a:cubicBezTo>
                    <a:pt x="263733" y="376655"/>
                    <a:pt x="269612" y="382524"/>
                    <a:pt x="276769" y="382524"/>
                  </a:cubicBezTo>
                  <a:lnTo>
                    <a:pt x="404442" y="382524"/>
                  </a:lnTo>
                  <a:cubicBezTo>
                    <a:pt x="411727" y="382524"/>
                    <a:pt x="417605" y="376655"/>
                    <a:pt x="417605" y="369509"/>
                  </a:cubicBezTo>
                  <a:lnTo>
                    <a:pt x="417605" y="286698"/>
                  </a:lnTo>
                  <a:cubicBezTo>
                    <a:pt x="417605" y="279552"/>
                    <a:pt x="411727" y="273555"/>
                    <a:pt x="404442" y="273555"/>
                  </a:cubicBezTo>
                  <a:close/>
                  <a:moveTo>
                    <a:pt x="242774" y="238593"/>
                  </a:moveTo>
                  <a:lnTo>
                    <a:pt x="443677" y="238593"/>
                  </a:lnTo>
                  <a:cubicBezTo>
                    <a:pt x="455051" y="238593"/>
                    <a:pt x="464381" y="247908"/>
                    <a:pt x="464381" y="259264"/>
                  </a:cubicBezTo>
                  <a:lnTo>
                    <a:pt x="464381" y="291802"/>
                  </a:lnTo>
                  <a:lnTo>
                    <a:pt x="491347" y="291802"/>
                  </a:lnTo>
                  <a:cubicBezTo>
                    <a:pt x="502593" y="291802"/>
                    <a:pt x="516012" y="299968"/>
                    <a:pt x="521252" y="309921"/>
                  </a:cubicBezTo>
                  <a:lnTo>
                    <a:pt x="538505" y="345010"/>
                  </a:lnTo>
                  <a:cubicBezTo>
                    <a:pt x="543745" y="354963"/>
                    <a:pt x="551285" y="357132"/>
                    <a:pt x="564449" y="360577"/>
                  </a:cubicBezTo>
                  <a:cubicBezTo>
                    <a:pt x="575440" y="363385"/>
                    <a:pt x="604195" y="363385"/>
                    <a:pt x="604195" y="396178"/>
                  </a:cubicBezTo>
                  <a:lnTo>
                    <a:pt x="604195" y="435095"/>
                  </a:lnTo>
                  <a:cubicBezTo>
                    <a:pt x="604195" y="446324"/>
                    <a:pt x="594866" y="455511"/>
                    <a:pt x="583619" y="455511"/>
                  </a:cubicBezTo>
                  <a:lnTo>
                    <a:pt x="540806" y="455511"/>
                  </a:lnTo>
                  <a:cubicBezTo>
                    <a:pt x="540806" y="454873"/>
                    <a:pt x="540806" y="454107"/>
                    <a:pt x="540806" y="453342"/>
                  </a:cubicBezTo>
                  <a:cubicBezTo>
                    <a:pt x="540806" y="427567"/>
                    <a:pt x="519846" y="406513"/>
                    <a:pt x="493903" y="406513"/>
                  </a:cubicBezTo>
                  <a:cubicBezTo>
                    <a:pt x="468087" y="406513"/>
                    <a:pt x="447000" y="427567"/>
                    <a:pt x="447000" y="453342"/>
                  </a:cubicBezTo>
                  <a:cubicBezTo>
                    <a:pt x="447000" y="453980"/>
                    <a:pt x="447000" y="454618"/>
                    <a:pt x="447127" y="455256"/>
                  </a:cubicBezTo>
                  <a:cubicBezTo>
                    <a:pt x="445977" y="455383"/>
                    <a:pt x="444827" y="455511"/>
                    <a:pt x="443677" y="455511"/>
                  </a:cubicBezTo>
                  <a:lnTo>
                    <a:pt x="351021" y="455511"/>
                  </a:lnTo>
                  <a:cubicBezTo>
                    <a:pt x="351021" y="454873"/>
                    <a:pt x="351021" y="454107"/>
                    <a:pt x="351021" y="453342"/>
                  </a:cubicBezTo>
                  <a:cubicBezTo>
                    <a:pt x="351021" y="427567"/>
                    <a:pt x="329934" y="406513"/>
                    <a:pt x="304118" y="406513"/>
                  </a:cubicBezTo>
                  <a:cubicBezTo>
                    <a:pt x="278174" y="406513"/>
                    <a:pt x="257215" y="427567"/>
                    <a:pt x="257215" y="453342"/>
                  </a:cubicBezTo>
                  <a:cubicBezTo>
                    <a:pt x="257215" y="454107"/>
                    <a:pt x="257215" y="454873"/>
                    <a:pt x="257215" y="455511"/>
                  </a:cubicBezTo>
                  <a:lnTo>
                    <a:pt x="242774" y="455511"/>
                  </a:lnTo>
                  <a:cubicBezTo>
                    <a:pt x="231399" y="455511"/>
                    <a:pt x="221942" y="446196"/>
                    <a:pt x="221942" y="434840"/>
                  </a:cubicBezTo>
                  <a:lnTo>
                    <a:pt x="221942" y="259264"/>
                  </a:lnTo>
                  <a:cubicBezTo>
                    <a:pt x="221942" y="247908"/>
                    <a:pt x="231399" y="238593"/>
                    <a:pt x="242774" y="238593"/>
                  </a:cubicBezTo>
                  <a:close/>
                  <a:moveTo>
                    <a:pt x="251051" y="0"/>
                  </a:moveTo>
                  <a:cubicBezTo>
                    <a:pt x="261593" y="0"/>
                    <a:pt x="272135" y="3095"/>
                    <a:pt x="280121" y="9283"/>
                  </a:cubicBezTo>
                  <a:lnTo>
                    <a:pt x="452627" y="143896"/>
                  </a:lnTo>
                  <a:cubicBezTo>
                    <a:pt x="453266" y="144406"/>
                    <a:pt x="453777" y="144789"/>
                    <a:pt x="454416" y="145299"/>
                  </a:cubicBezTo>
                  <a:lnTo>
                    <a:pt x="492112" y="174646"/>
                  </a:lnTo>
                  <a:cubicBezTo>
                    <a:pt x="508085" y="187150"/>
                    <a:pt x="504507" y="214201"/>
                    <a:pt x="484190" y="214201"/>
                  </a:cubicBezTo>
                  <a:lnTo>
                    <a:pt x="462083" y="214201"/>
                  </a:lnTo>
                  <a:lnTo>
                    <a:pt x="212652" y="214201"/>
                  </a:lnTo>
                  <a:cubicBezTo>
                    <a:pt x="200513" y="214201"/>
                    <a:pt x="190545" y="224153"/>
                    <a:pt x="190545" y="236274"/>
                  </a:cubicBezTo>
                  <a:cubicBezTo>
                    <a:pt x="190545" y="236274"/>
                    <a:pt x="190545" y="460587"/>
                    <a:pt x="190545" y="466711"/>
                  </a:cubicBezTo>
                  <a:cubicBezTo>
                    <a:pt x="190545" y="480492"/>
                    <a:pt x="183645" y="489806"/>
                    <a:pt x="169845" y="489806"/>
                  </a:cubicBezTo>
                  <a:lnTo>
                    <a:pt x="62124" y="489806"/>
                  </a:lnTo>
                  <a:cubicBezTo>
                    <a:pt x="49985" y="489806"/>
                    <a:pt x="40018" y="479854"/>
                    <a:pt x="40018" y="467732"/>
                  </a:cubicBezTo>
                  <a:lnTo>
                    <a:pt x="40018" y="214201"/>
                  </a:lnTo>
                  <a:lnTo>
                    <a:pt x="17911" y="214201"/>
                  </a:lnTo>
                  <a:cubicBezTo>
                    <a:pt x="-2406" y="214201"/>
                    <a:pt x="-5984" y="187150"/>
                    <a:pt x="9989" y="174646"/>
                  </a:cubicBezTo>
                  <a:lnTo>
                    <a:pt x="47685" y="145299"/>
                  </a:lnTo>
                  <a:cubicBezTo>
                    <a:pt x="48324" y="144789"/>
                    <a:pt x="48835" y="144406"/>
                    <a:pt x="49474" y="143896"/>
                  </a:cubicBezTo>
                  <a:lnTo>
                    <a:pt x="221980" y="9283"/>
                  </a:lnTo>
                  <a:cubicBezTo>
                    <a:pt x="229967" y="3095"/>
                    <a:pt x="240509" y="0"/>
                    <a:pt x="251051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0" name="íṥļîḍè">
              <a:extLst>
                <a:ext uri="{FF2B5EF4-FFF2-40B4-BE49-F238E27FC236}">
                  <a16:creationId xmlns:a16="http://schemas.microsoft.com/office/drawing/2014/main" id="{8274C347-F474-4B22-8232-C781FC953D40}"/>
                </a:ext>
              </a:extLst>
            </p:cNvPr>
            <p:cNvSpPr/>
            <p:nvPr/>
          </p:nvSpPr>
          <p:spPr>
            <a:xfrm>
              <a:off x="7473045" y="1378585"/>
              <a:ext cx="406586" cy="329609"/>
            </a:xfrm>
            <a:custGeom>
              <a:avLst/>
              <a:gdLst>
                <a:gd name="connsiteX0" fmla="*/ 493872 w 604195"/>
                <a:gd name="connsiteY0" fmla="*/ 437764 h 489806"/>
                <a:gd name="connsiteX1" fmla="*/ 478290 w 604195"/>
                <a:gd name="connsiteY1" fmla="*/ 453330 h 489806"/>
                <a:gd name="connsiteX2" fmla="*/ 493872 w 604195"/>
                <a:gd name="connsiteY2" fmla="*/ 469024 h 489806"/>
                <a:gd name="connsiteX3" fmla="*/ 509582 w 604195"/>
                <a:gd name="connsiteY3" fmla="*/ 453330 h 489806"/>
                <a:gd name="connsiteX4" fmla="*/ 493872 w 604195"/>
                <a:gd name="connsiteY4" fmla="*/ 437764 h 489806"/>
                <a:gd name="connsiteX5" fmla="*/ 304116 w 604195"/>
                <a:gd name="connsiteY5" fmla="*/ 437764 h 489806"/>
                <a:gd name="connsiteX6" fmla="*/ 288403 w 604195"/>
                <a:gd name="connsiteY6" fmla="*/ 453330 h 489806"/>
                <a:gd name="connsiteX7" fmla="*/ 304116 w 604195"/>
                <a:gd name="connsiteY7" fmla="*/ 469024 h 489806"/>
                <a:gd name="connsiteX8" fmla="*/ 319700 w 604195"/>
                <a:gd name="connsiteY8" fmla="*/ 453330 h 489806"/>
                <a:gd name="connsiteX9" fmla="*/ 304116 w 604195"/>
                <a:gd name="connsiteY9" fmla="*/ 437764 h 489806"/>
                <a:gd name="connsiteX10" fmla="*/ 493872 w 604195"/>
                <a:gd name="connsiteY10" fmla="*/ 417476 h 489806"/>
                <a:gd name="connsiteX11" fmla="*/ 529889 w 604195"/>
                <a:gd name="connsiteY11" fmla="*/ 453330 h 489806"/>
                <a:gd name="connsiteX12" fmla="*/ 493872 w 604195"/>
                <a:gd name="connsiteY12" fmla="*/ 489312 h 489806"/>
                <a:gd name="connsiteX13" fmla="*/ 457983 w 604195"/>
                <a:gd name="connsiteY13" fmla="*/ 453330 h 489806"/>
                <a:gd name="connsiteX14" fmla="*/ 493872 w 604195"/>
                <a:gd name="connsiteY14" fmla="*/ 417476 h 489806"/>
                <a:gd name="connsiteX15" fmla="*/ 304116 w 604195"/>
                <a:gd name="connsiteY15" fmla="*/ 417476 h 489806"/>
                <a:gd name="connsiteX16" fmla="*/ 340139 w 604195"/>
                <a:gd name="connsiteY16" fmla="*/ 453330 h 489806"/>
                <a:gd name="connsiteX17" fmla="*/ 304116 w 604195"/>
                <a:gd name="connsiteY17" fmla="*/ 489312 h 489806"/>
                <a:gd name="connsiteX18" fmla="*/ 268092 w 604195"/>
                <a:gd name="connsiteY18" fmla="*/ 453330 h 489806"/>
                <a:gd name="connsiteX19" fmla="*/ 304116 w 604195"/>
                <a:gd name="connsiteY19" fmla="*/ 417476 h 489806"/>
                <a:gd name="connsiteX20" fmla="*/ 464381 w 604195"/>
                <a:gd name="connsiteY20" fmla="*/ 306093 h 489806"/>
                <a:gd name="connsiteX21" fmla="*/ 464381 w 604195"/>
                <a:gd name="connsiteY21" fmla="*/ 358791 h 489806"/>
                <a:gd name="connsiteX22" fmla="*/ 529815 w 604195"/>
                <a:gd name="connsiteY22" fmla="*/ 358791 h 489806"/>
                <a:gd name="connsiteX23" fmla="*/ 526109 w 604195"/>
                <a:gd name="connsiteY23" fmla="*/ 353432 h 489806"/>
                <a:gd name="connsiteX24" fmla="*/ 510645 w 604195"/>
                <a:gd name="connsiteY24" fmla="*/ 322170 h 489806"/>
                <a:gd name="connsiteX25" fmla="*/ 484062 w 604195"/>
                <a:gd name="connsiteY25" fmla="*/ 306093 h 489806"/>
                <a:gd name="connsiteX26" fmla="*/ 276769 w 604195"/>
                <a:gd name="connsiteY26" fmla="*/ 273555 h 489806"/>
                <a:gd name="connsiteX27" fmla="*/ 263733 w 604195"/>
                <a:gd name="connsiteY27" fmla="*/ 286698 h 489806"/>
                <a:gd name="connsiteX28" fmla="*/ 263733 w 604195"/>
                <a:gd name="connsiteY28" fmla="*/ 369509 h 489806"/>
                <a:gd name="connsiteX29" fmla="*/ 276769 w 604195"/>
                <a:gd name="connsiteY29" fmla="*/ 382524 h 489806"/>
                <a:gd name="connsiteX30" fmla="*/ 404442 w 604195"/>
                <a:gd name="connsiteY30" fmla="*/ 382524 h 489806"/>
                <a:gd name="connsiteX31" fmla="*/ 417605 w 604195"/>
                <a:gd name="connsiteY31" fmla="*/ 369509 h 489806"/>
                <a:gd name="connsiteX32" fmla="*/ 417605 w 604195"/>
                <a:gd name="connsiteY32" fmla="*/ 286698 h 489806"/>
                <a:gd name="connsiteX33" fmla="*/ 404442 w 604195"/>
                <a:gd name="connsiteY33" fmla="*/ 273555 h 489806"/>
                <a:gd name="connsiteX34" fmla="*/ 242774 w 604195"/>
                <a:gd name="connsiteY34" fmla="*/ 238593 h 489806"/>
                <a:gd name="connsiteX35" fmla="*/ 443677 w 604195"/>
                <a:gd name="connsiteY35" fmla="*/ 238593 h 489806"/>
                <a:gd name="connsiteX36" fmla="*/ 464381 w 604195"/>
                <a:gd name="connsiteY36" fmla="*/ 259264 h 489806"/>
                <a:gd name="connsiteX37" fmla="*/ 464381 w 604195"/>
                <a:gd name="connsiteY37" fmla="*/ 291802 h 489806"/>
                <a:gd name="connsiteX38" fmla="*/ 491347 w 604195"/>
                <a:gd name="connsiteY38" fmla="*/ 291802 h 489806"/>
                <a:gd name="connsiteX39" fmla="*/ 521252 w 604195"/>
                <a:gd name="connsiteY39" fmla="*/ 309921 h 489806"/>
                <a:gd name="connsiteX40" fmla="*/ 538505 w 604195"/>
                <a:gd name="connsiteY40" fmla="*/ 345010 h 489806"/>
                <a:gd name="connsiteX41" fmla="*/ 564449 w 604195"/>
                <a:gd name="connsiteY41" fmla="*/ 360577 h 489806"/>
                <a:gd name="connsiteX42" fmla="*/ 604195 w 604195"/>
                <a:gd name="connsiteY42" fmla="*/ 396178 h 489806"/>
                <a:gd name="connsiteX43" fmla="*/ 604195 w 604195"/>
                <a:gd name="connsiteY43" fmla="*/ 435095 h 489806"/>
                <a:gd name="connsiteX44" fmla="*/ 583619 w 604195"/>
                <a:gd name="connsiteY44" fmla="*/ 455511 h 489806"/>
                <a:gd name="connsiteX45" fmla="*/ 540806 w 604195"/>
                <a:gd name="connsiteY45" fmla="*/ 455511 h 489806"/>
                <a:gd name="connsiteX46" fmla="*/ 540806 w 604195"/>
                <a:gd name="connsiteY46" fmla="*/ 453342 h 489806"/>
                <a:gd name="connsiteX47" fmla="*/ 493903 w 604195"/>
                <a:gd name="connsiteY47" fmla="*/ 406513 h 489806"/>
                <a:gd name="connsiteX48" fmla="*/ 447000 w 604195"/>
                <a:gd name="connsiteY48" fmla="*/ 453342 h 489806"/>
                <a:gd name="connsiteX49" fmla="*/ 447127 w 604195"/>
                <a:gd name="connsiteY49" fmla="*/ 455256 h 489806"/>
                <a:gd name="connsiteX50" fmla="*/ 443677 w 604195"/>
                <a:gd name="connsiteY50" fmla="*/ 455511 h 489806"/>
                <a:gd name="connsiteX51" fmla="*/ 351021 w 604195"/>
                <a:gd name="connsiteY51" fmla="*/ 455511 h 489806"/>
                <a:gd name="connsiteX52" fmla="*/ 351021 w 604195"/>
                <a:gd name="connsiteY52" fmla="*/ 453342 h 489806"/>
                <a:gd name="connsiteX53" fmla="*/ 304118 w 604195"/>
                <a:gd name="connsiteY53" fmla="*/ 406513 h 489806"/>
                <a:gd name="connsiteX54" fmla="*/ 257215 w 604195"/>
                <a:gd name="connsiteY54" fmla="*/ 453342 h 489806"/>
                <a:gd name="connsiteX55" fmla="*/ 257215 w 604195"/>
                <a:gd name="connsiteY55" fmla="*/ 455511 h 489806"/>
                <a:gd name="connsiteX56" fmla="*/ 242774 w 604195"/>
                <a:gd name="connsiteY56" fmla="*/ 455511 h 489806"/>
                <a:gd name="connsiteX57" fmla="*/ 221942 w 604195"/>
                <a:gd name="connsiteY57" fmla="*/ 434840 h 489806"/>
                <a:gd name="connsiteX58" fmla="*/ 221942 w 604195"/>
                <a:gd name="connsiteY58" fmla="*/ 259264 h 489806"/>
                <a:gd name="connsiteX59" fmla="*/ 242774 w 604195"/>
                <a:gd name="connsiteY59" fmla="*/ 238593 h 489806"/>
                <a:gd name="connsiteX60" fmla="*/ 251051 w 604195"/>
                <a:gd name="connsiteY60" fmla="*/ 0 h 489806"/>
                <a:gd name="connsiteX61" fmla="*/ 280121 w 604195"/>
                <a:gd name="connsiteY61" fmla="*/ 9283 h 489806"/>
                <a:gd name="connsiteX62" fmla="*/ 452627 w 604195"/>
                <a:gd name="connsiteY62" fmla="*/ 143896 h 489806"/>
                <a:gd name="connsiteX63" fmla="*/ 454416 w 604195"/>
                <a:gd name="connsiteY63" fmla="*/ 145299 h 489806"/>
                <a:gd name="connsiteX64" fmla="*/ 492112 w 604195"/>
                <a:gd name="connsiteY64" fmla="*/ 174646 h 489806"/>
                <a:gd name="connsiteX65" fmla="*/ 484190 w 604195"/>
                <a:gd name="connsiteY65" fmla="*/ 214201 h 489806"/>
                <a:gd name="connsiteX66" fmla="*/ 462083 w 604195"/>
                <a:gd name="connsiteY66" fmla="*/ 214201 h 489806"/>
                <a:gd name="connsiteX67" fmla="*/ 212652 w 604195"/>
                <a:gd name="connsiteY67" fmla="*/ 214201 h 489806"/>
                <a:gd name="connsiteX68" fmla="*/ 190545 w 604195"/>
                <a:gd name="connsiteY68" fmla="*/ 236274 h 489806"/>
                <a:gd name="connsiteX69" fmla="*/ 190545 w 604195"/>
                <a:gd name="connsiteY69" fmla="*/ 466711 h 489806"/>
                <a:gd name="connsiteX70" fmla="*/ 169845 w 604195"/>
                <a:gd name="connsiteY70" fmla="*/ 489806 h 489806"/>
                <a:gd name="connsiteX71" fmla="*/ 62124 w 604195"/>
                <a:gd name="connsiteY71" fmla="*/ 489806 h 489806"/>
                <a:gd name="connsiteX72" fmla="*/ 40018 w 604195"/>
                <a:gd name="connsiteY72" fmla="*/ 467732 h 489806"/>
                <a:gd name="connsiteX73" fmla="*/ 40018 w 604195"/>
                <a:gd name="connsiteY73" fmla="*/ 214201 h 489806"/>
                <a:gd name="connsiteX74" fmla="*/ 17911 w 604195"/>
                <a:gd name="connsiteY74" fmla="*/ 214201 h 489806"/>
                <a:gd name="connsiteX75" fmla="*/ 9989 w 604195"/>
                <a:gd name="connsiteY75" fmla="*/ 174646 h 489806"/>
                <a:gd name="connsiteX76" fmla="*/ 47685 w 604195"/>
                <a:gd name="connsiteY76" fmla="*/ 145299 h 489806"/>
                <a:gd name="connsiteX77" fmla="*/ 49474 w 604195"/>
                <a:gd name="connsiteY77" fmla="*/ 143896 h 489806"/>
                <a:gd name="connsiteX78" fmla="*/ 221980 w 604195"/>
                <a:gd name="connsiteY78" fmla="*/ 9283 h 489806"/>
                <a:gd name="connsiteX79" fmla="*/ 251051 w 604195"/>
                <a:gd name="connsiteY79" fmla="*/ 0 h 48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604195" h="489806">
                  <a:moveTo>
                    <a:pt x="493872" y="437764"/>
                  </a:moveTo>
                  <a:cubicBezTo>
                    <a:pt x="485315" y="437764"/>
                    <a:pt x="478290" y="444654"/>
                    <a:pt x="478290" y="453330"/>
                  </a:cubicBezTo>
                  <a:cubicBezTo>
                    <a:pt x="478290" y="462007"/>
                    <a:pt x="485315" y="469024"/>
                    <a:pt x="493872" y="469024"/>
                  </a:cubicBezTo>
                  <a:cubicBezTo>
                    <a:pt x="502557" y="469024"/>
                    <a:pt x="509582" y="462007"/>
                    <a:pt x="509582" y="453330"/>
                  </a:cubicBezTo>
                  <a:cubicBezTo>
                    <a:pt x="509582" y="444654"/>
                    <a:pt x="502557" y="437764"/>
                    <a:pt x="493872" y="437764"/>
                  </a:cubicBezTo>
                  <a:close/>
                  <a:moveTo>
                    <a:pt x="304116" y="437764"/>
                  </a:moveTo>
                  <a:cubicBezTo>
                    <a:pt x="295429" y="437764"/>
                    <a:pt x="288403" y="444654"/>
                    <a:pt x="288403" y="453330"/>
                  </a:cubicBezTo>
                  <a:cubicBezTo>
                    <a:pt x="288403" y="462007"/>
                    <a:pt x="295429" y="469024"/>
                    <a:pt x="304116" y="469024"/>
                  </a:cubicBezTo>
                  <a:cubicBezTo>
                    <a:pt x="312674" y="469024"/>
                    <a:pt x="319700" y="462007"/>
                    <a:pt x="319700" y="453330"/>
                  </a:cubicBezTo>
                  <a:cubicBezTo>
                    <a:pt x="319700" y="444654"/>
                    <a:pt x="312674" y="437764"/>
                    <a:pt x="304116" y="437764"/>
                  </a:cubicBezTo>
                  <a:close/>
                  <a:moveTo>
                    <a:pt x="493872" y="417476"/>
                  </a:moveTo>
                  <a:cubicBezTo>
                    <a:pt x="513796" y="417476"/>
                    <a:pt x="529889" y="433553"/>
                    <a:pt x="529889" y="453330"/>
                  </a:cubicBezTo>
                  <a:cubicBezTo>
                    <a:pt x="529889" y="473235"/>
                    <a:pt x="513796" y="489312"/>
                    <a:pt x="493872" y="489312"/>
                  </a:cubicBezTo>
                  <a:cubicBezTo>
                    <a:pt x="474076" y="489312"/>
                    <a:pt x="457983" y="473235"/>
                    <a:pt x="457983" y="453330"/>
                  </a:cubicBezTo>
                  <a:cubicBezTo>
                    <a:pt x="457983" y="433553"/>
                    <a:pt x="474076" y="417476"/>
                    <a:pt x="493872" y="417476"/>
                  </a:cubicBezTo>
                  <a:close/>
                  <a:moveTo>
                    <a:pt x="304116" y="417476"/>
                  </a:moveTo>
                  <a:cubicBezTo>
                    <a:pt x="323916" y="417476"/>
                    <a:pt x="340139" y="433553"/>
                    <a:pt x="340139" y="453330"/>
                  </a:cubicBezTo>
                  <a:cubicBezTo>
                    <a:pt x="340139" y="473235"/>
                    <a:pt x="324043" y="489312"/>
                    <a:pt x="304116" y="489312"/>
                  </a:cubicBezTo>
                  <a:cubicBezTo>
                    <a:pt x="284188" y="489312"/>
                    <a:pt x="268092" y="473235"/>
                    <a:pt x="268092" y="453330"/>
                  </a:cubicBezTo>
                  <a:cubicBezTo>
                    <a:pt x="268092" y="433553"/>
                    <a:pt x="284188" y="417476"/>
                    <a:pt x="304116" y="417476"/>
                  </a:cubicBezTo>
                  <a:close/>
                  <a:moveTo>
                    <a:pt x="464381" y="306093"/>
                  </a:moveTo>
                  <a:lnTo>
                    <a:pt x="464381" y="358791"/>
                  </a:lnTo>
                  <a:lnTo>
                    <a:pt x="529815" y="358791"/>
                  </a:lnTo>
                  <a:cubicBezTo>
                    <a:pt x="528409" y="357260"/>
                    <a:pt x="527131" y="355601"/>
                    <a:pt x="526109" y="353432"/>
                  </a:cubicBezTo>
                  <a:lnTo>
                    <a:pt x="510645" y="322170"/>
                  </a:lnTo>
                  <a:cubicBezTo>
                    <a:pt x="506044" y="313366"/>
                    <a:pt x="494030" y="306093"/>
                    <a:pt x="484062" y="306093"/>
                  </a:cubicBezTo>
                  <a:close/>
                  <a:moveTo>
                    <a:pt x="276769" y="273555"/>
                  </a:moveTo>
                  <a:cubicBezTo>
                    <a:pt x="269612" y="273555"/>
                    <a:pt x="263733" y="279552"/>
                    <a:pt x="263733" y="286698"/>
                  </a:cubicBezTo>
                  <a:lnTo>
                    <a:pt x="263733" y="369509"/>
                  </a:lnTo>
                  <a:cubicBezTo>
                    <a:pt x="263733" y="376655"/>
                    <a:pt x="269612" y="382524"/>
                    <a:pt x="276769" y="382524"/>
                  </a:cubicBezTo>
                  <a:lnTo>
                    <a:pt x="404442" y="382524"/>
                  </a:lnTo>
                  <a:cubicBezTo>
                    <a:pt x="411727" y="382524"/>
                    <a:pt x="417605" y="376655"/>
                    <a:pt x="417605" y="369509"/>
                  </a:cubicBezTo>
                  <a:lnTo>
                    <a:pt x="417605" y="286698"/>
                  </a:lnTo>
                  <a:cubicBezTo>
                    <a:pt x="417605" y="279552"/>
                    <a:pt x="411727" y="273555"/>
                    <a:pt x="404442" y="273555"/>
                  </a:cubicBezTo>
                  <a:close/>
                  <a:moveTo>
                    <a:pt x="242774" y="238593"/>
                  </a:moveTo>
                  <a:lnTo>
                    <a:pt x="443677" y="238593"/>
                  </a:lnTo>
                  <a:cubicBezTo>
                    <a:pt x="455051" y="238593"/>
                    <a:pt x="464381" y="247908"/>
                    <a:pt x="464381" y="259264"/>
                  </a:cubicBezTo>
                  <a:lnTo>
                    <a:pt x="464381" y="291802"/>
                  </a:lnTo>
                  <a:lnTo>
                    <a:pt x="491347" y="291802"/>
                  </a:lnTo>
                  <a:cubicBezTo>
                    <a:pt x="502593" y="291802"/>
                    <a:pt x="516012" y="299968"/>
                    <a:pt x="521252" y="309921"/>
                  </a:cubicBezTo>
                  <a:lnTo>
                    <a:pt x="538505" y="345010"/>
                  </a:lnTo>
                  <a:cubicBezTo>
                    <a:pt x="543745" y="354963"/>
                    <a:pt x="551285" y="357132"/>
                    <a:pt x="564449" y="360577"/>
                  </a:cubicBezTo>
                  <a:cubicBezTo>
                    <a:pt x="575440" y="363385"/>
                    <a:pt x="604195" y="363385"/>
                    <a:pt x="604195" y="396178"/>
                  </a:cubicBezTo>
                  <a:lnTo>
                    <a:pt x="604195" y="435095"/>
                  </a:lnTo>
                  <a:cubicBezTo>
                    <a:pt x="604195" y="446324"/>
                    <a:pt x="594866" y="455511"/>
                    <a:pt x="583619" y="455511"/>
                  </a:cubicBezTo>
                  <a:lnTo>
                    <a:pt x="540806" y="455511"/>
                  </a:lnTo>
                  <a:cubicBezTo>
                    <a:pt x="540806" y="454873"/>
                    <a:pt x="540806" y="454107"/>
                    <a:pt x="540806" y="453342"/>
                  </a:cubicBezTo>
                  <a:cubicBezTo>
                    <a:pt x="540806" y="427567"/>
                    <a:pt x="519846" y="406513"/>
                    <a:pt x="493903" y="406513"/>
                  </a:cubicBezTo>
                  <a:cubicBezTo>
                    <a:pt x="468087" y="406513"/>
                    <a:pt x="447000" y="427567"/>
                    <a:pt x="447000" y="453342"/>
                  </a:cubicBezTo>
                  <a:cubicBezTo>
                    <a:pt x="447000" y="453980"/>
                    <a:pt x="447000" y="454618"/>
                    <a:pt x="447127" y="455256"/>
                  </a:cubicBezTo>
                  <a:cubicBezTo>
                    <a:pt x="445977" y="455383"/>
                    <a:pt x="444827" y="455511"/>
                    <a:pt x="443677" y="455511"/>
                  </a:cubicBezTo>
                  <a:lnTo>
                    <a:pt x="351021" y="455511"/>
                  </a:lnTo>
                  <a:cubicBezTo>
                    <a:pt x="351021" y="454873"/>
                    <a:pt x="351021" y="454107"/>
                    <a:pt x="351021" y="453342"/>
                  </a:cubicBezTo>
                  <a:cubicBezTo>
                    <a:pt x="351021" y="427567"/>
                    <a:pt x="329934" y="406513"/>
                    <a:pt x="304118" y="406513"/>
                  </a:cubicBezTo>
                  <a:cubicBezTo>
                    <a:pt x="278174" y="406513"/>
                    <a:pt x="257215" y="427567"/>
                    <a:pt x="257215" y="453342"/>
                  </a:cubicBezTo>
                  <a:cubicBezTo>
                    <a:pt x="257215" y="454107"/>
                    <a:pt x="257215" y="454873"/>
                    <a:pt x="257215" y="455511"/>
                  </a:cubicBezTo>
                  <a:lnTo>
                    <a:pt x="242774" y="455511"/>
                  </a:lnTo>
                  <a:cubicBezTo>
                    <a:pt x="231399" y="455511"/>
                    <a:pt x="221942" y="446196"/>
                    <a:pt x="221942" y="434840"/>
                  </a:cubicBezTo>
                  <a:lnTo>
                    <a:pt x="221942" y="259264"/>
                  </a:lnTo>
                  <a:cubicBezTo>
                    <a:pt x="221942" y="247908"/>
                    <a:pt x="231399" y="238593"/>
                    <a:pt x="242774" y="238593"/>
                  </a:cubicBezTo>
                  <a:close/>
                  <a:moveTo>
                    <a:pt x="251051" y="0"/>
                  </a:moveTo>
                  <a:cubicBezTo>
                    <a:pt x="261593" y="0"/>
                    <a:pt x="272135" y="3095"/>
                    <a:pt x="280121" y="9283"/>
                  </a:cubicBezTo>
                  <a:lnTo>
                    <a:pt x="452627" y="143896"/>
                  </a:lnTo>
                  <a:cubicBezTo>
                    <a:pt x="453266" y="144406"/>
                    <a:pt x="453777" y="144789"/>
                    <a:pt x="454416" y="145299"/>
                  </a:cubicBezTo>
                  <a:lnTo>
                    <a:pt x="492112" y="174646"/>
                  </a:lnTo>
                  <a:cubicBezTo>
                    <a:pt x="508085" y="187150"/>
                    <a:pt x="504507" y="214201"/>
                    <a:pt x="484190" y="214201"/>
                  </a:cubicBezTo>
                  <a:lnTo>
                    <a:pt x="462083" y="214201"/>
                  </a:lnTo>
                  <a:lnTo>
                    <a:pt x="212652" y="214201"/>
                  </a:lnTo>
                  <a:cubicBezTo>
                    <a:pt x="200513" y="214201"/>
                    <a:pt x="190545" y="224153"/>
                    <a:pt x="190545" y="236274"/>
                  </a:cubicBezTo>
                  <a:cubicBezTo>
                    <a:pt x="190545" y="236274"/>
                    <a:pt x="190545" y="460587"/>
                    <a:pt x="190545" y="466711"/>
                  </a:cubicBezTo>
                  <a:cubicBezTo>
                    <a:pt x="190545" y="480492"/>
                    <a:pt x="183645" y="489806"/>
                    <a:pt x="169845" y="489806"/>
                  </a:cubicBezTo>
                  <a:lnTo>
                    <a:pt x="62124" y="489806"/>
                  </a:lnTo>
                  <a:cubicBezTo>
                    <a:pt x="49985" y="489806"/>
                    <a:pt x="40018" y="479854"/>
                    <a:pt x="40018" y="467732"/>
                  </a:cubicBezTo>
                  <a:lnTo>
                    <a:pt x="40018" y="214201"/>
                  </a:lnTo>
                  <a:lnTo>
                    <a:pt x="17911" y="214201"/>
                  </a:lnTo>
                  <a:cubicBezTo>
                    <a:pt x="-2406" y="214201"/>
                    <a:pt x="-5984" y="187150"/>
                    <a:pt x="9989" y="174646"/>
                  </a:cubicBezTo>
                  <a:lnTo>
                    <a:pt x="47685" y="145299"/>
                  </a:lnTo>
                  <a:cubicBezTo>
                    <a:pt x="48324" y="144789"/>
                    <a:pt x="48835" y="144406"/>
                    <a:pt x="49474" y="143896"/>
                  </a:cubicBezTo>
                  <a:lnTo>
                    <a:pt x="221980" y="9283"/>
                  </a:lnTo>
                  <a:cubicBezTo>
                    <a:pt x="229967" y="3095"/>
                    <a:pt x="240509" y="0"/>
                    <a:pt x="251051" y="0"/>
                  </a:cubicBezTo>
                  <a:close/>
                </a:path>
              </a:pathLst>
            </a:custGeom>
            <a:solidFill>
              <a:schemeClr val="accent2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31" name="ïš1îḋê">
              <a:extLst>
                <a:ext uri="{FF2B5EF4-FFF2-40B4-BE49-F238E27FC236}">
                  <a16:creationId xmlns:a16="http://schemas.microsoft.com/office/drawing/2014/main" id="{4C85F7D3-E282-4112-8450-A603B56F14A0}"/>
                </a:ext>
              </a:extLst>
            </p:cNvPr>
            <p:cNvSpPr/>
            <p:nvPr/>
          </p:nvSpPr>
          <p:spPr>
            <a:xfrm>
              <a:off x="9538508" y="2326860"/>
              <a:ext cx="406586" cy="329609"/>
            </a:xfrm>
            <a:custGeom>
              <a:avLst/>
              <a:gdLst>
                <a:gd name="connsiteX0" fmla="*/ 493872 w 604195"/>
                <a:gd name="connsiteY0" fmla="*/ 437764 h 489806"/>
                <a:gd name="connsiteX1" fmla="*/ 478290 w 604195"/>
                <a:gd name="connsiteY1" fmla="*/ 453330 h 489806"/>
                <a:gd name="connsiteX2" fmla="*/ 493872 w 604195"/>
                <a:gd name="connsiteY2" fmla="*/ 469024 h 489806"/>
                <a:gd name="connsiteX3" fmla="*/ 509582 w 604195"/>
                <a:gd name="connsiteY3" fmla="*/ 453330 h 489806"/>
                <a:gd name="connsiteX4" fmla="*/ 493872 w 604195"/>
                <a:gd name="connsiteY4" fmla="*/ 437764 h 489806"/>
                <a:gd name="connsiteX5" fmla="*/ 304116 w 604195"/>
                <a:gd name="connsiteY5" fmla="*/ 437764 h 489806"/>
                <a:gd name="connsiteX6" fmla="*/ 288403 w 604195"/>
                <a:gd name="connsiteY6" fmla="*/ 453330 h 489806"/>
                <a:gd name="connsiteX7" fmla="*/ 304116 w 604195"/>
                <a:gd name="connsiteY7" fmla="*/ 469024 h 489806"/>
                <a:gd name="connsiteX8" fmla="*/ 319700 w 604195"/>
                <a:gd name="connsiteY8" fmla="*/ 453330 h 489806"/>
                <a:gd name="connsiteX9" fmla="*/ 304116 w 604195"/>
                <a:gd name="connsiteY9" fmla="*/ 437764 h 489806"/>
                <a:gd name="connsiteX10" fmla="*/ 493872 w 604195"/>
                <a:gd name="connsiteY10" fmla="*/ 417476 h 489806"/>
                <a:gd name="connsiteX11" fmla="*/ 529889 w 604195"/>
                <a:gd name="connsiteY11" fmla="*/ 453330 h 489806"/>
                <a:gd name="connsiteX12" fmla="*/ 493872 w 604195"/>
                <a:gd name="connsiteY12" fmla="*/ 489312 h 489806"/>
                <a:gd name="connsiteX13" fmla="*/ 457983 w 604195"/>
                <a:gd name="connsiteY13" fmla="*/ 453330 h 489806"/>
                <a:gd name="connsiteX14" fmla="*/ 493872 w 604195"/>
                <a:gd name="connsiteY14" fmla="*/ 417476 h 489806"/>
                <a:gd name="connsiteX15" fmla="*/ 304116 w 604195"/>
                <a:gd name="connsiteY15" fmla="*/ 417476 h 489806"/>
                <a:gd name="connsiteX16" fmla="*/ 340139 w 604195"/>
                <a:gd name="connsiteY16" fmla="*/ 453330 h 489806"/>
                <a:gd name="connsiteX17" fmla="*/ 304116 w 604195"/>
                <a:gd name="connsiteY17" fmla="*/ 489312 h 489806"/>
                <a:gd name="connsiteX18" fmla="*/ 268092 w 604195"/>
                <a:gd name="connsiteY18" fmla="*/ 453330 h 489806"/>
                <a:gd name="connsiteX19" fmla="*/ 304116 w 604195"/>
                <a:gd name="connsiteY19" fmla="*/ 417476 h 489806"/>
                <a:gd name="connsiteX20" fmla="*/ 464381 w 604195"/>
                <a:gd name="connsiteY20" fmla="*/ 306093 h 489806"/>
                <a:gd name="connsiteX21" fmla="*/ 464381 w 604195"/>
                <a:gd name="connsiteY21" fmla="*/ 358791 h 489806"/>
                <a:gd name="connsiteX22" fmla="*/ 529815 w 604195"/>
                <a:gd name="connsiteY22" fmla="*/ 358791 h 489806"/>
                <a:gd name="connsiteX23" fmla="*/ 526109 w 604195"/>
                <a:gd name="connsiteY23" fmla="*/ 353432 h 489806"/>
                <a:gd name="connsiteX24" fmla="*/ 510645 w 604195"/>
                <a:gd name="connsiteY24" fmla="*/ 322170 h 489806"/>
                <a:gd name="connsiteX25" fmla="*/ 484062 w 604195"/>
                <a:gd name="connsiteY25" fmla="*/ 306093 h 489806"/>
                <a:gd name="connsiteX26" fmla="*/ 276769 w 604195"/>
                <a:gd name="connsiteY26" fmla="*/ 273555 h 489806"/>
                <a:gd name="connsiteX27" fmla="*/ 263733 w 604195"/>
                <a:gd name="connsiteY27" fmla="*/ 286698 h 489806"/>
                <a:gd name="connsiteX28" fmla="*/ 263733 w 604195"/>
                <a:gd name="connsiteY28" fmla="*/ 369509 h 489806"/>
                <a:gd name="connsiteX29" fmla="*/ 276769 w 604195"/>
                <a:gd name="connsiteY29" fmla="*/ 382524 h 489806"/>
                <a:gd name="connsiteX30" fmla="*/ 404442 w 604195"/>
                <a:gd name="connsiteY30" fmla="*/ 382524 h 489806"/>
                <a:gd name="connsiteX31" fmla="*/ 417605 w 604195"/>
                <a:gd name="connsiteY31" fmla="*/ 369509 h 489806"/>
                <a:gd name="connsiteX32" fmla="*/ 417605 w 604195"/>
                <a:gd name="connsiteY32" fmla="*/ 286698 h 489806"/>
                <a:gd name="connsiteX33" fmla="*/ 404442 w 604195"/>
                <a:gd name="connsiteY33" fmla="*/ 273555 h 489806"/>
                <a:gd name="connsiteX34" fmla="*/ 242774 w 604195"/>
                <a:gd name="connsiteY34" fmla="*/ 238593 h 489806"/>
                <a:gd name="connsiteX35" fmla="*/ 443677 w 604195"/>
                <a:gd name="connsiteY35" fmla="*/ 238593 h 489806"/>
                <a:gd name="connsiteX36" fmla="*/ 464381 w 604195"/>
                <a:gd name="connsiteY36" fmla="*/ 259264 h 489806"/>
                <a:gd name="connsiteX37" fmla="*/ 464381 w 604195"/>
                <a:gd name="connsiteY37" fmla="*/ 291802 h 489806"/>
                <a:gd name="connsiteX38" fmla="*/ 491347 w 604195"/>
                <a:gd name="connsiteY38" fmla="*/ 291802 h 489806"/>
                <a:gd name="connsiteX39" fmla="*/ 521252 w 604195"/>
                <a:gd name="connsiteY39" fmla="*/ 309921 h 489806"/>
                <a:gd name="connsiteX40" fmla="*/ 538505 w 604195"/>
                <a:gd name="connsiteY40" fmla="*/ 345010 h 489806"/>
                <a:gd name="connsiteX41" fmla="*/ 564449 w 604195"/>
                <a:gd name="connsiteY41" fmla="*/ 360577 h 489806"/>
                <a:gd name="connsiteX42" fmla="*/ 604195 w 604195"/>
                <a:gd name="connsiteY42" fmla="*/ 396178 h 489806"/>
                <a:gd name="connsiteX43" fmla="*/ 604195 w 604195"/>
                <a:gd name="connsiteY43" fmla="*/ 435095 h 489806"/>
                <a:gd name="connsiteX44" fmla="*/ 583619 w 604195"/>
                <a:gd name="connsiteY44" fmla="*/ 455511 h 489806"/>
                <a:gd name="connsiteX45" fmla="*/ 540806 w 604195"/>
                <a:gd name="connsiteY45" fmla="*/ 455511 h 489806"/>
                <a:gd name="connsiteX46" fmla="*/ 540806 w 604195"/>
                <a:gd name="connsiteY46" fmla="*/ 453342 h 489806"/>
                <a:gd name="connsiteX47" fmla="*/ 493903 w 604195"/>
                <a:gd name="connsiteY47" fmla="*/ 406513 h 489806"/>
                <a:gd name="connsiteX48" fmla="*/ 447000 w 604195"/>
                <a:gd name="connsiteY48" fmla="*/ 453342 h 489806"/>
                <a:gd name="connsiteX49" fmla="*/ 447127 w 604195"/>
                <a:gd name="connsiteY49" fmla="*/ 455256 h 489806"/>
                <a:gd name="connsiteX50" fmla="*/ 443677 w 604195"/>
                <a:gd name="connsiteY50" fmla="*/ 455511 h 489806"/>
                <a:gd name="connsiteX51" fmla="*/ 351021 w 604195"/>
                <a:gd name="connsiteY51" fmla="*/ 455511 h 489806"/>
                <a:gd name="connsiteX52" fmla="*/ 351021 w 604195"/>
                <a:gd name="connsiteY52" fmla="*/ 453342 h 489806"/>
                <a:gd name="connsiteX53" fmla="*/ 304118 w 604195"/>
                <a:gd name="connsiteY53" fmla="*/ 406513 h 489806"/>
                <a:gd name="connsiteX54" fmla="*/ 257215 w 604195"/>
                <a:gd name="connsiteY54" fmla="*/ 453342 h 489806"/>
                <a:gd name="connsiteX55" fmla="*/ 257215 w 604195"/>
                <a:gd name="connsiteY55" fmla="*/ 455511 h 489806"/>
                <a:gd name="connsiteX56" fmla="*/ 242774 w 604195"/>
                <a:gd name="connsiteY56" fmla="*/ 455511 h 489806"/>
                <a:gd name="connsiteX57" fmla="*/ 221942 w 604195"/>
                <a:gd name="connsiteY57" fmla="*/ 434840 h 489806"/>
                <a:gd name="connsiteX58" fmla="*/ 221942 w 604195"/>
                <a:gd name="connsiteY58" fmla="*/ 259264 h 489806"/>
                <a:gd name="connsiteX59" fmla="*/ 242774 w 604195"/>
                <a:gd name="connsiteY59" fmla="*/ 238593 h 489806"/>
                <a:gd name="connsiteX60" fmla="*/ 251051 w 604195"/>
                <a:gd name="connsiteY60" fmla="*/ 0 h 489806"/>
                <a:gd name="connsiteX61" fmla="*/ 280121 w 604195"/>
                <a:gd name="connsiteY61" fmla="*/ 9283 h 489806"/>
                <a:gd name="connsiteX62" fmla="*/ 452627 w 604195"/>
                <a:gd name="connsiteY62" fmla="*/ 143896 h 489806"/>
                <a:gd name="connsiteX63" fmla="*/ 454416 w 604195"/>
                <a:gd name="connsiteY63" fmla="*/ 145299 h 489806"/>
                <a:gd name="connsiteX64" fmla="*/ 492112 w 604195"/>
                <a:gd name="connsiteY64" fmla="*/ 174646 h 489806"/>
                <a:gd name="connsiteX65" fmla="*/ 484190 w 604195"/>
                <a:gd name="connsiteY65" fmla="*/ 214201 h 489806"/>
                <a:gd name="connsiteX66" fmla="*/ 462083 w 604195"/>
                <a:gd name="connsiteY66" fmla="*/ 214201 h 489806"/>
                <a:gd name="connsiteX67" fmla="*/ 212652 w 604195"/>
                <a:gd name="connsiteY67" fmla="*/ 214201 h 489806"/>
                <a:gd name="connsiteX68" fmla="*/ 190545 w 604195"/>
                <a:gd name="connsiteY68" fmla="*/ 236274 h 489806"/>
                <a:gd name="connsiteX69" fmla="*/ 190545 w 604195"/>
                <a:gd name="connsiteY69" fmla="*/ 466711 h 489806"/>
                <a:gd name="connsiteX70" fmla="*/ 169845 w 604195"/>
                <a:gd name="connsiteY70" fmla="*/ 489806 h 489806"/>
                <a:gd name="connsiteX71" fmla="*/ 62124 w 604195"/>
                <a:gd name="connsiteY71" fmla="*/ 489806 h 489806"/>
                <a:gd name="connsiteX72" fmla="*/ 40018 w 604195"/>
                <a:gd name="connsiteY72" fmla="*/ 467732 h 489806"/>
                <a:gd name="connsiteX73" fmla="*/ 40018 w 604195"/>
                <a:gd name="connsiteY73" fmla="*/ 214201 h 489806"/>
                <a:gd name="connsiteX74" fmla="*/ 17911 w 604195"/>
                <a:gd name="connsiteY74" fmla="*/ 214201 h 489806"/>
                <a:gd name="connsiteX75" fmla="*/ 9989 w 604195"/>
                <a:gd name="connsiteY75" fmla="*/ 174646 h 489806"/>
                <a:gd name="connsiteX76" fmla="*/ 47685 w 604195"/>
                <a:gd name="connsiteY76" fmla="*/ 145299 h 489806"/>
                <a:gd name="connsiteX77" fmla="*/ 49474 w 604195"/>
                <a:gd name="connsiteY77" fmla="*/ 143896 h 489806"/>
                <a:gd name="connsiteX78" fmla="*/ 221980 w 604195"/>
                <a:gd name="connsiteY78" fmla="*/ 9283 h 489806"/>
                <a:gd name="connsiteX79" fmla="*/ 251051 w 604195"/>
                <a:gd name="connsiteY79" fmla="*/ 0 h 489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604195" h="489806">
                  <a:moveTo>
                    <a:pt x="493872" y="437764"/>
                  </a:moveTo>
                  <a:cubicBezTo>
                    <a:pt x="485315" y="437764"/>
                    <a:pt x="478290" y="444654"/>
                    <a:pt x="478290" y="453330"/>
                  </a:cubicBezTo>
                  <a:cubicBezTo>
                    <a:pt x="478290" y="462007"/>
                    <a:pt x="485315" y="469024"/>
                    <a:pt x="493872" y="469024"/>
                  </a:cubicBezTo>
                  <a:cubicBezTo>
                    <a:pt x="502557" y="469024"/>
                    <a:pt x="509582" y="462007"/>
                    <a:pt x="509582" y="453330"/>
                  </a:cubicBezTo>
                  <a:cubicBezTo>
                    <a:pt x="509582" y="444654"/>
                    <a:pt x="502557" y="437764"/>
                    <a:pt x="493872" y="437764"/>
                  </a:cubicBezTo>
                  <a:close/>
                  <a:moveTo>
                    <a:pt x="304116" y="437764"/>
                  </a:moveTo>
                  <a:cubicBezTo>
                    <a:pt x="295429" y="437764"/>
                    <a:pt x="288403" y="444654"/>
                    <a:pt x="288403" y="453330"/>
                  </a:cubicBezTo>
                  <a:cubicBezTo>
                    <a:pt x="288403" y="462007"/>
                    <a:pt x="295429" y="469024"/>
                    <a:pt x="304116" y="469024"/>
                  </a:cubicBezTo>
                  <a:cubicBezTo>
                    <a:pt x="312674" y="469024"/>
                    <a:pt x="319700" y="462007"/>
                    <a:pt x="319700" y="453330"/>
                  </a:cubicBezTo>
                  <a:cubicBezTo>
                    <a:pt x="319700" y="444654"/>
                    <a:pt x="312674" y="437764"/>
                    <a:pt x="304116" y="437764"/>
                  </a:cubicBezTo>
                  <a:close/>
                  <a:moveTo>
                    <a:pt x="493872" y="417476"/>
                  </a:moveTo>
                  <a:cubicBezTo>
                    <a:pt x="513796" y="417476"/>
                    <a:pt x="529889" y="433553"/>
                    <a:pt x="529889" y="453330"/>
                  </a:cubicBezTo>
                  <a:cubicBezTo>
                    <a:pt x="529889" y="473235"/>
                    <a:pt x="513796" y="489312"/>
                    <a:pt x="493872" y="489312"/>
                  </a:cubicBezTo>
                  <a:cubicBezTo>
                    <a:pt x="474076" y="489312"/>
                    <a:pt x="457983" y="473235"/>
                    <a:pt x="457983" y="453330"/>
                  </a:cubicBezTo>
                  <a:cubicBezTo>
                    <a:pt x="457983" y="433553"/>
                    <a:pt x="474076" y="417476"/>
                    <a:pt x="493872" y="417476"/>
                  </a:cubicBezTo>
                  <a:close/>
                  <a:moveTo>
                    <a:pt x="304116" y="417476"/>
                  </a:moveTo>
                  <a:cubicBezTo>
                    <a:pt x="323916" y="417476"/>
                    <a:pt x="340139" y="433553"/>
                    <a:pt x="340139" y="453330"/>
                  </a:cubicBezTo>
                  <a:cubicBezTo>
                    <a:pt x="340139" y="473235"/>
                    <a:pt x="324043" y="489312"/>
                    <a:pt x="304116" y="489312"/>
                  </a:cubicBezTo>
                  <a:cubicBezTo>
                    <a:pt x="284188" y="489312"/>
                    <a:pt x="268092" y="473235"/>
                    <a:pt x="268092" y="453330"/>
                  </a:cubicBezTo>
                  <a:cubicBezTo>
                    <a:pt x="268092" y="433553"/>
                    <a:pt x="284188" y="417476"/>
                    <a:pt x="304116" y="417476"/>
                  </a:cubicBezTo>
                  <a:close/>
                  <a:moveTo>
                    <a:pt x="464381" y="306093"/>
                  </a:moveTo>
                  <a:lnTo>
                    <a:pt x="464381" y="358791"/>
                  </a:lnTo>
                  <a:lnTo>
                    <a:pt x="529815" y="358791"/>
                  </a:lnTo>
                  <a:cubicBezTo>
                    <a:pt x="528409" y="357260"/>
                    <a:pt x="527131" y="355601"/>
                    <a:pt x="526109" y="353432"/>
                  </a:cubicBezTo>
                  <a:lnTo>
                    <a:pt x="510645" y="322170"/>
                  </a:lnTo>
                  <a:cubicBezTo>
                    <a:pt x="506044" y="313366"/>
                    <a:pt x="494030" y="306093"/>
                    <a:pt x="484062" y="306093"/>
                  </a:cubicBezTo>
                  <a:close/>
                  <a:moveTo>
                    <a:pt x="276769" y="273555"/>
                  </a:moveTo>
                  <a:cubicBezTo>
                    <a:pt x="269612" y="273555"/>
                    <a:pt x="263733" y="279552"/>
                    <a:pt x="263733" y="286698"/>
                  </a:cubicBezTo>
                  <a:lnTo>
                    <a:pt x="263733" y="369509"/>
                  </a:lnTo>
                  <a:cubicBezTo>
                    <a:pt x="263733" y="376655"/>
                    <a:pt x="269612" y="382524"/>
                    <a:pt x="276769" y="382524"/>
                  </a:cubicBezTo>
                  <a:lnTo>
                    <a:pt x="404442" y="382524"/>
                  </a:lnTo>
                  <a:cubicBezTo>
                    <a:pt x="411727" y="382524"/>
                    <a:pt x="417605" y="376655"/>
                    <a:pt x="417605" y="369509"/>
                  </a:cubicBezTo>
                  <a:lnTo>
                    <a:pt x="417605" y="286698"/>
                  </a:lnTo>
                  <a:cubicBezTo>
                    <a:pt x="417605" y="279552"/>
                    <a:pt x="411727" y="273555"/>
                    <a:pt x="404442" y="273555"/>
                  </a:cubicBezTo>
                  <a:close/>
                  <a:moveTo>
                    <a:pt x="242774" y="238593"/>
                  </a:moveTo>
                  <a:lnTo>
                    <a:pt x="443677" y="238593"/>
                  </a:lnTo>
                  <a:cubicBezTo>
                    <a:pt x="455051" y="238593"/>
                    <a:pt x="464381" y="247908"/>
                    <a:pt x="464381" y="259264"/>
                  </a:cubicBezTo>
                  <a:lnTo>
                    <a:pt x="464381" y="291802"/>
                  </a:lnTo>
                  <a:lnTo>
                    <a:pt x="491347" y="291802"/>
                  </a:lnTo>
                  <a:cubicBezTo>
                    <a:pt x="502593" y="291802"/>
                    <a:pt x="516012" y="299968"/>
                    <a:pt x="521252" y="309921"/>
                  </a:cubicBezTo>
                  <a:lnTo>
                    <a:pt x="538505" y="345010"/>
                  </a:lnTo>
                  <a:cubicBezTo>
                    <a:pt x="543745" y="354963"/>
                    <a:pt x="551285" y="357132"/>
                    <a:pt x="564449" y="360577"/>
                  </a:cubicBezTo>
                  <a:cubicBezTo>
                    <a:pt x="575440" y="363385"/>
                    <a:pt x="604195" y="363385"/>
                    <a:pt x="604195" y="396178"/>
                  </a:cubicBezTo>
                  <a:lnTo>
                    <a:pt x="604195" y="435095"/>
                  </a:lnTo>
                  <a:cubicBezTo>
                    <a:pt x="604195" y="446324"/>
                    <a:pt x="594866" y="455511"/>
                    <a:pt x="583619" y="455511"/>
                  </a:cubicBezTo>
                  <a:lnTo>
                    <a:pt x="540806" y="455511"/>
                  </a:lnTo>
                  <a:cubicBezTo>
                    <a:pt x="540806" y="454873"/>
                    <a:pt x="540806" y="454107"/>
                    <a:pt x="540806" y="453342"/>
                  </a:cubicBezTo>
                  <a:cubicBezTo>
                    <a:pt x="540806" y="427567"/>
                    <a:pt x="519846" y="406513"/>
                    <a:pt x="493903" y="406513"/>
                  </a:cubicBezTo>
                  <a:cubicBezTo>
                    <a:pt x="468087" y="406513"/>
                    <a:pt x="447000" y="427567"/>
                    <a:pt x="447000" y="453342"/>
                  </a:cubicBezTo>
                  <a:cubicBezTo>
                    <a:pt x="447000" y="453980"/>
                    <a:pt x="447000" y="454618"/>
                    <a:pt x="447127" y="455256"/>
                  </a:cubicBezTo>
                  <a:cubicBezTo>
                    <a:pt x="445977" y="455383"/>
                    <a:pt x="444827" y="455511"/>
                    <a:pt x="443677" y="455511"/>
                  </a:cubicBezTo>
                  <a:lnTo>
                    <a:pt x="351021" y="455511"/>
                  </a:lnTo>
                  <a:cubicBezTo>
                    <a:pt x="351021" y="454873"/>
                    <a:pt x="351021" y="454107"/>
                    <a:pt x="351021" y="453342"/>
                  </a:cubicBezTo>
                  <a:cubicBezTo>
                    <a:pt x="351021" y="427567"/>
                    <a:pt x="329934" y="406513"/>
                    <a:pt x="304118" y="406513"/>
                  </a:cubicBezTo>
                  <a:cubicBezTo>
                    <a:pt x="278174" y="406513"/>
                    <a:pt x="257215" y="427567"/>
                    <a:pt x="257215" y="453342"/>
                  </a:cubicBezTo>
                  <a:cubicBezTo>
                    <a:pt x="257215" y="454107"/>
                    <a:pt x="257215" y="454873"/>
                    <a:pt x="257215" y="455511"/>
                  </a:cubicBezTo>
                  <a:lnTo>
                    <a:pt x="242774" y="455511"/>
                  </a:lnTo>
                  <a:cubicBezTo>
                    <a:pt x="231399" y="455511"/>
                    <a:pt x="221942" y="446196"/>
                    <a:pt x="221942" y="434840"/>
                  </a:cubicBezTo>
                  <a:lnTo>
                    <a:pt x="221942" y="259264"/>
                  </a:lnTo>
                  <a:cubicBezTo>
                    <a:pt x="221942" y="247908"/>
                    <a:pt x="231399" y="238593"/>
                    <a:pt x="242774" y="238593"/>
                  </a:cubicBezTo>
                  <a:close/>
                  <a:moveTo>
                    <a:pt x="251051" y="0"/>
                  </a:moveTo>
                  <a:cubicBezTo>
                    <a:pt x="261593" y="0"/>
                    <a:pt x="272135" y="3095"/>
                    <a:pt x="280121" y="9283"/>
                  </a:cubicBezTo>
                  <a:lnTo>
                    <a:pt x="452627" y="143896"/>
                  </a:lnTo>
                  <a:cubicBezTo>
                    <a:pt x="453266" y="144406"/>
                    <a:pt x="453777" y="144789"/>
                    <a:pt x="454416" y="145299"/>
                  </a:cubicBezTo>
                  <a:lnTo>
                    <a:pt x="492112" y="174646"/>
                  </a:lnTo>
                  <a:cubicBezTo>
                    <a:pt x="508085" y="187150"/>
                    <a:pt x="504507" y="214201"/>
                    <a:pt x="484190" y="214201"/>
                  </a:cubicBezTo>
                  <a:lnTo>
                    <a:pt x="462083" y="214201"/>
                  </a:lnTo>
                  <a:lnTo>
                    <a:pt x="212652" y="214201"/>
                  </a:lnTo>
                  <a:cubicBezTo>
                    <a:pt x="200513" y="214201"/>
                    <a:pt x="190545" y="224153"/>
                    <a:pt x="190545" y="236274"/>
                  </a:cubicBezTo>
                  <a:cubicBezTo>
                    <a:pt x="190545" y="236274"/>
                    <a:pt x="190545" y="460587"/>
                    <a:pt x="190545" y="466711"/>
                  </a:cubicBezTo>
                  <a:cubicBezTo>
                    <a:pt x="190545" y="480492"/>
                    <a:pt x="183645" y="489806"/>
                    <a:pt x="169845" y="489806"/>
                  </a:cubicBezTo>
                  <a:lnTo>
                    <a:pt x="62124" y="489806"/>
                  </a:lnTo>
                  <a:cubicBezTo>
                    <a:pt x="49985" y="489806"/>
                    <a:pt x="40018" y="479854"/>
                    <a:pt x="40018" y="467732"/>
                  </a:cubicBezTo>
                  <a:lnTo>
                    <a:pt x="40018" y="214201"/>
                  </a:lnTo>
                  <a:lnTo>
                    <a:pt x="17911" y="214201"/>
                  </a:lnTo>
                  <a:cubicBezTo>
                    <a:pt x="-2406" y="214201"/>
                    <a:pt x="-5984" y="187150"/>
                    <a:pt x="9989" y="174646"/>
                  </a:cubicBezTo>
                  <a:lnTo>
                    <a:pt x="47685" y="145299"/>
                  </a:lnTo>
                  <a:cubicBezTo>
                    <a:pt x="48324" y="144789"/>
                    <a:pt x="48835" y="144406"/>
                    <a:pt x="49474" y="143896"/>
                  </a:cubicBezTo>
                  <a:lnTo>
                    <a:pt x="221980" y="9283"/>
                  </a:lnTo>
                  <a:cubicBezTo>
                    <a:pt x="229967" y="3095"/>
                    <a:pt x="240509" y="0"/>
                    <a:pt x="251051" y="0"/>
                  </a:cubicBezTo>
                  <a:close/>
                </a:path>
              </a:pathLst>
            </a:custGeom>
            <a:solidFill>
              <a:schemeClr val="accent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2852590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C636D-9338-4320-BF2F-193CA4573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DA567F5-FDC8-4E1D-A2D6-AEA10F2F8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</a:t>
            </a:r>
            <a:r>
              <a:rPr lang="zh-CN" altLang="en-US" sz="100"/>
              <a:t> </a:t>
            </a:r>
            <a:r>
              <a:rPr lang="zh-CN" altLang="en-US"/>
              <a:t>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00D2D0-0ABB-4A60-86EA-17851CB6B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35</a:t>
            </a:fld>
            <a:r>
              <a:rPr lang="zh-CN" altLang="en-US" sz="100"/>
              <a:t> </a:t>
            </a:r>
          </a:p>
        </p:txBody>
      </p:sp>
      <p:grpSp>
        <p:nvGrpSpPr>
          <p:cNvPr id="5" name="27779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3987A41-9F3D-4AD6-9AA1-3D2097ABE520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821111"/>
            <a:ext cx="10845800" cy="3728532"/>
            <a:chOff x="673100" y="1821111"/>
            <a:chExt cx="10845800" cy="3728532"/>
          </a:xfrm>
        </p:grpSpPr>
        <p:sp>
          <p:nvSpPr>
            <p:cNvPr id="6" name="ïś1ïďè">
              <a:extLst>
                <a:ext uri="{FF2B5EF4-FFF2-40B4-BE49-F238E27FC236}">
                  <a16:creationId xmlns:a16="http://schemas.microsoft.com/office/drawing/2014/main" id="{4150D0BA-D206-4A95-8FEE-EE25CAF3727F}"/>
                </a:ext>
              </a:extLst>
            </p:cNvPr>
            <p:cNvSpPr/>
            <p:nvPr/>
          </p:nvSpPr>
          <p:spPr>
            <a:xfrm>
              <a:off x="673100" y="2045616"/>
              <a:ext cx="10845800" cy="1385740"/>
            </a:xfrm>
            <a:prstGeom prst="rect">
              <a:avLst/>
            </a:prstGeom>
            <a:pattFill prst="dkDnDiag">
              <a:fgClr>
                <a:schemeClr val="bg1">
                  <a:lumMod val="95000"/>
                </a:schemeClr>
              </a:fgClr>
              <a:bgClr>
                <a:schemeClr val="bg1"/>
              </a:bgClr>
            </a:patt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/>
              <a:lightRig rig="balanced" dir="t"/>
            </a:scene3d>
            <a:sp3d extrusionH="850900"/>
          </p:spPr>
          <p:txBody>
            <a:bodyPr wrap="square" lIns="91440" tIns="45720" rIns="91440" bIns="45720" anchor="ctr" anchorCtr="0">
              <a:normAutofit/>
              <a:sp3d/>
            </a:bodyPr>
            <a:lstStyle/>
            <a:p>
              <a:pPr algn="ctr" defTabSz="914377">
                <a:lnSpc>
                  <a:spcPct val="150000"/>
                </a:lnSpc>
                <a:spcBef>
                  <a:spcPct val="0"/>
                </a:spcBef>
              </a:pPr>
              <a:endParaRPr lang="zh-CN" altLang="en-US" sz="1400">
                <a:solidFill>
                  <a:schemeClr val="tx1"/>
                </a:solidFill>
              </a:endParaRPr>
            </a:p>
          </p:txBody>
        </p:sp>
        <p:grpSp>
          <p:nvGrpSpPr>
            <p:cNvPr id="7" name="íS1íḓe">
              <a:extLst>
                <a:ext uri="{FF2B5EF4-FFF2-40B4-BE49-F238E27FC236}">
                  <a16:creationId xmlns:a16="http://schemas.microsoft.com/office/drawing/2014/main" id="{346F6CAA-327E-4C6D-9838-FC752B39ADF1}"/>
                </a:ext>
              </a:extLst>
            </p:cNvPr>
            <p:cNvGrpSpPr/>
            <p:nvPr/>
          </p:nvGrpSpPr>
          <p:grpSpPr>
            <a:xfrm>
              <a:off x="673100" y="4076566"/>
              <a:ext cx="1793875" cy="1473077"/>
              <a:chOff x="730250" y="2877944"/>
              <a:chExt cx="1793875" cy="1473077"/>
            </a:xfrm>
          </p:grpSpPr>
          <p:sp>
            <p:nvSpPr>
              <p:cNvPr id="49" name="isļíḋê">
                <a:extLst>
                  <a:ext uri="{FF2B5EF4-FFF2-40B4-BE49-F238E27FC236}">
                    <a16:creationId xmlns:a16="http://schemas.microsoft.com/office/drawing/2014/main" id="{E086D64D-BFA1-4FFD-986D-5E1AFEA12C87}"/>
                  </a:ext>
                </a:extLst>
              </p:cNvPr>
              <p:cNvSpPr txBox="1"/>
              <p:nvPr/>
            </p:nvSpPr>
            <p:spPr bwMode="auto">
              <a:xfrm>
                <a:off x="730250" y="2877944"/>
                <a:ext cx="1793875" cy="460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800" b="1"/>
                  <a:t>Text </a:t>
                </a:r>
                <a:r>
                  <a:rPr lang="en-US" altLang="zh-CN" sz="100" b="1"/>
                  <a:t> </a:t>
                </a:r>
                <a:r>
                  <a:rPr lang="en-US" altLang="zh-CN" sz="1800" b="1"/>
                  <a:t>here</a:t>
                </a:r>
                <a:endParaRPr lang="en-US" altLang="zh-CN" sz="1800" b="1" dirty="0"/>
              </a:p>
            </p:txBody>
          </p:sp>
          <p:sp>
            <p:nvSpPr>
              <p:cNvPr id="50" name="iş1ïdé">
                <a:extLst>
                  <a:ext uri="{FF2B5EF4-FFF2-40B4-BE49-F238E27FC236}">
                    <a16:creationId xmlns:a16="http://schemas.microsoft.com/office/drawing/2014/main" id="{86EB0364-B765-4BE0-872D-4695AB874CCD}"/>
                  </a:ext>
                </a:extLst>
              </p:cNvPr>
              <p:cNvSpPr/>
              <p:nvPr/>
            </p:nvSpPr>
            <p:spPr>
              <a:xfrm>
                <a:off x="730250" y="3338706"/>
                <a:ext cx="1793875" cy="1012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/>
                  <a:t>Support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ing </a:t>
                </a:r>
                <a:r>
                  <a:rPr lang="en-US" altLang="zh-CN" sz="1100" dirty="0"/>
                  <a:t>text 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grpSp>
          <p:nvGrpSpPr>
            <p:cNvPr id="8" name="iṡḻide">
              <a:extLst>
                <a:ext uri="{FF2B5EF4-FFF2-40B4-BE49-F238E27FC236}">
                  <a16:creationId xmlns:a16="http://schemas.microsoft.com/office/drawing/2014/main" id="{D398BF0E-47AA-48D4-96B6-0CC3903C35AF}"/>
                </a:ext>
              </a:extLst>
            </p:cNvPr>
            <p:cNvGrpSpPr/>
            <p:nvPr/>
          </p:nvGrpSpPr>
          <p:grpSpPr>
            <a:xfrm>
              <a:off x="2936081" y="4076566"/>
              <a:ext cx="1793875" cy="1473077"/>
              <a:chOff x="730250" y="2877944"/>
              <a:chExt cx="1793875" cy="1473077"/>
            </a:xfrm>
          </p:grpSpPr>
          <p:sp>
            <p:nvSpPr>
              <p:cNvPr id="47" name="îS1íḑe">
                <a:extLst>
                  <a:ext uri="{FF2B5EF4-FFF2-40B4-BE49-F238E27FC236}">
                    <a16:creationId xmlns:a16="http://schemas.microsoft.com/office/drawing/2014/main" id="{2D7FA559-50EC-4934-A131-5EBA6EFDDED7}"/>
                  </a:ext>
                </a:extLst>
              </p:cNvPr>
              <p:cNvSpPr txBox="1"/>
              <p:nvPr/>
            </p:nvSpPr>
            <p:spPr bwMode="auto">
              <a:xfrm>
                <a:off x="730250" y="2877944"/>
                <a:ext cx="1793875" cy="460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800" b="1"/>
                  <a:t>Text </a:t>
                </a:r>
                <a:r>
                  <a:rPr lang="en-US" altLang="zh-CN" sz="100" b="1"/>
                  <a:t> </a:t>
                </a:r>
                <a:r>
                  <a:rPr lang="en-US" altLang="zh-CN" sz="1800" b="1"/>
                  <a:t>here</a:t>
                </a:r>
                <a:endParaRPr lang="en-US" altLang="zh-CN" sz="1800" b="1" dirty="0"/>
              </a:p>
            </p:txBody>
          </p:sp>
          <p:sp>
            <p:nvSpPr>
              <p:cNvPr id="48" name="ïṧ1îdè">
                <a:extLst>
                  <a:ext uri="{FF2B5EF4-FFF2-40B4-BE49-F238E27FC236}">
                    <a16:creationId xmlns:a16="http://schemas.microsoft.com/office/drawing/2014/main" id="{D02A84A1-D804-4A85-8758-4F2708B9F8D7}"/>
                  </a:ext>
                </a:extLst>
              </p:cNvPr>
              <p:cNvSpPr/>
              <p:nvPr/>
            </p:nvSpPr>
            <p:spPr>
              <a:xfrm>
                <a:off x="730250" y="3338706"/>
                <a:ext cx="1793875" cy="1012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/>
                  <a:t>Support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ing </a:t>
                </a:r>
                <a:r>
                  <a:rPr lang="en-US" altLang="zh-CN" sz="1100" dirty="0"/>
                  <a:t>text 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grpSp>
          <p:nvGrpSpPr>
            <p:cNvPr id="9" name="ïšļîdé">
              <a:extLst>
                <a:ext uri="{FF2B5EF4-FFF2-40B4-BE49-F238E27FC236}">
                  <a16:creationId xmlns:a16="http://schemas.microsoft.com/office/drawing/2014/main" id="{D795265A-81F4-49F6-B36A-7800A3FE7955}"/>
                </a:ext>
              </a:extLst>
            </p:cNvPr>
            <p:cNvGrpSpPr/>
            <p:nvPr/>
          </p:nvGrpSpPr>
          <p:grpSpPr>
            <a:xfrm>
              <a:off x="5199062" y="4076566"/>
              <a:ext cx="1793875" cy="1473077"/>
              <a:chOff x="730250" y="2877944"/>
              <a:chExt cx="1793875" cy="1473077"/>
            </a:xfrm>
          </p:grpSpPr>
          <p:sp>
            <p:nvSpPr>
              <p:cNvPr id="45" name="îṥḷïḍê">
                <a:extLst>
                  <a:ext uri="{FF2B5EF4-FFF2-40B4-BE49-F238E27FC236}">
                    <a16:creationId xmlns:a16="http://schemas.microsoft.com/office/drawing/2014/main" id="{D8EE5888-F59C-4428-B301-79A66C1B94BC}"/>
                  </a:ext>
                </a:extLst>
              </p:cNvPr>
              <p:cNvSpPr txBox="1"/>
              <p:nvPr/>
            </p:nvSpPr>
            <p:spPr bwMode="auto">
              <a:xfrm>
                <a:off x="730250" y="2877944"/>
                <a:ext cx="1793875" cy="460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800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sz="1800" b="1"/>
                  <a:t> </a:t>
                </a:r>
                <a:r>
                  <a:rPr lang="en-US" altLang="zh-CN" sz="1800" b="1" dirty="0"/>
                  <a:t>here</a:t>
                </a:r>
              </a:p>
            </p:txBody>
          </p:sp>
          <p:sp>
            <p:nvSpPr>
              <p:cNvPr id="46" name="íşlîdê">
                <a:extLst>
                  <a:ext uri="{FF2B5EF4-FFF2-40B4-BE49-F238E27FC236}">
                    <a16:creationId xmlns:a16="http://schemas.microsoft.com/office/drawing/2014/main" id="{038C8D49-9A18-40A8-86D8-C5381ACCE0B8}"/>
                  </a:ext>
                </a:extLst>
              </p:cNvPr>
              <p:cNvSpPr/>
              <p:nvPr/>
            </p:nvSpPr>
            <p:spPr>
              <a:xfrm>
                <a:off x="730250" y="3338706"/>
                <a:ext cx="1793875" cy="1012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</a:t>
                </a:r>
                <a:r>
                  <a:rPr lang="en-US" altLang="zh-CN" sz="1100"/>
                  <a:t>here.</a:t>
                </a:r>
                <a:r>
                  <a:rPr lang="en-US" altLang="zh-CN" sz="100"/>
                  <a:t> </a:t>
                </a:r>
                <a:endParaRPr lang="en-US" altLang="zh-CN" sz="100" dirty="0"/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grpSp>
          <p:nvGrpSpPr>
            <p:cNvPr id="10" name="ïsļïďé">
              <a:extLst>
                <a:ext uri="{FF2B5EF4-FFF2-40B4-BE49-F238E27FC236}">
                  <a16:creationId xmlns:a16="http://schemas.microsoft.com/office/drawing/2014/main" id="{4852533C-A31C-4FDA-A855-F21330DDDBF7}"/>
                </a:ext>
              </a:extLst>
            </p:cNvPr>
            <p:cNvGrpSpPr/>
            <p:nvPr/>
          </p:nvGrpSpPr>
          <p:grpSpPr>
            <a:xfrm>
              <a:off x="7462043" y="4076566"/>
              <a:ext cx="1793875" cy="1473077"/>
              <a:chOff x="730250" y="2877944"/>
              <a:chExt cx="1793875" cy="1473077"/>
            </a:xfrm>
          </p:grpSpPr>
          <p:sp>
            <p:nvSpPr>
              <p:cNvPr id="43" name="î$lîḍè">
                <a:extLst>
                  <a:ext uri="{FF2B5EF4-FFF2-40B4-BE49-F238E27FC236}">
                    <a16:creationId xmlns:a16="http://schemas.microsoft.com/office/drawing/2014/main" id="{F232751F-D54E-4B03-8B74-00AE389132E4}"/>
                  </a:ext>
                </a:extLst>
              </p:cNvPr>
              <p:cNvSpPr txBox="1"/>
              <p:nvPr/>
            </p:nvSpPr>
            <p:spPr bwMode="auto">
              <a:xfrm>
                <a:off x="730250" y="2877944"/>
                <a:ext cx="1793875" cy="460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800" b="1"/>
                  <a:t>Text</a:t>
                </a:r>
                <a:r>
                  <a:rPr lang="en-US" altLang="zh-CN" sz="100" b="1"/>
                  <a:t> </a:t>
                </a:r>
                <a:r>
                  <a:rPr lang="en-US" altLang="zh-CN" sz="1800" b="1"/>
                  <a:t> </a:t>
                </a:r>
                <a:r>
                  <a:rPr lang="en-US" altLang="zh-CN" sz="1800" b="1" dirty="0"/>
                  <a:t>here</a:t>
                </a:r>
              </a:p>
            </p:txBody>
          </p:sp>
          <p:sp>
            <p:nvSpPr>
              <p:cNvPr id="44" name="íşḷíďe">
                <a:extLst>
                  <a:ext uri="{FF2B5EF4-FFF2-40B4-BE49-F238E27FC236}">
                    <a16:creationId xmlns:a16="http://schemas.microsoft.com/office/drawing/2014/main" id="{758572FC-A011-486D-B487-486B0898178F}"/>
                  </a:ext>
                </a:extLst>
              </p:cNvPr>
              <p:cNvSpPr/>
              <p:nvPr/>
            </p:nvSpPr>
            <p:spPr>
              <a:xfrm>
                <a:off x="730250" y="3338706"/>
                <a:ext cx="1793875" cy="1012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/>
                  <a:t>Supporting text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grpSp>
          <p:nvGrpSpPr>
            <p:cNvPr id="11" name="íṥļïḑê">
              <a:extLst>
                <a:ext uri="{FF2B5EF4-FFF2-40B4-BE49-F238E27FC236}">
                  <a16:creationId xmlns:a16="http://schemas.microsoft.com/office/drawing/2014/main" id="{388A8202-FCB3-49FE-BB15-239CA84AFA0C}"/>
                </a:ext>
              </a:extLst>
            </p:cNvPr>
            <p:cNvGrpSpPr/>
            <p:nvPr/>
          </p:nvGrpSpPr>
          <p:grpSpPr>
            <a:xfrm>
              <a:off x="9725025" y="4076566"/>
              <a:ext cx="1793875" cy="1473077"/>
              <a:chOff x="730250" y="2877944"/>
              <a:chExt cx="1793875" cy="1473077"/>
            </a:xfrm>
          </p:grpSpPr>
          <p:sp>
            <p:nvSpPr>
              <p:cNvPr id="41" name="ïṡḷïďe">
                <a:extLst>
                  <a:ext uri="{FF2B5EF4-FFF2-40B4-BE49-F238E27FC236}">
                    <a16:creationId xmlns:a16="http://schemas.microsoft.com/office/drawing/2014/main" id="{821CB768-4A10-4D72-BC89-75B7B001F06B}"/>
                  </a:ext>
                </a:extLst>
              </p:cNvPr>
              <p:cNvSpPr txBox="1"/>
              <p:nvPr/>
            </p:nvSpPr>
            <p:spPr bwMode="auto">
              <a:xfrm>
                <a:off x="730250" y="2877944"/>
                <a:ext cx="1793875" cy="4607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r>
                  <a:rPr lang="en-US" altLang="zh-CN" sz="1800" b="1"/>
                  <a:t>Text h</a:t>
                </a:r>
                <a:r>
                  <a:rPr lang="en-US" altLang="zh-CN" sz="100" b="1"/>
                  <a:t> </a:t>
                </a:r>
                <a:r>
                  <a:rPr lang="en-US" altLang="zh-CN" sz="1800" b="1"/>
                  <a:t>ere</a:t>
                </a:r>
                <a:endParaRPr lang="en-US" altLang="zh-CN" sz="1800" b="1" dirty="0"/>
              </a:p>
            </p:txBody>
          </p:sp>
          <p:sp>
            <p:nvSpPr>
              <p:cNvPr id="42" name="iṡ1iḑé">
                <a:extLst>
                  <a:ext uri="{FF2B5EF4-FFF2-40B4-BE49-F238E27FC236}">
                    <a16:creationId xmlns:a16="http://schemas.microsoft.com/office/drawing/2014/main" id="{783D1076-131F-459C-BCA5-13DB2BB92430}"/>
                  </a:ext>
                </a:extLst>
              </p:cNvPr>
              <p:cNvSpPr/>
              <p:nvPr/>
            </p:nvSpPr>
            <p:spPr>
              <a:xfrm>
                <a:off x="730250" y="3338706"/>
                <a:ext cx="1793875" cy="10123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Supporting text 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/>
                  <a:t>Supporting text</a:t>
                </a:r>
                <a:r>
                  <a:rPr lang="en-US" altLang="zh-CN" sz="100"/>
                  <a:t> </a:t>
                </a:r>
                <a:r>
                  <a:rPr lang="en-US" altLang="zh-CN" sz="1100"/>
                  <a:t> </a:t>
                </a:r>
                <a:r>
                  <a:rPr lang="en-US" altLang="zh-CN" sz="1100" dirty="0"/>
                  <a:t>here.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CN" sz="1100" dirty="0"/>
                  <a:t>……</a:t>
                </a:r>
              </a:p>
            </p:txBody>
          </p:sp>
        </p:grpSp>
        <p:sp>
          <p:nvSpPr>
            <p:cNvPr id="12" name="iśľiḍe">
              <a:extLst>
                <a:ext uri="{FF2B5EF4-FFF2-40B4-BE49-F238E27FC236}">
                  <a16:creationId xmlns:a16="http://schemas.microsoft.com/office/drawing/2014/main" id="{51DD46A3-2A78-41C5-81D3-BAB700B3D121}"/>
                </a:ext>
              </a:extLst>
            </p:cNvPr>
            <p:cNvSpPr txBox="1"/>
            <p:nvPr/>
          </p:nvSpPr>
          <p:spPr bwMode="auto">
            <a:xfrm>
              <a:off x="5220855" y="1821111"/>
              <a:ext cx="1750291" cy="430984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38100">
              <a:solidFill>
                <a:schemeClr val="bg1"/>
              </a:solidFill>
            </a:ln>
          </p:spPr>
          <p:txBody>
            <a:bodyPr wrap="square" lIns="91440" tIns="45720" rIns="91440" bIns="45720" anchor="ctr" anchorCtr="0">
              <a:normAutofit lnSpcReduction="10000"/>
            </a:bodyPr>
            <a:lstStyle>
              <a:defPPr>
                <a:defRPr lang="zh-CN"/>
              </a:defPPr>
              <a:lvl1pPr algn="ctr">
                <a:spcBef>
                  <a:spcPct val="0"/>
                </a:spcBef>
                <a:defRPr sz="1400" b="1">
                  <a:solidFill>
                    <a:schemeClr val="bg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/>
                <a:t>Text h</a:t>
              </a:r>
              <a:r>
                <a:rPr lang="en-US" altLang="zh-CN" sz="100"/>
                <a:t> </a:t>
              </a:r>
              <a:r>
                <a:rPr lang="en-US" altLang="zh-CN"/>
                <a:t>ere</a:t>
              </a:r>
              <a:endParaRPr lang="en-US" altLang="zh-CN" dirty="0"/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22167346-708E-4C4A-B156-5B3DEEEB4100}"/>
                </a:ext>
              </a:extLst>
            </p:cNvPr>
            <p:cNvCxnSpPr>
              <a:cxnSpLocks/>
              <a:stCxn id="39" idx="6"/>
              <a:endCxn id="31" idx="2"/>
            </p:cNvCxnSpPr>
            <p:nvPr/>
          </p:nvCxnSpPr>
          <p:spPr>
            <a:xfrm>
              <a:off x="2035176" y="3435202"/>
              <a:ext cx="8121644" cy="0"/>
            </a:xfrm>
            <a:prstGeom prst="line">
              <a:avLst/>
            </a:prstGeom>
            <a:ln w="38100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" name="íṡļiḋè">
              <a:extLst>
                <a:ext uri="{FF2B5EF4-FFF2-40B4-BE49-F238E27FC236}">
                  <a16:creationId xmlns:a16="http://schemas.microsoft.com/office/drawing/2014/main" id="{9816E27E-9005-4F17-9AD2-B5698D288317}"/>
                </a:ext>
              </a:extLst>
            </p:cNvPr>
            <p:cNvGrpSpPr/>
            <p:nvPr/>
          </p:nvGrpSpPr>
          <p:grpSpPr>
            <a:xfrm>
              <a:off x="1104900" y="2970064"/>
              <a:ext cx="930276" cy="930276"/>
              <a:chOff x="1162049" y="1133475"/>
              <a:chExt cx="930276" cy="930276"/>
            </a:xfrm>
          </p:grpSpPr>
          <p:sp>
            <p:nvSpPr>
              <p:cNvPr id="39" name="íşḻiḓè">
                <a:extLst>
                  <a:ext uri="{FF2B5EF4-FFF2-40B4-BE49-F238E27FC236}">
                    <a16:creationId xmlns:a16="http://schemas.microsoft.com/office/drawing/2014/main" id="{AE4A8811-A364-4892-8246-30554D1CD9D3}"/>
                  </a:ext>
                </a:extLst>
              </p:cNvPr>
              <p:cNvSpPr/>
              <p:nvPr/>
            </p:nvSpPr>
            <p:spPr>
              <a:xfrm>
                <a:off x="1162049" y="1133475"/>
                <a:ext cx="930276" cy="9302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ï$lîḋe">
                <a:extLst>
                  <a:ext uri="{FF2B5EF4-FFF2-40B4-BE49-F238E27FC236}">
                    <a16:creationId xmlns:a16="http://schemas.microsoft.com/office/drawing/2014/main" id="{9D4C0DB9-2414-4F1E-BAF7-D4076ED0AC3D}"/>
                  </a:ext>
                </a:extLst>
              </p:cNvPr>
              <p:cNvSpPr/>
              <p:nvPr/>
            </p:nvSpPr>
            <p:spPr>
              <a:xfrm>
                <a:off x="1427760" y="1377948"/>
                <a:ext cx="398849" cy="441324"/>
              </a:xfrm>
              <a:custGeom>
                <a:avLst/>
                <a:gdLst>
                  <a:gd name="connsiteX0" fmla="*/ 481589 w 546670"/>
                  <a:gd name="connsiteY0" fmla="*/ 391913 h 604887"/>
                  <a:gd name="connsiteX1" fmla="*/ 451551 w 546670"/>
                  <a:gd name="connsiteY1" fmla="*/ 406688 h 604887"/>
                  <a:gd name="connsiteX2" fmla="*/ 375678 w 546670"/>
                  <a:gd name="connsiteY2" fmla="*/ 429906 h 604887"/>
                  <a:gd name="connsiteX3" fmla="*/ 352427 w 546670"/>
                  <a:gd name="connsiteY3" fmla="*/ 505670 h 604887"/>
                  <a:gd name="connsiteX4" fmla="*/ 337631 w 546670"/>
                  <a:gd name="connsiteY4" fmla="*/ 535554 h 604887"/>
                  <a:gd name="connsiteX5" fmla="*/ 481589 w 546670"/>
                  <a:gd name="connsiteY5" fmla="*/ 391913 h 604887"/>
                  <a:gd name="connsiteX6" fmla="*/ 384133 w 546670"/>
                  <a:gd name="connsiteY6" fmla="*/ 226609 h 604887"/>
                  <a:gd name="connsiteX7" fmla="*/ 388361 w 546670"/>
                  <a:gd name="connsiteY7" fmla="*/ 302373 h 604887"/>
                  <a:gd name="connsiteX8" fmla="*/ 384133 w 546670"/>
                  <a:gd name="connsiteY8" fmla="*/ 378137 h 604887"/>
                  <a:gd name="connsiteX9" fmla="*/ 432639 w 546670"/>
                  <a:gd name="connsiteY9" fmla="*/ 362029 h 604887"/>
                  <a:gd name="connsiteX10" fmla="*/ 498165 w 546670"/>
                  <a:gd name="connsiteY10" fmla="*/ 302373 h 604887"/>
                  <a:gd name="connsiteX11" fmla="*/ 432639 w 546670"/>
                  <a:gd name="connsiteY11" fmla="*/ 242717 h 604887"/>
                  <a:gd name="connsiteX12" fmla="*/ 384133 w 546670"/>
                  <a:gd name="connsiteY12" fmla="*/ 226609 h 604887"/>
                  <a:gd name="connsiteX13" fmla="*/ 135706 w 546670"/>
                  <a:gd name="connsiteY13" fmla="*/ 175523 h 604887"/>
                  <a:gd name="connsiteX14" fmla="*/ 126473 w 546670"/>
                  <a:gd name="connsiteY14" fmla="*/ 178856 h 604887"/>
                  <a:gd name="connsiteX15" fmla="*/ 123248 w 546670"/>
                  <a:gd name="connsiteY15" fmla="*/ 182633 h 604887"/>
                  <a:gd name="connsiteX16" fmla="*/ 123248 w 546670"/>
                  <a:gd name="connsiteY16" fmla="*/ 192075 h 604887"/>
                  <a:gd name="connsiteX17" fmla="*/ 121801 w 546670"/>
                  <a:gd name="connsiteY17" fmla="*/ 193075 h 604887"/>
                  <a:gd name="connsiteX18" fmla="*/ 120912 w 546670"/>
                  <a:gd name="connsiteY18" fmla="*/ 196075 h 604887"/>
                  <a:gd name="connsiteX19" fmla="*/ 122914 w 546670"/>
                  <a:gd name="connsiteY19" fmla="*/ 216404 h 604887"/>
                  <a:gd name="connsiteX20" fmla="*/ 125695 w 546670"/>
                  <a:gd name="connsiteY20" fmla="*/ 219737 h 604887"/>
                  <a:gd name="connsiteX21" fmla="*/ 126807 w 546670"/>
                  <a:gd name="connsiteY21" fmla="*/ 219848 h 604887"/>
                  <a:gd name="connsiteX22" fmla="*/ 129810 w 546670"/>
                  <a:gd name="connsiteY22" fmla="*/ 218293 h 604887"/>
                  <a:gd name="connsiteX23" fmla="*/ 140600 w 546670"/>
                  <a:gd name="connsiteY23" fmla="*/ 204073 h 604887"/>
                  <a:gd name="connsiteX24" fmla="*/ 141379 w 546670"/>
                  <a:gd name="connsiteY24" fmla="*/ 201740 h 604887"/>
                  <a:gd name="connsiteX25" fmla="*/ 141379 w 546670"/>
                  <a:gd name="connsiteY25" fmla="*/ 178856 h 604887"/>
                  <a:gd name="connsiteX26" fmla="*/ 139488 w 546670"/>
                  <a:gd name="connsiteY26" fmla="*/ 175634 h 604887"/>
                  <a:gd name="connsiteX27" fmla="*/ 135706 w 546670"/>
                  <a:gd name="connsiteY27" fmla="*/ 175523 h 604887"/>
                  <a:gd name="connsiteX28" fmla="*/ 87208 w 546670"/>
                  <a:gd name="connsiteY28" fmla="*/ 175523 h 604887"/>
                  <a:gd name="connsiteX29" fmla="*/ 83537 w 546670"/>
                  <a:gd name="connsiteY29" fmla="*/ 175634 h 604887"/>
                  <a:gd name="connsiteX30" fmla="*/ 81646 w 546670"/>
                  <a:gd name="connsiteY30" fmla="*/ 178856 h 604887"/>
                  <a:gd name="connsiteX31" fmla="*/ 81646 w 546670"/>
                  <a:gd name="connsiteY31" fmla="*/ 201740 h 604887"/>
                  <a:gd name="connsiteX32" fmla="*/ 82425 w 546670"/>
                  <a:gd name="connsiteY32" fmla="*/ 204073 h 604887"/>
                  <a:gd name="connsiteX33" fmla="*/ 93103 w 546670"/>
                  <a:gd name="connsiteY33" fmla="*/ 218293 h 604887"/>
                  <a:gd name="connsiteX34" fmla="*/ 96218 w 546670"/>
                  <a:gd name="connsiteY34" fmla="*/ 219848 h 604887"/>
                  <a:gd name="connsiteX35" fmla="*/ 97219 w 546670"/>
                  <a:gd name="connsiteY35" fmla="*/ 219737 h 604887"/>
                  <a:gd name="connsiteX36" fmla="*/ 100000 w 546670"/>
                  <a:gd name="connsiteY36" fmla="*/ 216404 h 604887"/>
                  <a:gd name="connsiteX37" fmla="*/ 102113 w 546670"/>
                  <a:gd name="connsiteY37" fmla="*/ 196075 h 604887"/>
                  <a:gd name="connsiteX38" fmla="*/ 101112 w 546670"/>
                  <a:gd name="connsiteY38" fmla="*/ 193075 h 604887"/>
                  <a:gd name="connsiteX39" fmla="*/ 99666 w 546670"/>
                  <a:gd name="connsiteY39" fmla="*/ 192075 h 604887"/>
                  <a:gd name="connsiteX40" fmla="*/ 99666 w 546670"/>
                  <a:gd name="connsiteY40" fmla="*/ 182633 h 604887"/>
                  <a:gd name="connsiteX41" fmla="*/ 96551 w 546670"/>
                  <a:gd name="connsiteY41" fmla="*/ 178856 h 604887"/>
                  <a:gd name="connsiteX42" fmla="*/ 87208 w 546670"/>
                  <a:gd name="connsiteY42" fmla="*/ 175523 h 604887"/>
                  <a:gd name="connsiteX43" fmla="*/ 93214 w 546670"/>
                  <a:gd name="connsiteY43" fmla="*/ 72653 h 604887"/>
                  <a:gd name="connsiteX44" fmla="*/ 66629 w 546670"/>
                  <a:gd name="connsiteY44" fmla="*/ 79652 h 604887"/>
                  <a:gd name="connsiteX45" fmla="*/ 64516 w 546670"/>
                  <a:gd name="connsiteY45" fmla="*/ 83096 h 604887"/>
                  <a:gd name="connsiteX46" fmla="*/ 64516 w 546670"/>
                  <a:gd name="connsiteY46" fmla="*/ 89872 h 604887"/>
                  <a:gd name="connsiteX47" fmla="*/ 62959 w 546670"/>
                  <a:gd name="connsiteY47" fmla="*/ 89872 h 604887"/>
                  <a:gd name="connsiteX48" fmla="*/ 59065 w 546670"/>
                  <a:gd name="connsiteY48" fmla="*/ 93761 h 604887"/>
                  <a:gd name="connsiteX49" fmla="*/ 59065 w 546670"/>
                  <a:gd name="connsiteY49" fmla="*/ 99982 h 604887"/>
                  <a:gd name="connsiteX50" fmla="*/ 60845 w 546670"/>
                  <a:gd name="connsiteY50" fmla="*/ 103203 h 604887"/>
                  <a:gd name="connsiteX51" fmla="*/ 64516 w 546670"/>
                  <a:gd name="connsiteY51" fmla="*/ 105647 h 604887"/>
                  <a:gd name="connsiteX52" fmla="*/ 64738 w 546670"/>
                  <a:gd name="connsiteY52" fmla="*/ 107202 h 604887"/>
                  <a:gd name="connsiteX53" fmla="*/ 78531 w 546670"/>
                  <a:gd name="connsiteY53" fmla="*/ 138974 h 604887"/>
                  <a:gd name="connsiteX54" fmla="*/ 101223 w 546670"/>
                  <a:gd name="connsiteY54" fmla="*/ 158526 h 604887"/>
                  <a:gd name="connsiteX55" fmla="*/ 121801 w 546670"/>
                  <a:gd name="connsiteY55" fmla="*/ 158526 h 604887"/>
                  <a:gd name="connsiteX56" fmla="*/ 144493 w 546670"/>
                  <a:gd name="connsiteY56" fmla="*/ 138974 h 604887"/>
                  <a:gd name="connsiteX57" fmla="*/ 158175 w 546670"/>
                  <a:gd name="connsiteY57" fmla="*/ 107202 h 604887"/>
                  <a:gd name="connsiteX58" fmla="*/ 158398 w 546670"/>
                  <a:gd name="connsiteY58" fmla="*/ 105647 h 604887"/>
                  <a:gd name="connsiteX59" fmla="*/ 162179 w 546670"/>
                  <a:gd name="connsiteY59" fmla="*/ 103203 h 604887"/>
                  <a:gd name="connsiteX60" fmla="*/ 163848 w 546670"/>
                  <a:gd name="connsiteY60" fmla="*/ 100093 h 604887"/>
                  <a:gd name="connsiteX61" fmla="*/ 163848 w 546670"/>
                  <a:gd name="connsiteY61" fmla="*/ 93761 h 604887"/>
                  <a:gd name="connsiteX62" fmla="*/ 160066 w 546670"/>
                  <a:gd name="connsiteY62" fmla="*/ 89872 h 604887"/>
                  <a:gd name="connsiteX63" fmla="*/ 157953 w 546670"/>
                  <a:gd name="connsiteY63" fmla="*/ 89872 h 604887"/>
                  <a:gd name="connsiteX64" fmla="*/ 156729 w 546670"/>
                  <a:gd name="connsiteY64" fmla="*/ 88650 h 604887"/>
                  <a:gd name="connsiteX65" fmla="*/ 153058 w 546670"/>
                  <a:gd name="connsiteY65" fmla="*/ 88317 h 604887"/>
                  <a:gd name="connsiteX66" fmla="*/ 137930 w 546670"/>
                  <a:gd name="connsiteY66" fmla="*/ 91761 h 604887"/>
                  <a:gd name="connsiteX67" fmla="*/ 114460 w 546670"/>
                  <a:gd name="connsiteY67" fmla="*/ 81207 h 604887"/>
                  <a:gd name="connsiteX68" fmla="*/ 93214 w 546670"/>
                  <a:gd name="connsiteY68" fmla="*/ 72653 h 604887"/>
                  <a:gd name="connsiteX69" fmla="*/ 337631 w 546670"/>
                  <a:gd name="connsiteY69" fmla="*/ 69193 h 604887"/>
                  <a:gd name="connsiteX70" fmla="*/ 352427 w 546670"/>
                  <a:gd name="connsiteY70" fmla="*/ 99187 h 604887"/>
                  <a:gd name="connsiteX71" fmla="*/ 375678 w 546670"/>
                  <a:gd name="connsiteY71" fmla="*/ 174952 h 604887"/>
                  <a:gd name="connsiteX72" fmla="*/ 451551 w 546670"/>
                  <a:gd name="connsiteY72" fmla="*/ 198059 h 604887"/>
                  <a:gd name="connsiteX73" fmla="*/ 481589 w 546670"/>
                  <a:gd name="connsiteY73" fmla="*/ 212945 h 604887"/>
                  <a:gd name="connsiteX74" fmla="*/ 337631 w 546670"/>
                  <a:gd name="connsiteY74" fmla="*/ 69193 h 604887"/>
                  <a:gd name="connsiteX75" fmla="*/ 247963 w 546670"/>
                  <a:gd name="connsiteY75" fmla="*/ 4093 h 604887"/>
                  <a:gd name="connsiteX76" fmla="*/ 546670 w 546670"/>
                  <a:gd name="connsiteY76" fmla="*/ 302373 h 604887"/>
                  <a:gd name="connsiteX77" fmla="*/ 247963 w 546670"/>
                  <a:gd name="connsiteY77" fmla="*/ 600653 h 604887"/>
                  <a:gd name="connsiteX78" fmla="*/ 242957 w 546670"/>
                  <a:gd name="connsiteY78" fmla="*/ 600653 h 604887"/>
                  <a:gd name="connsiteX79" fmla="*/ 242957 w 546670"/>
                  <a:gd name="connsiteY79" fmla="*/ 551662 h 604887"/>
                  <a:gd name="connsiteX80" fmla="*/ 247963 w 546670"/>
                  <a:gd name="connsiteY80" fmla="*/ 552217 h 604887"/>
                  <a:gd name="connsiteX81" fmla="*/ 307705 w 546670"/>
                  <a:gd name="connsiteY81" fmla="*/ 486674 h 604887"/>
                  <a:gd name="connsiteX82" fmla="*/ 323836 w 546670"/>
                  <a:gd name="connsiteY82" fmla="*/ 438238 h 604887"/>
                  <a:gd name="connsiteX83" fmla="*/ 247963 w 546670"/>
                  <a:gd name="connsiteY83" fmla="*/ 442570 h 604887"/>
                  <a:gd name="connsiteX84" fmla="*/ 242957 w 546670"/>
                  <a:gd name="connsiteY84" fmla="*/ 442570 h 604887"/>
                  <a:gd name="connsiteX85" fmla="*/ 242957 w 546670"/>
                  <a:gd name="connsiteY85" fmla="*/ 394024 h 604887"/>
                  <a:gd name="connsiteX86" fmla="*/ 247963 w 546670"/>
                  <a:gd name="connsiteY86" fmla="*/ 394135 h 604887"/>
                  <a:gd name="connsiteX87" fmla="*/ 333848 w 546670"/>
                  <a:gd name="connsiteY87" fmla="*/ 388136 h 604887"/>
                  <a:gd name="connsiteX88" fmla="*/ 339856 w 546670"/>
                  <a:gd name="connsiteY88" fmla="*/ 302373 h 604887"/>
                  <a:gd name="connsiteX89" fmla="*/ 333848 w 546670"/>
                  <a:gd name="connsiteY89" fmla="*/ 216722 h 604887"/>
                  <a:gd name="connsiteX90" fmla="*/ 247963 w 546670"/>
                  <a:gd name="connsiteY90" fmla="*/ 210723 h 604887"/>
                  <a:gd name="connsiteX91" fmla="*/ 242957 w 546670"/>
                  <a:gd name="connsiteY91" fmla="*/ 210723 h 604887"/>
                  <a:gd name="connsiteX92" fmla="*/ 242957 w 546670"/>
                  <a:gd name="connsiteY92" fmla="*/ 162287 h 604887"/>
                  <a:gd name="connsiteX93" fmla="*/ 247963 w 546670"/>
                  <a:gd name="connsiteY93" fmla="*/ 162176 h 604887"/>
                  <a:gd name="connsiteX94" fmla="*/ 323836 w 546670"/>
                  <a:gd name="connsiteY94" fmla="*/ 166509 h 604887"/>
                  <a:gd name="connsiteX95" fmla="*/ 307705 w 546670"/>
                  <a:gd name="connsiteY95" fmla="*/ 118073 h 604887"/>
                  <a:gd name="connsiteX96" fmla="*/ 247963 w 546670"/>
                  <a:gd name="connsiteY96" fmla="*/ 52640 h 604887"/>
                  <a:gd name="connsiteX97" fmla="*/ 242957 w 546670"/>
                  <a:gd name="connsiteY97" fmla="*/ 53196 h 604887"/>
                  <a:gd name="connsiteX98" fmla="*/ 242957 w 546670"/>
                  <a:gd name="connsiteY98" fmla="*/ 4204 h 604887"/>
                  <a:gd name="connsiteX99" fmla="*/ 247963 w 546670"/>
                  <a:gd name="connsiteY99" fmla="*/ 4093 h 604887"/>
                  <a:gd name="connsiteX100" fmla="*/ 101779 w 546670"/>
                  <a:gd name="connsiteY100" fmla="*/ 0 h 604887"/>
                  <a:gd name="connsiteX101" fmla="*/ 121134 w 546670"/>
                  <a:gd name="connsiteY101" fmla="*/ 0 h 604887"/>
                  <a:gd name="connsiteX102" fmla="*/ 180978 w 546670"/>
                  <a:gd name="connsiteY102" fmla="*/ 59656 h 604887"/>
                  <a:gd name="connsiteX103" fmla="*/ 180978 w 546670"/>
                  <a:gd name="connsiteY103" fmla="*/ 78430 h 604887"/>
                  <a:gd name="connsiteX104" fmla="*/ 184315 w 546670"/>
                  <a:gd name="connsiteY104" fmla="*/ 89095 h 604887"/>
                  <a:gd name="connsiteX105" fmla="*/ 184315 w 546670"/>
                  <a:gd name="connsiteY105" fmla="*/ 102426 h 604887"/>
                  <a:gd name="connsiteX106" fmla="*/ 177752 w 546670"/>
                  <a:gd name="connsiteY106" fmla="*/ 116534 h 604887"/>
                  <a:gd name="connsiteX107" fmla="*/ 173859 w 546670"/>
                  <a:gd name="connsiteY107" fmla="*/ 126643 h 604887"/>
                  <a:gd name="connsiteX108" fmla="*/ 161067 w 546670"/>
                  <a:gd name="connsiteY108" fmla="*/ 150861 h 604887"/>
                  <a:gd name="connsiteX109" fmla="*/ 152502 w 546670"/>
                  <a:gd name="connsiteY109" fmla="*/ 161748 h 604887"/>
                  <a:gd name="connsiteX110" fmla="*/ 160400 w 546670"/>
                  <a:gd name="connsiteY110" fmla="*/ 167747 h 604887"/>
                  <a:gd name="connsiteX111" fmla="*/ 204115 w 546670"/>
                  <a:gd name="connsiteY111" fmla="*/ 176412 h 604887"/>
                  <a:gd name="connsiteX112" fmla="*/ 223692 w 546670"/>
                  <a:gd name="connsiteY112" fmla="*/ 200407 h 604887"/>
                  <a:gd name="connsiteX113" fmla="*/ 223692 w 546670"/>
                  <a:gd name="connsiteY113" fmla="*/ 358044 h 604887"/>
                  <a:gd name="connsiteX114" fmla="*/ 221467 w 546670"/>
                  <a:gd name="connsiteY114" fmla="*/ 368265 h 604887"/>
                  <a:gd name="connsiteX115" fmla="*/ 221467 w 546670"/>
                  <a:gd name="connsiteY115" fmla="*/ 385484 h 604887"/>
                  <a:gd name="connsiteX116" fmla="*/ 200110 w 546670"/>
                  <a:gd name="connsiteY116" fmla="*/ 406813 h 604887"/>
                  <a:gd name="connsiteX117" fmla="*/ 188431 w 546670"/>
                  <a:gd name="connsiteY117" fmla="*/ 403369 h 604887"/>
                  <a:gd name="connsiteX118" fmla="*/ 188431 w 546670"/>
                  <a:gd name="connsiteY118" fmla="*/ 566561 h 604887"/>
                  <a:gd name="connsiteX119" fmla="*/ 150166 w 546670"/>
                  <a:gd name="connsiteY119" fmla="*/ 604887 h 604887"/>
                  <a:gd name="connsiteX120" fmla="*/ 111902 w 546670"/>
                  <a:gd name="connsiteY120" fmla="*/ 566561 h 604887"/>
                  <a:gd name="connsiteX121" fmla="*/ 73526 w 546670"/>
                  <a:gd name="connsiteY121" fmla="*/ 604887 h 604887"/>
                  <a:gd name="connsiteX122" fmla="*/ 35261 w 546670"/>
                  <a:gd name="connsiteY122" fmla="*/ 566561 h 604887"/>
                  <a:gd name="connsiteX123" fmla="*/ 35261 w 546670"/>
                  <a:gd name="connsiteY123" fmla="*/ 403369 h 604887"/>
                  <a:gd name="connsiteX124" fmla="*/ 23582 w 546670"/>
                  <a:gd name="connsiteY124" fmla="*/ 406813 h 604887"/>
                  <a:gd name="connsiteX125" fmla="*/ 2225 w 546670"/>
                  <a:gd name="connsiteY125" fmla="*/ 385484 h 604887"/>
                  <a:gd name="connsiteX126" fmla="*/ 2225 w 546670"/>
                  <a:gd name="connsiteY126" fmla="*/ 368265 h 604887"/>
                  <a:gd name="connsiteX127" fmla="*/ 0 w 546670"/>
                  <a:gd name="connsiteY127" fmla="*/ 358044 h 604887"/>
                  <a:gd name="connsiteX128" fmla="*/ 0 w 546670"/>
                  <a:gd name="connsiteY128" fmla="*/ 200296 h 604887"/>
                  <a:gd name="connsiteX129" fmla="*/ 19577 w 546670"/>
                  <a:gd name="connsiteY129" fmla="*/ 176412 h 604887"/>
                  <a:gd name="connsiteX130" fmla="*/ 62625 w 546670"/>
                  <a:gd name="connsiteY130" fmla="*/ 167747 h 604887"/>
                  <a:gd name="connsiteX131" fmla="*/ 70522 w 546670"/>
                  <a:gd name="connsiteY131" fmla="*/ 161748 h 604887"/>
                  <a:gd name="connsiteX132" fmla="*/ 61957 w 546670"/>
                  <a:gd name="connsiteY132" fmla="*/ 150861 h 604887"/>
                  <a:gd name="connsiteX133" fmla="*/ 49054 w 546670"/>
                  <a:gd name="connsiteY133" fmla="*/ 126643 h 604887"/>
                  <a:gd name="connsiteX134" fmla="*/ 45161 w 546670"/>
                  <a:gd name="connsiteY134" fmla="*/ 116534 h 604887"/>
                  <a:gd name="connsiteX135" fmla="*/ 38598 w 546670"/>
                  <a:gd name="connsiteY135" fmla="*/ 102426 h 604887"/>
                  <a:gd name="connsiteX136" fmla="*/ 38598 w 546670"/>
                  <a:gd name="connsiteY136" fmla="*/ 89095 h 604887"/>
                  <a:gd name="connsiteX137" fmla="*/ 42047 w 546670"/>
                  <a:gd name="connsiteY137" fmla="*/ 78430 h 604887"/>
                  <a:gd name="connsiteX138" fmla="*/ 42047 w 546670"/>
                  <a:gd name="connsiteY138" fmla="*/ 59656 h 604887"/>
                  <a:gd name="connsiteX139" fmla="*/ 101779 w 546670"/>
                  <a:gd name="connsiteY139" fmla="*/ 0 h 60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</a:cxnLst>
                <a:rect l="l" t="t" r="r" b="b"/>
                <a:pathLst>
                  <a:path w="546670" h="604887">
                    <a:moveTo>
                      <a:pt x="481589" y="391913"/>
                    </a:moveTo>
                    <a:cubicBezTo>
                      <a:pt x="472466" y="397134"/>
                      <a:pt x="462454" y="402133"/>
                      <a:pt x="451551" y="406688"/>
                    </a:cubicBezTo>
                    <a:cubicBezTo>
                      <a:pt x="428967" y="416242"/>
                      <a:pt x="403269" y="424018"/>
                      <a:pt x="375678" y="429906"/>
                    </a:cubicBezTo>
                    <a:cubicBezTo>
                      <a:pt x="369782" y="457457"/>
                      <a:pt x="361995" y="483008"/>
                      <a:pt x="352427" y="505670"/>
                    </a:cubicBezTo>
                    <a:cubicBezTo>
                      <a:pt x="347866" y="516446"/>
                      <a:pt x="342860" y="526444"/>
                      <a:pt x="337631" y="535554"/>
                    </a:cubicBezTo>
                    <a:cubicBezTo>
                      <a:pt x="403602" y="510225"/>
                      <a:pt x="456112" y="457790"/>
                      <a:pt x="481589" y="391913"/>
                    </a:cubicBezTo>
                    <a:close/>
                    <a:moveTo>
                      <a:pt x="384133" y="226609"/>
                    </a:moveTo>
                    <a:cubicBezTo>
                      <a:pt x="386915" y="251049"/>
                      <a:pt x="388361" y="276489"/>
                      <a:pt x="388361" y="302373"/>
                    </a:cubicBezTo>
                    <a:cubicBezTo>
                      <a:pt x="388361" y="328369"/>
                      <a:pt x="386915" y="353697"/>
                      <a:pt x="384133" y="378137"/>
                    </a:cubicBezTo>
                    <a:cubicBezTo>
                      <a:pt x="401600" y="373694"/>
                      <a:pt x="417842" y="368250"/>
                      <a:pt x="432639" y="362029"/>
                    </a:cubicBezTo>
                    <a:cubicBezTo>
                      <a:pt x="473690" y="344699"/>
                      <a:pt x="498165" y="322370"/>
                      <a:pt x="498165" y="302373"/>
                    </a:cubicBezTo>
                    <a:cubicBezTo>
                      <a:pt x="498165" y="282377"/>
                      <a:pt x="473690" y="260047"/>
                      <a:pt x="432639" y="242717"/>
                    </a:cubicBezTo>
                    <a:cubicBezTo>
                      <a:pt x="417842" y="236496"/>
                      <a:pt x="401600" y="231164"/>
                      <a:pt x="384133" y="226609"/>
                    </a:cubicBezTo>
                    <a:close/>
                    <a:moveTo>
                      <a:pt x="135706" y="175523"/>
                    </a:moveTo>
                    <a:cubicBezTo>
                      <a:pt x="132591" y="177189"/>
                      <a:pt x="129477" y="178300"/>
                      <a:pt x="126473" y="178856"/>
                    </a:cubicBezTo>
                    <a:cubicBezTo>
                      <a:pt x="124582" y="179189"/>
                      <a:pt x="123248" y="180744"/>
                      <a:pt x="123248" y="182633"/>
                    </a:cubicBezTo>
                    <a:lnTo>
                      <a:pt x="123248" y="192075"/>
                    </a:lnTo>
                    <a:cubicBezTo>
                      <a:pt x="122691" y="192298"/>
                      <a:pt x="122246" y="192631"/>
                      <a:pt x="121801" y="193075"/>
                    </a:cubicBezTo>
                    <a:cubicBezTo>
                      <a:pt x="121134" y="193964"/>
                      <a:pt x="120689" y="194964"/>
                      <a:pt x="120912" y="196075"/>
                    </a:cubicBezTo>
                    <a:lnTo>
                      <a:pt x="122914" y="216404"/>
                    </a:lnTo>
                    <a:cubicBezTo>
                      <a:pt x="123136" y="217960"/>
                      <a:pt x="124249" y="219293"/>
                      <a:pt x="125695" y="219737"/>
                    </a:cubicBezTo>
                    <a:cubicBezTo>
                      <a:pt x="126028" y="219737"/>
                      <a:pt x="126473" y="219848"/>
                      <a:pt x="126807" y="219848"/>
                    </a:cubicBezTo>
                    <a:cubicBezTo>
                      <a:pt x="127919" y="219848"/>
                      <a:pt x="129032" y="219293"/>
                      <a:pt x="129810" y="218293"/>
                    </a:cubicBezTo>
                    <a:lnTo>
                      <a:pt x="140600" y="204073"/>
                    </a:lnTo>
                    <a:cubicBezTo>
                      <a:pt x="141045" y="203407"/>
                      <a:pt x="141379" y="202629"/>
                      <a:pt x="141379" y="201740"/>
                    </a:cubicBezTo>
                    <a:lnTo>
                      <a:pt x="141379" y="178856"/>
                    </a:lnTo>
                    <a:cubicBezTo>
                      <a:pt x="141379" y="177523"/>
                      <a:pt x="140600" y="176301"/>
                      <a:pt x="139488" y="175634"/>
                    </a:cubicBezTo>
                    <a:cubicBezTo>
                      <a:pt x="138375" y="174968"/>
                      <a:pt x="136929" y="174856"/>
                      <a:pt x="135706" y="175523"/>
                    </a:cubicBezTo>
                    <a:close/>
                    <a:moveTo>
                      <a:pt x="87208" y="175523"/>
                    </a:moveTo>
                    <a:cubicBezTo>
                      <a:pt x="86095" y="174856"/>
                      <a:pt x="84649" y="174968"/>
                      <a:pt x="83537" y="175634"/>
                    </a:cubicBezTo>
                    <a:cubicBezTo>
                      <a:pt x="82313" y="176301"/>
                      <a:pt x="81646" y="177523"/>
                      <a:pt x="81646" y="178856"/>
                    </a:cubicBezTo>
                    <a:lnTo>
                      <a:pt x="81646" y="201740"/>
                    </a:lnTo>
                    <a:cubicBezTo>
                      <a:pt x="81646" y="202629"/>
                      <a:pt x="81868" y="203407"/>
                      <a:pt x="82425" y="204073"/>
                    </a:cubicBezTo>
                    <a:lnTo>
                      <a:pt x="93103" y="218293"/>
                    </a:lnTo>
                    <a:cubicBezTo>
                      <a:pt x="93882" y="219293"/>
                      <a:pt x="94994" y="219848"/>
                      <a:pt x="96218" y="219848"/>
                    </a:cubicBezTo>
                    <a:cubicBezTo>
                      <a:pt x="96551" y="219848"/>
                      <a:pt x="96885" y="219848"/>
                      <a:pt x="97219" y="219737"/>
                    </a:cubicBezTo>
                    <a:cubicBezTo>
                      <a:pt x="98776" y="219293"/>
                      <a:pt x="99888" y="217960"/>
                      <a:pt x="100000" y="216404"/>
                    </a:cubicBezTo>
                    <a:lnTo>
                      <a:pt x="102113" y="196075"/>
                    </a:lnTo>
                    <a:cubicBezTo>
                      <a:pt x="102224" y="194964"/>
                      <a:pt x="101891" y="193964"/>
                      <a:pt x="101112" y="193075"/>
                    </a:cubicBezTo>
                    <a:cubicBezTo>
                      <a:pt x="100778" y="192631"/>
                      <a:pt x="100222" y="192298"/>
                      <a:pt x="99666" y="192075"/>
                    </a:cubicBezTo>
                    <a:lnTo>
                      <a:pt x="99666" y="182633"/>
                    </a:lnTo>
                    <a:cubicBezTo>
                      <a:pt x="99666" y="180744"/>
                      <a:pt x="98331" y="179189"/>
                      <a:pt x="96551" y="178856"/>
                    </a:cubicBezTo>
                    <a:cubicBezTo>
                      <a:pt x="93548" y="178300"/>
                      <a:pt x="90433" y="177189"/>
                      <a:pt x="87208" y="175523"/>
                    </a:cubicBezTo>
                    <a:close/>
                    <a:moveTo>
                      <a:pt x="93214" y="72653"/>
                    </a:moveTo>
                    <a:cubicBezTo>
                      <a:pt x="82313" y="72653"/>
                      <a:pt x="71857" y="77097"/>
                      <a:pt x="66629" y="79652"/>
                    </a:cubicBezTo>
                    <a:cubicBezTo>
                      <a:pt x="65294" y="80319"/>
                      <a:pt x="64516" y="81652"/>
                      <a:pt x="64516" y="83096"/>
                    </a:cubicBezTo>
                    <a:lnTo>
                      <a:pt x="64516" y="89872"/>
                    </a:lnTo>
                    <a:lnTo>
                      <a:pt x="62959" y="89872"/>
                    </a:lnTo>
                    <a:cubicBezTo>
                      <a:pt x="60845" y="89872"/>
                      <a:pt x="59065" y="91650"/>
                      <a:pt x="59065" y="93761"/>
                    </a:cubicBezTo>
                    <a:lnTo>
                      <a:pt x="59065" y="99982"/>
                    </a:lnTo>
                    <a:cubicBezTo>
                      <a:pt x="59065" y="101315"/>
                      <a:pt x="59733" y="102537"/>
                      <a:pt x="60845" y="103203"/>
                    </a:cubicBezTo>
                    <a:lnTo>
                      <a:pt x="64516" y="105647"/>
                    </a:lnTo>
                    <a:lnTo>
                      <a:pt x="64738" y="107202"/>
                    </a:lnTo>
                    <a:cubicBezTo>
                      <a:pt x="65962" y="116423"/>
                      <a:pt x="71079" y="128199"/>
                      <a:pt x="78531" y="138974"/>
                    </a:cubicBezTo>
                    <a:cubicBezTo>
                      <a:pt x="87875" y="152527"/>
                      <a:pt x="96663" y="158526"/>
                      <a:pt x="101223" y="158526"/>
                    </a:cubicBezTo>
                    <a:lnTo>
                      <a:pt x="121801" y="158526"/>
                    </a:lnTo>
                    <a:cubicBezTo>
                      <a:pt x="126362" y="158526"/>
                      <a:pt x="135150" y="152527"/>
                      <a:pt x="144493" y="138974"/>
                    </a:cubicBezTo>
                    <a:cubicBezTo>
                      <a:pt x="151835" y="128199"/>
                      <a:pt x="156951" y="116423"/>
                      <a:pt x="158175" y="107202"/>
                    </a:cubicBezTo>
                    <a:lnTo>
                      <a:pt x="158398" y="105647"/>
                    </a:lnTo>
                    <a:lnTo>
                      <a:pt x="162179" y="103203"/>
                    </a:lnTo>
                    <a:cubicBezTo>
                      <a:pt x="163181" y="102537"/>
                      <a:pt x="163848" y="101315"/>
                      <a:pt x="163848" y="100093"/>
                    </a:cubicBezTo>
                    <a:lnTo>
                      <a:pt x="163848" y="93761"/>
                    </a:lnTo>
                    <a:cubicBezTo>
                      <a:pt x="163848" y="91650"/>
                      <a:pt x="162179" y="89872"/>
                      <a:pt x="160066" y="89872"/>
                    </a:cubicBezTo>
                    <a:lnTo>
                      <a:pt x="157953" y="89872"/>
                    </a:lnTo>
                    <a:cubicBezTo>
                      <a:pt x="157619" y="89428"/>
                      <a:pt x="157285" y="88984"/>
                      <a:pt x="156729" y="88650"/>
                    </a:cubicBezTo>
                    <a:cubicBezTo>
                      <a:pt x="155617" y="87984"/>
                      <a:pt x="154282" y="87873"/>
                      <a:pt x="153058" y="88317"/>
                    </a:cubicBezTo>
                    <a:cubicBezTo>
                      <a:pt x="147942" y="90650"/>
                      <a:pt x="142825" y="91761"/>
                      <a:pt x="137930" y="91761"/>
                    </a:cubicBezTo>
                    <a:cubicBezTo>
                      <a:pt x="129254" y="91761"/>
                      <a:pt x="121357" y="88206"/>
                      <a:pt x="114460" y="81207"/>
                    </a:cubicBezTo>
                    <a:cubicBezTo>
                      <a:pt x="109010" y="75542"/>
                      <a:pt x="101779" y="72653"/>
                      <a:pt x="93214" y="72653"/>
                    </a:cubicBezTo>
                    <a:close/>
                    <a:moveTo>
                      <a:pt x="337631" y="69193"/>
                    </a:moveTo>
                    <a:cubicBezTo>
                      <a:pt x="342860" y="78302"/>
                      <a:pt x="347866" y="88300"/>
                      <a:pt x="352427" y="99187"/>
                    </a:cubicBezTo>
                    <a:cubicBezTo>
                      <a:pt x="361995" y="121739"/>
                      <a:pt x="369782" y="147290"/>
                      <a:pt x="375678" y="174952"/>
                    </a:cubicBezTo>
                    <a:cubicBezTo>
                      <a:pt x="403269" y="180728"/>
                      <a:pt x="428967" y="188505"/>
                      <a:pt x="451551" y="198059"/>
                    </a:cubicBezTo>
                    <a:cubicBezTo>
                      <a:pt x="462454" y="202724"/>
                      <a:pt x="472466" y="207612"/>
                      <a:pt x="481589" y="212945"/>
                    </a:cubicBezTo>
                    <a:cubicBezTo>
                      <a:pt x="456112" y="147068"/>
                      <a:pt x="403602" y="94633"/>
                      <a:pt x="337631" y="69193"/>
                    </a:cubicBezTo>
                    <a:close/>
                    <a:moveTo>
                      <a:pt x="247963" y="4093"/>
                    </a:moveTo>
                    <a:cubicBezTo>
                      <a:pt x="412725" y="4093"/>
                      <a:pt x="546670" y="137958"/>
                      <a:pt x="546670" y="302373"/>
                    </a:cubicBezTo>
                    <a:cubicBezTo>
                      <a:pt x="546670" y="466899"/>
                      <a:pt x="412725" y="600653"/>
                      <a:pt x="247963" y="600653"/>
                    </a:cubicBezTo>
                    <a:cubicBezTo>
                      <a:pt x="246295" y="600653"/>
                      <a:pt x="244626" y="600653"/>
                      <a:pt x="242957" y="600653"/>
                    </a:cubicBezTo>
                    <a:lnTo>
                      <a:pt x="242957" y="551662"/>
                    </a:lnTo>
                    <a:cubicBezTo>
                      <a:pt x="244626" y="551995"/>
                      <a:pt x="246295" y="552217"/>
                      <a:pt x="247963" y="552217"/>
                    </a:cubicBezTo>
                    <a:cubicBezTo>
                      <a:pt x="268100" y="552217"/>
                      <a:pt x="290350" y="527666"/>
                      <a:pt x="307705" y="486674"/>
                    </a:cubicBezTo>
                    <a:cubicBezTo>
                      <a:pt x="314046" y="472010"/>
                      <a:pt x="319386" y="455679"/>
                      <a:pt x="323836" y="438238"/>
                    </a:cubicBezTo>
                    <a:cubicBezTo>
                      <a:pt x="299472" y="441126"/>
                      <a:pt x="273996" y="442570"/>
                      <a:pt x="247963" y="442570"/>
                    </a:cubicBezTo>
                    <a:cubicBezTo>
                      <a:pt x="246295" y="442570"/>
                      <a:pt x="244626" y="442570"/>
                      <a:pt x="242957" y="442570"/>
                    </a:cubicBezTo>
                    <a:lnTo>
                      <a:pt x="242957" y="394024"/>
                    </a:lnTo>
                    <a:cubicBezTo>
                      <a:pt x="244626" y="394024"/>
                      <a:pt x="246295" y="394135"/>
                      <a:pt x="247963" y="394135"/>
                    </a:cubicBezTo>
                    <a:cubicBezTo>
                      <a:pt x="277778" y="394135"/>
                      <a:pt x="306703" y="392024"/>
                      <a:pt x="333848" y="388136"/>
                    </a:cubicBezTo>
                    <a:cubicBezTo>
                      <a:pt x="337742" y="361029"/>
                      <a:pt x="339856" y="332146"/>
                      <a:pt x="339856" y="302373"/>
                    </a:cubicBezTo>
                    <a:cubicBezTo>
                      <a:pt x="339856" y="272712"/>
                      <a:pt x="337742" y="243828"/>
                      <a:pt x="333848" y="216722"/>
                    </a:cubicBezTo>
                    <a:cubicBezTo>
                      <a:pt x="306703" y="212723"/>
                      <a:pt x="277778" y="210723"/>
                      <a:pt x="247963" y="210723"/>
                    </a:cubicBezTo>
                    <a:cubicBezTo>
                      <a:pt x="246295" y="210723"/>
                      <a:pt x="244626" y="210723"/>
                      <a:pt x="242957" y="210723"/>
                    </a:cubicBezTo>
                    <a:lnTo>
                      <a:pt x="242957" y="162287"/>
                    </a:lnTo>
                    <a:cubicBezTo>
                      <a:pt x="244626" y="162287"/>
                      <a:pt x="246295" y="162176"/>
                      <a:pt x="247963" y="162176"/>
                    </a:cubicBezTo>
                    <a:cubicBezTo>
                      <a:pt x="273996" y="162176"/>
                      <a:pt x="299472" y="163731"/>
                      <a:pt x="323836" y="166509"/>
                    </a:cubicBezTo>
                    <a:cubicBezTo>
                      <a:pt x="319386" y="149067"/>
                      <a:pt x="314046" y="132848"/>
                      <a:pt x="307705" y="118073"/>
                    </a:cubicBezTo>
                    <a:cubicBezTo>
                      <a:pt x="290350" y="77080"/>
                      <a:pt x="268100" y="52640"/>
                      <a:pt x="247963" y="52640"/>
                    </a:cubicBezTo>
                    <a:cubicBezTo>
                      <a:pt x="246295" y="52640"/>
                      <a:pt x="244626" y="52862"/>
                      <a:pt x="242957" y="53196"/>
                    </a:cubicBezTo>
                    <a:lnTo>
                      <a:pt x="242957" y="4204"/>
                    </a:lnTo>
                    <a:cubicBezTo>
                      <a:pt x="244626" y="4204"/>
                      <a:pt x="246295" y="4093"/>
                      <a:pt x="247963" y="4093"/>
                    </a:cubicBezTo>
                    <a:close/>
                    <a:moveTo>
                      <a:pt x="101779" y="0"/>
                    </a:moveTo>
                    <a:lnTo>
                      <a:pt x="121134" y="0"/>
                    </a:lnTo>
                    <a:cubicBezTo>
                      <a:pt x="154171" y="0"/>
                      <a:pt x="180978" y="26773"/>
                      <a:pt x="180978" y="59656"/>
                    </a:cubicBezTo>
                    <a:lnTo>
                      <a:pt x="180978" y="78430"/>
                    </a:lnTo>
                    <a:cubicBezTo>
                      <a:pt x="183203" y="81541"/>
                      <a:pt x="184315" y="85318"/>
                      <a:pt x="184315" y="89095"/>
                    </a:cubicBezTo>
                    <a:lnTo>
                      <a:pt x="184315" y="102426"/>
                    </a:lnTo>
                    <a:cubicBezTo>
                      <a:pt x="184315" y="107869"/>
                      <a:pt x="181868" y="113090"/>
                      <a:pt x="177752" y="116534"/>
                    </a:cubicBezTo>
                    <a:cubicBezTo>
                      <a:pt x="176751" y="119867"/>
                      <a:pt x="175416" y="123311"/>
                      <a:pt x="173859" y="126643"/>
                    </a:cubicBezTo>
                    <a:cubicBezTo>
                      <a:pt x="170856" y="134753"/>
                      <a:pt x="166406" y="143085"/>
                      <a:pt x="161067" y="150861"/>
                    </a:cubicBezTo>
                    <a:cubicBezTo>
                      <a:pt x="158842" y="154083"/>
                      <a:pt x="155839" y="157860"/>
                      <a:pt x="152502" y="161748"/>
                    </a:cubicBezTo>
                    <a:cubicBezTo>
                      <a:pt x="155505" y="163192"/>
                      <a:pt x="158175" y="165192"/>
                      <a:pt x="160400" y="167747"/>
                    </a:cubicBezTo>
                    <a:lnTo>
                      <a:pt x="204115" y="176412"/>
                    </a:lnTo>
                    <a:cubicBezTo>
                      <a:pt x="215461" y="178745"/>
                      <a:pt x="223692" y="188743"/>
                      <a:pt x="223692" y="200407"/>
                    </a:cubicBezTo>
                    <a:lnTo>
                      <a:pt x="223692" y="358044"/>
                    </a:lnTo>
                    <a:cubicBezTo>
                      <a:pt x="223692" y="361710"/>
                      <a:pt x="222913" y="365154"/>
                      <a:pt x="221467" y="368265"/>
                    </a:cubicBezTo>
                    <a:lnTo>
                      <a:pt x="221467" y="385484"/>
                    </a:lnTo>
                    <a:cubicBezTo>
                      <a:pt x="221467" y="397259"/>
                      <a:pt x="211901" y="406813"/>
                      <a:pt x="200110" y="406813"/>
                    </a:cubicBezTo>
                    <a:cubicBezTo>
                      <a:pt x="195772" y="406813"/>
                      <a:pt x="191879" y="405591"/>
                      <a:pt x="188431" y="403369"/>
                    </a:cubicBezTo>
                    <a:lnTo>
                      <a:pt x="188431" y="566561"/>
                    </a:lnTo>
                    <a:cubicBezTo>
                      <a:pt x="188431" y="587668"/>
                      <a:pt x="171301" y="604887"/>
                      <a:pt x="150166" y="604887"/>
                    </a:cubicBezTo>
                    <a:cubicBezTo>
                      <a:pt x="129032" y="604887"/>
                      <a:pt x="111902" y="587668"/>
                      <a:pt x="111902" y="566561"/>
                    </a:cubicBezTo>
                    <a:cubicBezTo>
                      <a:pt x="111902" y="587668"/>
                      <a:pt x="94772" y="604887"/>
                      <a:pt x="73526" y="604887"/>
                    </a:cubicBezTo>
                    <a:cubicBezTo>
                      <a:pt x="52391" y="604887"/>
                      <a:pt x="35261" y="587668"/>
                      <a:pt x="35261" y="566561"/>
                    </a:cubicBezTo>
                    <a:lnTo>
                      <a:pt x="35261" y="403369"/>
                    </a:lnTo>
                    <a:cubicBezTo>
                      <a:pt x="31924" y="405591"/>
                      <a:pt x="27920" y="406813"/>
                      <a:pt x="23582" y="406813"/>
                    </a:cubicBezTo>
                    <a:cubicBezTo>
                      <a:pt x="11791" y="406813"/>
                      <a:pt x="2225" y="397259"/>
                      <a:pt x="2225" y="385484"/>
                    </a:cubicBezTo>
                    <a:lnTo>
                      <a:pt x="2225" y="368265"/>
                    </a:lnTo>
                    <a:cubicBezTo>
                      <a:pt x="779" y="365154"/>
                      <a:pt x="0" y="361710"/>
                      <a:pt x="0" y="358044"/>
                    </a:cubicBezTo>
                    <a:lnTo>
                      <a:pt x="0" y="200296"/>
                    </a:lnTo>
                    <a:cubicBezTo>
                      <a:pt x="0" y="188743"/>
                      <a:pt x="8231" y="178745"/>
                      <a:pt x="19577" y="176412"/>
                    </a:cubicBezTo>
                    <a:lnTo>
                      <a:pt x="62625" y="167747"/>
                    </a:lnTo>
                    <a:cubicBezTo>
                      <a:pt x="64850" y="165192"/>
                      <a:pt x="67519" y="163192"/>
                      <a:pt x="70522" y="161748"/>
                    </a:cubicBezTo>
                    <a:cubicBezTo>
                      <a:pt x="67074" y="157971"/>
                      <a:pt x="64182" y="154083"/>
                      <a:pt x="61957" y="150861"/>
                    </a:cubicBezTo>
                    <a:cubicBezTo>
                      <a:pt x="56618" y="143085"/>
                      <a:pt x="52169" y="134753"/>
                      <a:pt x="49054" y="126643"/>
                    </a:cubicBezTo>
                    <a:cubicBezTo>
                      <a:pt x="47497" y="123311"/>
                      <a:pt x="46273" y="119867"/>
                      <a:pt x="45161" y="116534"/>
                    </a:cubicBezTo>
                    <a:cubicBezTo>
                      <a:pt x="41045" y="113090"/>
                      <a:pt x="38598" y="107869"/>
                      <a:pt x="38598" y="102426"/>
                    </a:cubicBezTo>
                    <a:lnTo>
                      <a:pt x="38598" y="89095"/>
                    </a:lnTo>
                    <a:cubicBezTo>
                      <a:pt x="38598" y="85318"/>
                      <a:pt x="39822" y="81541"/>
                      <a:pt x="42047" y="78430"/>
                    </a:cubicBezTo>
                    <a:lnTo>
                      <a:pt x="42047" y="59656"/>
                    </a:lnTo>
                    <a:cubicBezTo>
                      <a:pt x="42047" y="26773"/>
                      <a:pt x="68854" y="0"/>
                      <a:pt x="101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5" name="îś1íḋe">
              <a:extLst>
                <a:ext uri="{FF2B5EF4-FFF2-40B4-BE49-F238E27FC236}">
                  <a16:creationId xmlns:a16="http://schemas.microsoft.com/office/drawing/2014/main" id="{9EE7D972-E2A0-4B0A-B68B-D433ED5242C4}"/>
                </a:ext>
              </a:extLst>
            </p:cNvPr>
            <p:cNvGrpSpPr/>
            <p:nvPr/>
          </p:nvGrpSpPr>
          <p:grpSpPr>
            <a:xfrm>
              <a:off x="3367880" y="2970064"/>
              <a:ext cx="930276" cy="930276"/>
              <a:chOff x="1162049" y="1133475"/>
              <a:chExt cx="930276" cy="930276"/>
            </a:xfrm>
          </p:grpSpPr>
          <p:sp>
            <p:nvSpPr>
              <p:cNvPr id="37" name="îśļîde">
                <a:extLst>
                  <a:ext uri="{FF2B5EF4-FFF2-40B4-BE49-F238E27FC236}">
                    <a16:creationId xmlns:a16="http://schemas.microsoft.com/office/drawing/2014/main" id="{3C9393C0-652C-445A-B815-E536390FCE3D}"/>
                  </a:ext>
                </a:extLst>
              </p:cNvPr>
              <p:cNvSpPr/>
              <p:nvPr/>
            </p:nvSpPr>
            <p:spPr>
              <a:xfrm>
                <a:off x="1162049" y="1133475"/>
                <a:ext cx="930276" cy="9302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iṩḻiḑé">
                <a:extLst>
                  <a:ext uri="{FF2B5EF4-FFF2-40B4-BE49-F238E27FC236}">
                    <a16:creationId xmlns:a16="http://schemas.microsoft.com/office/drawing/2014/main" id="{6E51A454-CDBA-4D71-989C-5ECA3D670BBE}"/>
                  </a:ext>
                </a:extLst>
              </p:cNvPr>
              <p:cNvSpPr/>
              <p:nvPr/>
            </p:nvSpPr>
            <p:spPr>
              <a:xfrm>
                <a:off x="1427760" y="1377948"/>
                <a:ext cx="398849" cy="441324"/>
              </a:xfrm>
              <a:custGeom>
                <a:avLst/>
                <a:gdLst>
                  <a:gd name="connsiteX0" fmla="*/ 481589 w 546670"/>
                  <a:gd name="connsiteY0" fmla="*/ 391913 h 604887"/>
                  <a:gd name="connsiteX1" fmla="*/ 451551 w 546670"/>
                  <a:gd name="connsiteY1" fmla="*/ 406688 h 604887"/>
                  <a:gd name="connsiteX2" fmla="*/ 375678 w 546670"/>
                  <a:gd name="connsiteY2" fmla="*/ 429906 h 604887"/>
                  <a:gd name="connsiteX3" fmla="*/ 352427 w 546670"/>
                  <a:gd name="connsiteY3" fmla="*/ 505670 h 604887"/>
                  <a:gd name="connsiteX4" fmla="*/ 337631 w 546670"/>
                  <a:gd name="connsiteY4" fmla="*/ 535554 h 604887"/>
                  <a:gd name="connsiteX5" fmla="*/ 481589 w 546670"/>
                  <a:gd name="connsiteY5" fmla="*/ 391913 h 604887"/>
                  <a:gd name="connsiteX6" fmla="*/ 384133 w 546670"/>
                  <a:gd name="connsiteY6" fmla="*/ 226609 h 604887"/>
                  <a:gd name="connsiteX7" fmla="*/ 388361 w 546670"/>
                  <a:gd name="connsiteY7" fmla="*/ 302373 h 604887"/>
                  <a:gd name="connsiteX8" fmla="*/ 384133 w 546670"/>
                  <a:gd name="connsiteY8" fmla="*/ 378137 h 604887"/>
                  <a:gd name="connsiteX9" fmla="*/ 432639 w 546670"/>
                  <a:gd name="connsiteY9" fmla="*/ 362029 h 604887"/>
                  <a:gd name="connsiteX10" fmla="*/ 498165 w 546670"/>
                  <a:gd name="connsiteY10" fmla="*/ 302373 h 604887"/>
                  <a:gd name="connsiteX11" fmla="*/ 432639 w 546670"/>
                  <a:gd name="connsiteY11" fmla="*/ 242717 h 604887"/>
                  <a:gd name="connsiteX12" fmla="*/ 384133 w 546670"/>
                  <a:gd name="connsiteY12" fmla="*/ 226609 h 604887"/>
                  <a:gd name="connsiteX13" fmla="*/ 135706 w 546670"/>
                  <a:gd name="connsiteY13" fmla="*/ 175523 h 604887"/>
                  <a:gd name="connsiteX14" fmla="*/ 126473 w 546670"/>
                  <a:gd name="connsiteY14" fmla="*/ 178856 h 604887"/>
                  <a:gd name="connsiteX15" fmla="*/ 123248 w 546670"/>
                  <a:gd name="connsiteY15" fmla="*/ 182633 h 604887"/>
                  <a:gd name="connsiteX16" fmla="*/ 123248 w 546670"/>
                  <a:gd name="connsiteY16" fmla="*/ 192075 h 604887"/>
                  <a:gd name="connsiteX17" fmla="*/ 121801 w 546670"/>
                  <a:gd name="connsiteY17" fmla="*/ 193075 h 604887"/>
                  <a:gd name="connsiteX18" fmla="*/ 120912 w 546670"/>
                  <a:gd name="connsiteY18" fmla="*/ 196075 h 604887"/>
                  <a:gd name="connsiteX19" fmla="*/ 122914 w 546670"/>
                  <a:gd name="connsiteY19" fmla="*/ 216404 h 604887"/>
                  <a:gd name="connsiteX20" fmla="*/ 125695 w 546670"/>
                  <a:gd name="connsiteY20" fmla="*/ 219737 h 604887"/>
                  <a:gd name="connsiteX21" fmla="*/ 126807 w 546670"/>
                  <a:gd name="connsiteY21" fmla="*/ 219848 h 604887"/>
                  <a:gd name="connsiteX22" fmla="*/ 129810 w 546670"/>
                  <a:gd name="connsiteY22" fmla="*/ 218293 h 604887"/>
                  <a:gd name="connsiteX23" fmla="*/ 140600 w 546670"/>
                  <a:gd name="connsiteY23" fmla="*/ 204073 h 604887"/>
                  <a:gd name="connsiteX24" fmla="*/ 141379 w 546670"/>
                  <a:gd name="connsiteY24" fmla="*/ 201740 h 604887"/>
                  <a:gd name="connsiteX25" fmla="*/ 141379 w 546670"/>
                  <a:gd name="connsiteY25" fmla="*/ 178856 h 604887"/>
                  <a:gd name="connsiteX26" fmla="*/ 139488 w 546670"/>
                  <a:gd name="connsiteY26" fmla="*/ 175634 h 604887"/>
                  <a:gd name="connsiteX27" fmla="*/ 135706 w 546670"/>
                  <a:gd name="connsiteY27" fmla="*/ 175523 h 604887"/>
                  <a:gd name="connsiteX28" fmla="*/ 87208 w 546670"/>
                  <a:gd name="connsiteY28" fmla="*/ 175523 h 604887"/>
                  <a:gd name="connsiteX29" fmla="*/ 83537 w 546670"/>
                  <a:gd name="connsiteY29" fmla="*/ 175634 h 604887"/>
                  <a:gd name="connsiteX30" fmla="*/ 81646 w 546670"/>
                  <a:gd name="connsiteY30" fmla="*/ 178856 h 604887"/>
                  <a:gd name="connsiteX31" fmla="*/ 81646 w 546670"/>
                  <a:gd name="connsiteY31" fmla="*/ 201740 h 604887"/>
                  <a:gd name="connsiteX32" fmla="*/ 82425 w 546670"/>
                  <a:gd name="connsiteY32" fmla="*/ 204073 h 604887"/>
                  <a:gd name="connsiteX33" fmla="*/ 93103 w 546670"/>
                  <a:gd name="connsiteY33" fmla="*/ 218293 h 604887"/>
                  <a:gd name="connsiteX34" fmla="*/ 96218 w 546670"/>
                  <a:gd name="connsiteY34" fmla="*/ 219848 h 604887"/>
                  <a:gd name="connsiteX35" fmla="*/ 97219 w 546670"/>
                  <a:gd name="connsiteY35" fmla="*/ 219737 h 604887"/>
                  <a:gd name="connsiteX36" fmla="*/ 100000 w 546670"/>
                  <a:gd name="connsiteY36" fmla="*/ 216404 h 604887"/>
                  <a:gd name="connsiteX37" fmla="*/ 102113 w 546670"/>
                  <a:gd name="connsiteY37" fmla="*/ 196075 h 604887"/>
                  <a:gd name="connsiteX38" fmla="*/ 101112 w 546670"/>
                  <a:gd name="connsiteY38" fmla="*/ 193075 h 604887"/>
                  <a:gd name="connsiteX39" fmla="*/ 99666 w 546670"/>
                  <a:gd name="connsiteY39" fmla="*/ 192075 h 604887"/>
                  <a:gd name="connsiteX40" fmla="*/ 99666 w 546670"/>
                  <a:gd name="connsiteY40" fmla="*/ 182633 h 604887"/>
                  <a:gd name="connsiteX41" fmla="*/ 96551 w 546670"/>
                  <a:gd name="connsiteY41" fmla="*/ 178856 h 604887"/>
                  <a:gd name="connsiteX42" fmla="*/ 87208 w 546670"/>
                  <a:gd name="connsiteY42" fmla="*/ 175523 h 604887"/>
                  <a:gd name="connsiteX43" fmla="*/ 93214 w 546670"/>
                  <a:gd name="connsiteY43" fmla="*/ 72653 h 604887"/>
                  <a:gd name="connsiteX44" fmla="*/ 66629 w 546670"/>
                  <a:gd name="connsiteY44" fmla="*/ 79652 h 604887"/>
                  <a:gd name="connsiteX45" fmla="*/ 64516 w 546670"/>
                  <a:gd name="connsiteY45" fmla="*/ 83096 h 604887"/>
                  <a:gd name="connsiteX46" fmla="*/ 64516 w 546670"/>
                  <a:gd name="connsiteY46" fmla="*/ 89872 h 604887"/>
                  <a:gd name="connsiteX47" fmla="*/ 62959 w 546670"/>
                  <a:gd name="connsiteY47" fmla="*/ 89872 h 604887"/>
                  <a:gd name="connsiteX48" fmla="*/ 59065 w 546670"/>
                  <a:gd name="connsiteY48" fmla="*/ 93761 h 604887"/>
                  <a:gd name="connsiteX49" fmla="*/ 59065 w 546670"/>
                  <a:gd name="connsiteY49" fmla="*/ 99982 h 604887"/>
                  <a:gd name="connsiteX50" fmla="*/ 60845 w 546670"/>
                  <a:gd name="connsiteY50" fmla="*/ 103203 h 604887"/>
                  <a:gd name="connsiteX51" fmla="*/ 64516 w 546670"/>
                  <a:gd name="connsiteY51" fmla="*/ 105647 h 604887"/>
                  <a:gd name="connsiteX52" fmla="*/ 64738 w 546670"/>
                  <a:gd name="connsiteY52" fmla="*/ 107202 h 604887"/>
                  <a:gd name="connsiteX53" fmla="*/ 78531 w 546670"/>
                  <a:gd name="connsiteY53" fmla="*/ 138974 h 604887"/>
                  <a:gd name="connsiteX54" fmla="*/ 101223 w 546670"/>
                  <a:gd name="connsiteY54" fmla="*/ 158526 h 604887"/>
                  <a:gd name="connsiteX55" fmla="*/ 121801 w 546670"/>
                  <a:gd name="connsiteY55" fmla="*/ 158526 h 604887"/>
                  <a:gd name="connsiteX56" fmla="*/ 144493 w 546670"/>
                  <a:gd name="connsiteY56" fmla="*/ 138974 h 604887"/>
                  <a:gd name="connsiteX57" fmla="*/ 158175 w 546670"/>
                  <a:gd name="connsiteY57" fmla="*/ 107202 h 604887"/>
                  <a:gd name="connsiteX58" fmla="*/ 158398 w 546670"/>
                  <a:gd name="connsiteY58" fmla="*/ 105647 h 604887"/>
                  <a:gd name="connsiteX59" fmla="*/ 162179 w 546670"/>
                  <a:gd name="connsiteY59" fmla="*/ 103203 h 604887"/>
                  <a:gd name="connsiteX60" fmla="*/ 163848 w 546670"/>
                  <a:gd name="connsiteY60" fmla="*/ 100093 h 604887"/>
                  <a:gd name="connsiteX61" fmla="*/ 163848 w 546670"/>
                  <a:gd name="connsiteY61" fmla="*/ 93761 h 604887"/>
                  <a:gd name="connsiteX62" fmla="*/ 160066 w 546670"/>
                  <a:gd name="connsiteY62" fmla="*/ 89872 h 604887"/>
                  <a:gd name="connsiteX63" fmla="*/ 157953 w 546670"/>
                  <a:gd name="connsiteY63" fmla="*/ 89872 h 604887"/>
                  <a:gd name="connsiteX64" fmla="*/ 156729 w 546670"/>
                  <a:gd name="connsiteY64" fmla="*/ 88650 h 604887"/>
                  <a:gd name="connsiteX65" fmla="*/ 153058 w 546670"/>
                  <a:gd name="connsiteY65" fmla="*/ 88317 h 604887"/>
                  <a:gd name="connsiteX66" fmla="*/ 137930 w 546670"/>
                  <a:gd name="connsiteY66" fmla="*/ 91761 h 604887"/>
                  <a:gd name="connsiteX67" fmla="*/ 114460 w 546670"/>
                  <a:gd name="connsiteY67" fmla="*/ 81207 h 604887"/>
                  <a:gd name="connsiteX68" fmla="*/ 93214 w 546670"/>
                  <a:gd name="connsiteY68" fmla="*/ 72653 h 604887"/>
                  <a:gd name="connsiteX69" fmla="*/ 337631 w 546670"/>
                  <a:gd name="connsiteY69" fmla="*/ 69193 h 604887"/>
                  <a:gd name="connsiteX70" fmla="*/ 352427 w 546670"/>
                  <a:gd name="connsiteY70" fmla="*/ 99187 h 604887"/>
                  <a:gd name="connsiteX71" fmla="*/ 375678 w 546670"/>
                  <a:gd name="connsiteY71" fmla="*/ 174952 h 604887"/>
                  <a:gd name="connsiteX72" fmla="*/ 451551 w 546670"/>
                  <a:gd name="connsiteY72" fmla="*/ 198059 h 604887"/>
                  <a:gd name="connsiteX73" fmla="*/ 481589 w 546670"/>
                  <a:gd name="connsiteY73" fmla="*/ 212945 h 604887"/>
                  <a:gd name="connsiteX74" fmla="*/ 337631 w 546670"/>
                  <a:gd name="connsiteY74" fmla="*/ 69193 h 604887"/>
                  <a:gd name="connsiteX75" fmla="*/ 247963 w 546670"/>
                  <a:gd name="connsiteY75" fmla="*/ 4093 h 604887"/>
                  <a:gd name="connsiteX76" fmla="*/ 546670 w 546670"/>
                  <a:gd name="connsiteY76" fmla="*/ 302373 h 604887"/>
                  <a:gd name="connsiteX77" fmla="*/ 247963 w 546670"/>
                  <a:gd name="connsiteY77" fmla="*/ 600653 h 604887"/>
                  <a:gd name="connsiteX78" fmla="*/ 242957 w 546670"/>
                  <a:gd name="connsiteY78" fmla="*/ 600653 h 604887"/>
                  <a:gd name="connsiteX79" fmla="*/ 242957 w 546670"/>
                  <a:gd name="connsiteY79" fmla="*/ 551662 h 604887"/>
                  <a:gd name="connsiteX80" fmla="*/ 247963 w 546670"/>
                  <a:gd name="connsiteY80" fmla="*/ 552217 h 604887"/>
                  <a:gd name="connsiteX81" fmla="*/ 307705 w 546670"/>
                  <a:gd name="connsiteY81" fmla="*/ 486674 h 604887"/>
                  <a:gd name="connsiteX82" fmla="*/ 323836 w 546670"/>
                  <a:gd name="connsiteY82" fmla="*/ 438238 h 604887"/>
                  <a:gd name="connsiteX83" fmla="*/ 247963 w 546670"/>
                  <a:gd name="connsiteY83" fmla="*/ 442570 h 604887"/>
                  <a:gd name="connsiteX84" fmla="*/ 242957 w 546670"/>
                  <a:gd name="connsiteY84" fmla="*/ 442570 h 604887"/>
                  <a:gd name="connsiteX85" fmla="*/ 242957 w 546670"/>
                  <a:gd name="connsiteY85" fmla="*/ 394024 h 604887"/>
                  <a:gd name="connsiteX86" fmla="*/ 247963 w 546670"/>
                  <a:gd name="connsiteY86" fmla="*/ 394135 h 604887"/>
                  <a:gd name="connsiteX87" fmla="*/ 333848 w 546670"/>
                  <a:gd name="connsiteY87" fmla="*/ 388136 h 604887"/>
                  <a:gd name="connsiteX88" fmla="*/ 339856 w 546670"/>
                  <a:gd name="connsiteY88" fmla="*/ 302373 h 604887"/>
                  <a:gd name="connsiteX89" fmla="*/ 333848 w 546670"/>
                  <a:gd name="connsiteY89" fmla="*/ 216722 h 604887"/>
                  <a:gd name="connsiteX90" fmla="*/ 247963 w 546670"/>
                  <a:gd name="connsiteY90" fmla="*/ 210723 h 604887"/>
                  <a:gd name="connsiteX91" fmla="*/ 242957 w 546670"/>
                  <a:gd name="connsiteY91" fmla="*/ 210723 h 604887"/>
                  <a:gd name="connsiteX92" fmla="*/ 242957 w 546670"/>
                  <a:gd name="connsiteY92" fmla="*/ 162287 h 604887"/>
                  <a:gd name="connsiteX93" fmla="*/ 247963 w 546670"/>
                  <a:gd name="connsiteY93" fmla="*/ 162176 h 604887"/>
                  <a:gd name="connsiteX94" fmla="*/ 323836 w 546670"/>
                  <a:gd name="connsiteY94" fmla="*/ 166509 h 604887"/>
                  <a:gd name="connsiteX95" fmla="*/ 307705 w 546670"/>
                  <a:gd name="connsiteY95" fmla="*/ 118073 h 604887"/>
                  <a:gd name="connsiteX96" fmla="*/ 247963 w 546670"/>
                  <a:gd name="connsiteY96" fmla="*/ 52640 h 604887"/>
                  <a:gd name="connsiteX97" fmla="*/ 242957 w 546670"/>
                  <a:gd name="connsiteY97" fmla="*/ 53196 h 604887"/>
                  <a:gd name="connsiteX98" fmla="*/ 242957 w 546670"/>
                  <a:gd name="connsiteY98" fmla="*/ 4204 h 604887"/>
                  <a:gd name="connsiteX99" fmla="*/ 247963 w 546670"/>
                  <a:gd name="connsiteY99" fmla="*/ 4093 h 604887"/>
                  <a:gd name="connsiteX100" fmla="*/ 101779 w 546670"/>
                  <a:gd name="connsiteY100" fmla="*/ 0 h 604887"/>
                  <a:gd name="connsiteX101" fmla="*/ 121134 w 546670"/>
                  <a:gd name="connsiteY101" fmla="*/ 0 h 604887"/>
                  <a:gd name="connsiteX102" fmla="*/ 180978 w 546670"/>
                  <a:gd name="connsiteY102" fmla="*/ 59656 h 604887"/>
                  <a:gd name="connsiteX103" fmla="*/ 180978 w 546670"/>
                  <a:gd name="connsiteY103" fmla="*/ 78430 h 604887"/>
                  <a:gd name="connsiteX104" fmla="*/ 184315 w 546670"/>
                  <a:gd name="connsiteY104" fmla="*/ 89095 h 604887"/>
                  <a:gd name="connsiteX105" fmla="*/ 184315 w 546670"/>
                  <a:gd name="connsiteY105" fmla="*/ 102426 h 604887"/>
                  <a:gd name="connsiteX106" fmla="*/ 177752 w 546670"/>
                  <a:gd name="connsiteY106" fmla="*/ 116534 h 604887"/>
                  <a:gd name="connsiteX107" fmla="*/ 173859 w 546670"/>
                  <a:gd name="connsiteY107" fmla="*/ 126643 h 604887"/>
                  <a:gd name="connsiteX108" fmla="*/ 161067 w 546670"/>
                  <a:gd name="connsiteY108" fmla="*/ 150861 h 604887"/>
                  <a:gd name="connsiteX109" fmla="*/ 152502 w 546670"/>
                  <a:gd name="connsiteY109" fmla="*/ 161748 h 604887"/>
                  <a:gd name="connsiteX110" fmla="*/ 160400 w 546670"/>
                  <a:gd name="connsiteY110" fmla="*/ 167747 h 604887"/>
                  <a:gd name="connsiteX111" fmla="*/ 204115 w 546670"/>
                  <a:gd name="connsiteY111" fmla="*/ 176412 h 604887"/>
                  <a:gd name="connsiteX112" fmla="*/ 223692 w 546670"/>
                  <a:gd name="connsiteY112" fmla="*/ 200407 h 604887"/>
                  <a:gd name="connsiteX113" fmla="*/ 223692 w 546670"/>
                  <a:gd name="connsiteY113" fmla="*/ 358044 h 604887"/>
                  <a:gd name="connsiteX114" fmla="*/ 221467 w 546670"/>
                  <a:gd name="connsiteY114" fmla="*/ 368265 h 604887"/>
                  <a:gd name="connsiteX115" fmla="*/ 221467 w 546670"/>
                  <a:gd name="connsiteY115" fmla="*/ 385484 h 604887"/>
                  <a:gd name="connsiteX116" fmla="*/ 200110 w 546670"/>
                  <a:gd name="connsiteY116" fmla="*/ 406813 h 604887"/>
                  <a:gd name="connsiteX117" fmla="*/ 188431 w 546670"/>
                  <a:gd name="connsiteY117" fmla="*/ 403369 h 604887"/>
                  <a:gd name="connsiteX118" fmla="*/ 188431 w 546670"/>
                  <a:gd name="connsiteY118" fmla="*/ 566561 h 604887"/>
                  <a:gd name="connsiteX119" fmla="*/ 150166 w 546670"/>
                  <a:gd name="connsiteY119" fmla="*/ 604887 h 604887"/>
                  <a:gd name="connsiteX120" fmla="*/ 111902 w 546670"/>
                  <a:gd name="connsiteY120" fmla="*/ 566561 h 604887"/>
                  <a:gd name="connsiteX121" fmla="*/ 73526 w 546670"/>
                  <a:gd name="connsiteY121" fmla="*/ 604887 h 604887"/>
                  <a:gd name="connsiteX122" fmla="*/ 35261 w 546670"/>
                  <a:gd name="connsiteY122" fmla="*/ 566561 h 604887"/>
                  <a:gd name="connsiteX123" fmla="*/ 35261 w 546670"/>
                  <a:gd name="connsiteY123" fmla="*/ 403369 h 604887"/>
                  <a:gd name="connsiteX124" fmla="*/ 23582 w 546670"/>
                  <a:gd name="connsiteY124" fmla="*/ 406813 h 604887"/>
                  <a:gd name="connsiteX125" fmla="*/ 2225 w 546670"/>
                  <a:gd name="connsiteY125" fmla="*/ 385484 h 604887"/>
                  <a:gd name="connsiteX126" fmla="*/ 2225 w 546670"/>
                  <a:gd name="connsiteY126" fmla="*/ 368265 h 604887"/>
                  <a:gd name="connsiteX127" fmla="*/ 0 w 546670"/>
                  <a:gd name="connsiteY127" fmla="*/ 358044 h 604887"/>
                  <a:gd name="connsiteX128" fmla="*/ 0 w 546670"/>
                  <a:gd name="connsiteY128" fmla="*/ 200296 h 604887"/>
                  <a:gd name="connsiteX129" fmla="*/ 19577 w 546670"/>
                  <a:gd name="connsiteY129" fmla="*/ 176412 h 604887"/>
                  <a:gd name="connsiteX130" fmla="*/ 62625 w 546670"/>
                  <a:gd name="connsiteY130" fmla="*/ 167747 h 604887"/>
                  <a:gd name="connsiteX131" fmla="*/ 70522 w 546670"/>
                  <a:gd name="connsiteY131" fmla="*/ 161748 h 604887"/>
                  <a:gd name="connsiteX132" fmla="*/ 61957 w 546670"/>
                  <a:gd name="connsiteY132" fmla="*/ 150861 h 604887"/>
                  <a:gd name="connsiteX133" fmla="*/ 49054 w 546670"/>
                  <a:gd name="connsiteY133" fmla="*/ 126643 h 604887"/>
                  <a:gd name="connsiteX134" fmla="*/ 45161 w 546670"/>
                  <a:gd name="connsiteY134" fmla="*/ 116534 h 604887"/>
                  <a:gd name="connsiteX135" fmla="*/ 38598 w 546670"/>
                  <a:gd name="connsiteY135" fmla="*/ 102426 h 604887"/>
                  <a:gd name="connsiteX136" fmla="*/ 38598 w 546670"/>
                  <a:gd name="connsiteY136" fmla="*/ 89095 h 604887"/>
                  <a:gd name="connsiteX137" fmla="*/ 42047 w 546670"/>
                  <a:gd name="connsiteY137" fmla="*/ 78430 h 604887"/>
                  <a:gd name="connsiteX138" fmla="*/ 42047 w 546670"/>
                  <a:gd name="connsiteY138" fmla="*/ 59656 h 604887"/>
                  <a:gd name="connsiteX139" fmla="*/ 101779 w 546670"/>
                  <a:gd name="connsiteY139" fmla="*/ 0 h 60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</a:cxnLst>
                <a:rect l="l" t="t" r="r" b="b"/>
                <a:pathLst>
                  <a:path w="546670" h="604887">
                    <a:moveTo>
                      <a:pt x="481589" y="391913"/>
                    </a:moveTo>
                    <a:cubicBezTo>
                      <a:pt x="472466" y="397134"/>
                      <a:pt x="462454" y="402133"/>
                      <a:pt x="451551" y="406688"/>
                    </a:cubicBezTo>
                    <a:cubicBezTo>
                      <a:pt x="428967" y="416242"/>
                      <a:pt x="403269" y="424018"/>
                      <a:pt x="375678" y="429906"/>
                    </a:cubicBezTo>
                    <a:cubicBezTo>
                      <a:pt x="369782" y="457457"/>
                      <a:pt x="361995" y="483008"/>
                      <a:pt x="352427" y="505670"/>
                    </a:cubicBezTo>
                    <a:cubicBezTo>
                      <a:pt x="347866" y="516446"/>
                      <a:pt x="342860" y="526444"/>
                      <a:pt x="337631" y="535554"/>
                    </a:cubicBezTo>
                    <a:cubicBezTo>
                      <a:pt x="403602" y="510225"/>
                      <a:pt x="456112" y="457790"/>
                      <a:pt x="481589" y="391913"/>
                    </a:cubicBezTo>
                    <a:close/>
                    <a:moveTo>
                      <a:pt x="384133" y="226609"/>
                    </a:moveTo>
                    <a:cubicBezTo>
                      <a:pt x="386915" y="251049"/>
                      <a:pt x="388361" y="276489"/>
                      <a:pt x="388361" y="302373"/>
                    </a:cubicBezTo>
                    <a:cubicBezTo>
                      <a:pt x="388361" y="328369"/>
                      <a:pt x="386915" y="353697"/>
                      <a:pt x="384133" y="378137"/>
                    </a:cubicBezTo>
                    <a:cubicBezTo>
                      <a:pt x="401600" y="373694"/>
                      <a:pt x="417842" y="368250"/>
                      <a:pt x="432639" y="362029"/>
                    </a:cubicBezTo>
                    <a:cubicBezTo>
                      <a:pt x="473690" y="344699"/>
                      <a:pt x="498165" y="322370"/>
                      <a:pt x="498165" y="302373"/>
                    </a:cubicBezTo>
                    <a:cubicBezTo>
                      <a:pt x="498165" y="282377"/>
                      <a:pt x="473690" y="260047"/>
                      <a:pt x="432639" y="242717"/>
                    </a:cubicBezTo>
                    <a:cubicBezTo>
                      <a:pt x="417842" y="236496"/>
                      <a:pt x="401600" y="231164"/>
                      <a:pt x="384133" y="226609"/>
                    </a:cubicBezTo>
                    <a:close/>
                    <a:moveTo>
                      <a:pt x="135706" y="175523"/>
                    </a:moveTo>
                    <a:cubicBezTo>
                      <a:pt x="132591" y="177189"/>
                      <a:pt x="129477" y="178300"/>
                      <a:pt x="126473" y="178856"/>
                    </a:cubicBezTo>
                    <a:cubicBezTo>
                      <a:pt x="124582" y="179189"/>
                      <a:pt x="123248" y="180744"/>
                      <a:pt x="123248" y="182633"/>
                    </a:cubicBezTo>
                    <a:lnTo>
                      <a:pt x="123248" y="192075"/>
                    </a:lnTo>
                    <a:cubicBezTo>
                      <a:pt x="122691" y="192298"/>
                      <a:pt x="122246" y="192631"/>
                      <a:pt x="121801" y="193075"/>
                    </a:cubicBezTo>
                    <a:cubicBezTo>
                      <a:pt x="121134" y="193964"/>
                      <a:pt x="120689" y="194964"/>
                      <a:pt x="120912" y="196075"/>
                    </a:cubicBezTo>
                    <a:lnTo>
                      <a:pt x="122914" y="216404"/>
                    </a:lnTo>
                    <a:cubicBezTo>
                      <a:pt x="123136" y="217960"/>
                      <a:pt x="124249" y="219293"/>
                      <a:pt x="125695" y="219737"/>
                    </a:cubicBezTo>
                    <a:cubicBezTo>
                      <a:pt x="126028" y="219737"/>
                      <a:pt x="126473" y="219848"/>
                      <a:pt x="126807" y="219848"/>
                    </a:cubicBezTo>
                    <a:cubicBezTo>
                      <a:pt x="127919" y="219848"/>
                      <a:pt x="129032" y="219293"/>
                      <a:pt x="129810" y="218293"/>
                    </a:cubicBezTo>
                    <a:lnTo>
                      <a:pt x="140600" y="204073"/>
                    </a:lnTo>
                    <a:cubicBezTo>
                      <a:pt x="141045" y="203407"/>
                      <a:pt x="141379" y="202629"/>
                      <a:pt x="141379" y="201740"/>
                    </a:cubicBezTo>
                    <a:lnTo>
                      <a:pt x="141379" y="178856"/>
                    </a:lnTo>
                    <a:cubicBezTo>
                      <a:pt x="141379" y="177523"/>
                      <a:pt x="140600" y="176301"/>
                      <a:pt x="139488" y="175634"/>
                    </a:cubicBezTo>
                    <a:cubicBezTo>
                      <a:pt x="138375" y="174968"/>
                      <a:pt x="136929" y="174856"/>
                      <a:pt x="135706" y="175523"/>
                    </a:cubicBezTo>
                    <a:close/>
                    <a:moveTo>
                      <a:pt x="87208" y="175523"/>
                    </a:moveTo>
                    <a:cubicBezTo>
                      <a:pt x="86095" y="174856"/>
                      <a:pt x="84649" y="174968"/>
                      <a:pt x="83537" y="175634"/>
                    </a:cubicBezTo>
                    <a:cubicBezTo>
                      <a:pt x="82313" y="176301"/>
                      <a:pt x="81646" y="177523"/>
                      <a:pt x="81646" y="178856"/>
                    </a:cubicBezTo>
                    <a:lnTo>
                      <a:pt x="81646" y="201740"/>
                    </a:lnTo>
                    <a:cubicBezTo>
                      <a:pt x="81646" y="202629"/>
                      <a:pt x="81868" y="203407"/>
                      <a:pt x="82425" y="204073"/>
                    </a:cubicBezTo>
                    <a:lnTo>
                      <a:pt x="93103" y="218293"/>
                    </a:lnTo>
                    <a:cubicBezTo>
                      <a:pt x="93882" y="219293"/>
                      <a:pt x="94994" y="219848"/>
                      <a:pt x="96218" y="219848"/>
                    </a:cubicBezTo>
                    <a:cubicBezTo>
                      <a:pt x="96551" y="219848"/>
                      <a:pt x="96885" y="219848"/>
                      <a:pt x="97219" y="219737"/>
                    </a:cubicBezTo>
                    <a:cubicBezTo>
                      <a:pt x="98776" y="219293"/>
                      <a:pt x="99888" y="217960"/>
                      <a:pt x="100000" y="216404"/>
                    </a:cubicBezTo>
                    <a:lnTo>
                      <a:pt x="102113" y="196075"/>
                    </a:lnTo>
                    <a:cubicBezTo>
                      <a:pt x="102224" y="194964"/>
                      <a:pt x="101891" y="193964"/>
                      <a:pt x="101112" y="193075"/>
                    </a:cubicBezTo>
                    <a:cubicBezTo>
                      <a:pt x="100778" y="192631"/>
                      <a:pt x="100222" y="192298"/>
                      <a:pt x="99666" y="192075"/>
                    </a:cubicBezTo>
                    <a:lnTo>
                      <a:pt x="99666" y="182633"/>
                    </a:lnTo>
                    <a:cubicBezTo>
                      <a:pt x="99666" y="180744"/>
                      <a:pt x="98331" y="179189"/>
                      <a:pt x="96551" y="178856"/>
                    </a:cubicBezTo>
                    <a:cubicBezTo>
                      <a:pt x="93548" y="178300"/>
                      <a:pt x="90433" y="177189"/>
                      <a:pt x="87208" y="175523"/>
                    </a:cubicBezTo>
                    <a:close/>
                    <a:moveTo>
                      <a:pt x="93214" y="72653"/>
                    </a:moveTo>
                    <a:cubicBezTo>
                      <a:pt x="82313" y="72653"/>
                      <a:pt x="71857" y="77097"/>
                      <a:pt x="66629" y="79652"/>
                    </a:cubicBezTo>
                    <a:cubicBezTo>
                      <a:pt x="65294" y="80319"/>
                      <a:pt x="64516" y="81652"/>
                      <a:pt x="64516" y="83096"/>
                    </a:cubicBezTo>
                    <a:lnTo>
                      <a:pt x="64516" y="89872"/>
                    </a:lnTo>
                    <a:lnTo>
                      <a:pt x="62959" y="89872"/>
                    </a:lnTo>
                    <a:cubicBezTo>
                      <a:pt x="60845" y="89872"/>
                      <a:pt x="59065" y="91650"/>
                      <a:pt x="59065" y="93761"/>
                    </a:cubicBezTo>
                    <a:lnTo>
                      <a:pt x="59065" y="99982"/>
                    </a:lnTo>
                    <a:cubicBezTo>
                      <a:pt x="59065" y="101315"/>
                      <a:pt x="59733" y="102537"/>
                      <a:pt x="60845" y="103203"/>
                    </a:cubicBezTo>
                    <a:lnTo>
                      <a:pt x="64516" y="105647"/>
                    </a:lnTo>
                    <a:lnTo>
                      <a:pt x="64738" y="107202"/>
                    </a:lnTo>
                    <a:cubicBezTo>
                      <a:pt x="65962" y="116423"/>
                      <a:pt x="71079" y="128199"/>
                      <a:pt x="78531" y="138974"/>
                    </a:cubicBezTo>
                    <a:cubicBezTo>
                      <a:pt x="87875" y="152527"/>
                      <a:pt x="96663" y="158526"/>
                      <a:pt x="101223" y="158526"/>
                    </a:cubicBezTo>
                    <a:lnTo>
                      <a:pt x="121801" y="158526"/>
                    </a:lnTo>
                    <a:cubicBezTo>
                      <a:pt x="126362" y="158526"/>
                      <a:pt x="135150" y="152527"/>
                      <a:pt x="144493" y="138974"/>
                    </a:cubicBezTo>
                    <a:cubicBezTo>
                      <a:pt x="151835" y="128199"/>
                      <a:pt x="156951" y="116423"/>
                      <a:pt x="158175" y="107202"/>
                    </a:cubicBezTo>
                    <a:lnTo>
                      <a:pt x="158398" y="105647"/>
                    </a:lnTo>
                    <a:lnTo>
                      <a:pt x="162179" y="103203"/>
                    </a:lnTo>
                    <a:cubicBezTo>
                      <a:pt x="163181" y="102537"/>
                      <a:pt x="163848" y="101315"/>
                      <a:pt x="163848" y="100093"/>
                    </a:cubicBezTo>
                    <a:lnTo>
                      <a:pt x="163848" y="93761"/>
                    </a:lnTo>
                    <a:cubicBezTo>
                      <a:pt x="163848" y="91650"/>
                      <a:pt x="162179" y="89872"/>
                      <a:pt x="160066" y="89872"/>
                    </a:cubicBezTo>
                    <a:lnTo>
                      <a:pt x="157953" y="89872"/>
                    </a:lnTo>
                    <a:cubicBezTo>
                      <a:pt x="157619" y="89428"/>
                      <a:pt x="157285" y="88984"/>
                      <a:pt x="156729" y="88650"/>
                    </a:cubicBezTo>
                    <a:cubicBezTo>
                      <a:pt x="155617" y="87984"/>
                      <a:pt x="154282" y="87873"/>
                      <a:pt x="153058" y="88317"/>
                    </a:cubicBezTo>
                    <a:cubicBezTo>
                      <a:pt x="147942" y="90650"/>
                      <a:pt x="142825" y="91761"/>
                      <a:pt x="137930" y="91761"/>
                    </a:cubicBezTo>
                    <a:cubicBezTo>
                      <a:pt x="129254" y="91761"/>
                      <a:pt x="121357" y="88206"/>
                      <a:pt x="114460" y="81207"/>
                    </a:cubicBezTo>
                    <a:cubicBezTo>
                      <a:pt x="109010" y="75542"/>
                      <a:pt x="101779" y="72653"/>
                      <a:pt x="93214" y="72653"/>
                    </a:cubicBezTo>
                    <a:close/>
                    <a:moveTo>
                      <a:pt x="337631" y="69193"/>
                    </a:moveTo>
                    <a:cubicBezTo>
                      <a:pt x="342860" y="78302"/>
                      <a:pt x="347866" y="88300"/>
                      <a:pt x="352427" y="99187"/>
                    </a:cubicBezTo>
                    <a:cubicBezTo>
                      <a:pt x="361995" y="121739"/>
                      <a:pt x="369782" y="147290"/>
                      <a:pt x="375678" y="174952"/>
                    </a:cubicBezTo>
                    <a:cubicBezTo>
                      <a:pt x="403269" y="180728"/>
                      <a:pt x="428967" y="188505"/>
                      <a:pt x="451551" y="198059"/>
                    </a:cubicBezTo>
                    <a:cubicBezTo>
                      <a:pt x="462454" y="202724"/>
                      <a:pt x="472466" y="207612"/>
                      <a:pt x="481589" y="212945"/>
                    </a:cubicBezTo>
                    <a:cubicBezTo>
                      <a:pt x="456112" y="147068"/>
                      <a:pt x="403602" y="94633"/>
                      <a:pt x="337631" y="69193"/>
                    </a:cubicBezTo>
                    <a:close/>
                    <a:moveTo>
                      <a:pt x="247963" y="4093"/>
                    </a:moveTo>
                    <a:cubicBezTo>
                      <a:pt x="412725" y="4093"/>
                      <a:pt x="546670" y="137958"/>
                      <a:pt x="546670" y="302373"/>
                    </a:cubicBezTo>
                    <a:cubicBezTo>
                      <a:pt x="546670" y="466899"/>
                      <a:pt x="412725" y="600653"/>
                      <a:pt x="247963" y="600653"/>
                    </a:cubicBezTo>
                    <a:cubicBezTo>
                      <a:pt x="246295" y="600653"/>
                      <a:pt x="244626" y="600653"/>
                      <a:pt x="242957" y="600653"/>
                    </a:cubicBezTo>
                    <a:lnTo>
                      <a:pt x="242957" y="551662"/>
                    </a:lnTo>
                    <a:cubicBezTo>
                      <a:pt x="244626" y="551995"/>
                      <a:pt x="246295" y="552217"/>
                      <a:pt x="247963" y="552217"/>
                    </a:cubicBezTo>
                    <a:cubicBezTo>
                      <a:pt x="268100" y="552217"/>
                      <a:pt x="290350" y="527666"/>
                      <a:pt x="307705" y="486674"/>
                    </a:cubicBezTo>
                    <a:cubicBezTo>
                      <a:pt x="314046" y="472010"/>
                      <a:pt x="319386" y="455679"/>
                      <a:pt x="323836" y="438238"/>
                    </a:cubicBezTo>
                    <a:cubicBezTo>
                      <a:pt x="299472" y="441126"/>
                      <a:pt x="273996" y="442570"/>
                      <a:pt x="247963" y="442570"/>
                    </a:cubicBezTo>
                    <a:cubicBezTo>
                      <a:pt x="246295" y="442570"/>
                      <a:pt x="244626" y="442570"/>
                      <a:pt x="242957" y="442570"/>
                    </a:cubicBezTo>
                    <a:lnTo>
                      <a:pt x="242957" y="394024"/>
                    </a:lnTo>
                    <a:cubicBezTo>
                      <a:pt x="244626" y="394024"/>
                      <a:pt x="246295" y="394135"/>
                      <a:pt x="247963" y="394135"/>
                    </a:cubicBezTo>
                    <a:cubicBezTo>
                      <a:pt x="277778" y="394135"/>
                      <a:pt x="306703" y="392024"/>
                      <a:pt x="333848" y="388136"/>
                    </a:cubicBezTo>
                    <a:cubicBezTo>
                      <a:pt x="337742" y="361029"/>
                      <a:pt x="339856" y="332146"/>
                      <a:pt x="339856" y="302373"/>
                    </a:cubicBezTo>
                    <a:cubicBezTo>
                      <a:pt x="339856" y="272712"/>
                      <a:pt x="337742" y="243828"/>
                      <a:pt x="333848" y="216722"/>
                    </a:cubicBezTo>
                    <a:cubicBezTo>
                      <a:pt x="306703" y="212723"/>
                      <a:pt x="277778" y="210723"/>
                      <a:pt x="247963" y="210723"/>
                    </a:cubicBezTo>
                    <a:cubicBezTo>
                      <a:pt x="246295" y="210723"/>
                      <a:pt x="244626" y="210723"/>
                      <a:pt x="242957" y="210723"/>
                    </a:cubicBezTo>
                    <a:lnTo>
                      <a:pt x="242957" y="162287"/>
                    </a:lnTo>
                    <a:cubicBezTo>
                      <a:pt x="244626" y="162287"/>
                      <a:pt x="246295" y="162176"/>
                      <a:pt x="247963" y="162176"/>
                    </a:cubicBezTo>
                    <a:cubicBezTo>
                      <a:pt x="273996" y="162176"/>
                      <a:pt x="299472" y="163731"/>
                      <a:pt x="323836" y="166509"/>
                    </a:cubicBezTo>
                    <a:cubicBezTo>
                      <a:pt x="319386" y="149067"/>
                      <a:pt x="314046" y="132848"/>
                      <a:pt x="307705" y="118073"/>
                    </a:cubicBezTo>
                    <a:cubicBezTo>
                      <a:pt x="290350" y="77080"/>
                      <a:pt x="268100" y="52640"/>
                      <a:pt x="247963" y="52640"/>
                    </a:cubicBezTo>
                    <a:cubicBezTo>
                      <a:pt x="246295" y="52640"/>
                      <a:pt x="244626" y="52862"/>
                      <a:pt x="242957" y="53196"/>
                    </a:cubicBezTo>
                    <a:lnTo>
                      <a:pt x="242957" y="4204"/>
                    </a:lnTo>
                    <a:cubicBezTo>
                      <a:pt x="244626" y="4204"/>
                      <a:pt x="246295" y="4093"/>
                      <a:pt x="247963" y="4093"/>
                    </a:cubicBezTo>
                    <a:close/>
                    <a:moveTo>
                      <a:pt x="101779" y="0"/>
                    </a:moveTo>
                    <a:lnTo>
                      <a:pt x="121134" y="0"/>
                    </a:lnTo>
                    <a:cubicBezTo>
                      <a:pt x="154171" y="0"/>
                      <a:pt x="180978" y="26773"/>
                      <a:pt x="180978" y="59656"/>
                    </a:cubicBezTo>
                    <a:lnTo>
                      <a:pt x="180978" y="78430"/>
                    </a:lnTo>
                    <a:cubicBezTo>
                      <a:pt x="183203" y="81541"/>
                      <a:pt x="184315" y="85318"/>
                      <a:pt x="184315" y="89095"/>
                    </a:cubicBezTo>
                    <a:lnTo>
                      <a:pt x="184315" y="102426"/>
                    </a:lnTo>
                    <a:cubicBezTo>
                      <a:pt x="184315" y="107869"/>
                      <a:pt x="181868" y="113090"/>
                      <a:pt x="177752" y="116534"/>
                    </a:cubicBezTo>
                    <a:cubicBezTo>
                      <a:pt x="176751" y="119867"/>
                      <a:pt x="175416" y="123311"/>
                      <a:pt x="173859" y="126643"/>
                    </a:cubicBezTo>
                    <a:cubicBezTo>
                      <a:pt x="170856" y="134753"/>
                      <a:pt x="166406" y="143085"/>
                      <a:pt x="161067" y="150861"/>
                    </a:cubicBezTo>
                    <a:cubicBezTo>
                      <a:pt x="158842" y="154083"/>
                      <a:pt x="155839" y="157860"/>
                      <a:pt x="152502" y="161748"/>
                    </a:cubicBezTo>
                    <a:cubicBezTo>
                      <a:pt x="155505" y="163192"/>
                      <a:pt x="158175" y="165192"/>
                      <a:pt x="160400" y="167747"/>
                    </a:cubicBezTo>
                    <a:lnTo>
                      <a:pt x="204115" y="176412"/>
                    </a:lnTo>
                    <a:cubicBezTo>
                      <a:pt x="215461" y="178745"/>
                      <a:pt x="223692" y="188743"/>
                      <a:pt x="223692" y="200407"/>
                    </a:cubicBezTo>
                    <a:lnTo>
                      <a:pt x="223692" y="358044"/>
                    </a:lnTo>
                    <a:cubicBezTo>
                      <a:pt x="223692" y="361710"/>
                      <a:pt x="222913" y="365154"/>
                      <a:pt x="221467" y="368265"/>
                    </a:cubicBezTo>
                    <a:lnTo>
                      <a:pt x="221467" y="385484"/>
                    </a:lnTo>
                    <a:cubicBezTo>
                      <a:pt x="221467" y="397259"/>
                      <a:pt x="211901" y="406813"/>
                      <a:pt x="200110" y="406813"/>
                    </a:cubicBezTo>
                    <a:cubicBezTo>
                      <a:pt x="195772" y="406813"/>
                      <a:pt x="191879" y="405591"/>
                      <a:pt x="188431" y="403369"/>
                    </a:cubicBezTo>
                    <a:lnTo>
                      <a:pt x="188431" y="566561"/>
                    </a:lnTo>
                    <a:cubicBezTo>
                      <a:pt x="188431" y="587668"/>
                      <a:pt x="171301" y="604887"/>
                      <a:pt x="150166" y="604887"/>
                    </a:cubicBezTo>
                    <a:cubicBezTo>
                      <a:pt x="129032" y="604887"/>
                      <a:pt x="111902" y="587668"/>
                      <a:pt x="111902" y="566561"/>
                    </a:cubicBezTo>
                    <a:cubicBezTo>
                      <a:pt x="111902" y="587668"/>
                      <a:pt x="94772" y="604887"/>
                      <a:pt x="73526" y="604887"/>
                    </a:cubicBezTo>
                    <a:cubicBezTo>
                      <a:pt x="52391" y="604887"/>
                      <a:pt x="35261" y="587668"/>
                      <a:pt x="35261" y="566561"/>
                    </a:cubicBezTo>
                    <a:lnTo>
                      <a:pt x="35261" y="403369"/>
                    </a:lnTo>
                    <a:cubicBezTo>
                      <a:pt x="31924" y="405591"/>
                      <a:pt x="27920" y="406813"/>
                      <a:pt x="23582" y="406813"/>
                    </a:cubicBezTo>
                    <a:cubicBezTo>
                      <a:pt x="11791" y="406813"/>
                      <a:pt x="2225" y="397259"/>
                      <a:pt x="2225" y="385484"/>
                    </a:cubicBezTo>
                    <a:lnTo>
                      <a:pt x="2225" y="368265"/>
                    </a:lnTo>
                    <a:cubicBezTo>
                      <a:pt x="779" y="365154"/>
                      <a:pt x="0" y="361710"/>
                      <a:pt x="0" y="358044"/>
                    </a:cubicBezTo>
                    <a:lnTo>
                      <a:pt x="0" y="200296"/>
                    </a:lnTo>
                    <a:cubicBezTo>
                      <a:pt x="0" y="188743"/>
                      <a:pt x="8231" y="178745"/>
                      <a:pt x="19577" y="176412"/>
                    </a:cubicBezTo>
                    <a:lnTo>
                      <a:pt x="62625" y="167747"/>
                    </a:lnTo>
                    <a:cubicBezTo>
                      <a:pt x="64850" y="165192"/>
                      <a:pt x="67519" y="163192"/>
                      <a:pt x="70522" y="161748"/>
                    </a:cubicBezTo>
                    <a:cubicBezTo>
                      <a:pt x="67074" y="157971"/>
                      <a:pt x="64182" y="154083"/>
                      <a:pt x="61957" y="150861"/>
                    </a:cubicBezTo>
                    <a:cubicBezTo>
                      <a:pt x="56618" y="143085"/>
                      <a:pt x="52169" y="134753"/>
                      <a:pt x="49054" y="126643"/>
                    </a:cubicBezTo>
                    <a:cubicBezTo>
                      <a:pt x="47497" y="123311"/>
                      <a:pt x="46273" y="119867"/>
                      <a:pt x="45161" y="116534"/>
                    </a:cubicBezTo>
                    <a:cubicBezTo>
                      <a:pt x="41045" y="113090"/>
                      <a:pt x="38598" y="107869"/>
                      <a:pt x="38598" y="102426"/>
                    </a:cubicBezTo>
                    <a:lnTo>
                      <a:pt x="38598" y="89095"/>
                    </a:lnTo>
                    <a:cubicBezTo>
                      <a:pt x="38598" y="85318"/>
                      <a:pt x="39822" y="81541"/>
                      <a:pt x="42047" y="78430"/>
                    </a:cubicBezTo>
                    <a:lnTo>
                      <a:pt x="42047" y="59656"/>
                    </a:lnTo>
                    <a:cubicBezTo>
                      <a:pt x="42047" y="26773"/>
                      <a:pt x="68854" y="0"/>
                      <a:pt x="101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" name="ïsľídé">
              <a:extLst>
                <a:ext uri="{FF2B5EF4-FFF2-40B4-BE49-F238E27FC236}">
                  <a16:creationId xmlns:a16="http://schemas.microsoft.com/office/drawing/2014/main" id="{3AD6AAE5-83C6-4499-9B63-12912CE0DDF9}"/>
                </a:ext>
              </a:extLst>
            </p:cNvPr>
            <p:cNvGrpSpPr/>
            <p:nvPr/>
          </p:nvGrpSpPr>
          <p:grpSpPr>
            <a:xfrm>
              <a:off x="5630860" y="2970064"/>
              <a:ext cx="930276" cy="930276"/>
              <a:chOff x="1162049" y="1133475"/>
              <a:chExt cx="930276" cy="930276"/>
            </a:xfrm>
          </p:grpSpPr>
          <p:sp>
            <p:nvSpPr>
              <p:cNvPr id="35" name="ïṥļîḓe">
                <a:extLst>
                  <a:ext uri="{FF2B5EF4-FFF2-40B4-BE49-F238E27FC236}">
                    <a16:creationId xmlns:a16="http://schemas.microsoft.com/office/drawing/2014/main" id="{2D9CBCF9-F2AD-4E95-B48F-3AF521060B75}"/>
                  </a:ext>
                </a:extLst>
              </p:cNvPr>
              <p:cNvSpPr/>
              <p:nvPr/>
            </p:nvSpPr>
            <p:spPr>
              <a:xfrm>
                <a:off x="1162049" y="1133475"/>
                <a:ext cx="930276" cy="9302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ï$ļîďe">
                <a:extLst>
                  <a:ext uri="{FF2B5EF4-FFF2-40B4-BE49-F238E27FC236}">
                    <a16:creationId xmlns:a16="http://schemas.microsoft.com/office/drawing/2014/main" id="{6054AE26-5DF7-4C5B-957B-30D678183576}"/>
                  </a:ext>
                </a:extLst>
              </p:cNvPr>
              <p:cNvSpPr/>
              <p:nvPr/>
            </p:nvSpPr>
            <p:spPr>
              <a:xfrm>
                <a:off x="1427760" y="1377948"/>
                <a:ext cx="398849" cy="441324"/>
              </a:xfrm>
              <a:custGeom>
                <a:avLst/>
                <a:gdLst>
                  <a:gd name="connsiteX0" fmla="*/ 481589 w 546670"/>
                  <a:gd name="connsiteY0" fmla="*/ 391913 h 604887"/>
                  <a:gd name="connsiteX1" fmla="*/ 451551 w 546670"/>
                  <a:gd name="connsiteY1" fmla="*/ 406688 h 604887"/>
                  <a:gd name="connsiteX2" fmla="*/ 375678 w 546670"/>
                  <a:gd name="connsiteY2" fmla="*/ 429906 h 604887"/>
                  <a:gd name="connsiteX3" fmla="*/ 352427 w 546670"/>
                  <a:gd name="connsiteY3" fmla="*/ 505670 h 604887"/>
                  <a:gd name="connsiteX4" fmla="*/ 337631 w 546670"/>
                  <a:gd name="connsiteY4" fmla="*/ 535554 h 604887"/>
                  <a:gd name="connsiteX5" fmla="*/ 481589 w 546670"/>
                  <a:gd name="connsiteY5" fmla="*/ 391913 h 604887"/>
                  <a:gd name="connsiteX6" fmla="*/ 384133 w 546670"/>
                  <a:gd name="connsiteY6" fmla="*/ 226609 h 604887"/>
                  <a:gd name="connsiteX7" fmla="*/ 388361 w 546670"/>
                  <a:gd name="connsiteY7" fmla="*/ 302373 h 604887"/>
                  <a:gd name="connsiteX8" fmla="*/ 384133 w 546670"/>
                  <a:gd name="connsiteY8" fmla="*/ 378137 h 604887"/>
                  <a:gd name="connsiteX9" fmla="*/ 432639 w 546670"/>
                  <a:gd name="connsiteY9" fmla="*/ 362029 h 604887"/>
                  <a:gd name="connsiteX10" fmla="*/ 498165 w 546670"/>
                  <a:gd name="connsiteY10" fmla="*/ 302373 h 604887"/>
                  <a:gd name="connsiteX11" fmla="*/ 432639 w 546670"/>
                  <a:gd name="connsiteY11" fmla="*/ 242717 h 604887"/>
                  <a:gd name="connsiteX12" fmla="*/ 384133 w 546670"/>
                  <a:gd name="connsiteY12" fmla="*/ 226609 h 604887"/>
                  <a:gd name="connsiteX13" fmla="*/ 135706 w 546670"/>
                  <a:gd name="connsiteY13" fmla="*/ 175523 h 604887"/>
                  <a:gd name="connsiteX14" fmla="*/ 126473 w 546670"/>
                  <a:gd name="connsiteY14" fmla="*/ 178856 h 604887"/>
                  <a:gd name="connsiteX15" fmla="*/ 123248 w 546670"/>
                  <a:gd name="connsiteY15" fmla="*/ 182633 h 604887"/>
                  <a:gd name="connsiteX16" fmla="*/ 123248 w 546670"/>
                  <a:gd name="connsiteY16" fmla="*/ 192075 h 604887"/>
                  <a:gd name="connsiteX17" fmla="*/ 121801 w 546670"/>
                  <a:gd name="connsiteY17" fmla="*/ 193075 h 604887"/>
                  <a:gd name="connsiteX18" fmla="*/ 120912 w 546670"/>
                  <a:gd name="connsiteY18" fmla="*/ 196075 h 604887"/>
                  <a:gd name="connsiteX19" fmla="*/ 122914 w 546670"/>
                  <a:gd name="connsiteY19" fmla="*/ 216404 h 604887"/>
                  <a:gd name="connsiteX20" fmla="*/ 125695 w 546670"/>
                  <a:gd name="connsiteY20" fmla="*/ 219737 h 604887"/>
                  <a:gd name="connsiteX21" fmla="*/ 126807 w 546670"/>
                  <a:gd name="connsiteY21" fmla="*/ 219848 h 604887"/>
                  <a:gd name="connsiteX22" fmla="*/ 129810 w 546670"/>
                  <a:gd name="connsiteY22" fmla="*/ 218293 h 604887"/>
                  <a:gd name="connsiteX23" fmla="*/ 140600 w 546670"/>
                  <a:gd name="connsiteY23" fmla="*/ 204073 h 604887"/>
                  <a:gd name="connsiteX24" fmla="*/ 141379 w 546670"/>
                  <a:gd name="connsiteY24" fmla="*/ 201740 h 604887"/>
                  <a:gd name="connsiteX25" fmla="*/ 141379 w 546670"/>
                  <a:gd name="connsiteY25" fmla="*/ 178856 h 604887"/>
                  <a:gd name="connsiteX26" fmla="*/ 139488 w 546670"/>
                  <a:gd name="connsiteY26" fmla="*/ 175634 h 604887"/>
                  <a:gd name="connsiteX27" fmla="*/ 135706 w 546670"/>
                  <a:gd name="connsiteY27" fmla="*/ 175523 h 604887"/>
                  <a:gd name="connsiteX28" fmla="*/ 87208 w 546670"/>
                  <a:gd name="connsiteY28" fmla="*/ 175523 h 604887"/>
                  <a:gd name="connsiteX29" fmla="*/ 83537 w 546670"/>
                  <a:gd name="connsiteY29" fmla="*/ 175634 h 604887"/>
                  <a:gd name="connsiteX30" fmla="*/ 81646 w 546670"/>
                  <a:gd name="connsiteY30" fmla="*/ 178856 h 604887"/>
                  <a:gd name="connsiteX31" fmla="*/ 81646 w 546670"/>
                  <a:gd name="connsiteY31" fmla="*/ 201740 h 604887"/>
                  <a:gd name="connsiteX32" fmla="*/ 82425 w 546670"/>
                  <a:gd name="connsiteY32" fmla="*/ 204073 h 604887"/>
                  <a:gd name="connsiteX33" fmla="*/ 93103 w 546670"/>
                  <a:gd name="connsiteY33" fmla="*/ 218293 h 604887"/>
                  <a:gd name="connsiteX34" fmla="*/ 96218 w 546670"/>
                  <a:gd name="connsiteY34" fmla="*/ 219848 h 604887"/>
                  <a:gd name="connsiteX35" fmla="*/ 97219 w 546670"/>
                  <a:gd name="connsiteY35" fmla="*/ 219737 h 604887"/>
                  <a:gd name="connsiteX36" fmla="*/ 100000 w 546670"/>
                  <a:gd name="connsiteY36" fmla="*/ 216404 h 604887"/>
                  <a:gd name="connsiteX37" fmla="*/ 102113 w 546670"/>
                  <a:gd name="connsiteY37" fmla="*/ 196075 h 604887"/>
                  <a:gd name="connsiteX38" fmla="*/ 101112 w 546670"/>
                  <a:gd name="connsiteY38" fmla="*/ 193075 h 604887"/>
                  <a:gd name="connsiteX39" fmla="*/ 99666 w 546670"/>
                  <a:gd name="connsiteY39" fmla="*/ 192075 h 604887"/>
                  <a:gd name="connsiteX40" fmla="*/ 99666 w 546670"/>
                  <a:gd name="connsiteY40" fmla="*/ 182633 h 604887"/>
                  <a:gd name="connsiteX41" fmla="*/ 96551 w 546670"/>
                  <a:gd name="connsiteY41" fmla="*/ 178856 h 604887"/>
                  <a:gd name="connsiteX42" fmla="*/ 87208 w 546670"/>
                  <a:gd name="connsiteY42" fmla="*/ 175523 h 604887"/>
                  <a:gd name="connsiteX43" fmla="*/ 93214 w 546670"/>
                  <a:gd name="connsiteY43" fmla="*/ 72653 h 604887"/>
                  <a:gd name="connsiteX44" fmla="*/ 66629 w 546670"/>
                  <a:gd name="connsiteY44" fmla="*/ 79652 h 604887"/>
                  <a:gd name="connsiteX45" fmla="*/ 64516 w 546670"/>
                  <a:gd name="connsiteY45" fmla="*/ 83096 h 604887"/>
                  <a:gd name="connsiteX46" fmla="*/ 64516 w 546670"/>
                  <a:gd name="connsiteY46" fmla="*/ 89872 h 604887"/>
                  <a:gd name="connsiteX47" fmla="*/ 62959 w 546670"/>
                  <a:gd name="connsiteY47" fmla="*/ 89872 h 604887"/>
                  <a:gd name="connsiteX48" fmla="*/ 59065 w 546670"/>
                  <a:gd name="connsiteY48" fmla="*/ 93761 h 604887"/>
                  <a:gd name="connsiteX49" fmla="*/ 59065 w 546670"/>
                  <a:gd name="connsiteY49" fmla="*/ 99982 h 604887"/>
                  <a:gd name="connsiteX50" fmla="*/ 60845 w 546670"/>
                  <a:gd name="connsiteY50" fmla="*/ 103203 h 604887"/>
                  <a:gd name="connsiteX51" fmla="*/ 64516 w 546670"/>
                  <a:gd name="connsiteY51" fmla="*/ 105647 h 604887"/>
                  <a:gd name="connsiteX52" fmla="*/ 64738 w 546670"/>
                  <a:gd name="connsiteY52" fmla="*/ 107202 h 604887"/>
                  <a:gd name="connsiteX53" fmla="*/ 78531 w 546670"/>
                  <a:gd name="connsiteY53" fmla="*/ 138974 h 604887"/>
                  <a:gd name="connsiteX54" fmla="*/ 101223 w 546670"/>
                  <a:gd name="connsiteY54" fmla="*/ 158526 h 604887"/>
                  <a:gd name="connsiteX55" fmla="*/ 121801 w 546670"/>
                  <a:gd name="connsiteY55" fmla="*/ 158526 h 604887"/>
                  <a:gd name="connsiteX56" fmla="*/ 144493 w 546670"/>
                  <a:gd name="connsiteY56" fmla="*/ 138974 h 604887"/>
                  <a:gd name="connsiteX57" fmla="*/ 158175 w 546670"/>
                  <a:gd name="connsiteY57" fmla="*/ 107202 h 604887"/>
                  <a:gd name="connsiteX58" fmla="*/ 158398 w 546670"/>
                  <a:gd name="connsiteY58" fmla="*/ 105647 h 604887"/>
                  <a:gd name="connsiteX59" fmla="*/ 162179 w 546670"/>
                  <a:gd name="connsiteY59" fmla="*/ 103203 h 604887"/>
                  <a:gd name="connsiteX60" fmla="*/ 163848 w 546670"/>
                  <a:gd name="connsiteY60" fmla="*/ 100093 h 604887"/>
                  <a:gd name="connsiteX61" fmla="*/ 163848 w 546670"/>
                  <a:gd name="connsiteY61" fmla="*/ 93761 h 604887"/>
                  <a:gd name="connsiteX62" fmla="*/ 160066 w 546670"/>
                  <a:gd name="connsiteY62" fmla="*/ 89872 h 604887"/>
                  <a:gd name="connsiteX63" fmla="*/ 157953 w 546670"/>
                  <a:gd name="connsiteY63" fmla="*/ 89872 h 604887"/>
                  <a:gd name="connsiteX64" fmla="*/ 156729 w 546670"/>
                  <a:gd name="connsiteY64" fmla="*/ 88650 h 604887"/>
                  <a:gd name="connsiteX65" fmla="*/ 153058 w 546670"/>
                  <a:gd name="connsiteY65" fmla="*/ 88317 h 604887"/>
                  <a:gd name="connsiteX66" fmla="*/ 137930 w 546670"/>
                  <a:gd name="connsiteY66" fmla="*/ 91761 h 604887"/>
                  <a:gd name="connsiteX67" fmla="*/ 114460 w 546670"/>
                  <a:gd name="connsiteY67" fmla="*/ 81207 h 604887"/>
                  <a:gd name="connsiteX68" fmla="*/ 93214 w 546670"/>
                  <a:gd name="connsiteY68" fmla="*/ 72653 h 604887"/>
                  <a:gd name="connsiteX69" fmla="*/ 337631 w 546670"/>
                  <a:gd name="connsiteY69" fmla="*/ 69193 h 604887"/>
                  <a:gd name="connsiteX70" fmla="*/ 352427 w 546670"/>
                  <a:gd name="connsiteY70" fmla="*/ 99187 h 604887"/>
                  <a:gd name="connsiteX71" fmla="*/ 375678 w 546670"/>
                  <a:gd name="connsiteY71" fmla="*/ 174952 h 604887"/>
                  <a:gd name="connsiteX72" fmla="*/ 451551 w 546670"/>
                  <a:gd name="connsiteY72" fmla="*/ 198059 h 604887"/>
                  <a:gd name="connsiteX73" fmla="*/ 481589 w 546670"/>
                  <a:gd name="connsiteY73" fmla="*/ 212945 h 604887"/>
                  <a:gd name="connsiteX74" fmla="*/ 337631 w 546670"/>
                  <a:gd name="connsiteY74" fmla="*/ 69193 h 604887"/>
                  <a:gd name="connsiteX75" fmla="*/ 247963 w 546670"/>
                  <a:gd name="connsiteY75" fmla="*/ 4093 h 604887"/>
                  <a:gd name="connsiteX76" fmla="*/ 546670 w 546670"/>
                  <a:gd name="connsiteY76" fmla="*/ 302373 h 604887"/>
                  <a:gd name="connsiteX77" fmla="*/ 247963 w 546670"/>
                  <a:gd name="connsiteY77" fmla="*/ 600653 h 604887"/>
                  <a:gd name="connsiteX78" fmla="*/ 242957 w 546670"/>
                  <a:gd name="connsiteY78" fmla="*/ 600653 h 604887"/>
                  <a:gd name="connsiteX79" fmla="*/ 242957 w 546670"/>
                  <a:gd name="connsiteY79" fmla="*/ 551662 h 604887"/>
                  <a:gd name="connsiteX80" fmla="*/ 247963 w 546670"/>
                  <a:gd name="connsiteY80" fmla="*/ 552217 h 604887"/>
                  <a:gd name="connsiteX81" fmla="*/ 307705 w 546670"/>
                  <a:gd name="connsiteY81" fmla="*/ 486674 h 604887"/>
                  <a:gd name="connsiteX82" fmla="*/ 323836 w 546670"/>
                  <a:gd name="connsiteY82" fmla="*/ 438238 h 604887"/>
                  <a:gd name="connsiteX83" fmla="*/ 247963 w 546670"/>
                  <a:gd name="connsiteY83" fmla="*/ 442570 h 604887"/>
                  <a:gd name="connsiteX84" fmla="*/ 242957 w 546670"/>
                  <a:gd name="connsiteY84" fmla="*/ 442570 h 604887"/>
                  <a:gd name="connsiteX85" fmla="*/ 242957 w 546670"/>
                  <a:gd name="connsiteY85" fmla="*/ 394024 h 604887"/>
                  <a:gd name="connsiteX86" fmla="*/ 247963 w 546670"/>
                  <a:gd name="connsiteY86" fmla="*/ 394135 h 604887"/>
                  <a:gd name="connsiteX87" fmla="*/ 333848 w 546670"/>
                  <a:gd name="connsiteY87" fmla="*/ 388136 h 604887"/>
                  <a:gd name="connsiteX88" fmla="*/ 339856 w 546670"/>
                  <a:gd name="connsiteY88" fmla="*/ 302373 h 604887"/>
                  <a:gd name="connsiteX89" fmla="*/ 333848 w 546670"/>
                  <a:gd name="connsiteY89" fmla="*/ 216722 h 604887"/>
                  <a:gd name="connsiteX90" fmla="*/ 247963 w 546670"/>
                  <a:gd name="connsiteY90" fmla="*/ 210723 h 604887"/>
                  <a:gd name="connsiteX91" fmla="*/ 242957 w 546670"/>
                  <a:gd name="connsiteY91" fmla="*/ 210723 h 604887"/>
                  <a:gd name="connsiteX92" fmla="*/ 242957 w 546670"/>
                  <a:gd name="connsiteY92" fmla="*/ 162287 h 604887"/>
                  <a:gd name="connsiteX93" fmla="*/ 247963 w 546670"/>
                  <a:gd name="connsiteY93" fmla="*/ 162176 h 604887"/>
                  <a:gd name="connsiteX94" fmla="*/ 323836 w 546670"/>
                  <a:gd name="connsiteY94" fmla="*/ 166509 h 604887"/>
                  <a:gd name="connsiteX95" fmla="*/ 307705 w 546670"/>
                  <a:gd name="connsiteY95" fmla="*/ 118073 h 604887"/>
                  <a:gd name="connsiteX96" fmla="*/ 247963 w 546670"/>
                  <a:gd name="connsiteY96" fmla="*/ 52640 h 604887"/>
                  <a:gd name="connsiteX97" fmla="*/ 242957 w 546670"/>
                  <a:gd name="connsiteY97" fmla="*/ 53196 h 604887"/>
                  <a:gd name="connsiteX98" fmla="*/ 242957 w 546670"/>
                  <a:gd name="connsiteY98" fmla="*/ 4204 h 604887"/>
                  <a:gd name="connsiteX99" fmla="*/ 247963 w 546670"/>
                  <a:gd name="connsiteY99" fmla="*/ 4093 h 604887"/>
                  <a:gd name="connsiteX100" fmla="*/ 101779 w 546670"/>
                  <a:gd name="connsiteY100" fmla="*/ 0 h 604887"/>
                  <a:gd name="connsiteX101" fmla="*/ 121134 w 546670"/>
                  <a:gd name="connsiteY101" fmla="*/ 0 h 604887"/>
                  <a:gd name="connsiteX102" fmla="*/ 180978 w 546670"/>
                  <a:gd name="connsiteY102" fmla="*/ 59656 h 604887"/>
                  <a:gd name="connsiteX103" fmla="*/ 180978 w 546670"/>
                  <a:gd name="connsiteY103" fmla="*/ 78430 h 604887"/>
                  <a:gd name="connsiteX104" fmla="*/ 184315 w 546670"/>
                  <a:gd name="connsiteY104" fmla="*/ 89095 h 604887"/>
                  <a:gd name="connsiteX105" fmla="*/ 184315 w 546670"/>
                  <a:gd name="connsiteY105" fmla="*/ 102426 h 604887"/>
                  <a:gd name="connsiteX106" fmla="*/ 177752 w 546670"/>
                  <a:gd name="connsiteY106" fmla="*/ 116534 h 604887"/>
                  <a:gd name="connsiteX107" fmla="*/ 173859 w 546670"/>
                  <a:gd name="connsiteY107" fmla="*/ 126643 h 604887"/>
                  <a:gd name="connsiteX108" fmla="*/ 161067 w 546670"/>
                  <a:gd name="connsiteY108" fmla="*/ 150861 h 604887"/>
                  <a:gd name="connsiteX109" fmla="*/ 152502 w 546670"/>
                  <a:gd name="connsiteY109" fmla="*/ 161748 h 604887"/>
                  <a:gd name="connsiteX110" fmla="*/ 160400 w 546670"/>
                  <a:gd name="connsiteY110" fmla="*/ 167747 h 604887"/>
                  <a:gd name="connsiteX111" fmla="*/ 204115 w 546670"/>
                  <a:gd name="connsiteY111" fmla="*/ 176412 h 604887"/>
                  <a:gd name="connsiteX112" fmla="*/ 223692 w 546670"/>
                  <a:gd name="connsiteY112" fmla="*/ 200407 h 604887"/>
                  <a:gd name="connsiteX113" fmla="*/ 223692 w 546670"/>
                  <a:gd name="connsiteY113" fmla="*/ 358044 h 604887"/>
                  <a:gd name="connsiteX114" fmla="*/ 221467 w 546670"/>
                  <a:gd name="connsiteY114" fmla="*/ 368265 h 604887"/>
                  <a:gd name="connsiteX115" fmla="*/ 221467 w 546670"/>
                  <a:gd name="connsiteY115" fmla="*/ 385484 h 604887"/>
                  <a:gd name="connsiteX116" fmla="*/ 200110 w 546670"/>
                  <a:gd name="connsiteY116" fmla="*/ 406813 h 604887"/>
                  <a:gd name="connsiteX117" fmla="*/ 188431 w 546670"/>
                  <a:gd name="connsiteY117" fmla="*/ 403369 h 604887"/>
                  <a:gd name="connsiteX118" fmla="*/ 188431 w 546670"/>
                  <a:gd name="connsiteY118" fmla="*/ 566561 h 604887"/>
                  <a:gd name="connsiteX119" fmla="*/ 150166 w 546670"/>
                  <a:gd name="connsiteY119" fmla="*/ 604887 h 604887"/>
                  <a:gd name="connsiteX120" fmla="*/ 111902 w 546670"/>
                  <a:gd name="connsiteY120" fmla="*/ 566561 h 604887"/>
                  <a:gd name="connsiteX121" fmla="*/ 73526 w 546670"/>
                  <a:gd name="connsiteY121" fmla="*/ 604887 h 604887"/>
                  <a:gd name="connsiteX122" fmla="*/ 35261 w 546670"/>
                  <a:gd name="connsiteY122" fmla="*/ 566561 h 604887"/>
                  <a:gd name="connsiteX123" fmla="*/ 35261 w 546670"/>
                  <a:gd name="connsiteY123" fmla="*/ 403369 h 604887"/>
                  <a:gd name="connsiteX124" fmla="*/ 23582 w 546670"/>
                  <a:gd name="connsiteY124" fmla="*/ 406813 h 604887"/>
                  <a:gd name="connsiteX125" fmla="*/ 2225 w 546670"/>
                  <a:gd name="connsiteY125" fmla="*/ 385484 h 604887"/>
                  <a:gd name="connsiteX126" fmla="*/ 2225 w 546670"/>
                  <a:gd name="connsiteY126" fmla="*/ 368265 h 604887"/>
                  <a:gd name="connsiteX127" fmla="*/ 0 w 546670"/>
                  <a:gd name="connsiteY127" fmla="*/ 358044 h 604887"/>
                  <a:gd name="connsiteX128" fmla="*/ 0 w 546670"/>
                  <a:gd name="connsiteY128" fmla="*/ 200296 h 604887"/>
                  <a:gd name="connsiteX129" fmla="*/ 19577 w 546670"/>
                  <a:gd name="connsiteY129" fmla="*/ 176412 h 604887"/>
                  <a:gd name="connsiteX130" fmla="*/ 62625 w 546670"/>
                  <a:gd name="connsiteY130" fmla="*/ 167747 h 604887"/>
                  <a:gd name="connsiteX131" fmla="*/ 70522 w 546670"/>
                  <a:gd name="connsiteY131" fmla="*/ 161748 h 604887"/>
                  <a:gd name="connsiteX132" fmla="*/ 61957 w 546670"/>
                  <a:gd name="connsiteY132" fmla="*/ 150861 h 604887"/>
                  <a:gd name="connsiteX133" fmla="*/ 49054 w 546670"/>
                  <a:gd name="connsiteY133" fmla="*/ 126643 h 604887"/>
                  <a:gd name="connsiteX134" fmla="*/ 45161 w 546670"/>
                  <a:gd name="connsiteY134" fmla="*/ 116534 h 604887"/>
                  <a:gd name="connsiteX135" fmla="*/ 38598 w 546670"/>
                  <a:gd name="connsiteY135" fmla="*/ 102426 h 604887"/>
                  <a:gd name="connsiteX136" fmla="*/ 38598 w 546670"/>
                  <a:gd name="connsiteY136" fmla="*/ 89095 h 604887"/>
                  <a:gd name="connsiteX137" fmla="*/ 42047 w 546670"/>
                  <a:gd name="connsiteY137" fmla="*/ 78430 h 604887"/>
                  <a:gd name="connsiteX138" fmla="*/ 42047 w 546670"/>
                  <a:gd name="connsiteY138" fmla="*/ 59656 h 604887"/>
                  <a:gd name="connsiteX139" fmla="*/ 101779 w 546670"/>
                  <a:gd name="connsiteY139" fmla="*/ 0 h 60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</a:cxnLst>
                <a:rect l="l" t="t" r="r" b="b"/>
                <a:pathLst>
                  <a:path w="546670" h="604887">
                    <a:moveTo>
                      <a:pt x="481589" y="391913"/>
                    </a:moveTo>
                    <a:cubicBezTo>
                      <a:pt x="472466" y="397134"/>
                      <a:pt x="462454" y="402133"/>
                      <a:pt x="451551" y="406688"/>
                    </a:cubicBezTo>
                    <a:cubicBezTo>
                      <a:pt x="428967" y="416242"/>
                      <a:pt x="403269" y="424018"/>
                      <a:pt x="375678" y="429906"/>
                    </a:cubicBezTo>
                    <a:cubicBezTo>
                      <a:pt x="369782" y="457457"/>
                      <a:pt x="361995" y="483008"/>
                      <a:pt x="352427" y="505670"/>
                    </a:cubicBezTo>
                    <a:cubicBezTo>
                      <a:pt x="347866" y="516446"/>
                      <a:pt x="342860" y="526444"/>
                      <a:pt x="337631" y="535554"/>
                    </a:cubicBezTo>
                    <a:cubicBezTo>
                      <a:pt x="403602" y="510225"/>
                      <a:pt x="456112" y="457790"/>
                      <a:pt x="481589" y="391913"/>
                    </a:cubicBezTo>
                    <a:close/>
                    <a:moveTo>
                      <a:pt x="384133" y="226609"/>
                    </a:moveTo>
                    <a:cubicBezTo>
                      <a:pt x="386915" y="251049"/>
                      <a:pt x="388361" y="276489"/>
                      <a:pt x="388361" y="302373"/>
                    </a:cubicBezTo>
                    <a:cubicBezTo>
                      <a:pt x="388361" y="328369"/>
                      <a:pt x="386915" y="353697"/>
                      <a:pt x="384133" y="378137"/>
                    </a:cubicBezTo>
                    <a:cubicBezTo>
                      <a:pt x="401600" y="373694"/>
                      <a:pt x="417842" y="368250"/>
                      <a:pt x="432639" y="362029"/>
                    </a:cubicBezTo>
                    <a:cubicBezTo>
                      <a:pt x="473690" y="344699"/>
                      <a:pt x="498165" y="322370"/>
                      <a:pt x="498165" y="302373"/>
                    </a:cubicBezTo>
                    <a:cubicBezTo>
                      <a:pt x="498165" y="282377"/>
                      <a:pt x="473690" y="260047"/>
                      <a:pt x="432639" y="242717"/>
                    </a:cubicBezTo>
                    <a:cubicBezTo>
                      <a:pt x="417842" y="236496"/>
                      <a:pt x="401600" y="231164"/>
                      <a:pt x="384133" y="226609"/>
                    </a:cubicBezTo>
                    <a:close/>
                    <a:moveTo>
                      <a:pt x="135706" y="175523"/>
                    </a:moveTo>
                    <a:cubicBezTo>
                      <a:pt x="132591" y="177189"/>
                      <a:pt x="129477" y="178300"/>
                      <a:pt x="126473" y="178856"/>
                    </a:cubicBezTo>
                    <a:cubicBezTo>
                      <a:pt x="124582" y="179189"/>
                      <a:pt x="123248" y="180744"/>
                      <a:pt x="123248" y="182633"/>
                    </a:cubicBezTo>
                    <a:lnTo>
                      <a:pt x="123248" y="192075"/>
                    </a:lnTo>
                    <a:cubicBezTo>
                      <a:pt x="122691" y="192298"/>
                      <a:pt x="122246" y="192631"/>
                      <a:pt x="121801" y="193075"/>
                    </a:cubicBezTo>
                    <a:cubicBezTo>
                      <a:pt x="121134" y="193964"/>
                      <a:pt x="120689" y="194964"/>
                      <a:pt x="120912" y="196075"/>
                    </a:cubicBezTo>
                    <a:lnTo>
                      <a:pt x="122914" y="216404"/>
                    </a:lnTo>
                    <a:cubicBezTo>
                      <a:pt x="123136" y="217960"/>
                      <a:pt x="124249" y="219293"/>
                      <a:pt x="125695" y="219737"/>
                    </a:cubicBezTo>
                    <a:cubicBezTo>
                      <a:pt x="126028" y="219737"/>
                      <a:pt x="126473" y="219848"/>
                      <a:pt x="126807" y="219848"/>
                    </a:cubicBezTo>
                    <a:cubicBezTo>
                      <a:pt x="127919" y="219848"/>
                      <a:pt x="129032" y="219293"/>
                      <a:pt x="129810" y="218293"/>
                    </a:cubicBezTo>
                    <a:lnTo>
                      <a:pt x="140600" y="204073"/>
                    </a:lnTo>
                    <a:cubicBezTo>
                      <a:pt x="141045" y="203407"/>
                      <a:pt x="141379" y="202629"/>
                      <a:pt x="141379" y="201740"/>
                    </a:cubicBezTo>
                    <a:lnTo>
                      <a:pt x="141379" y="178856"/>
                    </a:lnTo>
                    <a:cubicBezTo>
                      <a:pt x="141379" y="177523"/>
                      <a:pt x="140600" y="176301"/>
                      <a:pt x="139488" y="175634"/>
                    </a:cubicBezTo>
                    <a:cubicBezTo>
                      <a:pt x="138375" y="174968"/>
                      <a:pt x="136929" y="174856"/>
                      <a:pt x="135706" y="175523"/>
                    </a:cubicBezTo>
                    <a:close/>
                    <a:moveTo>
                      <a:pt x="87208" y="175523"/>
                    </a:moveTo>
                    <a:cubicBezTo>
                      <a:pt x="86095" y="174856"/>
                      <a:pt x="84649" y="174968"/>
                      <a:pt x="83537" y="175634"/>
                    </a:cubicBezTo>
                    <a:cubicBezTo>
                      <a:pt x="82313" y="176301"/>
                      <a:pt x="81646" y="177523"/>
                      <a:pt x="81646" y="178856"/>
                    </a:cubicBezTo>
                    <a:lnTo>
                      <a:pt x="81646" y="201740"/>
                    </a:lnTo>
                    <a:cubicBezTo>
                      <a:pt x="81646" y="202629"/>
                      <a:pt x="81868" y="203407"/>
                      <a:pt x="82425" y="204073"/>
                    </a:cubicBezTo>
                    <a:lnTo>
                      <a:pt x="93103" y="218293"/>
                    </a:lnTo>
                    <a:cubicBezTo>
                      <a:pt x="93882" y="219293"/>
                      <a:pt x="94994" y="219848"/>
                      <a:pt x="96218" y="219848"/>
                    </a:cubicBezTo>
                    <a:cubicBezTo>
                      <a:pt x="96551" y="219848"/>
                      <a:pt x="96885" y="219848"/>
                      <a:pt x="97219" y="219737"/>
                    </a:cubicBezTo>
                    <a:cubicBezTo>
                      <a:pt x="98776" y="219293"/>
                      <a:pt x="99888" y="217960"/>
                      <a:pt x="100000" y="216404"/>
                    </a:cubicBezTo>
                    <a:lnTo>
                      <a:pt x="102113" y="196075"/>
                    </a:lnTo>
                    <a:cubicBezTo>
                      <a:pt x="102224" y="194964"/>
                      <a:pt x="101891" y="193964"/>
                      <a:pt x="101112" y="193075"/>
                    </a:cubicBezTo>
                    <a:cubicBezTo>
                      <a:pt x="100778" y="192631"/>
                      <a:pt x="100222" y="192298"/>
                      <a:pt x="99666" y="192075"/>
                    </a:cubicBezTo>
                    <a:lnTo>
                      <a:pt x="99666" y="182633"/>
                    </a:lnTo>
                    <a:cubicBezTo>
                      <a:pt x="99666" y="180744"/>
                      <a:pt x="98331" y="179189"/>
                      <a:pt x="96551" y="178856"/>
                    </a:cubicBezTo>
                    <a:cubicBezTo>
                      <a:pt x="93548" y="178300"/>
                      <a:pt x="90433" y="177189"/>
                      <a:pt x="87208" y="175523"/>
                    </a:cubicBezTo>
                    <a:close/>
                    <a:moveTo>
                      <a:pt x="93214" y="72653"/>
                    </a:moveTo>
                    <a:cubicBezTo>
                      <a:pt x="82313" y="72653"/>
                      <a:pt x="71857" y="77097"/>
                      <a:pt x="66629" y="79652"/>
                    </a:cubicBezTo>
                    <a:cubicBezTo>
                      <a:pt x="65294" y="80319"/>
                      <a:pt x="64516" y="81652"/>
                      <a:pt x="64516" y="83096"/>
                    </a:cubicBezTo>
                    <a:lnTo>
                      <a:pt x="64516" y="89872"/>
                    </a:lnTo>
                    <a:lnTo>
                      <a:pt x="62959" y="89872"/>
                    </a:lnTo>
                    <a:cubicBezTo>
                      <a:pt x="60845" y="89872"/>
                      <a:pt x="59065" y="91650"/>
                      <a:pt x="59065" y="93761"/>
                    </a:cubicBezTo>
                    <a:lnTo>
                      <a:pt x="59065" y="99982"/>
                    </a:lnTo>
                    <a:cubicBezTo>
                      <a:pt x="59065" y="101315"/>
                      <a:pt x="59733" y="102537"/>
                      <a:pt x="60845" y="103203"/>
                    </a:cubicBezTo>
                    <a:lnTo>
                      <a:pt x="64516" y="105647"/>
                    </a:lnTo>
                    <a:lnTo>
                      <a:pt x="64738" y="107202"/>
                    </a:lnTo>
                    <a:cubicBezTo>
                      <a:pt x="65962" y="116423"/>
                      <a:pt x="71079" y="128199"/>
                      <a:pt x="78531" y="138974"/>
                    </a:cubicBezTo>
                    <a:cubicBezTo>
                      <a:pt x="87875" y="152527"/>
                      <a:pt x="96663" y="158526"/>
                      <a:pt x="101223" y="158526"/>
                    </a:cubicBezTo>
                    <a:lnTo>
                      <a:pt x="121801" y="158526"/>
                    </a:lnTo>
                    <a:cubicBezTo>
                      <a:pt x="126362" y="158526"/>
                      <a:pt x="135150" y="152527"/>
                      <a:pt x="144493" y="138974"/>
                    </a:cubicBezTo>
                    <a:cubicBezTo>
                      <a:pt x="151835" y="128199"/>
                      <a:pt x="156951" y="116423"/>
                      <a:pt x="158175" y="107202"/>
                    </a:cubicBezTo>
                    <a:lnTo>
                      <a:pt x="158398" y="105647"/>
                    </a:lnTo>
                    <a:lnTo>
                      <a:pt x="162179" y="103203"/>
                    </a:lnTo>
                    <a:cubicBezTo>
                      <a:pt x="163181" y="102537"/>
                      <a:pt x="163848" y="101315"/>
                      <a:pt x="163848" y="100093"/>
                    </a:cubicBezTo>
                    <a:lnTo>
                      <a:pt x="163848" y="93761"/>
                    </a:lnTo>
                    <a:cubicBezTo>
                      <a:pt x="163848" y="91650"/>
                      <a:pt x="162179" y="89872"/>
                      <a:pt x="160066" y="89872"/>
                    </a:cubicBezTo>
                    <a:lnTo>
                      <a:pt x="157953" y="89872"/>
                    </a:lnTo>
                    <a:cubicBezTo>
                      <a:pt x="157619" y="89428"/>
                      <a:pt x="157285" y="88984"/>
                      <a:pt x="156729" y="88650"/>
                    </a:cubicBezTo>
                    <a:cubicBezTo>
                      <a:pt x="155617" y="87984"/>
                      <a:pt x="154282" y="87873"/>
                      <a:pt x="153058" y="88317"/>
                    </a:cubicBezTo>
                    <a:cubicBezTo>
                      <a:pt x="147942" y="90650"/>
                      <a:pt x="142825" y="91761"/>
                      <a:pt x="137930" y="91761"/>
                    </a:cubicBezTo>
                    <a:cubicBezTo>
                      <a:pt x="129254" y="91761"/>
                      <a:pt x="121357" y="88206"/>
                      <a:pt x="114460" y="81207"/>
                    </a:cubicBezTo>
                    <a:cubicBezTo>
                      <a:pt x="109010" y="75542"/>
                      <a:pt x="101779" y="72653"/>
                      <a:pt x="93214" y="72653"/>
                    </a:cubicBezTo>
                    <a:close/>
                    <a:moveTo>
                      <a:pt x="337631" y="69193"/>
                    </a:moveTo>
                    <a:cubicBezTo>
                      <a:pt x="342860" y="78302"/>
                      <a:pt x="347866" y="88300"/>
                      <a:pt x="352427" y="99187"/>
                    </a:cubicBezTo>
                    <a:cubicBezTo>
                      <a:pt x="361995" y="121739"/>
                      <a:pt x="369782" y="147290"/>
                      <a:pt x="375678" y="174952"/>
                    </a:cubicBezTo>
                    <a:cubicBezTo>
                      <a:pt x="403269" y="180728"/>
                      <a:pt x="428967" y="188505"/>
                      <a:pt x="451551" y="198059"/>
                    </a:cubicBezTo>
                    <a:cubicBezTo>
                      <a:pt x="462454" y="202724"/>
                      <a:pt x="472466" y="207612"/>
                      <a:pt x="481589" y="212945"/>
                    </a:cubicBezTo>
                    <a:cubicBezTo>
                      <a:pt x="456112" y="147068"/>
                      <a:pt x="403602" y="94633"/>
                      <a:pt x="337631" y="69193"/>
                    </a:cubicBezTo>
                    <a:close/>
                    <a:moveTo>
                      <a:pt x="247963" y="4093"/>
                    </a:moveTo>
                    <a:cubicBezTo>
                      <a:pt x="412725" y="4093"/>
                      <a:pt x="546670" y="137958"/>
                      <a:pt x="546670" y="302373"/>
                    </a:cubicBezTo>
                    <a:cubicBezTo>
                      <a:pt x="546670" y="466899"/>
                      <a:pt x="412725" y="600653"/>
                      <a:pt x="247963" y="600653"/>
                    </a:cubicBezTo>
                    <a:cubicBezTo>
                      <a:pt x="246295" y="600653"/>
                      <a:pt x="244626" y="600653"/>
                      <a:pt x="242957" y="600653"/>
                    </a:cubicBezTo>
                    <a:lnTo>
                      <a:pt x="242957" y="551662"/>
                    </a:lnTo>
                    <a:cubicBezTo>
                      <a:pt x="244626" y="551995"/>
                      <a:pt x="246295" y="552217"/>
                      <a:pt x="247963" y="552217"/>
                    </a:cubicBezTo>
                    <a:cubicBezTo>
                      <a:pt x="268100" y="552217"/>
                      <a:pt x="290350" y="527666"/>
                      <a:pt x="307705" y="486674"/>
                    </a:cubicBezTo>
                    <a:cubicBezTo>
                      <a:pt x="314046" y="472010"/>
                      <a:pt x="319386" y="455679"/>
                      <a:pt x="323836" y="438238"/>
                    </a:cubicBezTo>
                    <a:cubicBezTo>
                      <a:pt x="299472" y="441126"/>
                      <a:pt x="273996" y="442570"/>
                      <a:pt x="247963" y="442570"/>
                    </a:cubicBezTo>
                    <a:cubicBezTo>
                      <a:pt x="246295" y="442570"/>
                      <a:pt x="244626" y="442570"/>
                      <a:pt x="242957" y="442570"/>
                    </a:cubicBezTo>
                    <a:lnTo>
                      <a:pt x="242957" y="394024"/>
                    </a:lnTo>
                    <a:cubicBezTo>
                      <a:pt x="244626" y="394024"/>
                      <a:pt x="246295" y="394135"/>
                      <a:pt x="247963" y="394135"/>
                    </a:cubicBezTo>
                    <a:cubicBezTo>
                      <a:pt x="277778" y="394135"/>
                      <a:pt x="306703" y="392024"/>
                      <a:pt x="333848" y="388136"/>
                    </a:cubicBezTo>
                    <a:cubicBezTo>
                      <a:pt x="337742" y="361029"/>
                      <a:pt x="339856" y="332146"/>
                      <a:pt x="339856" y="302373"/>
                    </a:cubicBezTo>
                    <a:cubicBezTo>
                      <a:pt x="339856" y="272712"/>
                      <a:pt x="337742" y="243828"/>
                      <a:pt x="333848" y="216722"/>
                    </a:cubicBezTo>
                    <a:cubicBezTo>
                      <a:pt x="306703" y="212723"/>
                      <a:pt x="277778" y="210723"/>
                      <a:pt x="247963" y="210723"/>
                    </a:cubicBezTo>
                    <a:cubicBezTo>
                      <a:pt x="246295" y="210723"/>
                      <a:pt x="244626" y="210723"/>
                      <a:pt x="242957" y="210723"/>
                    </a:cubicBezTo>
                    <a:lnTo>
                      <a:pt x="242957" y="162287"/>
                    </a:lnTo>
                    <a:cubicBezTo>
                      <a:pt x="244626" y="162287"/>
                      <a:pt x="246295" y="162176"/>
                      <a:pt x="247963" y="162176"/>
                    </a:cubicBezTo>
                    <a:cubicBezTo>
                      <a:pt x="273996" y="162176"/>
                      <a:pt x="299472" y="163731"/>
                      <a:pt x="323836" y="166509"/>
                    </a:cubicBezTo>
                    <a:cubicBezTo>
                      <a:pt x="319386" y="149067"/>
                      <a:pt x="314046" y="132848"/>
                      <a:pt x="307705" y="118073"/>
                    </a:cubicBezTo>
                    <a:cubicBezTo>
                      <a:pt x="290350" y="77080"/>
                      <a:pt x="268100" y="52640"/>
                      <a:pt x="247963" y="52640"/>
                    </a:cubicBezTo>
                    <a:cubicBezTo>
                      <a:pt x="246295" y="52640"/>
                      <a:pt x="244626" y="52862"/>
                      <a:pt x="242957" y="53196"/>
                    </a:cubicBezTo>
                    <a:lnTo>
                      <a:pt x="242957" y="4204"/>
                    </a:lnTo>
                    <a:cubicBezTo>
                      <a:pt x="244626" y="4204"/>
                      <a:pt x="246295" y="4093"/>
                      <a:pt x="247963" y="4093"/>
                    </a:cubicBezTo>
                    <a:close/>
                    <a:moveTo>
                      <a:pt x="101779" y="0"/>
                    </a:moveTo>
                    <a:lnTo>
                      <a:pt x="121134" y="0"/>
                    </a:lnTo>
                    <a:cubicBezTo>
                      <a:pt x="154171" y="0"/>
                      <a:pt x="180978" y="26773"/>
                      <a:pt x="180978" y="59656"/>
                    </a:cubicBezTo>
                    <a:lnTo>
                      <a:pt x="180978" y="78430"/>
                    </a:lnTo>
                    <a:cubicBezTo>
                      <a:pt x="183203" y="81541"/>
                      <a:pt x="184315" y="85318"/>
                      <a:pt x="184315" y="89095"/>
                    </a:cubicBezTo>
                    <a:lnTo>
                      <a:pt x="184315" y="102426"/>
                    </a:lnTo>
                    <a:cubicBezTo>
                      <a:pt x="184315" y="107869"/>
                      <a:pt x="181868" y="113090"/>
                      <a:pt x="177752" y="116534"/>
                    </a:cubicBezTo>
                    <a:cubicBezTo>
                      <a:pt x="176751" y="119867"/>
                      <a:pt x="175416" y="123311"/>
                      <a:pt x="173859" y="126643"/>
                    </a:cubicBezTo>
                    <a:cubicBezTo>
                      <a:pt x="170856" y="134753"/>
                      <a:pt x="166406" y="143085"/>
                      <a:pt x="161067" y="150861"/>
                    </a:cubicBezTo>
                    <a:cubicBezTo>
                      <a:pt x="158842" y="154083"/>
                      <a:pt x="155839" y="157860"/>
                      <a:pt x="152502" y="161748"/>
                    </a:cubicBezTo>
                    <a:cubicBezTo>
                      <a:pt x="155505" y="163192"/>
                      <a:pt x="158175" y="165192"/>
                      <a:pt x="160400" y="167747"/>
                    </a:cubicBezTo>
                    <a:lnTo>
                      <a:pt x="204115" y="176412"/>
                    </a:lnTo>
                    <a:cubicBezTo>
                      <a:pt x="215461" y="178745"/>
                      <a:pt x="223692" y="188743"/>
                      <a:pt x="223692" y="200407"/>
                    </a:cubicBezTo>
                    <a:lnTo>
                      <a:pt x="223692" y="358044"/>
                    </a:lnTo>
                    <a:cubicBezTo>
                      <a:pt x="223692" y="361710"/>
                      <a:pt x="222913" y="365154"/>
                      <a:pt x="221467" y="368265"/>
                    </a:cubicBezTo>
                    <a:lnTo>
                      <a:pt x="221467" y="385484"/>
                    </a:lnTo>
                    <a:cubicBezTo>
                      <a:pt x="221467" y="397259"/>
                      <a:pt x="211901" y="406813"/>
                      <a:pt x="200110" y="406813"/>
                    </a:cubicBezTo>
                    <a:cubicBezTo>
                      <a:pt x="195772" y="406813"/>
                      <a:pt x="191879" y="405591"/>
                      <a:pt x="188431" y="403369"/>
                    </a:cubicBezTo>
                    <a:lnTo>
                      <a:pt x="188431" y="566561"/>
                    </a:lnTo>
                    <a:cubicBezTo>
                      <a:pt x="188431" y="587668"/>
                      <a:pt x="171301" y="604887"/>
                      <a:pt x="150166" y="604887"/>
                    </a:cubicBezTo>
                    <a:cubicBezTo>
                      <a:pt x="129032" y="604887"/>
                      <a:pt x="111902" y="587668"/>
                      <a:pt x="111902" y="566561"/>
                    </a:cubicBezTo>
                    <a:cubicBezTo>
                      <a:pt x="111902" y="587668"/>
                      <a:pt x="94772" y="604887"/>
                      <a:pt x="73526" y="604887"/>
                    </a:cubicBezTo>
                    <a:cubicBezTo>
                      <a:pt x="52391" y="604887"/>
                      <a:pt x="35261" y="587668"/>
                      <a:pt x="35261" y="566561"/>
                    </a:cubicBezTo>
                    <a:lnTo>
                      <a:pt x="35261" y="403369"/>
                    </a:lnTo>
                    <a:cubicBezTo>
                      <a:pt x="31924" y="405591"/>
                      <a:pt x="27920" y="406813"/>
                      <a:pt x="23582" y="406813"/>
                    </a:cubicBezTo>
                    <a:cubicBezTo>
                      <a:pt x="11791" y="406813"/>
                      <a:pt x="2225" y="397259"/>
                      <a:pt x="2225" y="385484"/>
                    </a:cubicBezTo>
                    <a:lnTo>
                      <a:pt x="2225" y="368265"/>
                    </a:lnTo>
                    <a:cubicBezTo>
                      <a:pt x="779" y="365154"/>
                      <a:pt x="0" y="361710"/>
                      <a:pt x="0" y="358044"/>
                    </a:cubicBezTo>
                    <a:lnTo>
                      <a:pt x="0" y="200296"/>
                    </a:lnTo>
                    <a:cubicBezTo>
                      <a:pt x="0" y="188743"/>
                      <a:pt x="8231" y="178745"/>
                      <a:pt x="19577" y="176412"/>
                    </a:cubicBezTo>
                    <a:lnTo>
                      <a:pt x="62625" y="167747"/>
                    </a:lnTo>
                    <a:cubicBezTo>
                      <a:pt x="64850" y="165192"/>
                      <a:pt x="67519" y="163192"/>
                      <a:pt x="70522" y="161748"/>
                    </a:cubicBezTo>
                    <a:cubicBezTo>
                      <a:pt x="67074" y="157971"/>
                      <a:pt x="64182" y="154083"/>
                      <a:pt x="61957" y="150861"/>
                    </a:cubicBezTo>
                    <a:cubicBezTo>
                      <a:pt x="56618" y="143085"/>
                      <a:pt x="52169" y="134753"/>
                      <a:pt x="49054" y="126643"/>
                    </a:cubicBezTo>
                    <a:cubicBezTo>
                      <a:pt x="47497" y="123311"/>
                      <a:pt x="46273" y="119867"/>
                      <a:pt x="45161" y="116534"/>
                    </a:cubicBezTo>
                    <a:cubicBezTo>
                      <a:pt x="41045" y="113090"/>
                      <a:pt x="38598" y="107869"/>
                      <a:pt x="38598" y="102426"/>
                    </a:cubicBezTo>
                    <a:lnTo>
                      <a:pt x="38598" y="89095"/>
                    </a:lnTo>
                    <a:cubicBezTo>
                      <a:pt x="38598" y="85318"/>
                      <a:pt x="39822" y="81541"/>
                      <a:pt x="42047" y="78430"/>
                    </a:cubicBezTo>
                    <a:lnTo>
                      <a:pt x="42047" y="59656"/>
                    </a:lnTo>
                    <a:cubicBezTo>
                      <a:pt x="42047" y="26773"/>
                      <a:pt x="68854" y="0"/>
                      <a:pt x="101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ïsľiḓê">
              <a:extLst>
                <a:ext uri="{FF2B5EF4-FFF2-40B4-BE49-F238E27FC236}">
                  <a16:creationId xmlns:a16="http://schemas.microsoft.com/office/drawing/2014/main" id="{7C20849E-DB11-4A64-A489-A062908A504D}"/>
                </a:ext>
              </a:extLst>
            </p:cNvPr>
            <p:cNvGrpSpPr/>
            <p:nvPr/>
          </p:nvGrpSpPr>
          <p:grpSpPr>
            <a:xfrm>
              <a:off x="7893840" y="2970064"/>
              <a:ext cx="930276" cy="930276"/>
              <a:chOff x="1162049" y="1133475"/>
              <a:chExt cx="930276" cy="930276"/>
            </a:xfrm>
          </p:grpSpPr>
          <p:sp>
            <p:nvSpPr>
              <p:cNvPr id="33" name="iŝļidê">
                <a:extLst>
                  <a:ext uri="{FF2B5EF4-FFF2-40B4-BE49-F238E27FC236}">
                    <a16:creationId xmlns:a16="http://schemas.microsoft.com/office/drawing/2014/main" id="{4A4B9474-6053-42E6-AFA6-B5A1003AB83C}"/>
                  </a:ext>
                </a:extLst>
              </p:cNvPr>
              <p:cNvSpPr/>
              <p:nvPr/>
            </p:nvSpPr>
            <p:spPr>
              <a:xfrm>
                <a:off x="1162049" y="1133475"/>
                <a:ext cx="930276" cy="9302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ïṩ1ïḍe">
                <a:extLst>
                  <a:ext uri="{FF2B5EF4-FFF2-40B4-BE49-F238E27FC236}">
                    <a16:creationId xmlns:a16="http://schemas.microsoft.com/office/drawing/2014/main" id="{D25D90EF-3096-43ED-997C-091939728486}"/>
                  </a:ext>
                </a:extLst>
              </p:cNvPr>
              <p:cNvSpPr/>
              <p:nvPr/>
            </p:nvSpPr>
            <p:spPr>
              <a:xfrm>
                <a:off x="1427760" y="1377948"/>
                <a:ext cx="398849" cy="441324"/>
              </a:xfrm>
              <a:custGeom>
                <a:avLst/>
                <a:gdLst>
                  <a:gd name="connsiteX0" fmla="*/ 481589 w 546670"/>
                  <a:gd name="connsiteY0" fmla="*/ 391913 h 604887"/>
                  <a:gd name="connsiteX1" fmla="*/ 451551 w 546670"/>
                  <a:gd name="connsiteY1" fmla="*/ 406688 h 604887"/>
                  <a:gd name="connsiteX2" fmla="*/ 375678 w 546670"/>
                  <a:gd name="connsiteY2" fmla="*/ 429906 h 604887"/>
                  <a:gd name="connsiteX3" fmla="*/ 352427 w 546670"/>
                  <a:gd name="connsiteY3" fmla="*/ 505670 h 604887"/>
                  <a:gd name="connsiteX4" fmla="*/ 337631 w 546670"/>
                  <a:gd name="connsiteY4" fmla="*/ 535554 h 604887"/>
                  <a:gd name="connsiteX5" fmla="*/ 481589 w 546670"/>
                  <a:gd name="connsiteY5" fmla="*/ 391913 h 604887"/>
                  <a:gd name="connsiteX6" fmla="*/ 384133 w 546670"/>
                  <a:gd name="connsiteY6" fmla="*/ 226609 h 604887"/>
                  <a:gd name="connsiteX7" fmla="*/ 388361 w 546670"/>
                  <a:gd name="connsiteY7" fmla="*/ 302373 h 604887"/>
                  <a:gd name="connsiteX8" fmla="*/ 384133 w 546670"/>
                  <a:gd name="connsiteY8" fmla="*/ 378137 h 604887"/>
                  <a:gd name="connsiteX9" fmla="*/ 432639 w 546670"/>
                  <a:gd name="connsiteY9" fmla="*/ 362029 h 604887"/>
                  <a:gd name="connsiteX10" fmla="*/ 498165 w 546670"/>
                  <a:gd name="connsiteY10" fmla="*/ 302373 h 604887"/>
                  <a:gd name="connsiteX11" fmla="*/ 432639 w 546670"/>
                  <a:gd name="connsiteY11" fmla="*/ 242717 h 604887"/>
                  <a:gd name="connsiteX12" fmla="*/ 384133 w 546670"/>
                  <a:gd name="connsiteY12" fmla="*/ 226609 h 604887"/>
                  <a:gd name="connsiteX13" fmla="*/ 135706 w 546670"/>
                  <a:gd name="connsiteY13" fmla="*/ 175523 h 604887"/>
                  <a:gd name="connsiteX14" fmla="*/ 126473 w 546670"/>
                  <a:gd name="connsiteY14" fmla="*/ 178856 h 604887"/>
                  <a:gd name="connsiteX15" fmla="*/ 123248 w 546670"/>
                  <a:gd name="connsiteY15" fmla="*/ 182633 h 604887"/>
                  <a:gd name="connsiteX16" fmla="*/ 123248 w 546670"/>
                  <a:gd name="connsiteY16" fmla="*/ 192075 h 604887"/>
                  <a:gd name="connsiteX17" fmla="*/ 121801 w 546670"/>
                  <a:gd name="connsiteY17" fmla="*/ 193075 h 604887"/>
                  <a:gd name="connsiteX18" fmla="*/ 120912 w 546670"/>
                  <a:gd name="connsiteY18" fmla="*/ 196075 h 604887"/>
                  <a:gd name="connsiteX19" fmla="*/ 122914 w 546670"/>
                  <a:gd name="connsiteY19" fmla="*/ 216404 h 604887"/>
                  <a:gd name="connsiteX20" fmla="*/ 125695 w 546670"/>
                  <a:gd name="connsiteY20" fmla="*/ 219737 h 604887"/>
                  <a:gd name="connsiteX21" fmla="*/ 126807 w 546670"/>
                  <a:gd name="connsiteY21" fmla="*/ 219848 h 604887"/>
                  <a:gd name="connsiteX22" fmla="*/ 129810 w 546670"/>
                  <a:gd name="connsiteY22" fmla="*/ 218293 h 604887"/>
                  <a:gd name="connsiteX23" fmla="*/ 140600 w 546670"/>
                  <a:gd name="connsiteY23" fmla="*/ 204073 h 604887"/>
                  <a:gd name="connsiteX24" fmla="*/ 141379 w 546670"/>
                  <a:gd name="connsiteY24" fmla="*/ 201740 h 604887"/>
                  <a:gd name="connsiteX25" fmla="*/ 141379 w 546670"/>
                  <a:gd name="connsiteY25" fmla="*/ 178856 h 604887"/>
                  <a:gd name="connsiteX26" fmla="*/ 139488 w 546670"/>
                  <a:gd name="connsiteY26" fmla="*/ 175634 h 604887"/>
                  <a:gd name="connsiteX27" fmla="*/ 135706 w 546670"/>
                  <a:gd name="connsiteY27" fmla="*/ 175523 h 604887"/>
                  <a:gd name="connsiteX28" fmla="*/ 87208 w 546670"/>
                  <a:gd name="connsiteY28" fmla="*/ 175523 h 604887"/>
                  <a:gd name="connsiteX29" fmla="*/ 83537 w 546670"/>
                  <a:gd name="connsiteY29" fmla="*/ 175634 h 604887"/>
                  <a:gd name="connsiteX30" fmla="*/ 81646 w 546670"/>
                  <a:gd name="connsiteY30" fmla="*/ 178856 h 604887"/>
                  <a:gd name="connsiteX31" fmla="*/ 81646 w 546670"/>
                  <a:gd name="connsiteY31" fmla="*/ 201740 h 604887"/>
                  <a:gd name="connsiteX32" fmla="*/ 82425 w 546670"/>
                  <a:gd name="connsiteY32" fmla="*/ 204073 h 604887"/>
                  <a:gd name="connsiteX33" fmla="*/ 93103 w 546670"/>
                  <a:gd name="connsiteY33" fmla="*/ 218293 h 604887"/>
                  <a:gd name="connsiteX34" fmla="*/ 96218 w 546670"/>
                  <a:gd name="connsiteY34" fmla="*/ 219848 h 604887"/>
                  <a:gd name="connsiteX35" fmla="*/ 97219 w 546670"/>
                  <a:gd name="connsiteY35" fmla="*/ 219737 h 604887"/>
                  <a:gd name="connsiteX36" fmla="*/ 100000 w 546670"/>
                  <a:gd name="connsiteY36" fmla="*/ 216404 h 604887"/>
                  <a:gd name="connsiteX37" fmla="*/ 102113 w 546670"/>
                  <a:gd name="connsiteY37" fmla="*/ 196075 h 604887"/>
                  <a:gd name="connsiteX38" fmla="*/ 101112 w 546670"/>
                  <a:gd name="connsiteY38" fmla="*/ 193075 h 604887"/>
                  <a:gd name="connsiteX39" fmla="*/ 99666 w 546670"/>
                  <a:gd name="connsiteY39" fmla="*/ 192075 h 604887"/>
                  <a:gd name="connsiteX40" fmla="*/ 99666 w 546670"/>
                  <a:gd name="connsiteY40" fmla="*/ 182633 h 604887"/>
                  <a:gd name="connsiteX41" fmla="*/ 96551 w 546670"/>
                  <a:gd name="connsiteY41" fmla="*/ 178856 h 604887"/>
                  <a:gd name="connsiteX42" fmla="*/ 87208 w 546670"/>
                  <a:gd name="connsiteY42" fmla="*/ 175523 h 604887"/>
                  <a:gd name="connsiteX43" fmla="*/ 93214 w 546670"/>
                  <a:gd name="connsiteY43" fmla="*/ 72653 h 604887"/>
                  <a:gd name="connsiteX44" fmla="*/ 66629 w 546670"/>
                  <a:gd name="connsiteY44" fmla="*/ 79652 h 604887"/>
                  <a:gd name="connsiteX45" fmla="*/ 64516 w 546670"/>
                  <a:gd name="connsiteY45" fmla="*/ 83096 h 604887"/>
                  <a:gd name="connsiteX46" fmla="*/ 64516 w 546670"/>
                  <a:gd name="connsiteY46" fmla="*/ 89872 h 604887"/>
                  <a:gd name="connsiteX47" fmla="*/ 62959 w 546670"/>
                  <a:gd name="connsiteY47" fmla="*/ 89872 h 604887"/>
                  <a:gd name="connsiteX48" fmla="*/ 59065 w 546670"/>
                  <a:gd name="connsiteY48" fmla="*/ 93761 h 604887"/>
                  <a:gd name="connsiteX49" fmla="*/ 59065 w 546670"/>
                  <a:gd name="connsiteY49" fmla="*/ 99982 h 604887"/>
                  <a:gd name="connsiteX50" fmla="*/ 60845 w 546670"/>
                  <a:gd name="connsiteY50" fmla="*/ 103203 h 604887"/>
                  <a:gd name="connsiteX51" fmla="*/ 64516 w 546670"/>
                  <a:gd name="connsiteY51" fmla="*/ 105647 h 604887"/>
                  <a:gd name="connsiteX52" fmla="*/ 64738 w 546670"/>
                  <a:gd name="connsiteY52" fmla="*/ 107202 h 604887"/>
                  <a:gd name="connsiteX53" fmla="*/ 78531 w 546670"/>
                  <a:gd name="connsiteY53" fmla="*/ 138974 h 604887"/>
                  <a:gd name="connsiteX54" fmla="*/ 101223 w 546670"/>
                  <a:gd name="connsiteY54" fmla="*/ 158526 h 604887"/>
                  <a:gd name="connsiteX55" fmla="*/ 121801 w 546670"/>
                  <a:gd name="connsiteY55" fmla="*/ 158526 h 604887"/>
                  <a:gd name="connsiteX56" fmla="*/ 144493 w 546670"/>
                  <a:gd name="connsiteY56" fmla="*/ 138974 h 604887"/>
                  <a:gd name="connsiteX57" fmla="*/ 158175 w 546670"/>
                  <a:gd name="connsiteY57" fmla="*/ 107202 h 604887"/>
                  <a:gd name="connsiteX58" fmla="*/ 158398 w 546670"/>
                  <a:gd name="connsiteY58" fmla="*/ 105647 h 604887"/>
                  <a:gd name="connsiteX59" fmla="*/ 162179 w 546670"/>
                  <a:gd name="connsiteY59" fmla="*/ 103203 h 604887"/>
                  <a:gd name="connsiteX60" fmla="*/ 163848 w 546670"/>
                  <a:gd name="connsiteY60" fmla="*/ 100093 h 604887"/>
                  <a:gd name="connsiteX61" fmla="*/ 163848 w 546670"/>
                  <a:gd name="connsiteY61" fmla="*/ 93761 h 604887"/>
                  <a:gd name="connsiteX62" fmla="*/ 160066 w 546670"/>
                  <a:gd name="connsiteY62" fmla="*/ 89872 h 604887"/>
                  <a:gd name="connsiteX63" fmla="*/ 157953 w 546670"/>
                  <a:gd name="connsiteY63" fmla="*/ 89872 h 604887"/>
                  <a:gd name="connsiteX64" fmla="*/ 156729 w 546670"/>
                  <a:gd name="connsiteY64" fmla="*/ 88650 h 604887"/>
                  <a:gd name="connsiteX65" fmla="*/ 153058 w 546670"/>
                  <a:gd name="connsiteY65" fmla="*/ 88317 h 604887"/>
                  <a:gd name="connsiteX66" fmla="*/ 137930 w 546670"/>
                  <a:gd name="connsiteY66" fmla="*/ 91761 h 604887"/>
                  <a:gd name="connsiteX67" fmla="*/ 114460 w 546670"/>
                  <a:gd name="connsiteY67" fmla="*/ 81207 h 604887"/>
                  <a:gd name="connsiteX68" fmla="*/ 93214 w 546670"/>
                  <a:gd name="connsiteY68" fmla="*/ 72653 h 604887"/>
                  <a:gd name="connsiteX69" fmla="*/ 337631 w 546670"/>
                  <a:gd name="connsiteY69" fmla="*/ 69193 h 604887"/>
                  <a:gd name="connsiteX70" fmla="*/ 352427 w 546670"/>
                  <a:gd name="connsiteY70" fmla="*/ 99187 h 604887"/>
                  <a:gd name="connsiteX71" fmla="*/ 375678 w 546670"/>
                  <a:gd name="connsiteY71" fmla="*/ 174952 h 604887"/>
                  <a:gd name="connsiteX72" fmla="*/ 451551 w 546670"/>
                  <a:gd name="connsiteY72" fmla="*/ 198059 h 604887"/>
                  <a:gd name="connsiteX73" fmla="*/ 481589 w 546670"/>
                  <a:gd name="connsiteY73" fmla="*/ 212945 h 604887"/>
                  <a:gd name="connsiteX74" fmla="*/ 337631 w 546670"/>
                  <a:gd name="connsiteY74" fmla="*/ 69193 h 604887"/>
                  <a:gd name="connsiteX75" fmla="*/ 247963 w 546670"/>
                  <a:gd name="connsiteY75" fmla="*/ 4093 h 604887"/>
                  <a:gd name="connsiteX76" fmla="*/ 546670 w 546670"/>
                  <a:gd name="connsiteY76" fmla="*/ 302373 h 604887"/>
                  <a:gd name="connsiteX77" fmla="*/ 247963 w 546670"/>
                  <a:gd name="connsiteY77" fmla="*/ 600653 h 604887"/>
                  <a:gd name="connsiteX78" fmla="*/ 242957 w 546670"/>
                  <a:gd name="connsiteY78" fmla="*/ 600653 h 604887"/>
                  <a:gd name="connsiteX79" fmla="*/ 242957 w 546670"/>
                  <a:gd name="connsiteY79" fmla="*/ 551662 h 604887"/>
                  <a:gd name="connsiteX80" fmla="*/ 247963 w 546670"/>
                  <a:gd name="connsiteY80" fmla="*/ 552217 h 604887"/>
                  <a:gd name="connsiteX81" fmla="*/ 307705 w 546670"/>
                  <a:gd name="connsiteY81" fmla="*/ 486674 h 604887"/>
                  <a:gd name="connsiteX82" fmla="*/ 323836 w 546670"/>
                  <a:gd name="connsiteY82" fmla="*/ 438238 h 604887"/>
                  <a:gd name="connsiteX83" fmla="*/ 247963 w 546670"/>
                  <a:gd name="connsiteY83" fmla="*/ 442570 h 604887"/>
                  <a:gd name="connsiteX84" fmla="*/ 242957 w 546670"/>
                  <a:gd name="connsiteY84" fmla="*/ 442570 h 604887"/>
                  <a:gd name="connsiteX85" fmla="*/ 242957 w 546670"/>
                  <a:gd name="connsiteY85" fmla="*/ 394024 h 604887"/>
                  <a:gd name="connsiteX86" fmla="*/ 247963 w 546670"/>
                  <a:gd name="connsiteY86" fmla="*/ 394135 h 604887"/>
                  <a:gd name="connsiteX87" fmla="*/ 333848 w 546670"/>
                  <a:gd name="connsiteY87" fmla="*/ 388136 h 604887"/>
                  <a:gd name="connsiteX88" fmla="*/ 339856 w 546670"/>
                  <a:gd name="connsiteY88" fmla="*/ 302373 h 604887"/>
                  <a:gd name="connsiteX89" fmla="*/ 333848 w 546670"/>
                  <a:gd name="connsiteY89" fmla="*/ 216722 h 604887"/>
                  <a:gd name="connsiteX90" fmla="*/ 247963 w 546670"/>
                  <a:gd name="connsiteY90" fmla="*/ 210723 h 604887"/>
                  <a:gd name="connsiteX91" fmla="*/ 242957 w 546670"/>
                  <a:gd name="connsiteY91" fmla="*/ 210723 h 604887"/>
                  <a:gd name="connsiteX92" fmla="*/ 242957 w 546670"/>
                  <a:gd name="connsiteY92" fmla="*/ 162287 h 604887"/>
                  <a:gd name="connsiteX93" fmla="*/ 247963 w 546670"/>
                  <a:gd name="connsiteY93" fmla="*/ 162176 h 604887"/>
                  <a:gd name="connsiteX94" fmla="*/ 323836 w 546670"/>
                  <a:gd name="connsiteY94" fmla="*/ 166509 h 604887"/>
                  <a:gd name="connsiteX95" fmla="*/ 307705 w 546670"/>
                  <a:gd name="connsiteY95" fmla="*/ 118073 h 604887"/>
                  <a:gd name="connsiteX96" fmla="*/ 247963 w 546670"/>
                  <a:gd name="connsiteY96" fmla="*/ 52640 h 604887"/>
                  <a:gd name="connsiteX97" fmla="*/ 242957 w 546670"/>
                  <a:gd name="connsiteY97" fmla="*/ 53196 h 604887"/>
                  <a:gd name="connsiteX98" fmla="*/ 242957 w 546670"/>
                  <a:gd name="connsiteY98" fmla="*/ 4204 h 604887"/>
                  <a:gd name="connsiteX99" fmla="*/ 247963 w 546670"/>
                  <a:gd name="connsiteY99" fmla="*/ 4093 h 604887"/>
                  <a:gd name="connsiteX100" fmla="*/ 101779 w 546670"/>
                  <a:gd name="connsiteY100" fmla="*/ 0 h 604887"/>
                  <a:gd name="connsiteX101" fmla="*/ 121134 w 546670"/>
                  <a:gd name="connsiteY101" fmla="*/ 0 h 604887"/>
                  <a:gd name="connsiteX102" fmla="*/ 180978 w 546670"/>
                  <a:gd name="connsiteY102" fmla="*/ 59656 h 604887"/>
                  <a:gd name="connsiteX103" fmla="*/ 180978 w 546670"/>
                  <a:gd name="connsiteY103" fmla="*/ 78430 h 604887"/>
                  <a:gd name="connsiteX104" fmla="*/ 184315 w 546670"/>
                  <a:gd name="connsiteY104" fmla="*/ 89095 h 604887"/>
                  <a:gd name="connsiteX105" fmla="*/ 184315 w 546670"/>
                  <a:gd name="connsiteY105" fmla="*/ 102426 h 604887"/>
                  <a:gd name="connsiteX106" fmla="*/ 177752 w 546670"/>
                  <a:gd name="connsiteY106" fmla="*/ 116534 h 604887"/>
                  <a:gd name="connsiteX107" fmla="*/ 173859 w 546670"/>
                  <a:gd name="connsiteY107" fmla="*/ 126643 h 604887"/>
                  <a:gd name="connsiteX108" fmla="*/ 161067 w 546670"/>
                  <a:gd name="connsiteY108" fmla="*/ 150861 h 604887"/>
                  <a:gd name="connsiteX109" fmla="*/ 152502 w 546670"/>
                  <a:gd name="connsiteY109" fmla="*/ 161748 h 604887"/>
                  <a:gd name="connsiteX110" fmla="*/ 160400 w 546670"/>
                  <a:gd name="connsiteY110" fmla="*/ 167747 h 604887"/>
                  <a:gd name="connsiteX111" fmla="*/ 204115 w 546670"/>
                  <a:gd name="connsiteY111" fmla="*/ 176412 h 604887"/>
                  <a:gd name="connsiteX112" fmla="*/ 223692 w 546670"/>
                  <a:gd name="connsiteY112" fmla="*/ 200407 h 604887"/>
                  <a:gd name="connsiteX113" fmla="*/ 223692 w 546670"/>
                  <a:gd name="connsiteY113" fmla="*/ 358044 h 604887"/>
                  <a:gd name="connsiteX114" fmla="*/ 221467 w 546670"/>
                  <a:gd name="connsiteY114" fmla="*/ 368265 h 604887"/>
                  <a:gd name="connsiteX115" fmla="*/ 221467 w 546670"/>
                  <a:gd name="connsiteY115" fmla="*/ 385484 h 604887"/>
                  <a:gd name="connsiteX116" fmla="*/ 200110 w 546670"/>
                  <a:gd name="connsiteY116" fmla="*/ 406813 h 604887"/>
                  <a:gd name="connsiteX117" fmla="*/ 188431 w 546670"/>
                  <a:gd name="connsiteY117" fmla="*/ 403369 h 604887"/>
                  <a:gd name="connsiteX118" fmla="*/ 188431 w 546670"/>
                  <a:gd name="connsiteY118" fmla="*/ 566561 h 604887"/>
                  <a:gd name="connsiteX119" fmla="*/ 150166 w 546670"/>
                  <a:gd name="connsiteY119" fmla="*/ 604887 h 604887"/>
                  <a:gd name="connsiteX120" fmla="*/ 111902 w 546670"/>
                  <a:gd name="connsiteY120" fmla="*/ 566561 h 604887"/>
                  <a:gd name="connsiteX121" fmla="*/ 73526 w 546670"/>
                  <a:gd name="connsiteY121" fmla="*/ 604887 h 604887"/>
                  <a:gd name="connsiteX122" fmla="*/ 35261 w 546670"/>
                  <a:gd name="connsiteY122" fmla="*/ 566561 h 604887"/>
                  <a:gd name="connsiteX123" fmla="*/ 35261 w 546670"/>
                  <a:gd name="connsiteY123" fmla="*/ 403369 h 604887"/>
                  <a:gd name="connsiteX124" fmla="*/ 23582 w 546670"/>
                  <a:gd name="connsiteY124" fmla="*/ 406813 h 604887"/>
                  <a:gd name="connsiteX125" fmla="*/ 2225 w 546670"/>
                  <a:gd name="connsiteY125" fmla="*/ 385484 h 604887"/>
                  <a:gd name="connsiteX126" fmla="*/ 2225 w 546670"/>
                  <a:gd name="connsiteY126" fmla="*/ 368265 h 604887"/>
                  <a:gd name="connsiteX127" fmla="*/ 0 w 546670"/>
                  <a:gd name="connsiteY127" fmla="*/ 358044 h 604887"/>
                  <a:gd name="connsiteX128" fmla="*/ 0 w 546670"/>
                  <a:gd name="connsiteY128" fmla="*/ 200296 h 604887"/>
                  <a:gd name="connsiteX129" fmla="*/ 19577 w 546670"/>
                  <a:gd name="connsiteY129" fmla="*/ 176412 h 604887"/>
                  <a:gd name="connsiteX130" fmla="*/ 62625 w 546670"/>
                  <a:gd name="connsiteY130" fmla="*/ 167747 h 604887"/>
                  <a:gd name="connsiteX131" fmla="*/ 70522 w 546670"/>
                  <a:gd name="connsiteY131" fmla="*/ 161748 h 604887"/>
                  <a:gd name="connsiteX132" fmla="*/ 61957 w 546670"/>
                  <a:gd name="connsiteY132" fmla="*/ 150861 h 604887"/>
                  <a:gd name="connsiteX133" fmla="*/ 49054 w 546670"/>
                  <a:gd name="connsiteY133" fmla="*/ 126643 h 604887"/>
                  <a:gd name="connsiteX134" fmla="*/ 45161 w 546670"/>
                  <a:gd name="connsiteY134" fmla="*/ 116534 h 604887"/>
                  <a:gd name="connsiteX135" fmla="*/ 38598 w 546670"/>
                  <a:gd name="connsiteY135" fmla="*/ 102426 h 604887"/>
                  <a:gd name="connsiteX136" fmla="*/ 38598 w 546670"/>
                  <a:gd name="connsiteY136" fmla="*/ 89095 h 604887"/>
                  <a:gd name="connsiteX137" fmla="*/ 42047 w 546670"/>
                  <a:gd name="connsiteY137" fmla="*/ 78430 h 604887"/>
                  <a:gd name="connsiteX138" fmla="*/ 42047 w 546670"/>
                  <a:gd name="connsiteY138" fmla="*/ 59656 h 604887"/>
                  <a:gd name="connsiteX139" fmla="*/ 101779 w 546670"/>
                  <a:gd name="connsiteY139" fmla="*/ 0 h 60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</a:cxnLst>
                <a:rect l="l" t="t" r="r" b="b"/>
                <a:pathLst>
                  <a:path w="546670" h="604887">
                    <a:moveTo>
                      <a:pt x="481589" y="391913"/>
                    </a:moveTo>
                    <a:cubicBezTo>
                      <a:pt x="472466" y="397134"/>
                      <a:pt x="462454" y="402133"/>
                      <a:pt x="451551" y="406688"/>
                    </a:cubicBezTo>
                    <a:cubicBezTo>
                      <a:pt x="428967" y="416242"/>
                      <a:pt x="403269" y="424018"/>
                      <a:pt x="375678" y="429906"/>
                    </a:cubicBezTo>
                    <a:cubicBezTo>
                      <a:pt x="369782" y="457457"/>
                      <a:pt x="361995" y="483008"/>
                      <a:pt x="352427" y="505670"/>
                    </a:cubicBezTo>
                    <a:cubicBezTo>
                      <a:pt x="347866" y="516446"/>
                      <a:pt x="342860" y="526444"/>
                      <a:pt x="337631" y="535554"/>
                    </a:cubicBezTo>
                    <a:cubicBezTo>
                      <a:pt x="403602" y="510225"/>
                      <a:pt x="456112" y="457790"/>
                      <a:pt x="481589" y="391913"/>
                    </a:cubicBezTo>
                    <a:close/>
                    <a:moveTo>
                      <a:pt x="384133" y="226609"/>
                    </a:moveTo>
                    <a:cubicBezTo>
                      <a:pt x="386915" y="251049"/>
                      <a:pt x="388361" y="276489"/>
                      <a:pt x="388361" y="302373"/>
                    </a:cubicBezTo>
                    <a:cubicBezTo>
                      <a:pt x="388361" y="328369"/>
                      <a:pt x="386915" y="353697"/>
                      <a:pt x="384133" y="378137"/>
                    </a:cubicBezTo>
                    <a:cubicBezTo>
                      <a:pt x="401600" y="373694"/>
                      <a:pt x="417842" y="368250"/>
                      <a:pt x="432639" y="362029"/>
                    </a:cubicBezTo>
                    <a:cubicBezTo>
                      <a:pt x="473690" y="344699"/>
                      <a:pt x="498165" y="322370"/>
                      <a:pt x="498165" y="302373"/>
                    </a:cubicBezTo>
                    <a:cubicBezTo>
                      <a:pt x="498165" y="282377"/>
                      <a:pt x="473690" y="260047"/>
                      <a:pt x="432639" y="242717"/>
                    </a:cubicBezTo>
                    <a:cubicBezTo>
                      <a:pt x="417842" y="236496"/>
                      <a:pt x="401600" y="231164"/>
                      <a:pt x="384133" y="226609"/>
                    </a:cubicBezTo>
                    <a:close/>
                    <a:moveTo>
                      <a:pt x="135706" y="175523"/>
                    </a:moveTo>
                    <a:cubicBezTo>
                      <a:pt x="132591" y="177189"/>
                      <a:pt x="129477" y="178300"/>
                      <a:pt x="126473" y="178856"/>
                    </a:cubicBezTo>
                    <a:cubicBezTo>
                      <a:pt x="124582" y="179189"/>
                      <a:pt x="123248" y="180744"/>
                      <a:pt x="123248" y="182633"/>
                    </a:cubicBezTo>
                    <a:lnTo>
                      <a:pt x="123248" y="192075"/>
                    </a:lnTo>
                    <a:cubicBezTo>
                      <a:pt x="122691" y="192298"/>
                      <a:pt x="122246" y="192631"/>
                      <a:pt x="121801" y="193075"/>
                    </a:cubicBezTo>
                    <a:cubicBezTo>
                      <a:pt x="121134" y="193964"/>
                      <a:pt x="120689" y="194964"/>
                      <a:pt x="120912" y="196075"/>
                    </a:cubicBezTo>
                    <a:lnTo>
                      <a:pt x="122914" y="216404"/>
                    </a:lnTo>
                    <a:cubicBezTo>
                      <a:pt x="123136" y="217960"/>
                      <a:pt x="124249" y="219293"/>
                      <a:pt x="125695" y="219737"/>
                    </a:cubicBezTo>
                    <a:cubicBezTo>
                      <a:pt x="126028" y="219737"/>
                      <a:pt x="126473" y="219848"/>
                      <a:pt x="126807" y="219848"/>
                    </a:cubicBezTo>
                    <a:cubicBezTo>
                      <a:pt x="127919" y="219848"/>
                      <a:pt x="129032" y="219293"/>
                      <a:pt x="129810" y="218293"/>
                    </a:cubicBezTo>
                    <a:lnTo>
                      <a:pt x="140600" y="204073"/>
                    </a:lnTo>
                    <a:cubicBezTo>
                      <a:pt x="141045" y="203407"/>
                      <a:pt x="141379" y="202629"/>
                      <a:pt x="141379" y="201740"/>
                    </a:cubicBezTo>
                    <a:lnTo>
                      <a:pt x="141379" y="178856"/>
                    </a:lnTo>
                    <a:cubicBezTo>
                      <a:pt x="141379" y="177523"/>
                      <a:pt x="140600" y="176301"/>
                      <a:pt x="139488" y="175634"/>
                    </a:cubicBezTo>
                    <a:cubicBezTo>
                      <a:pt x="138375" y="174968"/>
                      <a:pt x="136929" y="174856"/>
                      <a:pt x="135706" y="175523"/>
                    </a:cubicBezTo>
                    <a:close/>
                    <a:moveTo>
                      <a:pt x="87208" y="175523"/>
                    </a:moveTo>
                    <a:cubicBezTo>
                      <a:pt x="86095" y="174856"/>
                      <a:pt x="84649" y="174968"/>
                      <a:pt x="83537" y="175634"/>
                    </a:cubicBezTo>
                    <a:cubicBezTo>
                      <a:pt x="82313" y="176301"/>
                      <a:pt x="81646" y="177523"/>
                      <a:pt x="81646" y="178856"/>
                    </a:cubicBezTo>
                    <a:lnTo>
                      <a:pt x="81646" y="201740"/>
                    </a:lnTo>
                    <a:cubicBezTo>
                      <a:pt x="81646" y="202629"/>
                      <a:pt x="81868" y="203407"/>
                      <a:pt x="82425" y="204073"/>
                    </a:cubicBezTo>
                    <a:lnTo>
                      <a:pt x="93103" y="218293"/>
                    </a:lnTo>
                    <a:cubicBezTo>
                      <a:pt x="93882" y="219293"/>
                      <a:pt x="94994" y="219848"/>
                      <a:pt x="96218" y="219848"/>
                    </a:cubicBezTo>
                    <a:cubicBezTo>
                      <a:pt x="96551" y="219848"/>
                      <a:pt x="96885" y="219848"/>
                      <a:pt x="97219" y="219737"/>
                    </a:cubicBezTo>
                    <a:cubicBezTo>
                      <a:pt x="98776" y="219293"/>
                      <a:pt x="99888" y="217960"/>
                      <a:pt x="100000" y="216404"/>
                    </a:cubicBezTo>
                    <a:lnTo>
                      <a:pt x="102113" y="196075"/>
                    </a:lnTo>
                    <a:cubicBezTo>
                      <a:pt x="102224" y="194964"/>
                      <a:pt x="101891" y="193964"/>
                      <a:pt x="101112" y="193075"/>
                    </a:cubicBezTo>
                    <a:cubicBezTo>
                      <a:pt x="100778" y="192631"/>
                      <a:pt x="100222" y="192298"/>
                      <a:pt x="99666" y="192075"/>
                    </a:cubicBezTo>
                    <a:lnTo>
                      <a:pt x="99666" y="182633"/>
                    </a:lnTo>
                    <a:cubicBezTo>
                      <a:pt x="99666" y="180744"/>
                      <a:pt x="98331" y="179189"/>
                      <a:pt x="96551" y="178856"/>
                    </a:cubicBezTo>
                    <a:cubicBezTo>
                      <a:pt x="93548" y="178300"/>
                      <a:pt x="90433" y="177189"/>
                      <a:pt x="87208" y="175523"/>
                    </a:cubicBezTo>
                    <a:close/>
                    <a:moveTo>
                      <a:pt x="93214" y="72653"/>
                    </a:moveTo>
                    <a:cubicBezTo>
                      <a:pt x="82313" y="72653"/>
                      <a:pt x="71857" y="77097"/>
                      <a:pt x="66629" y="79652"/>
                    </a:cubicBezTo>
                    <a:cubicBezTo>
                      <a:pt x="65294" y="80319"/>
                      <a:pt x="64516" y="81652"/>
                      <a:pt x="64516" y="83096"/>
                    </a:cubicBezTo>
                    <a:lnTo>
                      <a:pt x="64516" y="89872"/>
                    </a:lnTo>
                    <a:lnTo>
                      <a:pt x="62959" y="89872"/>
                    </a:lnTo>
                    <a:cubicBezTo>
                      <a:pt x="60845" y="89872"/>
                      <a:pt x="59065" y="91650"/>
                      <a:pt x="59065" y="93761"/>
                    </a:cubicBezTo>
                    <a:lnTo>
                      <a:pt x="59065" y="99982"/>
                    </a:lnTo>
                    <a:cubicBezTo>
                      <a:pt x="59065" y="101315"/>
                      <a:pt x="59733" y="102537"/>
                      <a:pt x="60845" y="103203"/>
                    </a:cubicBezTo>
                    <a:lnTo>
                      <a:pt x="64516" y="105647"/>
                    </a:lnTo>
                    <a:lnTo>
                      <a:pt x="64738" y="107202"/>
                    </a:lnTo>
                    <a:cubicBezTo>
                      <a:pt x="65962" y="116423"/>
                      <a:pt x="71079" y="128199"/>
                      <a:pt x="78531" y="138974"/>
                    </a:cubicBezTo>
                    <a:cubicBezTo>
                      <a:pt x="87875" y="152527"/>
                      <a:pt x="96663" y="158526"/>
                      <a:pt x="101223" y="158526"/>
                    </a:cubicBezTo>
                    <a:lnTo>
                      <a:pt x="121801" y="158526"/>
                    </a:lnTo>
                    <a:cubicBezTo>
                      <a:pt x="126362" y="158526"/>
                      <a:pt x="135150" y="152527"/>
                      <a:pt x="144493" y="138974"/>
                    </a:cubicBezTo>
                    <a:cubicBezTo>
                      <a:pt x="151835" y="128199"/>
                      <a:pt x="156951" y="116423"/>
                      <a:pt x="158175" y="107202"/>
                    </a:cubicBezTo>
                    <a:lnTo>
                      <a:pt x="158398" y="105647"/>
                    </a:lnTo>
                    <a:lnTo>
                      <a:pt x="162179" y="103203"/>
                    </a:lnTo>
                    <a:cubicBezTo>
                      <a:pt x="163181" y="102537"/>
                      <a:pt x="163848" y="101315"/>
                      <a:pt x="163848" y="100093"/>
                    </a:cubicBezTo>
                    <a:lnTo>
                      <a:pt x="163848" y="93761"/>
                    </a:lnTo>
                    <a:cubicBezTo>
                      <a:pt x="163848" y="91650"/>
                      <a:pt x="162179" y="89872"/>
                      <a:pt x="160066" y="89872"/>
                    </a:cubicBezTo>
                    <a:lnTo>
                      <a:pt x="157953" y="89872"/>
                    </a:lnTo>
                    <a:cubicBezTo>
                      <a:pt x="157619" y="89428"/>
                      <a:pt x="157285" y="88984"/>
                      <a:pt x="156729" y="88650"/>
                    </a:cubicBezTo>
                    <a:cubicBezTo>
                      <a:pt x="155617" y="87984"/>
                      <a:pt x="154282" y="87873"/>
                      <a:pt x="153058" y="88317"/>
                    </a:cubicBezTo>
                    <a:cubicBezTo>
                      <a:pt x="147942" y="90650"/>
                      <a:pt x="142825" y="91761"/>
                      <a:pt x="137930" y="91761"/>
                    </a:cubicBezTo>
                    <a:cubicBezTo>
                      <a:pt x="129254" y="91761"/>
                      <a:pt x="121357" y="88206"/>
                      <a:pt x="114460" y="81207"/>
                    </a:cubicBezTo>
                    <a:cubicBezTo>
                      <a:pt x="109010" y="75542"/>
                      <a:pt x="101779" y="72653"/>
                      <a:pt x="93214" y="72653"/>
                    </a:cubicBezTo>
                    <a:close/>
                    <a:moveTo>
                      <a:pt x="337631" y="69193"/>
                    </a:moveTo>
                    <a:cubicBezTo>
                      <a:pt x="342860" y="78302"/>
                      <a:pt x="347866" y="88300"/>
                      <a:pt x="352427" y="99187"/>
                    </a:cubicBezTo>
                    <a:cubicBezTo>
                      <a:pt x="361995" y="121739"/>
                      <a:pt x="369782" y="147290"/>
                      <a:pt x="375678" y="174952"/>
                    </a:cubicBezTo>
                    <a:cubicBezTo>
                      <a:pt x="403269" y="180728"/>
                      <a:pt x="428967" y="188505"/>
                      <a:pt x="451551" y="198059"/>
                    </a:cubicBezTo>
                    <a:cubicBezTo>
                      <a:pt x="462454" y="202724"/>
                      <a:pt x="472466" y="207612"/>
                      <a:pt x="481589" y="212945"/>
                    </a:cubicBezTo>
                    <a:cubicBezTo>
                      <a:pt x="456112" y="147068"/>
                      <a:pt x="403602" y="94633"/>
                      <a:pt x="337631" y="69193"/>
                    </a:cubicBezTo>
                    <a:close/>
                    <a:moveTo>
                      <a:pt x="247963" y="4093"/>
                    </a:moveTo>
                    <a:cubicBezTo>
                      <a:pt x="412725" y="4093"/>
                      <a:pt x="546670" y="137958"/>
                      <a:pt x="546670" y="302373"/>
                    </a:cubicBezTo>
                    <a:cubicBezTo>
                      <a:pt x="546670" y="466899"/>
                      <a:pt x="412725" y="600653"/>
                      <a:pt x="247963" y="600653"/>
                    </a:cubicBezTo>
                    <a:cubicBezTo>
                      <a:pt x="246295" y="600653"/>
                      <a:pt x="244626" y="600653"/>
                      <a:pt x="242957" y="600653"/>
                    </a:cubicBezTo>
                    <a:lnTo>
                      <a:pt x="242957" y="551662"/>
                    </a:lnTo>
                    <a:cubicBezTo>
                      <a:pt x="244626" y="551995"/>
                      <a:pt x="246295" y="552217"/>
                      <a:pt x="247963" y="552217"/>
                    </a:cubicBezTo>
                    <a:cubicBezTo>
                      <a:pt x="268100" y="552217"/>
                      <a:pt x="290350" y="527666"/>
                      <a:pt x="307705" y="486674"/>
                    </a:cubicBezTo>
                    <a:cubicBezTo>
                      <a:pt x="314046" y="472010"/>
                      <a:pt x="319386" y="455679"/>
                      <a:pt x="323836" y="438238"/>
                    </a:cubicBezTo>
                    <a:cubicBezTo>
                      <a:pt x="299472" y="441126"/>
                      <a:pt x="273996" y="442570"/>
                      <a:pt x="247963" y="442570"/>
                    </a:cubicBezTo>
                    <a:cubicBezTo>
                      <a:pt x="246295" y="442570"/>
                      <a:pt x="244626" y="442570"/>
                      <a:pt x="242957" y="442570"/>
                    </a:cubicBezTo>
                    <a:lnTo>
                      <a:pt x="242957" y="394024"/>
                    </a:lnTo>
                    <a:cubicBezTo>
                      <a:pt x="244626" y="394024"/>
                      <a:pt x="246295" y="394135"/>
                      <a:pt x="247963" y="394135"/>
                    </a:cubicBezTo>
                    <a:cubicBezTo>
                      <a:pt x="277778" y="394135"/>
                      <a:pt x="306703" y="392024"/>
                      <a:pt x="333848" y="388136"/>
                    </a:cubicBezTo>
                    <a:cubicBezTo>
                      <a:pt x="337742" y="361029"/>
                      <a:pt x="339856" y="332146"/>
                      <a:pt x="339856" y="302373"/>
                    </a:cubicBezTo>
                    <a:cubicBezTo>
                      <a:pt x="339856" y="272712"/>
                      <a:pt x="337742" y="243828"/>
                      <a:pt x="333848" y="216722"/>
                    </a:cubicBezTo>
                    <a:cubicBezTo>
                      <a:pt x="306703" y="212723"/>
                      <a:pt x="277778" y="210723"/>
                      <a:pt x="247963" y="210723"/>
                    </a:cubicBezTo>
                    <a:cubicBezTo>
                      <a:pt x="246295" y="210723"/>
                      <a:pt x="244626" y="210723"/>
                      <a:pt x="242957" y="210723"/>
                    </a:cubicBezTo>
                    <a:lnTo>
                      <a:pt x="242957" y="162287"/>
                    </a:lnTo>
                    <a:cubicBezTo>
                      <a:pt x="244626" y="162287"/>
                      <a:pt x="246295" y="162176"/>
                      <a:pt x="247963" y="162176"/>
                    </a:cubicBezTo>
                    <a:cubicBezTo>
                      <a:pt x="273996" y="162176"/>
                      <a:pt x="299472" y="163731"/>
                      <a:pt x="323836" y="166509"/>
                    </a:cubicBezTo>
                    <a:cubicBezTo>
                      <a:pt x="319386" y="149067"/>
                      <a:pt x="314046" y="132848"/>
                      <a:pt x="307705" y="118073"/>
                    </a:cubicBezTo>
                    <a:cubicBezTo>
                      <a:pt x="290350" y="77080"/>
                      <a:pt x="268100" y="52640"/>
                      <a:pt x="247963" y="52640"/>
                    </a:cubicBezTo>
                    <a:cubicBezTo>
                      <a:pt x="246295" y="52640"/>
                      <a:pt x="244626" y="52862"/>
                      <a:pt x="242957" y="53196"/>
                    </a:cubicBezTo>
                    <a:lnTo>
                      <a:pt x="242957" y="4204"/>
                    </a:lnTo>
                    <a:cubicBezTo>
                      <a:pt x="244626" y="4204"/>
                      <a:pt x="246295" y="4093"/>
                      <a:pt x="247963" y="4093"/>
                    </a:cubicBezTo>
                    <a:close/>
                    <a:moveTo>
                      <a:pt x="101779" y="0"/>
                    </a:moveTo>
                    <a:lnTo>
                      <a:pt x="121134" y="0"/>
                    </a:lnTo>
                    <a:cubicBezTo>
                      <a:pt x="154171" y="0"/>
                      <a:pt x="180978" y="26773"/>
                      <a:pt x="180978" y="59656"/>
                    </a:cubicBezTo>
                    <a:lnTo>
                      <a:pt x="180978" y="78430"/>
                    </a:lnTo>
                    <a:cubicBezTo>
                      <a:pt x="183203" y="81541"/>
                      <a:pt x="184315" y="85318"/>
                      <a:pt x="184315" y="89095"/>
                    </a:cubicBezTo>
                    <a:lnTo>
                      <a:pt x="184315" y="102426"/>
                    </a:lnTo>
                    <a:cubicBezTo>
                      <a:pt x="184315" y="107869"/>
                      <a:pt x="181868" y="113090"/>
                      <a:pt x="177752" y="116534"/>
                    </a:cubicBezTo>
                    <a:cubicBezTo>
                      <a:pt x="176751" y="119867"/>
                      <a:pt x="175416" y="123311"/>
                      <a:pt x="173859" y="126643"/>
                    </a:cubicBezTo>
                    <a:cubicBezTo>
                      <a:pt x="170856" y="134753"/>
                      <a:pt x="166406" y="143085"/>
                      <a:pt x="161067" y="150861"/>
                    </a:cubicBezTo>
                    <a:cubicBezTo>
                      <a:pt x="158842" y="154083"/>
                      <a:pt x="155839" y="157860"/>
                      <a:pt x="152502" y="161748"/>
                    </a:cubicBezTo>
                    <a:cubicBezTo>
                      <a:pt x="155505" y="163192"/>
                      <a:pt x="158175" y="165192"/>
                      <a:pt x="160400" y="167747"/>
                    </a:cubicBezTo>
                    <a:lnTo>
                      <a:pt x="204115" y="176412"/>
                    </a:lnTo>
                    <a:cubicBezTo>
                      <a:pt x="215461" y="178745"/>
                      <a:pt x="223692" y="188743"/>
                      <a:pt x="223692" y="200407"/>
                    </a:cubicBezTo>
                    <a:lnTo>
                      <a:pt x="223692" y="358044"/>
                    </a:lnTo>
                    <a:cubicBezTo>
                      <a:pt x="223692" y="361710"/>
                      <a:pt x="222913" y="365154"/>
                      <a:pt x="221467" y="368265"/>
                    </a:cubicBezTo>
                    <a:lnTo>
                      <a:pt x="221467" y="385484"/>
                    </a:lnTo>
                    <a:cubicBezTo>
                      <a:pt x="221467" y="397259"/>
                      <a:pt x="211901" y="406813"/>
                      <a:pt x="200110" y="406813"/>
                    </a:cubicBezTo>
                    <a:cubicBezTo>
                      <a:pt x="195772" y="406813"/>
                      <a:pt x="191879" y="405591"/>
                      <a:pt x="188431" y="403369"/>
                    </a:cubicBezTo>
                    <a:lnTo>
                      <a:pt x="188431" y="566561"/>
                    </a:lnTo>
                    <a:cubicBezTo>
                      <a:pt x="188431" y="587668"/>
                      <a:pt x="171301" y="604887"/>
                      <a:pt x="150166" y="604887"/>
                    </a:cubicBezTo>
                    <a:cubicBezTo>
                      <a:pt x="129032" y="604887"/>
                      <a:pt x="111902" y="587668"/>
                      <a:pt x="111902" y="566561"/>
                    </a:cubicBezTo>
                    <a:cubicBezTo>
                      <a:pt x="111902" y="587668"/>
                      <a:pt x="94772" y="604887"/>
                      <a:pt x="73526" y="604887"/>
                    </a:cubicBezTo>
                    <a:cubicBezTo>
                      <a:pt x="52391" y="604887"/>
                      <a:pt x="35261" y="587668"/>
                      <a:pt x="35261" y="566561"/>
                    </a:cubicBezTo>
                    <a:lnTo>
                      <a:pt x="35261" y="403369"/>
                    </a:lnTo>
                    <a:cubicBezTo>
                      <a:pt x="31924" y="405591"/>
                      <a:pt x="27920" y="406813"/>
                      <a:pt x="23582" y="406813"/>
                    </a:cubicBezTo>
                    <a:cubicBezTo>
                      <a:pt x="11791" y="406813"/>
                      <a:pt x="2225" y="397259"/>
                      <a:pt x="2225" y="385484"/>
                    </a:cubicBezTo>
                    <a:lnTo>
                      <a:pt x="2225" y="368265"/>
                    </a:lnTo>
                    <a:cubicBezTo>
                      <a:pt x="779" y="365154"/>
                      <a:pt x="0" y="361710"/>
                      <a:pt x="0" y="358044"/>
                    </a:cubicBezTo>
                    <a:lnTo>
                      <a:pt x="0" y="200296"/>
                    </a:lnTo>
                    <a:cubicBezTo>
                      <a:pt x="0" y="188743"/>
                      <a:pt x="8231" y="178745"/>
                      <a:pt x="19577" y="176412"/>
                    </a:cubicBezTo>
                    <a:lnTo>
                      <a:pt x="62625" y="167747"/>
                    </a:lnTo>
                    <a:cubicBezTo>
                      <a:pt x="64850" y="165192"/>
                      <a:pt x="67519" y="163192"/>
                      <a:pt x="70522" y="161748"/>
                    </a:cubicBezTo>
                    <a:cubicBezTo>
                      <a:pt x="67074" y="157971"/>
                      <a:pt x="64182" y="154083"/>
                      <a:pt x="61957" y="150861"/>
                    </a:cubicBezTo>
                    <a:cubicBezTo>
                      <a:pt x="56618" y="143085"/>
                      <a:pt x="52169" y="134753"/>
                      <a:pt x="49054" y="126643"/>
                    </a:cubicBezTo>
                    <a:cubicBezTo>
                      <a:pt x="47497" y="123311"/>
                      <a:pt x="46273" y="119867"/>
                      <a:pt x="45161" y="116534"/>
                    </a:cubicBezTo>
                    <a:cubicBezTo>
                      <a:pt x="41045" y="113090"/>
                      <a:pt x="38598" y="107869"/>
                      <a:pt x="38598" y="102426"/>
                    </a:cubicBezTo>
                    <a:lnTo>
                      <a:pt x="38598" y="89095"/>
                    </a:lnTo>
                    <a:cubicBezTo>
                      <a:pt x="38598" y="85318"/>
                      <a:pt x="39822" y="81541"/>
                      <a:pt x="42047" y="78430"/>
                    </a:cubicBezTo>
                    <a:lnTo>
                      <a:pt x="42047" y="59656"/>
                    </a:lnTo>
                    <a:cubicBezTo>
                      <a:pt x="42047" y="26773"/>
                      <a:pt x="68854" y="0"/>
                      <a:pt x="101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îŝ1íďe">
              <a:extLst>
                <a:ext uri="{FF2B5EF4-FFF2-40B4-BE49-F238E27FC236}">
                  <a16:creationId xmlns:a16="http://schemas.microsoft.com/office/drawing/2014/main" id="{BCCC34FF-2175-4ACF-AC1E-0B1C1F2485A9}"/>
                </a:ext>
              </a:extLst>
            </p:cNvPr>
            <p:cNvGrpSpPr/>
            <p:nvPr/>
          </p:nvGrpSpPr>
          <p:grpSpPr>
            <a:xfrm>
              <a:off x="10156820" y="2970064"/>
              <a:ext cx="930276" cy="930276"/>
              <a:chOff x="1162049" y="1133475"/>
              <a:chExt cx="930276" cy="930276"/>
            </a:xfrm>
          </p:grpSpPr>
          <p:sp>
            <p:nvSpPr>
              <p:cNvPr id="31" name="iṡ1ídê">
                <a:extLst>
                  <a:ext uri="{FF2B5EF4-FFF2-40B4-BE49-F238E27FC236}">
                    <a16:creationId xmlns:a16="http://schemas.microsoft.com/office/drawing/2014/main" id="{4E3B5879-D53C-4245-84C6-7C9AD3863DD2}"/>
                  </a:ext>
                </a:extLst>
              </p:cNvPr>
              <p:cNvSpPr/>
              <p:nvPr/>
            </p:nvSpPr>
            <p:spPr>
              <a:xfrm>
                <a:off x="1162049" y="1133475"/>
                <a:ext cx="930276" cy="930276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accent1"/>
                </a:solidFill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iṡľíde">
                <a:extLst>
                  <a:ext uri="{FF2B5EF4-FFF2-40B4-BE49-F238E27FC236}">
                    <a16:creationId xmlns:a16="http://schemas.microsoft.com/office/drawing/2014/main" id="{16E208E3-D11A-4F2A-B90E-80B30FF60A14}"/>
                  </a:ext>
                </a:extLst>
              </p:cNvPr>
              <p:cNvSpPr/>
              <p:nvPr/>
            </p:nvSpPr>
            <p:spPr>
              <a:xfrm>
                <a:off x="1427760" y="1377948"/>
                <a:ext cx="398849" cy="441324"/>
              </a:xfrm>
              <a:custGeom>
                <a:avLst/>
                <a:gdLst>
                  <a:gd name="connsiteX0" fmla="*/ 481589 w 546670"/>
                  <a:gd name="connsiteY0" fmla="*/ 391913 h 604887"/>
                  <a:gd name="connsiteX1" fmla="*/ 451551 w 546670"/>
                  <a:gd name="connsiteY1" fmla="*/ 406688 h 604887"/>
                  <a:gd name="connsiteX2" fmla="*/ 375678 w 546670"/>
                  <a:gd name="connsiteY2" fmla="*/ 429906 h 604887"/>
                  <a:gd name="connsiteX3" fmla="*/ 352427 w 546670"/>
                  <a:gd name="connsiteY3" fmla="*/ 505670 h 604887"/>
                  <a:gd name="connsiteX4" fmla="*/ 337631 w 546670"/>
                  <a:gd name="connsiteY4" fmla="*/ 535554 h 604887"/>
                  <a:gd name="connsiteX5" fmla="*/ 481589 w 546670"/>
                  <a:gd name="connsiteY5" fmla="*/ 391913 h 604887"/>
                  <a:gd name="connsiteX6" fmla="*/ 384133 w 546670"/>
                  <a:gd name="connsiteY6" fmla="*/ 226609 h 604887"/>
                  <a:gd name="connsiteX7" fmla="*/ 388361 w 546670"/>
                  <a:gd name="connsiteY7" fmla="*/ 302373 h 604887"/>
                  <a:gd name="connsiteX8" fmla="*/ 384133 w 546670"/>
                  <a:gd name="connsiteY8" fmla="*/ 378137 h 604887"/>
                  <a:gd name="connsiteX9" fmla="*/ 432639 w 546670"/>
                  <a:gd name="connsiteY9" fmla="*/ 362029 h 604887"/>
                  <a:gd name="connsiteX10" fmla="*/ 498165 w 546670"/>
                  <a:gd name="connsiteY10" fmla="*/ 302373 h 604887"/>
                  <a:gd name="connsiteX11" fmla="*/ 432639 w 546670"/>
                  <a:gd name="connsiteY11" fmla="*/ 242717 h 604887"/>
                  <a:gd name="connsiteX12" fmla="*/ 384133 w 546670"/>
                  <a:gd name="connsiteY12" fmla="*/ 226609 h 604887"/>
                  <a:gd name="connsiteX13" fmla="*/ 135706 w 546670"/>
                  <a:gd name="connsiteY13" fmla="*/ 175523 h 604887"/>
                  <a:gd name="connsiteX14" fmla="*/ 126473 w 546670"/>
                  <a:gd name="connsiteY14" fmla="*/ 178856 h 604887"/>
                  <a:gd name="connsiteX15" fmla="*/ 123248 w 546670"/>
                  <a:gd name="connsiteY15" fmla="*/ 182633 h 604887"/>
                  <a:gd name="connsiteX16" fmla="*/ 123248 w 546670"/>
                  <a:gd name="connsiteY16" fmla="*/ 192075 h 604887"/>
                  <a:gd name="connsiteX17" fmla="*/ 121801 w 546670"/>
                  <a:gd name="connsiteY17" fmla="*/ 193075 h 604887"/>
                  <a:gd name="connsiteX18" fmla="*/ 120912 w 546670"/>
                  <a:gd name="connsiteY18" fmla="*/ 196075 h 604887"/>
                  <a:gd name="connsiteX19" fmla="*/ 122914 w 546670"/>
                  <a:gd name="connsiteY19" fmla="*/ 216404 h 604887"/>
                  <a:gd name="connsiteX20" fmla="*/ 125695 w 546670"/>
                  <a:gd name="connsiteY20" fmla="*/ 219737 h 604887"/>
                  <a:gd name="connsiteX21" fmla="*/ 126807 w 546670"/>
                  <a:gd name="connsiteY21" fmla="*/ 219848 h 604887"/>
                  <a:gd name="connsiteX22" fmla="*/ 129810 w 546670"/>
                  <a:gd name="connsiteY22" fmla="*/ 218293 h 604887"/>
                  <a:gd name="connsiteX23" fmla="*/ 140600 w 546670"/>
                  <a:gd name="connsiteY23" fmla="*/ 204073 h 604887"/>
                  <a:gd name="connsiteX24" fmla="*/ 141379 w 546670"/>
                  <a:gd name="connsiteY24" fmla="*/ 201740 h 604887"/>
                  <a:gd name="connsiteX25" fmla="*/ 141379 w 546670"/>
                  <a:gd name="connsiteY25" fmla="*/ 178856 h 604887"/>
                  <a:gd name="connsiteX26" fmla="*/ 139488 w 546670"/>
                  <a:gd name="connsiteY26" fmla="*/ 175634 h 604887"/>
                  <a:gd name="connsiteX27" fmla="*/ 135706 w 546670"/>
                  <a:gd name="connsiteY27" fmla="*/ 175523 h 604887"/>
                  <a:gd name="connsiteX28" fmla="*/ 87208 w 546670"/>
                  <a:gd name="connsiteY28" fmla="*/ 175523 h 604887"/>
                  <a:gd name="connsiteX29" fmla="*/ 83537 w 546670"/>
                  <a:gd name="connsiteY29" fmla="*/ 175634 h 604887"/>
                  <a:gd name="connsiteX30" fmla="*/ 81646 w 546670"/>
                  <a:gd name="connsiteY30" fmla="*/ 178856 h 604887"/>
                  <a:gd name="connsiteX31" fmla="*/ 81646 w 546670"/>
                  <a:gd name="connsiteY31" fmla="*/ 201740 h 604887"/>
                  <a:gd name="connsiteX32" fmla="*/ 82425 w 546670"/>
                  <a:gd name="connsiteY32" fmla="*/ 204073 h 604887"/>
                  <a:gd name="connsiteX33" fmla="*/ 93103 w 546670"/>
                  <a:gd name="connsiteY33" fmla="*/ 218293 h 604887"/>
                  <a:gd name="connsiteX34" fmla="*/ 96218 w 546670"/>
                  <a:gd name="connsiteY34" fmla="*/ 219848 h 604887"/>
                  <a:gd name="connsiteX35" fmla="*/ 97219 w 546670"/>
                  <a:gd name="connsiteY35" fmla="*/ 219737 h 604887"/>
                  <a:gd name="connsiteX36" fmla="*/ 100000 w 546670"/>
                  <a:gd name="connsiteY36" fmla="*/ 216404 h 604887"/>
                  <a:gd name="connsiteX37" fmla="*/ 102113 w 546670"/>
                  <a:gd name="connsiteY37" fmla="*/ 196075 h 604887"/>
                  <a:gd name="connsiteX38" fmla="*/ 101112 w 546670"/>
                  <a:gd name="connsiteY38" fmla="*/ 193075 h 604887"/>
                  <a:gd name="connsiteX39" fmla="*/ 99666 w 546670"/>
                  <a:gd name="connsiteY39" fmla="*/ 192075 h 604887"/>
                  <a:gd name="connsiteX40" fmla="*/ 99666 w 546670"/>
                  <a:gd name="connsiteY40" fmla="*/ 182633 h 604887"/>
                  <a:gd name="connsiteX41" fmla="*/ 96551 w 546670"/>
                  <a:gd name="connsiteY41" fmla="*/ 178856 h 604887"/>
                  <a:gd name="connsiteX42" fmla="*/ 87208 w 546670"/>
                  <a:gd name="connsiteY42" fmla="*/ 175523 h 604887"/>
                  <a:gd name="connsiteX43" fmla="*/ 93214 w 546670"/>
                  <a:gd name="connsiteY43" fmla="*/ 72653 h 604887"/>
                  <a:gd name="connsiteX44" fmla="*/ 66629 w 546670"/>
                  <a:gd name="connsiteY44" fmla="*/ 79652 h 604887"/>
                  <a:gd name="connsiteX45" fmla="*/ 64516 w 546670"/>
                  <a:gd name="connsiteY45" fmla="*/ 83096 h 604887"/>
                  <a:gd name="connsiteX46" fmla="*/ 64516 w 546670"/>
                  <a:gd name="connsiteY46" fmla="*/ 89872 h 604887"/>
                  <a:gd name="connsiteX47" fmla="*/ 62959 w 546670"/>
                  <a:gd name="connsiteY47" fmla="*/ 89872 h 604887"/>
                  <a:gd name="connsiteX48" fmla="*/ 59065 w 546670"/>
                  <a:gd name="connsiteY48" fmla="*/ 93761 h 604887"/>
                  <a:gd name="connsiteX49" fmla="*/ 59065 w 546670"/>
                  <a:gd name="connsiteY49" fmla="*/ 99982 h 604887"/>
                  <a:gd name="connsiteX50" fmla="*/ 60845 w 546670"/>
                  <a:gd name="connsiteY50" fmla="*/ 103203 h 604887"/>
                  <a:gd name="connsiteX51" fmla="*/ 64516 w 546670"/>
                  <a:gd name="connsiteY51" fmla="*/ 105647 h 604887"/>
                  <a:gd name="connsiteX52" fmla="*/ 64738 w 546670"/>
                  <a:gd name="connsiteY52" fmla="*/ 107202 h 604887"/>
                  <a:gd name="connsiteX53" fmla="*/ 78531 w 546670"/>
                  <a:gd name="connsiteY53" fmla="*/ 138974 h 604887"/>
                  <a:gd name="connsiteX54" fmla="*/ 101223 w 546670"/>
                  <a:gd name="connsiteY54" fmla="*/ 158526 h 604887"/>
                  <a:gd name="connsiteX55" fmla="*/ 121801 w 546670"/>
                  <a:gd name="connsiteY55" fmla="*/ 158526 h 604887"/>
                  <a:gd name="connsiteX56" fmla="*/ 144493 w 546670"/>
                  <a:gd name="connsiteY56" fmla="*/ 138974 h 604887"/>
                  <a:gd name="connsiteX57" fmla="*/ 158175 w 546670"/>
                  <a:gd name="connsiteY57" fmla="*/ 107202 h 604887"/>
                  <a:gd name="connsiteX58" fmla="*/ 158398 w 546670"/>
                  <a:gd name="connsiteY58" fmla="*/ 105647 h 604887"/>
                  <a:gd name="connsiteX59" fmla="*/ 162179 w 546670"/>
                  <a:gd name="connsiteY59" fmla="*/ 103203 h 604887"/>
                  <a:gd name="connsiteX60" fmla="*/ 163848 w 546670"/>
                  <a:gd name="connsiteY60" fmla="*/ 100093 h 604887"/>
                  <a:gd name="connsiteX61" fmla="*/ 163848 w 546670"/>
                  <a:gd name="connsiteY61" fmla="*/ 93761 h 604887"/>
                  <a:gd name="connsiteX62" fmla="*/ 160066 w 546670"/>
                  <a:gd name="connsiteY62" fmla="*/ 89872 h 604887"/>
                  <a:gd name="connsiteX63" fmla="*/ 157953 w 546670"/>
                  <a:gd name="connsiteY63" fmla="*/ 89872 h 604887"/>
                  <a:gd name="connsiteX64" fmla="*/ 156729 w 546670"/>
                  <a:gd name="connsiteY64" fmla="*/ 88650 h 604887"/>
                  <a:gd name="connsiteX65" fmla="*/ 153058 w 546670"/>
                  <a:gd name="connsiteY65" fmla="*/ 88317 h 604887"/>
                  <a:gd name="connsiteX66" fmla="*/ 137930 w 546670"/>
                  <a:gd name="connsiteY66" fmla="*/ 91761 h 604887"/>
                  <a:gd name="connsiteX67" fmla="*/ 114460 w 546670"/>
                  <a:gd name="connsiteY67" fmla="*/ 81207 h 604887"/>
                  <a:gd name="connsiteX68" fmla="*/ 93214 w 546670"/>
                  <a:gd name="connsiteY68" fmla="*/ 72653 h 604887"/>
                  <a:gd name="connsiteX69" fmla="*/ 337631 w 546670"/>
                  <a:gd name="connsiteY69" fmla="*/ 69193 h 604887"/>
                  <a:gd name="connsiteX70" fmla="*/ 352427 w 546670"/>
                  <a:gd name="connsiteY70" fmla="*/ 99187 h 604887"/>
                  <a:gd name="connsiteX71" fmla="*/ 375678 w 546670"/>
                  <a:gd name="connsiteY71" fmla="*/ 174952 h 604887"/>
                  <a:gd name="connsiteX72" fmla="*/ 451551 w 546670"/>
                  <a:gd name="connsiteY72" fmla="*/ 198059 h 604887"/>
                  <a:gd name="connsiteX73" fmla="*/ 481589 w 546670"/>
                  <a:gd name="connsiteY73" fmla="*/ 212945 h 604887"/>
                  <a:gd name="connsiteX74" fmla="*/ 337631 w 546670"/>
                  <a:gd name="connsiteY74" fmla="*/ 69193 h 604887"/>
                  <a:gd name="connsiteX75" fmla="*/ 247963 w 546670"/>
                  <a:gd name="connsiteY75" fmla="*/ 4093 h 604887"/>
                  <a:gd name="connsiteX76" fmla="*/ 546670 w 546670"/>
                  <a:gd name="connsiteY76" fmla="*/ 302373 h 604887"/>
                  <a:gd name="connsiteX77" fmla="*/ 247963 w 546670"/>
                  <a:gd name="connsiteY77" fmla="*/ 600653 h 604887"/>
                  <a:gd name="connsiteX78" fmla="*/ 242957 w 546670"/>
                  <a:gd name="connsiteY78" fmla="*/ 600653 h 604887"/>
                  <a:gd name="connsiteX79" fmla="*/ 242957 w 546670"/>
                  <a:gd name="connsiteY79" fmla="*/ 551662 h 604887"/>
                  <a:gd name="connsiteX80" fmla="*/ 247963 w 546670"/>
                  <a:gd name="connsiteY80" fmla="*/ 552217 h 604887"/>
                  <a:gd name="connsiteX81" fmla="*/ 307705 w 546670"/>
                  <a:gd name="connsiteY81" fmla="*/ 486674 h 604887"/>
                  <a:gd name="connsiteX82" fmla="*/ 323836 w 546670"/>
                  <a:gd name="connsiteY82" fmla="*/ 438238 h 604887"/>
                  <a:gd name="connsiteX83" fmla="*/ 247963 w 546670"/>
                  <a:gd name="connsiteY83" fmla="*/ 442570 h 604887"/>
                  <a:gd name="connsiteX84" fmla="*/ 242957 w 546670"/>
                  <a:gd name="connsiteY84" fmla="*/ 442570 h 604887"/>
                  <a:gd name="connsiteX85" fmla="*/ 242957 w 546670"/>
                  <a:gd name="connsiteY85" fmla="*/ 394024 h 604887"/>
                  <a:gd name="connsiteX86" fmla="*/ 247963 w 546670"/>
                  <a:gd name="connsiteY86" fmla="*/ 394135 h 604887"/>
                  <a:gd name="connsiteX87" fmla="*/ 333848 w 546670"/>
                  <a:gd name="connsiteY87" fmla="*/ 388136 h 604887"/>
                  <a:gd name="connsiteX88" fmla="*/ 339856 w 546670"/>
                  <a:gd name="connsiteY88" fmla="*/ 302373 h 604887"/>
                  <a:gd name="connsiteX89" fmla="*/ 333848 w 546670"/>
                  <a:gd name="connsiteY89" fmla="*/ 216722 h 604887"/>
                  <a:gd name="connsiteX90" fmla="*/ 247963 w 546670"/>
                  <a:gd name="connsiteY90" fmla="*/ 210723 h 604887"/>
                  <a:gd name="connsiteX91" fmla="*/ 242957 w 546670"/>
                  <a:gd name="connsiteY91" fmla="*/ 210723 h 604887"/>
                  <a:gd name="connsiteX92" fmla="*/ 242957 w 546670"/>
                  <a:gd name="connsiteY92" fmla="*/ 162287 h 604887"/>
                  <a:gd name="connsiteX93" fmla="*/ 247963 w 546670"/>
                  <a:gd name="connsiteY93" fmla="*/ 162176 h 604887"/>
                  <a:gd name="connsiteX94" fmla="*/ 323836 w 546670"/>
                  <a:gd name="connsiteY94" fmla="*/ 166509 h 604887"/>
                  <a:gd name="connsiteX95" fmla="*/ 307705 w 546670"/>
                  <a:gd name="connsiteY95" fmla="*/ 118073 h 604887"/>
                  <a:gd name="connsiteX96" fmla="*/ 247963 w 546670"/>
                  <a:gd name="connsiteY96" fmla="*/ 52640 h 604887"/>
                  <a:gd name="connsiteX97" fmla="*/ 242957 w 546670"/>
                  <a:gd name="connsiteY97" fmla="*/ 53196 h 604887"/>
                  <a:gd name="connsiteX98" fmla="*/ 242957 w 546670"/>
                  <a:gd name="connsiteY98" fmla="*/ 4204 h 604887"/>
                  <a:gd name="connsiteX99" fmla="*/ 247963 w 546670"/>
                  <a:gd name="connsiteY99" fmla="*/ 4093 h 604887"/>
                  <a:gd name="connsiteX100" fmla="*/ 101779 w 546670"/>
                  <a:gd name="connsiteY100" fmla="*/ 0 h 604887"/>
                  <a:gd name="connsiteX101" fmla="*/ 121134 w 546670"/>
                  <a:gd name="connsiteY101" fmla="*/ 0 h 604887"/>
                  <a:gd name="connsiteX102" fmla="*/ 180978 w 546670"/>
                  <a:gd name="connsiteY102" fmla="*/ 59656 h 604887"/>
                  <a:gd name="connsiteX103" fmla="*/ 180978 w 546670"/>
                  <a:gd name="connsiteY103" fmla="*/ 78430 h 604887"/>
                  <a:gd name="connsiteX104" fmla="*/ 184315 w 546670"/>
                  <a:gd name="connsiteY104" fmla="*/ 89095 h 604887"/>
                  <a:gd name="connsiteX105" fmla="*/ 184315 w 546670"/>
                  <a:gd name="connsiteY105" fmla="*/ 102426 h 604887"/>
                  <a:gd name="connsiteX106" fmla="*/ 177752 w 546670"/>
                  <a:gd name="connsiteY106" fmla="*/ 116534 h 604887"/>
                  <a:gd name="connsiteX107" fmla="*/ 173859 w 546670"/>
                  <a:gd name="connsiteY107" fmla="*/ 126643 h 604887"/>
                  <a:gd name="connsiteX108" fmla="*/ 161067 w 546670"/>
                  <a:gd name="connsiteY108" fmla="*/ 150861 h 604887"/>
                  <a:gd name="connsiteX109" fmla="*/ 152502 w 546670"/>
                  <a:gd name="connsiteY109" fmla="*/ 161748 h 604887"/>
                  <a:gd name="connsiteX110" fmla="*/ 160400 w 546670"/>
                  <a:gd name="connsiteY110" fmla="*/ 167747 h 604887"/>
                  <a:gd name="connsiteX111" fmla="*/ 204115 w 546670"/>
                  <a:gd name="connsiteY111" fmla="*/ 176412 h 604887"/>
                  <a:gd name="connsiteX112" fmla="*/ 223692 w 546670"/>
                  <a:gd name="connsiteY112" fmla="*/ 200407 h 604887"/>
                  <a:gd name="connsiteX113" fmla="*/ 223692 w 546670"/>
                  <a:gd name="connsiteY113" fmla="*/ 358044 h 604887"/>
                  <a:gd name="connsiteX114" fmla="*/ 221467 w 546670"/>
                  <a:gd name="connsiteY114" fmla="*/ 368265 h 604887"/>
                  <a:gd name="connsiteX115" fmla="*/ 221467 w 546670"/>
                  <a:gd name="connsiteY115" fmla="*/ 385484 h 604887"/>
                  <a:gd name="connsiteX116" fmla="*/ 200110 w 546670"/>
                  <a:gd name="connsiteY116" fmla="*/ 406813 h 604887"/>
                  <a:gd name="connsiteX117" fmla="*/ 188431 w 546670"/>
                  <a:gd name="connsiteY117" fmla="*/ 403369 h 604887"/>
                  <a:gd name="connsiteX118" fmla="*/ 188431 w 546670"/>
                  <a:gd name="connsiteY118" fmla="*/ 566561 h 604887"/>
                  <a:gd name="connsiteX119" fmla="*/ 150166 w 546670"/>
                  <a:gd name="connsiteY119" fmla="*/ 604887 h 604887"/>
                  <a:gd name="connsiteX120" fmla="*/ 111902 w 546670"/>
                  <a:gd name="connsiteY120" fmla="*/ 566561 h 604887"/>
                  <a:gd name="connsiteX121" fmla="*/ 73526 w 546670"/>
                  <a:gd name="connsiteY121" fmla="*/ 604887 h 604887"/>
                  <a:gd name="connsiteX122" fmla="*/ 35261 w 546670"/>
                  <a:gd name="connsiteY122" fmla="*/ 566561 h 604887"/>
                  <a:gd name="connsiteX123" fmla="*/ 35261 w 546670"/>
                  <a:gd name="connsiteY123" fmla="*/ 403369 h 604887"/>
                  <a:gd name="connsiteX124" fmla="*/ 23582 w 546670"/>
                  <a:gd name="connsiteY124" fmla="*/ 406813 h 604887"/>
                  <a:gd name="connsiteX125" fmla="*/ 2225 w 546670"/>
                  <a:gd name="connsiteY125" fmla="*/ 385484 h 604887"/>
                  <a:gd name="connsiteX126" fmla="*/ 2225 w 546670"/>
                  <a:gd name="connsiteY126" fmla="*/ 368265 h 604887"/>
                  <a:gd name="connsiteX127" fmla="*/ 0 w 546670"/>
                  <a:gd name="connsiteY127" fmla="*/ 358044 h 604887"/>
                  <a:gd name="connsiteX128" fmla="*/ 0 w 546670"/>
                  <a:gd name="connsiteY128" fmla="*/ 200296 h 604887"/>
                  <a:gd name="connsiteX129" fmla="*/ 19577 w 546670"/>
                  <a:gd name="connsiteY129" fmla="*/ 176412 h 604887"/>
                  <a:gd name="connsiteX130" fmla="*/ 62625 w 546670"/>
                  <a:gd name="connsiteY130" fmla="*/ 167747 h 604887"/>
                  <a:gd name="connsiteX131" fmla="*/ 70522 w 546670"/>
                  <a:gd name="connsiteY131" fmla="*/ 161748 h 604887"/>
                  <a:gd name="connsiteX132" fmla="*/ 61957 w 546670"/>
                  <a:gd name="connsiteY132" fmla="*/ 150861 h 604887"/>
                  <a:gd name="connsiteX133" fmla="*/ 49054 w 546670"/>
                  <a:gd name="connsiteY133" fmla="*/ 126643 h 604887"/>
                  <a:gd name="connsiteX134" fmla="*/ 45161 w 546670"/>
                  <a:gd name="connsiteY134" fmla="*/ 116534 h 604887"/>
                  <a:gd name="connsiteX135" fmla="*/ 38598 w 546670"/>
                  <a:gd name="connsiteY135" fmla="*/ 102426 h 604887"/>
                  <a:gd name="connsiteX136" fmla="*/ 38598 w 546670"/>
                  <a:gd name="connsiteY136" fmla="*/ 89095 h 604887"/>
                  <a:gd name="connsiteX137" fmla="*/ 42047 w 546670"/>
                  <a:gd name="connsiteY137" fmla="*/ 78430 h 604887"/>
                  <a:gd name="connsiteX138" fmla="*/ 42047 w 546670"/>
                  <a:gd name="connsiteY138" fmla="*/ 59656 h 604887"/>
                  <a:gd name="connsiteX139" fmla="*/ 101779 w 546670"/>
                  <a:gd name="connsiteY139" fmla="*/ 0 h 60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</a:cxnLst>
                <a:rect l="l" t="t" r="r" b="b"/>
                <a:pathLst>
                  <a:path w="546670" h="604887">
                    <a:moveTo>
                      <a:pt x="481589" y="391913"/>
                    </a:moveTo>
                    <a:cubicBezTo>
                      <a:pt x="472466" y="397134"/>
                      <a:pt x="462454" y="402133"/>
                      <a:pt x="451551" y="406688"/>
                    </a:cubicBezTo>
                    <a:cubicBezTo>
                      <a:pt x="428967" y="416242"/>
                      <a:pt x="403269" y="424018"/>
                      <a:pt x="375678" y="429906"/>
                    </a:cubicBezTo>
                    <a:cubicBezTo>
                      <a:pt x="369782" y="457457"/>
                      <a:pt x="361995" y="483008"/>
                      <a:pt x="352427" y="505670"/>
                    </a:cubicBezTo>
                    <a:cubicBezTo>
                      <a:pt x="347866" y="516446"/>
                      <a:pt x="342860" y="526444"/>
                      <a:pt x="337631" y="535554"/>
                    </a:cubicBezTo>
                    <a:cubicBezTo>
                      <a:pt x="403602" y="510225"/>
                      <a:pt x="456112" y="457790"/>
                      <a:pt x="481589" y="391913"/>
                    </a:cubicBezTo>
                    <a:close/>
                    <a:moveTo>
                      <a:pt x="384133" y="226609"/>
                    </a:moveTo>
                    <a:cubicBezTo>
                      <a:pt x="386915" y="251049"/>
                      <a:pt x="388361" y="276489"/>
                      <a:pt x="388361" y="302373"/>
                    </a:cubicBezTo>
                    <a:cubicBezTo>
                      <a:pt x="388361" y="328369"/>
                      <a:pt x="386915" y="353697"/>
                      <a:pt x="384133" y="378137"/>
                    </a:cubicBezTo>
                    <a:cubicBezTo>
                      <a:pt x="401600" y="373694"/>
                      <a:pt x="417842" y="368250"/>
                      <a:pt x="432639" y="362029"/>
                    </a:cubicBezTo>
                    <a:cubicBezTo>
                      <a:pt x="473690" y="344699"/>
                      <a:pt x="498165" y="322370"/>
                      <a:pt x="498165" y="302373"/>
                    </a:cubicBezTo>
                    <a:cubicBezTo>
                      <a:pt x="498165" y="282377"/>
                      <a:pt x="473690" y="260047"/>
                      <a:pt x="432639" y="242717"/>
                    </a:cubicBezTo>
                    <a:cubicBezTo>
                      <a:pt x="417842" y="236496"/>
                      <a:pt x="401600" y="231164"/>
                      <a:pt x="384133" y="226609"/>
                    </a:cubicBezTo>
                    <a:close/>
                    <a:moveTo>
                      <a:pt x="135706" y="175523"/>
                    </a:moveTo>
                    <a:cubicBezTo>
                      <a:pt x="132591" y="177189"/>
                      <a:pt x="129477" y="178300"/>
                      <a:pt x="126473" y="178856"/>
                    </a:cubicBezTo>
                    <a:cubicBezTo>
                      <a:pt x="124582" y="179189"/>
                      <a:pt x="123248" y="180744"/>
                      <a:pt x="123248" y="182633"/>
                    </a:cubicBezTo>
                    <a:lnTo>
                      <a:pt x="123248" y="192075"/>
                    </a:lnTo>
                    <a:cubicBezTo>
                      <a:pt x="122691" y="192298"/>
                      <a:pt x="122246" y="192631"/>
                      <a:pt x="121801" y="193075"/>
                    </a:cubicBezTo>
                    <a:cubicBezTo>
                      <a:pt x="121134" y="193964"/>
                      <a:pt x="120689" y="194964"/>
                      <a:pt x="120912" y="196075"/>
                    </a:cubicBezTo>
                    <a:lnTo>
                      <a:pt x="122914" y="216404"/>
                    </a:lnTo>
                    <a:cubicBezTo>
                      <a:pt x="123136" y="217960"/>
                      <a:pt x="124249" y="219293"/>
                      <a:pt x="125695" y="219737"/>
                    </a:cubicBezTo>
                    <a:cubicBezTo>
                      <a:pt x="126028" y="219737"/>
                      <a:pt x="126473" y="219848"/>
                      <a:pt x="126807" y="219848"/>
                    </a:cubicBezTo>
                    <a:cubicBezTo>
                      <a:pt x="127919" y="219848"/>
                      <a:pt x="129032" y="219293"/>
                      <a:pt x="129810" y="218293"/>
                    </a:cubicBezTo>
                    <a:lnTo>
                      <a:pt x="140600" y="204073"/>
                    </a:lnTo>
                    <a:cubicBezTo>
                      <a:pt x="141045" y="203407"/>
                      <a:pt x="141379" y="202629"/>
                      <a:pt x="141379" y="201740"/>
                    </a:cubicBezTo>
                    <a:lnTo>
                      <a:pt x="141379" y="178856"/>
                    </a:lnTo>
                    <a:cubicBezTo>
                      <a:pt x="141379" y="177523"/>
                      <a:pt x="140600" y="176301"/>
                      <a:pt x="139488" y="175634"/>
                    </a:cubicBezTo>
                    <a:cubicBezTo>
                      <a:pt x="138375" y="174968"/>
                      <a:pt x="136929" y="174856"/>
                      <a:pt x="135706" y="175523"/>
                    </a:cubicBezTo>
                    <a:close/>
                    <a:moveTo>
                      <a:pt x="87208" y="175523"/>
                    </a:moveTo>
                    <a:cubicBezTo>
                      <a:pt x="86095" y="174856"/>
                      <a:pt x="84649" y="174968"/>
                      <a:pt x="83537" y="175634"/>
                    </a:cubicBezTo>
                    <a:cubicBezTo>
                      <a:pt x="82313" y="176301"/>
                      <a:pt x="81646" y="177523"/>
                      <a:pt x="81646" y="178856"/>
                    </a:cubicBezTo>
                    <a:lnTo>
                      <a:pt x="81646" y="201740"/>
                    </a:lnTo>
                    <a:cubicBezTo>
                      <a:pt x="81646" y="202629"/>
                      <a:pt x="81868" y="203407"/>
                      <a:pt x="82425" y="204073"/>
                    </a:cubicBezTo>
                    <a:lnTo>
                      <a:pt x="93103" y="218293"/>
                    </a:lnTo>
                    <a:cubicBezTo>
                      <a:pt x="93882" y="219293"/>
                      <a:pt x="94994" y="219848"/>
                      <a:pt x="96218" y="219848"/>
                    </a:cubicBezTo>
                    <a:cubicBezTo>
                      <a:pt x="96551" y="219848"/>
                      <a:pt x="96885" y="219848"/>
                      <a:pt x="97219" y="219737"/>
                    </a:cubicBezTo>
                    <a:cubicBezTo>
                      <a:pt x="98776" y="219293"/>
                      <a:pt x="99888" y="217960"/>
                      <a:pt x="100000" y="216404"/>
                    </a:cubicBezTo>
                    <a:lnTo>
                      <a:pt x="102113" y="196075"/>
                    </a:lnTo>
                    <a:cubicBezTo>
                      <a:pt x="102224" y="194964"/>
                      <a:pt x="101891" y="193964"/>
                      <a:pt x="101112" y="193075"/>
                    </a:cubicBezTo>
                    <a:cubicBezTo>
                      <a:pt x="100778" y="192631"/>
                      <a:pt x="100222" y="192298"/>
                      <a:pt x="99666" y="192075"/>
                    </a:cubicBezTo>
                    <a:lnTo>
                      <a:pt x="99666" y="182633"/>
                    </a:lnTo>
                    <a:cubicBezTo>
                      <a:pt x="99666" y="180744"/>
                      <a:pt x="98331" y="179189"/>
                      <a:pt x="96551" y="178856"/>
                    </a:cubicBezTo>
                    <a:cubicBezTo>
                      <a:pt x="93548" y="178300"/>
                      <a:pt x="90433" y="177189"/>
                      <a:pt x="87208" y="175523"/>
                    </a:cubicBezTo>
                    <a:close/>
                    <a:moveTo>
                      <a:pt x="93214" y="72653"/>
                    </a:moveTo>
                    <a:cubicBezTo>
                      <a:pt x="82313" y="72653"/>
                      <a:pt x="71857" y="77097"/>
                      <a:pt x="66629" y="79652"/>
                    </a:cubicBezTo>
                    <a:cubicBezTo>
                      <a:pt x="65294" y="80319"/>
                      <a:pt x="64516" y="81652"/>
                      <a:pt x="64516" y="83096"/>
                    </a:cubicBezTo>
                    <a:lnTo>
                      <a:pt x="64516" y="89872"/>
                    </a:lnTo>
                    <a:lnTo>
                      <a:pt x="62959" y="89872"/>
                    </a:lnTo>
                    <a:cubicBezTo>
                      <a:pt x="60845" y="89872"/>
                      <a:pt x="59065" y="91650"/>
                      <a:pt x="59065" y="93761"/>
                    </a:cubicBezTo>
                    <a:lnTo>
                      <a:pt x="59065" y="99982"/>
                    </a:lnTo>
                    <a:cubicBezTo>
                      <a:pt x="59065" y="101315"/>
                      <a:pt x="59733" y="102537"/>
                      <a:pt x="60845" y="103203"/>
                    </a:cubicBezTo>
                    <a:lnTo>
                      <a:pt x="64516" y="105647"/>
                    </a:lnTo>
                    <a:lnTo>
                      <a:pt x="64738" y="107202"/>
                    </a:lnTo>
                    <a:cubicBezTo>
                      <a:pt x="65962" y="116423"/>
                      <a:pt x="71079" y="128199"/>
                      <a:pt x="78531" y="138974"/>
                    </a:cubicBezTo>
                    <a:cubicBezTo>
                      <a:pt x="87875" y="152527"/>
                      <a:pt x="96663" y="158526"/>
                      <a:pt x="101223" y="158526"/>
                    </a:cubicBezTo>
                    <a:lnTo>
                      <a:pt x="121801" y="158526"/>
                    </a:lnTo>
                    <a:cubicBezTo>
                      <a:pt x="126362" y="158526"/>
                      <a:pt x="135150" y="152527"/>
                      <a:pt x="144493" y="138974"/>
                    </a:cubicBezTo>
                    <a:cubicBezTo>
                      <a:pt x="151835" y="128199"/>
                      <a:pt x="156951" y="116423"/>
                      <a:pt x="158175" y="107202"/>
                    </a:cubicBezTo>
                    <a:lnTo>
                      <a:pt x="158398" y="105647"/>
                    </a:lnTo>
                    <a:lnTo>
                      <a:pt x="162179" y="103203"/>
                    </a:lnTo>
                    <a:cubicBezTo>
                      <a:pt x="163181" y="102537"/>
                      <a:pt x="163848" y="101315"/>
                      <a:pt x="163848" y="100093"/>
                    </a:cubicBezTo>
                    <a:lnTo>
                      <a:pt x="163848" y="93761"/>
                    </a:lnTo>
                    <a:cubicBezTo>
                      <a:pt x="163848" y="91650"/>
                      <a:pt x="162179" y="89872"/>
                      <a:pt x="160066" y="89872"/>
                    </a:cubicBezTo>
                    <a:lnTo>
                      <a:pt x="157953" y="89872"/>
                    </a:lnTo>
                    <a:cubicBezTo>
                      <a:pt x="157619" y="89428"/>
                      <a:pt x="157285" y="88984"/>
                      <a:pt x="156729" y="88650"/>
                    </a:cubicBezTo>
                    <a:cubicBezTo>
                      <a:pt x="155617" y="87984"/>
                      <a:pt x="154282" y="87873"/>
                      <a:pt x="153058" y="88317"/>
                    </a:cubicBezTo>
                    <a:cubicBezTo>
                      <a:pt x="147942" y="90650"/>
                      <a:pt x="142825" y="91761"/>
                      <a:pt x="137930" y="91761"/>
                    </a:cubicBezTo>
                    <a:cubicBezTo>
                      <a:pt x="129254" y="91761"/>
                      <a:pt x="121357" y="88206"/>
                      <a:pt x="114460" y="81207"/>
                    </a:cubicBezTo>
                    <a:cubicBezTo>
                      <a:pt x="109010" y="75542"/>
                      <a:pt x="101779" y="72653"/>
                      <a:pt x="93214" y="72653"/>
                    </a:cubicBezTo>
                    <a:close/>
                    <a:moveTo>
                      <a:pt x="337631" y="69193"/>
                    </a:moveTo>
                    <a:cubicBezTo>
                      <a:pt x="342860" y="78302"/>
                      <a:pt x="347866" y="88300"/>
                      <a:pt x="352427" y="99187"/>
                    </a:cubicBezTo>
                    <a:cubicBezTo>
                      <a:pt x="361995" y="121739"/>
                      <a:pt x="369782" y="147290"/>
                      <a:pt x="375678" y="174952"/>
                    </a:cubicBezTo>
                    <a:cubicBezTo>
                      <a:pt x="403269" y="180728"/>
                      <a:pt x="428967" y="188505"/>
                      <a:pt x="451551" y="198059"/>
                    </a:cubicBezTo>
                    <a:cubicBezTo>
                      <a:pt x="462454" y="202724"/>
                      <a:pt x="472466" y="207612"/>
                      <a:pt x="481589" y="212945"/>
                    </a:cubicBezTo>
                    <a:cubicBezTo>
                      <a:pt x="456112" y="147068"/>
                      <a:pt x="403602" y="94633"/>
                      <a:pt x="337631" y="69193"/>
                    </a:cubicBezTo>
                    <a:close/>
                    <a:moveTo>
                      <a:pt x="247963" y="4093"/>
                    </a:moveTo>
                    <a:cubicBezTo>
                      <a:pt x="412725" y="4093"/>
                      <a:pt x="546670" y="137958"/>
                      <a:pt x="546670" y="302373"/>
                    </a:cubicBezTo>
                    <a:cubicBezTo>
                      <a:pt x="546670" y="466899"/>
                      <a:pt x="412725" y="600653"/>
                      <a:pt x="247963" y="600653"/>
                    </a:cubicBezTo>
                    <a:cubicBezTo>
                      <a:pt x="246295" y="600653"/>
                      <a:pt x="244626" y="600653"/>
                      <a:pt x="242957" y="600653"/>
                    </a:cubicBezTo>
                    <a:lnTo>
                      <a:pt x="242957" y="551662"/>
                    </a:lnTo>
                    <a:cubicBezTo>
                      <a:pt x="244626" y="551995"/>
                      <a:pt x="246295" y="552217"/>
                      <a:pt x="247963" y="552217"/>
                    </a:cubicBezTo>
                    <a:cubicBezTo>
                      <a:pt x="268100" y="552217"/>
                      <a:pt x="290350" y="527666"/>
                      <a:pt x="307705" y="486674"/>
                    </a:cubicBezTo>
                    <a:cubicBezTo>
                      <a:pt x="314046" y="472010"/>
                      <a:pt x="319386" y="455679"/>
                      <a:pt x="323836" y="438238"/>
                    </a:cubicBezTo>
                    <a:cubicBezTo>
                      <a:pt x="299472" y="441126"/>
                      <a:pt x="273996" y="442570"/>
                      <a:pt x="247963" y="442570"/>
                    </a:cubicBezTo>
                    <a:cubicBezTo>
                      <a:pt x="246295" y="442570"/>
                      <a:pt x="244626" y="442570"/>
                      <a:pt x="242957" y="442570"/>
                    </a:cubicBezTo>
                    <a:lnTo>
                      <a:pt x="242957" y="394024"/>
                    </a:lnTo>
                    <a:cubicBezTo>
                      <a:pt x="244626" y="394024"/>
                      <a:pt x="246295" y="394135"/>
                      <a:pt x="247963" y="394135"/>
                    </a:cubicBezTo>
                    <a:cubicBezTo>
                      <a:pt x="277778" y="394135"/>
                      <a:pt x="306703" y="392024"/>
                      <a:pt x="333848" y="388136"/>
                    </a:cubicBezTo>
                    <a:cubicBezTo>
                      <a:pt x="337742" y="361029"/>
                      <a:pt x="339856" y="332146"/>
                      <a:pt x="339856" y="302373"/>
                    </a:cubicBezTo>
                    <a:cubicBezTo>
                      <a:pt x="339856" y="272712"/>
                      <a:pt x="337742" y="243828"/>
                      <a:pt x="333848" y="216722"/>
                    </a:cubicBezTo>
                    <a:cubicBezTo>
                      <a:pt x="306703" y="212723"/>
                      <a:pt x="277778" y="210723"/>
                      <a:pt x="247963" y="210723"/>
                    </a:cubicBezTo>
                    <a:cubicBezTo>
                      <a:pt x="246295" y="210723"/>
                      <a:pt x="244626" y="210723"/>
                      <a:pt x="242957" y="210723"/>
                    </a:cubicBezTo>
                    <a:lnTo>
                      <a:pt x="242957" y="162287"/>
                    </a:lnTo>
                    <a:cubicBezTo>
                      <a:pt x="244626" y="162287"/>
                      <a:pt x="246295" y="162176"/>
                      <a:pt x="247963" y="162176"/>
                    </a:cubicBezTo>
                    <a:cubicBezTo>
                      <a:pt x="273996" y="162176"/>
                      <a:pt x="299472" y="163731"/>
                      <a:pt x="323836" y="166509"/>
                    </a:cubicBezTo>
                    <a:cubicBezTo>
                      <a:pt x="319386" y="149067"/>
                      <a:pt x="314046" y="132848"/>
                      <a:pt x="307705" y="118073"/>
                    </a:cubicBezTo>
                    <a:cubicBezTo>
                      <a:pt x="290350" y="77080"/>
                      <a:pt x="268100" y="52640"/>
                      <a:pt x="247963" y="52640"/>
                    </a:cubicBezTo>
                    <a:cubicBezTo>
                      <a:pt x="246295" y="52640"/>
                      <a:pt x="244626" y="52862"/>
                      <a:pt x="242957" y="53196"/>
                    </a:cubicBezTo>
                    <a:lnTo>
                      <a:pt x="242957" y="4204"/>
                    </a:lnTo>
                    <a:cubicBezTo>
                      <a:pt x="244626" y="4204"/>
                      <a:pt x="246295" y="4093"/>
                      <a:pt x="247963" y="4093"/>
                    </a:cubicBezTo>
                    <a:close/>
                    <a:moveTo>
                      <a:pt x="101779" y="0"/>
                    </a:moveTo>
                    <a:lnTo>
                      <a:pt x="121134" y="0"/>
                    </a:lnTo>
                    <a:cubicBezTo>
                      <a:pt x="154171" y="0"/>
                      <a:pt x="180978" y="26773"/>
                      <a:pt x="180978" y="59656"/>
                    </a:cubicBezTo>
                    <a:lnTo>
                      <a:pt x="180978" y="78430"/>
                    </a:lnTo>
                    <a:cubicBezTo>
                      <a:pt x="183203" y="81541"/>
                      <a:pt x="184315" y="85318"/>
                      <a:pt x="184315" y="89095"/>
                    </a:cubicBezTo>
                    <a:lnTo>
                      <a:pt x="184315" y="102426"/>
                    </a:lnTo>
                    <a:cubicBezTo>
                      <a:pt x="184315" y="107869"/>
                      <a:pt x="181868" y="113090"/>
                      <a:pt x="177752" y="116534"/>
                    </a:cubicBezTo>
                    <a:cubicBezTo>
                      <a:pt x="176751" y="119867"/>
                      <a:pt x="175416" y="123311"/>
                      <a:pt x="173859" y="126643"/>
                    </a:cubicBezTo>
                    <a:cubicBezTo>
                      <a:pt x="170856" y="134753"/>
                      <a:pt x="166406" y="143085"/>
                      <a:pt x="161067" y="150861"/>
                    </a:cubicBezTo>
                    <a:cubicBezTo>
                      <a:pt x="158842" y="154083"/>
                      <a:pt x="155839" y="157860"/>
                      <a:pt x="152502" y="161748"/>
                    </a:cubicBezTo>
                    <a:cubicBezTo>
                      <a:pt x="155505" y="163192"/>
                      <a:pt x="158175" y="165192"/>
                      <a:pt x="160400" y="167747"/>
                    </a:cubicBezTo>
                    <a:lnTo>
                      <a:pt x="204115" y="176412"/>
                    </a:lnTo>
                    <a:cubicBezTo>
                      <a:pt x="215461" y="178745"/>
                      <a:pt x="223692" y="188743"/>
                      <a:pt x="223692" y="200407"/>
                    </a:cubicBezTo>
                    <a:lnTo>
                      <a:pt x="223692" y="358044"/>
                    </a:lnTo>
                    <a:cubicBezTo>
                      <a:pt x="223692" y="361710"/>
                      <a:pt x="222913" y="365154"/>
                      <a:pt x="221467" y="368265"/>
                    </a:cubicBezTo>
                    <a:lnTo>
                      <a:pt x="221467" y="385484"/>
                    </a:lnTo>
                    <a:cubicBezTo>
                      <a:pt x="221467" y="397259"/>
                      <a:pt x="211901" y="406813"/>
                      <a:pt x="200110" y="406813"/>
                    </a:cubicBezTo>
                    <a:cubicBezTo>
                      <a:pt x="195772" y="406813"/>
                      <a:pt x="191879" y="405591"/>
                      <a:pt x="188431" y="403369"/>
                    </a:cubicBezTo>
                    <a:lnTo>
                      <a:pt x="188431" y="566561"/>
                    </a:lnTo>
                    <a:cubicBezTo>
                      <a:pt x="188431" y="587668"/>
                      <a:pt x="171301" y="604887"/>
                      <a:pt x="150166" y="604887"/>
                    </a:cubicBezTo>
                    <a:cubicBezTo>
                      <a:pt x="129032" y="604887"/>
                      <a:pt x="111902" y="587668"/>
                      <a:pt x="111902" y="566561"/>
                    </a:cubicBezTo>
                    <a:cubicBezTo>
                      <a:pt x="111902" y="587668"/>
                      <a:pt x="94772" y="604887"/>
                      <a:pt x="73526" y="604887"/>
                    </a:cubicBezTo>
                    <a:cubicBezTo>
                      <a:pt x="52391" y="604887"/>
                      <a:pt x="35261" y="587668"/>
                      <a:pt x="35261" y="566561"/>
                    </a:cubicBezTo>
                    <a:lnTo>
                      <a:pt x="35261" y="403369"/>
                    </a:lnTo>
                    <a:cubicBezTo>
                      <a:pt x="31924" y="405591"/>
                      <a:pt x="27920" y="406813"/>
                      <a:pt x="23582" y="406813"/>
                    </a:cubicBezTo>
                    <a:cubicBezTo>
                      <a:pt x="11791" y="406813"/>
                      <a:pt x="2225" y="397259"/>
                      <a:pt x="2225" y="385484"/>
                    </a:cubicBezTo>
                    <a:lnTo>
                      <a:pt x="2225" y="368265"/>
                    </a:lnTo>
                    <a:cubicBezTo>
                      <a:pt x="779" y="365154"/>
                      <a:pt x="0" y="361710"/>
                      <a:pt x="0" y="358044"/>
                    </a:cubicBezTo>
                    <a:lnTo>
                      <a:pt x="0" y="200296"/>
                    </a:lnTo>
                    <a:cubicBezTo>
                      <a:pt x="0" y="188743"/>
                      <a:pt x="8231" y="178745"/>
                      <a:pt x="19577" y="176412"/>
                    </a:cubicBezTo>
                    <a:lnTo>
                      <a:pt x="62625" y="167747"/>
                    </a:lnTo>
                    <a:cubicBezTo>
                      <a:pt x="64850" y="165192"/>
                      <a:pt x="67519" y="163192"/>
                      <a:pt x="70522" y="161748"/>
                    </a:cubicBezTo>
                    <a:cubicBezTo>
                      <a:pt x="67074" y="157971"/>
                      <a:pt x="64182" y="154083"/>
                      <a:pt x="61957" y="150861"/>
                    </a:cubicBezTo>
                    <a:cubicBezTo>
                      <a:pt x="56618" y="143085"/>
                      <a:pt x="52169" y="134753"/>
                      <a:pt x="49054" y="126643"/>
                    </a:cubicBezTo>
                    <a:cubicBezTo>
                      <a:pt x="47497" y="123311"/>
                      <a:pt x="46273" y="119867"/>
                      <a:pt x="45161" y="116534"/>
                    </a:cubicBezTo>
                    <a:cubicBezTo>
                      <a:pt x="41045" y="113090"/>
                      <a:pt x="38598" y="107869"/>
                      <a:pt x="38598" y="102426"/>
                    </a:cubicBezTo>
                    <a:lnTo>
                      <a:pt x="38598" y="89095"/>
                    </a:lnTo>
                    <a:cubicBezTo>
                      <a:pt x="38598" y="85318"/>
                      <a:pt x="39822" y="81541"/>
                      <a:pt x="42047" y="78430"/>
                    </a:cubicBezTo>
                    <a:lnTo>
                      <a:pt x="42047" y="59656"/>
                    </a:lnTo>
                    <a:cubicBezTo>
                      <a:pt x="42047" y="26773"/>
                      <a:pt x="68854" y="0"/>
                      <a:pt x="10177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38100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354"/>
                <a:endParaRPr lang="zh-CN" altLang="en-US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9" name="îśḷïḓê">
              <a:extLst>
                <a:ext uri="{FF2B5EF4-FFF2-40B4-BE49-F238E27FC236}">
                  <a16:creationId xmlns:a16="http://schemas.microsoft.com/office/drawing/2014/main" id="{E56C48A0-E4BC-4A05-8B5F-4BAE3124A912}"/>
                </a:ext>
              </a:extLst>
            </p:cNvPr>
            <p:cNvGrpSpPr/>
            <p:nvPr/>
          </p:nvGrpSpPr>
          <p:grpSpPr>
            <a:xfrm>
              <a:off x="2577703" y="3309454"/>
              <a:ext cx="247650" cy="247650"/>
              <a:chOff x="4124325" y="3629025"/>
              <a:chExt cx="247650" cy="247650"/>
            </a:xfrm>
          </p:grpSpPr>
          <p:sp>
            <p:nvSpPr>
              <p:cNvPr id="29" name="ïṡľiḓe">
                <a:extLst>
                  <a:ext uri="{FF2B5EF4-FFF2-40B4-BE49-F238E27FC236}">
                    <a16:creationId xmlns:a16="http://schemas.microsoft.com/office/drawing/2014/main" id="{3964C6A6-1838-40A5-BA31-0F7CC00D58F7}"/>
                  </a:ext>
                </a:extLst>
              </p:cNvPr>
              <p:cNvSpPr/>
              <p:nvPr/>
            </p:nvSpPr>
            <p:spPr>
              <a:xfrm>
                <a:off x="4124325" y="3629025"/>
                <a:ext cx="247650" cy="247650"/>
              </a:xfrm>
              <a:prstGeom prst="flowChartConnector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îSľîḍè">
                <a:extLst>
                  <a:ext uri="{FF2B5EF4-FFF2-40B4-BE49-F238E27FC236}">
                    <a16:creationId xmlns:a16="http://schemas.microsoft.com/office/drawing/2014/main" id="{B528C8E1-7A14-4DB0-B6BB-D0BBA31D64B1}"/>
                  </a:ext>
                </a:extLst>
              </p:cNvPr>
              <p:cNvSpPr/>
              <p:nvPr/>
            </p:nvSpPr>
            <p:spPr>
              <a:xfrm rot="5400000">
                <a:off x="4191000" y="3703583"/>
                <a:ext cx="114300" cy="98534"/>
              </a:xfrm>
              <a:prstGeom prst="triangl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0" name="îṧļidé">
              <a:extLst>
                <a:ext uri="{FF2B5EF4-FFF2-40B4-BE49-F238E27FC236}">
                  <a16:creationId xmlns:a16="http://schemas.microsoft.com/office/drawing/2014/main" id="{E157371D-8E8D-426C-87E8-D290753B749C}"/>
                </a:ext>
              </a:extLst>
            </p:cNvPr>
            <p:cNvGrpSpPr/>
            <p:nvPr/>
          </p:nvGrpSpPr>
          <p:grpSpPr>
            <a:xfrm>
              <a:off x="4840683" y="3309454"/>
              <a:ext cx="247650" cy="247650"/>
              <a:chOff x="4124325" y="3629025"/>
              <a:chExt cx="247650" cy="247650"/>
            </a:xfrm>
          </p:grpSpPr>
          <p:sp>
            <p:nvSpPr>
              <p:cNvPr id="27" name="íşľiḍe">
                <a:extLst>
                  <a:ext uri="{FF2B5EF4-FFF2-40B4-BE49-F238E27FC236}">
                    <a16:creationId xmlns:a16="http://schemas.microsoft.com/office/drawing/2014/main" id="{12EFE0EB-ED67-493C-AFCA-561EBC8BE9B1}"/>
                  </a:ext>
                </a:extLst>
              </p:cNvPr>
              <p:cNvSpPr/>
              <p:nvPr/>
            </p:nvSpPr>
            <p:spPr>
              <a:xfrm>
                <a:off x="4124325" y="3629025"/>
                <a:ext cx="247650" cy="247650"/>
              </a:xfrm>
              <a:prstGeom prst="flowChartConnector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îS1íḍè">
                <a:extLst>
                  <a:ext uri="{FF2B5EF4-FFF2-40B4-BE49-F238E27FC236}">
                    <a16:creationId xmlns:a16="http://schemas.microsoft.com/office/drawing/2014/main" id="{B3D2AFE8-5745-4FE3-9326-101BDD44ACB7}"/>
                  </a:ext>
                </a:extLst>
              </p:cNvPr>
              <p:cNvSpPr/>
              <p:nvPr/>
            </p:nvSpPr>
            <p:spPr>
              <a:xfrm rot="5400000">
                <a:off x="4191000" y="3703583"/>
                <a:ext cx="114300" cy="98534"/>
              </a:xfrm>
              <a:prstGeom prst="triangl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1" name="îṥḷíďê">
              <a:extLst>
                <a:ext uri="{FF2B5EF4-FFF2-40B4-BE49-F238E27FC236}">
                  <a16:creationId xmlns:a16="http://schemas.microsoft.com/office/drawing/2014/main" id="{AAD7B118-7D5C-4CB3-AEFB-F91A7DCCEE9C}"/>
                </a:ext>
              </a:extLst>
            </p:cNvPr>
            <p:cNvGrpSpPr/>
            <p:nvPr/>
          </p:nvGrpSpPr>
          <p:grpSpPr>
            <a:xfrm>
              <a:off x="7103663" y="3309454"/>
              <a:ext cx="247650" cy="247650"/>
              <a:chOff x="4124325" y="3629025"/>
              <a:chExt cx="247650" cy="247650"/>
            </a:xfrm>
          </p:grpSpPr>
          <p:sp>
            <p:nvSpPr>
              <p:cNvPr id="25" name="iṥlîḍé">
                <a:extLst>
                  <a:ext uri="{FF2B5EF4-FFF2-40B4-BE49-F238E27FC236}">
                    <a16:creationId xmlns:a16="http://schemas.microsoft.com/office/drawing/2014/main" id="{87BACE20-CDA7-40D4-BFB5-FDD68E46F6DD}"/>
                  </a:ext>
                </a:extLst>
              </p:cNvPr>
              <p:cNvSpPr/>
              <p:nvPr/>
            </p:nvSpPr>
            <p:spPr>
              <a:xfrm>
                <a:off x="4124325" y="3629025"/>
                <a:ext cx="247650" cy="247650"/>
              </a:xfrm>
              <a:prstGeom prst="flowChartConnector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îšļíḍé">
                <a:extLst>
                  <a:ext uri="{FF2B5EF4-FFF2-40B4-BE49-F238E27FC236}">
                    <a16:creationId xmlns:a16="http://schemas.microsoft.com/office/drawing/2014/main" id="{56D6342E-8641-4EE0-A936-40C1ED681744}"/>
                  </a:ext>
                </a:extLst>
              </p:cNvPr>
              <p:cNvSpPr/>
              <p:nvPr/>
            </p:nvSpPr>
            <p:spPr>
              <a:xfrm rot="5400000">
                <a:off x="4191000" y="3703583"/>
                <a:ext cx="114300" cy="98534"/>
              </a:xfrm>
              <a:prstGeom prst="triangl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" name="íşľidè">
              <a:extLst>
                <a:ext uri="{FF2B5EF4-FFF2-40B4-BE49-F238E27FC236}">
                  <a16:creationId xmlns:a16="http://schemas.microsoft.com/office/drawing/2014/main" id="{6236BECC-34F9-4988-BC77-52B7D2EC606D}"/>
                </a:ext>
              </a:extLst>
            </p:cNvPr>
            <p:cNvGrpSpPr/>
            <p:nvPr/>
          </p:nvGrpSpPr>
          <p:grpSpPr>
            <a:xfrm>
              <a:off x="9366643" y="3309454"/>
              <a:ext cx="247650" cy="247650"/>
              <a:chOff x="4124325" y="3629025"/>
              <a:chExt cx="247650" cy="247650"/>
            </a:xfrm>
          </p:grpSpPr>
          <p:sp>
            <p:nvSpPr>
              <p:cNvPr id="23" name="íṣḷiḍè">
                <a:extLst>
                  <a:ext uri="{FF2B5EF4-FFF2-40B4-BE49-F238E27FC236}">
                    <a16:creationId xmlns:a16="http://schemas.microsoft.com/office/drawing/2014/main" id="{F96D172E-7691-40BF-BD5D-FCC050ACD769}"/>
                  </a:ext>
                </a:extLst>
              </p:cNvPr>
              <p:cNvSpPr/>
              <p:nvPr/>
            </p:nvSpPr>
            <p:spPr>
              <a:xfrm>
                <a:off x="4124325" y="3629025"/>
                <a:ext cx="247650" cy="247650"/>
              </a:xfrm>
              <a:prstGeom prst="flowChartConnector">
                <a:avLst/>
              </a:prstGeom>
              <a:solidFill>
                <a:schemeClr val="accent2"/>
              </a:solidFill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ïṩḻîďe">
                <a:extLst>
                  <a:ext uri="{FF2B5EF4-FFF2-40B4-BE49-F238E27FC236}">
                    <a16:creationId xmlns:a16="http://schemas.microsoft.com/office/drawing/2014/main" id="{03624B34-14E5-4611-9800-8EF254F20C3A}"/>
                  </a:ext>
                </a:extLst>
              </p:cNvPr>
              <p:cNvSpPr/>
              <p:nvPr/>
            </p:nvSpPr>
            <p:spPr>
              <a:xfrm rot="5400000">
                <a:off x="4191000" y="3703583"/>
                <a:ext cx="114300" cy="98534"/>
              </a:xfrm>
              <a:prstGeom prst="triangle">
                <a:avLst/>
              </a:prstGeom>
              <a:solidFill>
                <a:schemeClr val="bg1"/>
              </a:solidFill>
              <a:ln w="31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697444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2B1E21-332F-4E52-8D12-B3683DA2A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123DCB8-741D-48D6-877E-646AAC093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</a:t>
            </a:r>
            <a:r>
              <a:rPr lang="zh-CN" altLang="en-US" sz="100"/>
              <a:t> </a:t>
            </a:r>
            <a:r>
              <a:rPr lang="zh-CN" altLang="en-US"/>
              <a:t>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80077B0-48ED-42A5-B46A-A4532FCE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36</a:t>
            </a:fld>
            <a:r>
              <a:rPr lang="zh-CN" altLang="en-US" sz="100"/>
              <a:t> </a:t>
            </a:r>
          </a:p>
        </p:txBody>
      </p:sp>
      <p:grpSp>
        <p:nvGrpSpPr>
          <p:cNvPr id="5" name="27772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B4446DA5-EE8C-49A4-9BFD-91478E3573D8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130300"/>
            <a:ext cx="10845800" cy="5016500"/>
            <a:chOff x="673100" y="1130300"/>
            <a:chExt cx="10845800" cy="5016500"/>
          </a:xfrm>
        </p:grpSpPr>
        <p:grpSp>
          <p:nvGrpSpPr>
            <p:cNvPr id="6" name="iṣḷïḍê">
              <a:extLst>
                <a:ext uri="{FF2B5EF4-FFF2-40B4-BE49-F238E27FC236}">
                  <a16:creationId xmlns:a16="http://schemas.microsoft.com/office/drawing/2014/main" id="{A1C921BA-0BDD-4EE1-B3B7-E7919DAEBB1F}"/>
                </a:ext>
              </a:extLst>
            </p:cNvPr>
            <p:cNvGrpSpPr/>
            <p:nvPr/>
          </p:nvGrpSpPr>
          <p:grpSpPr>
            <a:xfrm>
              <a:off x="2618241" y="1130300"/>
              <a:ext cx="6955517" cy="3481182"/>
              <a:chOff x="2618241" y="1130300"/>
              <a:chExt cx="6955517" cy="3481182"/>
            </a:xfrm>
          </p:grpSpPr>
          <p:sp>
            <p:nvSpPr>
              <p:cNvPr id="44" name="îśḻïḋè">
                <a:extLst>
                  <a:ext uri="{FF2B5EF4-FFF2-40B4-BE49-F238E27FC236}">
                    <a16:creationId xmlns:a16="http://schemas.microsoft.com/office/drawing/2014/main" id="{037FFC36-1E0E-480C-A1A4-052250AB4512}"/>
                  </a:ext>
                </a:extLst>
              </p:cNvPr>
              <p:cNvSpPr/>
              <p:nvPr/>
            </p:nvSpPr>
            <p:spPr>
              <a:xfrm>
                <a:off x="2618241" y="1403290"/>
                <a:ext cx="6955517" cy="3208192"/>
              </a:xfrm>
              <a:custGeom>
                <a:avLst/>
                <a:gdLst>
                  <a:gd name="connsiteX0" fmla="*/ 3453307 w 6955517"/>
                  <a:gd name="connsiteY0" fmla="*/ 103 h 3208192"/>
                  <a:gd name="connsiteX1" fmla="*/ 6955517 w 6955517"/>
                  <a:gd name="connsiteY1" fmla="*/ 3096979 h 3208192"/>
                  <a:gd name="connsiteX2" fmla="*/ 6249329 w 6955517"/>
                  <a:gd name="connsiteY2" fmla="*/ 3164678 h 3208192"/>
                  <a:gd name="connsiteX3" fmla="*/ 3458878 w 6955517"/>
                  <a:gd name="connsiteY3" fmla="*/ 709503 h 3208192"/>
                  <a:gd name="connsiteX4" fmla="*/ 707162 w 6955517"/>
                  <a:gd name="connsiteY4" fmla="*/ 3208192 h 3208192"/>
                  <a:gd name="connsiteX5" fmla="*/ 0 w 6955517"/>
                  <a:gd name="connsiteY5" fmla="*/ 3151593 h 3208192"/>
                  <a:gd name="connsiteX6" fmla="*/ 3453307 w 6955517"/>
                  <a:gd name="connsiteY6" fmla="*/ 103 h 3208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955517" h="3208192">
                    <a:moveTo>
                      <a:pt x="3453307" y="103"/>
                    </a:moveTo>
                    <a:cubicBezTo>
                      <a:pt x="5260678" y="-13596"/>
                      <a:pt x="6779966" y="1329855"/>
                      <a:pt x="6955517" y="3096979"/>
                    </a:cubicBezTo>
                    <a:lnTo>
                      <a:pt x="6249329" y="3164678"/>
                    </a:lnTo>
                    <a:cubicBezTo>
                      <a:pt x="6108857" y="1763591"/>
                      <a:pt x="4898536" y="698691"/>
                      <a:pt x="3458878" y="709503"/>
                    </a:cubicBezTo>
                    <a:cubicBezTo>
                      <a:pt x="2018477" y="720320"/>
                      <a:pt x="824669" y="1804354"/>
                      <a:pt x="707162" y="3208192"/>
                    </a:cubicBezTo>
                    <a:lnTo>
                      <a:pt x="0" y="3151593"/>
                    </a:lnTo>
                    <a:cubicBezTo>
                      <a:pt x="146834" y="1381211"/>
                      <a:pt x="1645193" y="13807"/>
                      <a:pt x="3453307" y="103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bg1">
                      <a:lumMod val="95000"/>
                      <a:alpha val="21000"/>
                    </a:schemeClr>
                  </a:gs>
                  <a:gs pos="100000">
                    <a:schemeClr val="bg1">
                      <a:lumMod val="85000"/>
                      <a:alpha val="3900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íşḻîḋê">
                <a:extLst>
                  <a:ext uri="{FF2B5EF4-FFF2-40B4-BE49-F238E27FC236}">
                    <a16:creationId xmlns:a16="http://schemas.microsoft.com/office/drawing/2014/main" id="{48F7BFDE-B893-41BD-A453-7177DF8C3E93}"/>
                  </a:ext>
                </a:extLst>
              </p:cNvPr>
              <p:cNvSpPr/>
              <p:nvPr/>
            </p:nvSpPr>
            <p:spPr>
              <a:xfrm>
                <a:off x="3136985" y="2169097"/>
                <a:ext cx="1186670" cy="1186668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  <a:alpha val="73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1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="1">
                    <a:solidFill>
                      <a:schemeClr val="tx1"/>
                    </a:solidFill>
                  </a:rPr>
                  <a:t>XXX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6" name="iŝļíḋe">
                <a:extLst>
                  <a:ext uri="{FF2B5EF4-FFF2-40B4-BE49-F238E27FC236}">
                    <a16:creationId xmlns:a16="http://schemas.microsoft.com/office/drawing/2014/main" id="{17BCC52E-665E-4E24-89BB-6D8C6448E481}"/>
                  </a:ext>
                </a:extLst>
              </p:cNvPr>
              <p:cNvSpPr/>
              <p:nvPr/>
            </p:nvSpPr>
            <p:spPr>
              <a:xfrm>
                <a:off x="7873321" y="2169097"/>
                <a:ext cx="1186670" cy="1186668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  <a:alpha val="73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1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="1">
                    <a:solidFill>
                      <a:schemeClr val="tx1"/>
                    </a:solidFill>
                  </a:rPr>
                  <a:t>XXX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îśḷïďè">
                <a:extLst>
                  <a:ext uri="{FF2B5EF4-FFF2-40B4-BE49-F238E27FC236}">
                    <a16:creationId xmlns:a16="http://schemas.microsoft.com/office/drawing/2014/main" id="{694E0BC3-49E4-4D95-9A2C-24BF0C1E8F4C}"/>
                  </a:ext>
                </a:extLst>
              </p:cNvPr>
              <p:cNvSpPr/>
              <p:nvPr/>
            </p:nvSpPr>
            <p:spPr>
              <a:xfrm>
                <a:off x="4576748" y="1130300"/>
                <a:ext cx="1186670" cy="1186668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  <a:alpha val="73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1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="1">
                    <a:solidFill>
                      <a:schemeClr val="tx1"/>
                    </a:solidFill>
                  </a:rPr>
                  <a:t>XX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ïṥḻiďè">
                <a:extLst>
                  <a:ext uri="{FF2B5EF4-FFF2-40B4-BE49-F238E27FC236}">
                    <a16:creationId xmlns:a16="http://schemas.microsoft.com/office/drawing/2014/main" id="{B5367A8A-2A89-4298-ADB4-772914E692CC}"/>
                  </a:ext>
                </a:extLst>
              </p:cNvPr>
              <p:cNvSpPr/>
              <p:nvPr/>
            </p:nvSpPr>
            <p:spPr>
              <a:xfrm>
                <a:off x="6275417" y="1130300"/>
                <a:ext cx="1186670" cy="1186668"/>
              </a:xfrm>
              <a:prstGeom prst="ellipse">
                <a:avLst/>
              </a:prstGeom>
              <a:solidFill>
                <a:schemeClr val="bg1"/>
              </a:solidFill>
              <a:ln w="57150">
                <a:solidFill>
                  <a:schemeClr val="bg1">
                    <a:lumMod val="85000"/>
                    <a:alpha val="73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:r>
                  <a:rPr lang="en-US" altLang="zh-CN" sz="1600" b="1">
                    <a:solidFill>
                      <a:schemeClr val="tx1"/>
                    </a:solidFill>
                  </a:rPr>
                  <a:t>X</a:t>
                </a:r>
                <a:r>
                  <a:rPr lang="en-US" altLang="zh-CN" sz="100" b="1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600" b="1">
                    <a:solidFill>
                      <a:schemeClr val="tx1"/>
                    </a:solidFill>
                  </a:rPr>
                  <a:t>XX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iṧlíḋé">
                <a:extLst>
                  <a:ext uri="{FF2B5EF4-FFF2-40B4-BE49-F238E27FC236}">
                    <a16:creationId xmlns:a16="http://schemas.microsoft.com/office/drawing/2014/main" id="{08E5C412-EB10-4F2F-AEED-C1C8EE036179}"/>
                  </a:ext>
                </a:extLst>
              </p:cNvPr>
              <p:cNvGrpSpPr/>
              <p:nvPr/>
            </p:nvGrpSpPr>
            <p:grpSpPr>
              <a:xfrm>
                <a:off x="4788930" y="3216471"/>
                <a:ext cx="2619120" cy="1316822"/>
                <a:chOff x="1716287" y="4268007"/>
                <a:chExt cx="2379463" cy="1196331"/>
              </a:xfrm>
            </p:grpSpPr>
            <p:sp>
              <p:nvSpPr>
                <p:cNvPr id="51" name="iṣḻiḓé">
                  <a:extLst>
                    <a:ext uri="{FF2B5EF4-FFF2-40B4-BE49-F238E27FC236}">
                      <a16:creationId xmlns:a16="http://schemas.microsoft.com/office/drawing/2014/main" id="{9DF195AB-D12C-4651-A5B7-D82A6C7CA98A}"/>
                    </a:ext>
                  </a:extLst>
                </p:cNvPr>
                <p:cNvSpPr/>
                <p:nvPr/>
              </p:nvSpPr>
              <p:spPr bwMode="auto">
                <a:xfrm>
                  <a:off x="3587583" y="4905515"/>
                  <a:ext cx="508167" cy="558820"/>
                </a:xfrm>
                <a:custGeom>
                  <a:avLst/>
                  <a:gdLst>
                    <a:gd name="T0" fmla="*/ 120 w 132"/>
                    <a:gd name="T1" fmla="*/ 119 h 145"/>
                    <a:gd name="T2" fmla="*/ 97 w 132"/>
                    <a:gd name="T3" fmla="*/ 108 h 145"/>
                    <a:gd name="T4" fmla="*/ 90 w 132"/>
                    <a:gd name="T5" fmla="*/ 103 h 145"/>
                    <a:gd name="T6" fmla="*/ 99 w 132"/>
                    <a:gd name="T7" fmla="*/ 105 h 145"/>
                    <a:gd name="T8" fmla="*/ 95 w 132"/>
                    <a:gd name="T9" fmla="*/ 91 h 145"/>
                    <a:gd name="T10" fmla="*/ 106 w 132"/>
                    <a:gd name="T11" fmla="*/ 97 h 145"/>
                    <a:gd name="T12" fmla="*/ 101 w 132"/>
                    <a:gd name="T13" fmla="*/ 84 h 145"/>
                    <a:gd name="T14" fmla="*/ 109 w 132"/>
                    <a:gd name="T15" fmla="*/ 89 h 145"/>
                    <a:gd name="T16" fmla="*/ 106 w 132"/>
                    <a:gd name="T17" fmla="*/ 75 h 145"/>
                    <a:gd name="T18" fmla="*/ 117 w 132"/>
                    <a:gd name="T19" fmla="*/ 75 h 145"/>
                    <a:gd name="T20" fmla="*/ 108 w 132"/>
                    <a:gd name="T21" fmla="*/ 65 h 145"/>
                    <a:gd name="T22" fmla="*/ 120 w 132"/>
                    <a:gd name="T23" fmla="*/ 60 h 145"/>
                    <a:gd name="T24" fmla="*/ 106 w 132"/>
                    <a:gd name="T25" fmla="*/ 41 h 145"/>
                    <a:gd name="T26" fmla="*/ 70 w 132"/>
                    <a:gd name="T27" fmla="*/ 0 h 145"/>
                    <a:gd name="T28" fmla="*/ 65 w 132"/>
                    <a:gd name="T29" fmla="*/ 0 h 145"/>
                    <a:gd name="T30" fmla="*/ 60 w 132"/>
                    <a:gd name="T31" fmla="*/ 0 h 145"/>
                    <a:gd name="T32" fmla="*/ 23 w 132"/>
                    <a:gd name="T33" fmla="*/ 41 h 145"/>
                    <a:gd name="T34" fmla="*/ 10 w 132"/>
                    <a:gd name="T35" fmla="*/ 60 h 145"/>
                    <a:gd name="T36" fmla="*/ 22 w 132"/>
                    <a:gd name="T37" fmla="*/ 65 h 145"/>
                    <a:gd name="T38" fmla="*/ 13 w 132"/>
                    <a:gd name="T39" fmla="*/ 75 h 145"/>
                    <a:gd name="T40" fmla="*/ 24 w 132"/>
                    <a:gd name="T41" fmla="*/ 75 h 145"/>
                    <a:gd name="T42" fmla="*/ 20 w 132"/>
                    <a:gd name="T43" fmla="*/ 89 h 145"/>
                    <a:gd name="T44" fmla="*/ 29 w 132"/>
                    <a:gd name="T45" fmla="*/ 84 h 145"/>
                    <a:gd name="T46" fmla="*/ 23 w 132"/>
                    <a:gd name="T47" fmla="*/ 97 h 145"/>
                    <a:gd name="T48" fmla="*/ 34 w 132"/>
                    <a:gd name="T49" fmla="*/ 91 h 145"/>
                    <a:gd name="T50" fmla="*/ 31 w 132"/>
                    <a:gd name="T51" fmla="*/ 105 h 145"/>
                    <a:gd name="T52" fmla="*/ 40 w 132"/>
                    <a:gd name="T53" fmla="*/ 103 h 145"/>
                    <a:gd name="T54" fmla="*/ 32 w 132"/>
                    <a:gd name="T55" fmla="*/ 108 h 145"/>
                    <a:gd name="T56" fmla="*/ 7 w 132"/>
                    <a:gd name="T57" fmla="*/ 117 h 145"/>
                    <a:gd name="T58" fmla="*/ 0 w 132"/>
                    <a:gd name="T59" fmla="*/ 121 h 145"/>
                    <a:gd name="T60" fmla="*/ 0 w 132"/>
                    <a:gd name="T61" fmla="*/ 145 h 145"/>
                    <a:gd name="T62" fmla="*/ 65 w 132"/>
                    <a:gd name="T63" fmla="*/ 145 h 145"/>
                    <a:gd name="T64" fmla="*/ 130 w 132"/>
                    <a:gd name="T65" fmla="*/ 145 h 145"/>
                    <a:gd name="T66" fmla="*/ 130 w 132"/>
                    <a:gd name="T67" fmla="*/ 130 h 145"/>
                    <a:gd name="T68" fmla="*/ 120 w 132"/>
                    <a:gd name="T69" fmla="*/ 119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32" h="145">
                      <a:moveTo>
                        <a:pt x="120" y="119"/>
                      </a:moveTo>
                      <a:cubicBezTo>
                        <a:pt x="112" y="115"/>
                        <a:pt x="105" y="111"/>
                        <a:pt x="97" y="108"/>
                      </a:cubicBezTo>
                      <a:cubicBezTo>
                        <a:pt x="94" y="107"/>
                        <a:pt x="91" y="105"/>
                        <a:pt x="90" y="103"/>
                      </a:cubicBezTo>
                      <a:cubicBezTo>
                        <a:pt x="92" y="104"/>
                        <a:pt x="95" y="105"/>
                        <a:pt x="99" y="105"/>
                      </a:cubicBezTo>
                      <a:cubicBezTo>
                        <a:pt x="97" y="100"/>
                        <a:pt x="96" y="95"/>
                        <a:pt x="95" y="91"/>
                      </a:cubicBezTo>
                      <a:cubicBezTo>
                        <a:pt x="98" y="94"/>
                        <a:pt x="102" y="96"/>
                        <a:pt x="106" y="97"/>
                      </a:cubicBezTo>
                      <a:cubicBezTo>
                        <a:pt x="104" y="93"/>
                        <a:pt x="102" y="88"/>
                        <a:pt x="101" y="84"/>
                      </a:cubicBezTo>
                      <a:cubicBezTo>
                        <a:pt x="103" y="86"/>
                        <a:pt x="106" y="88"/>
                        <a:pt x="109" y="89"/>
                      </a:cubicBezTo>
                      <a:cubicBezTo>
                        <a:pt x="107" y="84"/>
                        <a:pt x="106" y="79"/>
                        <a:pt x="106" y="75"/>
                      </a:cubicBezTo>
                      <a:cubicBezTo>
                        <a:pt x="109" y="76"/>
                        <a:pt x="113" y="75"/>
                        <a:pt x="117" y="75"/>
                      </a:cubicBezTo>
                      <a:cubicBezTo>
                        <a:pt x="113" y="71"/>
                        <a:pt x="110" y="68"/>
                        <a:pt x="108" y="65"/>
                      </a:cubicBezTo>
                      <a:cubicBezTo>
                        <a:pt x="111" y="64"/>
                        <a:pt x="115" y="63"/>
                        <a:pt x="120" y="60"/>
                      </a:cubicBezTo>
                      <a:cubicBezTo>
                        <a:pt x="112" y="57"/>
                        <a:pt x="108" y="49"/>
                        <a:pt x="106" y="41"/>
                      </a:cubicBezTo>
                      <a:cubicBezTo>
                        <a:pt x="104" y="19"/>
                        <a:pt x="90" y="2"/>
                        <a:pt x="70" y="0"/>
                      </a:cubicBezTo>
                      <a:cubicBezTo>
                        <a:pt x="65" y="0"/>
                        <a:pt x="65" y="0"/>
                        <a:pt x="65" y="0"/>
                      </a:cubicBezTo>
                      <a:cubicBezTo>
                        <a:pt x="60" y="0"/>
                        <a:pt x="60" y="0"/>
                        <a:pt x="60" y="0"/>
                      </a:cubicBezTo>
                      <a:cubicBezTo>
                        <a:pt x="39" y="2"/>
                        <a:pt x="26" y="19"/>
                        <a:pt x="23" y="41"/>
                      </a:cubicBezTo>
                      <a:cubicBezTo>
                        <a:pt x="21" y="49"/>
                        <a:pt x="18" y="57"/>
                        <a:pt x="10" y="60"/>
                      </a:cubicBezTo>
                      <a:cubicBezTo>
                        <a:pt x="14" y="63"/>
                        <a:pt x="18" y="64"/>
                        <a:pt x="22" y="65"/>
                      </a:cubicBezTo>
                      <a:cubicBezTo>
                        <a:pt x="20" y="68"/>
                        <a:pt x="17" y="71"/>
                        <a:pt x="13" y="75"/>
                      </a:cubicBezTo>
                      <a:cubicBezTo>
                        <a:pt x="16" y="75"/>
                        <a:pt x="20" y="76"/>
                        <a:pt x="24" y="75"/>
                      </a:cubicBezTo>
                      <a:cubicBezTo>
                        <a:pt x="23" y="79"/>
                        <a:pt x="22" y="84"/>
                        <a:pt x="20" y="89"/>
                      </a:cubicBezTo>
                      <a:cubicBezTo>
                        <a:pt x="23" y="88"/>
                        <a:pt x="26" y="86"/>
                        <a:pt x="29" y="84"/>
                      </a:cubicBezTo>
                      <a:cubicBezTo>
                        <a:pt x="27" y="88"/>
                        <a:pt x="25" y="93"/>
                        <a:pt x="23" y="97"/>
                      </a:cubicBezTo>
                      <a:cubicBezTo>
                        <a:pt x="28" y="96"/>
                        <a:pt x="31" y="94"/>
                        <a:pt x="34" y="91"/>
                      </a:cubicBezTo>
                      <a:cubicBezTo>
                        <a:pt x="34" y="95"/>
                        <a:pt x="32" y="100"/>
                        <a:pt x="31" y="105"/>
                      </a:cubicBezTo>
                      <a:cubicBezTo>
                        <a:pt x="34" y="105"/>
                        <a:pt x="37" y="104"/>
                        <a:pt x="40" y="103"/>
                      </a:cubicBezTo>
                      <a:cubicBezTo>
                        <a:pt x="38" y="105"/>
                        <a:pt x="36" y="107"/>
                        <a:pt x="32" y="108"/>
                      </a:cubicBezTo>
                      <a:cubicBezTo>
                        <a:pt x="24" y="111"/>
                        <a:pt x="15" y="114"/>
                        <a:pt x="7" y="117"/>
                      </a:cubicBezTo>
                      <a:cubicBezTo>
                        <a:pt x="5" y="118"/>
                        <a:pt x="2" y="120"/>
                        <a:pt x="0" y="121"/>
                      </a:cubicBezTo>
                      <a:cubicBezTo>
                        <a:pt x="0" y="145"/>
                        <a:pt x="0" y="145"/>
                        <a:pt x="0" y="145"/>
                      </a:cubicBezTo>
                      <a:cubicBezTo>
                        <a:pt x="65" y="145"/>
                        <a:pt x="65" y="145"/>
                        <a:pt x="65" y="145"/>
                      </a:cubicBezTo>
                      <a:cubicBezTo>
                        <a:pt x="130" y="145"/>
                        <a:pt x="130" y="145"/>
                        <a:pt x="130" y="145"/>
                      </a:cubicBezTo>
                      <a:cubicBezTo>
                        <a:pt x="130" y="145"/>
                        <a:pt x="132" y="135"/>
                        <a:pt x="130" y="130"/>
                      </a:cubicBezTo>
                      <a:cubicBezTo>
                        <a:pt x="129" y="128"/>
                        <a:pt x="126" y="123"/>
                        <a:pt x="120" y="119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/>
                <a:p>
                  <a:endParaRPr lang="zh-HK" altLang="en-US" dirty="0"/>
                </a:p>
              </p:txBody>
            </p:sp>
            <p:sp>
              <p:nvSpPr>
                <p:cNvPr id="52" name="îṥ1ïḓè">
                  <a:extLst>
                    <a:ext uri="{FF2B5EF4-FFF2-40B4-BE49-F238E27FC236}">
                      <a16:creationId xmlns:a16="http://schemas.microsoft.com/office/drawing/2014/main" id="{D09963CE-BDB5-4714-A9C6-6CEFDF64C39F}"/>
                    </a:ext>
                  </a:extLst>
                </p:cNvPr>
                <p:cNvSpPr/>
                <p:nvPr/>
              </p:nvSpPr>
              <p:spPr bwMode="auto">
                <a:xfrm>
                  <a:off x="2091497" y="4792546"/>
                  <a:ext cx="556524" cy="671791"/>
                </a:xfrm>
                <a:custGeom>
                  <a:avLst/>
                  <a:gdLst>
                    <a:gd name="T0" fmla="*/ 112 w 131"/>
                    <a:gd name="T1" fmla="*/ 128 h 158"/>
                    <a:gd name="T2" fmla="*/ 111 w 131"/>
                    <a:gd name="T3" fmla="*/ 127 h 158"/>
                    <a:gd name="T4" fmla="*/ 105 w 131"/>
                    <a:gd name="T5" fmla="*/ 95 h 158"/>
                    <a:gd name="T6" fmla="*/ 104 w 131"/>
                    <a:gd name="T7" fmla="*/ 96 h 158"/>
                    <a:gd name="T8" fmla="*/ 68 w 131"/>
                    <a:gd name="T9" fmla="*/ 0 h 158"/>
                    <a:gd name="T10" fmla="*/ 35 w 131"/>
                    <a:gd name="T11" fmla="*/ 101 h 158"/>
                    <a:gd name="T12" fmla="*/ 47 w 131"/>
                    <a:gd name="T13" fmla="*/ 111 h 158"/>
                    <a:gd name="T14" fmla="*/ 36 w 131"/>
                    <a:gd name="T15" fmla="*/ 124 h 158"/>
                    <a:gd name="T16" fmla="*/ 0 w 131"/>
                    <a:gd name="T17" fmla="*/ 140 h 158"/>
                    <a:gd name="T18" fmla="*/ 0 w 131"/>
                    <a:gd name="T19" fmla="*/ 158 h 158"/>
                    <a:gd name="T20" fmla="*/ 131 w 131"/>
                    <a:gd name="T21" fmla="*/ 158 h 158"/>
                    <a:gd name="T22" fmla="*/ 131 w 131"/>
                    <a:gd name="T23" fmla="*/ 136 h 158"/>
                    <a:gd name="T24" fmla="*/ 112 w 131"/>
                    <a:gd name="T25" fmla="*/ 128 h 1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</a:cxnLst>
                  <a:rect l="0" t="0" r="r" b="b"/>
                  <a:pathLst>
                    <a:path w="131" h="158">
                      <a:moveTo>
                        <a:pt x="112" y="128"/>
                      </a:moveTo>
                      <a:cubicBezTo>
                        <a:pt x="112" y="128"/>
                        <a:pt x="112" y="127"/>
                        <a:pt x="111" y="127"/>
                      </a:cubicBezTo>
                      <a:cubicBezTo>
                        <a:pt x="105" y="117"/>
                        <a:pt x="91" y="112"/>
                        <a:pt x="105" y="95"/>
                      </a:cubicBezTo>
                      <a:cubicBezTo>
                        <a:pt x="105" y="96"/>
                        <a:pt x="105" y="96"/>
                        <a:pt x="104" y="96"/>
                      </a:cubicBezTo>
                      <a:cubicBezTo>
                        <a:pt x="131" y="63"/>
                        <a:pt x="104" y="0"/>
                        <a:pt x="68" y="0"/>
                      </a:cubicBezTo>
                      <a:cubicBezTo>
                        <a:pt x="30" y="0"/>
                        <a:pt x="1" y="70"/>
                        <a:pt x="35" y="101"/>
                      </a:cubicBezTo>
                      <a:cubicBezTo>
                        <a:pt x="39" y="105"/>
                        <a:pt x="43" y="108"/>
                        <a:pt x="47" y="111"/>
                      </a:cubicBezTo>
                      <a:cubicBezTo>
                        <a:pt x="46" y="116"/>
                        <a:pt x="43" y="121"/>
                        <a:pt x="36" y="124"/>
                      </a:cubicBezTo>
                      <a:cubicBezTo>
                        <a:pt x="24" y="129"/>
                        <a:pt x="8" y="131"/>
                        <a:pt x="0" y="140"/>
                      </a:cubicBezTo>
                      <a:cubicBezTo>
                        <a:pt x="0" y="158"/>
                        <a:pt x="0" y="158"/>
                        <a:pt x="0" y="158"/>
                      </a:cubicBezTo>
                      <a:cubicBezTo>
                        <a:pt x="131" y="158"/>
                        <a:pt x="131" y="158"/>
                        <a:pt x="131" y="158"/>
                      </a:cubicBezTo>
                      <a:cubicBezTo>
                        <a:pt x="131" y="136"/>
                        <a:pt x="131" y="136"/>
                        <a:pt x="131" y="136"/>
                      </a:cubicBezTo>
                      <a:cubicBezTo>
                        <a:pt x="126" y="133"/>
                        <a:pt x="119" y="130"/>
                        <a:pt x="112" y="128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/>
                <a:p>
                  <a:endParaRPr lang="zh-HK" altLang="en-US"/>
                </a:p>
              </p:txBody>
            </p:sp>
            <p:sp>
              <p:nvSpPr>
                <p:cNvPr id="53" name="îṧļíḓe">
                  <a:extLst>
                    <a:ext uri="{FF2B5EF4-FFF2-40B4-BE49-F238E27FC236}">
                      <a16:creationId xmlns:a16="http://schemas.microsoft.com/office/drawing/2014/main" id="{41983705-819F-4FE8-9552-A97CD198CCFD}"/>
                    </a:ext>
                  </a:extLst>
                </p:cNvPr>
                <p:cNvSpPr/>
                <p:nvPr/>
              </p:nvSpPr>
              <p:spPr bwMode="auto">
                <a:xfrm>
                  <a:off x="3088603" y="4817760"/>
                  <a:ext cx="556524" cy="646576"/>
                </a:xfrm>
                <a:custGeom>
                  <a:avLst/>
                  <a:gdLst>
                    <a:gd name="T0" fmla="*/ 121 w 131"/>
                    <a:gd name="T1" fmla="*/ 123 h 152"/>
                    <a:gd name="T2" fmla="*/ 110 w 131"/>
                    <a:gd name="T3" fmla="*/ 119 h 152"/>
                    <a:gd name="T4" fmla="*/ 108 w 131"/>
                    <a:gd name="T5" fmla="*/ 119 h 152"/>
                    <a:gd name="T6" fmla="*/ 110 w 131"/>
                    <a:gd name="T7" fmla="*/ 117 h 152"/>
                    <a:gd name="T8" fmla="*/ 120 w 131"/>
                    <a:gd name="T9" fmla="*/ 94 h 152"/>
                    <a:gd name="T10" fmla="*/ 110 w 131"/>
                    <a:gd name="T11" fmla="*/ 99 h 152"/>
                    <a:gd name="T12" fmla="*/ 110 w 131"/>
                    <a:gd name="T13" fmla="*/ 94 h 152"/>
                    <a:gd name="T14" fmla="*/ 117 w 131"/>
                    <a:gd name="T15" fmla="*/ 70 h 152"/>
                    <a:gd name="T16" fmla="*/ 110 w 131"/>
                    <a:gd name="T17" fmla="*/ 34 h 152"/>
                    <a:gd name="T18" fmla="*/ 100 w 131"/>
                    <a:gd name="T19" fmla="*/ 17 h 152"/>
                    <a:gd name="T20" fmla="*/ 89 w 131"/>
                    <a:gd name="T21" fmla="*/ 7 h 152"/>
                    <a:gd name="T22" fmla="*/ 79 w 131"/>
                    <a:gd name="T23" fmla="*/ 2 h 152"/>
                    <a:gd name="T24" fmla="*/ 74 w 131"/>
                    <a:gd name="T25" fmla="*/ 1 h 152"/>
                    <a:gd name="T26" fmla="*/ 67 w 131"/>
                    <a:gd name="T27" fmla="*/ 0 h 152"/>
                    <a:gd name="T28" fmla="*/ 66 w 131"/>
                    <a:gd name="T29" fmla="*/ 0 h 152"/>
                    <a:gd name="T30" fmla="*/ 60 w 131"/>
                    <a:gd name="T31" fmla="*/ 0 h 152"/>
                    <a:gd name="T32" fmla="*/ 55 w 131"/>
                    <a:gd name="T33" fmla="*/ 2 h 152"/>
                    <a:gd name="T34" fmla="*/ 44 w 131"/>
                    <a:gd name="T35" fmla="*/ 7 h 152"/>
                    <a:gd name="T36" fmla="*/ 34 w 131"/>
                    <a:gd name="T37" fmla="*/ 16 h 152"/>
                    <a:gd name="T38" fmla="*/ 24 w 131"/>
                    <a:gd name="T39" fmla="*/ 33 h 152"/>
                    <a:gd name="T40" fmla="*/ 17 w 131"/>
                    <a:gd name="T41" fmla="*/ 70 h 152"/>
                    <a:gd name="T42" fmla="*/ 24 w 131"/>
                    <a:gd name="T43" fmla="*/ 93 h 152"/>
                    <a:gd name="T44" fmla="*/ 24 w 131"/>
                    <a:gd name="T45" fmla="*/ 99 h 152"/>
                    <a:gd name="T46" fmla="*/ 14 w 131"/>
                    <a:gd name="T47" fmla="*/ 94 h 152"/>
                    <a:gd name="T48" fmla="*/ 24 w 131"/>
                    <a:gd name="T49" fmla="*/ 116 h 152"/>
                    <a:gd name="T50" fmla="*/ 26 w 131"/>
                    <a:gd name="T51" fmla="*/ 119 h 152"/>
                    <a:gd name="T52" fmla="*/ 24 w 131"/>
                    <a:gd name="T53" fmla="*/ 119 h 152"/>
                    <a:gd name="T54" fmla="*/ 13 w 131"/>
                    <a:gd name="T55" fmla="*/ 123 h 152"/>
                    <a:gd name="T56" fmla="*/ 3 w 131"/>
                    <a:gd name="T57" fmla="*/ 128 h 152"/>
                    <a:gd name="T58" fmla="*/ 0 w 131"/>
                    <a:gd name="T59" fmla="*/ 130 h 152"/>
                    <a:gd name="T60" fmla="*/ 0 w 131"/>
                    <a:gd name="T61" fmla="*/ 152 h 152"/>
                    <a:gd name="T62" fmla="*/ 131 w 131"/>
                    <a:gd name="T63" fmla="*/ 152 h 152"/>
                    <a:gd name="T64" fmla="*/ 131 w 131"/>
                    <a:gd name="T65" fmla="*/ 128 h 152"/>
                    <a:gd name="T66" fmla="*/ 121 w 131"/>
                    <a:gd name="T67" fmla="*/ 123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</a:cxnLst>
                  <a:rect l="0" t="0" r="r" b="b"/>
                  <a:pathLst>
                    <a:path w="131" h="152">
                      <a:moveTo>
                        <a:pt x="121" y="123"/>
                      </a:moveTo>
                      <a:cubicBezTo>
                        <a:pt x="117" y="122"/>
                        <a:pt x="114" y="120"/>
                        <a:pt x="110" y="119"/>
                      </a:cubicBezTo>
                      <a:cubicBezTo>
                        <a:pt x="108" y="119"/>
                        <a:pt x="108" y="119"/>
                        <a:pt x="108" y="119"/>
                      </a:cubicBezTo>
                      <a:cubicBezTo>
                        <a:pt x="109" y="118"/>
                        <a:pt x="110" y="117"/>
                        <a:pt x="110" y="117"/>
                      </a:cubicBezTo>
                      <a:cubicBezTo>
                        <a:pt x="115" y="111"/>
                        <a:pt x="119" y="104"/>
                        <a:pt x="120" y="94"/>
                      </a:cubicBezTo>
                      <a:cubicBezTo>
                        <a:pt x="115" y="97"/>
                        <a:pt x="112" y="99"/>
                        <a:pt x="110" y="99"/>
                      </a:cubicBezTo>
                      <a:cubicBezTo>
                        <a:pt x="106" y="101"/>
                        <a:pt x="108" y="99"/>
                        <a:pt x="110" y="94"/>
                      </a:cubicBezTo>
                      <a:cubicBezTo>
                        <a:pt x="113" y="89"/>
                        <a:pt x="116" y="81"/>
                        <a:pt x="117" y="70"/>
                      </a:cubicBezTo>
                      <a:cubicBezTo>
                        <a:pt x="118" y="60"/>
                        <a:pt x="116" y="46"/>
                        <a:pt x="110" y="34"/>
                      </a:cubicBezTo>
                      <a:cubicBezTo>
                        <a:pt x="108" y="28"/>
                        <a:pt x="104" y="22"/>
                        <a:pt x="100" y="17"/>
                      </a:cubicBezTo>
                      <a:cubicBezTo>
                        <a:pt x="97" y="13"/>
                        <a:pt x="93" y="10"/>
                        <a:pt x="89" y="7"/>
                      </a:cubicBezTo>
                      <a:cubicBezTo>
                        <a:pt x="86" y="5"/>
                        <a:pt x="83" y="3"/>
                        <a:pt x="79" y="2"/>
                      </a:cubicBezTo>
                      <a:cubicBezTo>
                        <a:pt x="77" y="1"/>
                        <a:pt x="76" y="1"/>
                        <a:pt x="74" y="1"/>
                      </a:cubicBezTo>
                      <a:cubicBezTo>
                        <a:pt x="72" y="0"/>
                        <a:pt x="69" y="0"/>
                        <a:pt x="67" y="0"/>
                      </a:cubicBezTo>
                      <a:cubicBezTo>
                        <a:pt x="67" y="0"/>
                        <a:pt x="67" y="0"/>
                        <a:pt x="66" y="0"/>
                      </a:cubicBezTo>
                      <a:cubicBezTo>
                        <a:pt x="64" y="0"/>
                        <a:pt x="62" y="0"/>
                        <a:pt x="60" y="0"/>
                      </a:cubicBezTo>
                      <a:cubicBezTo>
                        <a:pt x="58" y="1"/>
                        <a:pt x="57" y="1"/>
                        <a:pt x="55" y="2"/>
                      </a:cubicBezTo>
                      <a:cubicBezTo>
                        <a:pt x="51" y="3"/>
                        <a:pt x="48" y="4"/>
                        <a:pt x="44" y="7"/>
                      </a:cubicBezTo>
                      <a:cubicBezTo>
                        <a:pt x="41" y="9"/>
                        <a:pt x="37" y="12"/>
                        <a:pt x="34" y="16"/>
                      </a:cubicBezTo>
                      <a:cubicBezTo>
                        <a:pt x="30" y="21"/>
                        <a:pt x="26" y="27"/>
                        <a:pt x="24" y="33"/>
                      </a:cubicBezTo>
                      <a:cubicBezTo>
                        <a:pt x="18" y="46"/>
                        <a:pt x="16" y="59"/>
                        <a:pt x="17" y="70"/>
                      </a:cubicBezTo>
                      <a:cubicBezTo>
                        <a:pt x="18" y="80"/>
                        <a:pt x="21" y="88"/>
                        <a:pt x="24" y="93"/>
                      </a:cubicBezTo>
                      <a:cubicBezTo>
                        <a:pt x="26" y="99"/>
                        <a:pt x="28" y="102"/>
                        <a:pt x="24" y="99"/>
                      </a:cubicBezTo>
                      <a:cubicBezTo>
                        <a:pt x="22" y="98"/>
                        <a:pt x="19" y="97"/>
                        <a:pt x="14" y="94"/>
                      </a:cubicBezTo>
                      <a:cubicBezTo>
                        <a:pt x="16" y="103"/>
                        <a:pt x="19" y="111"/>
                        <a:pt x="24" y="116"/>
                      </a:cubicBezTo>
                      <a:cubicBezTo>
                        <a:pt x="24" y="117"/>
                        <a:pt x="25" y="118"/>
                        <a:pt x="26" y="119"/>
                      </a:cubicBezTo>
                      <a:cubicBezTo>
                        <a:pt x="24" y="119"/>
                        <a:pt x="24" y="119"/>
                        <a:pt x="24" y="119"/>
                      </a:cubicBezTo>
                      <a:cubicBezTo>
                        <a:pt x="20" y="120"/>
                        <a:pt x="17" y="122"/>
                        <a:pt x="13" y="123"/>
                      </a:cubicBezTo>
                      <a:cubicBezTo>
                        <a:pt x="9" y="124"/>
                        <a:pt x="6" y="126"/>
                        <a:pt x="3" y="128"/>
                      </a:cubicBezTo>
                      <a:cubicBezTo>
                        <a:pt x="2" y="129"/>
                        <a:pt x="1" y="130"/>
                        <a:pt x="0" y="130"/>
                      </a:cubicBezTo>
                      <a:cubicBezTo>
                        <a:pt x="0" y="152"/>
                        <a:pt x="0" y="152"/>
                        <a:pt x="0" y="152"/>
                      </a:cubicBezTo>
                      <a:cubicBezTo>
                        <a:pt x="131" y="152"/>
                        <a:pt x="131" y="152"/>
                        <a:pt x="131" y="152"/>
                      </a:cubicBezTo>
                      <a:cubicBezTo>
                        <a:pt x="131" y="128"/>
                        <a:pt x="131" y="128"/>
                        <a:pt x="131" y="128"/>
                      </a:cubicBezTo>
                      <a:cubicBezTo>
                        <a:pt x="128" y="126"/>
                        <a:pt x="125" y="124"/>
                        <a:pt x="121" y="123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/>
                <a:p>
                  <a:endParaRPr lang="zh-HK" altLang="en-US"/>
                </a:p>
              </p:txBody>
            </p:sp>
            <p:sp>
              <p:nvSpPr>
                <p:cNvPr id="54" name="iṧ1íḍê">
                  <a:extLst>
                    <a:ext uri="{FF2B5EF4-FFF2-40B4-BE49-F238E27FC236}">
                      <a16:creationId xmlns:a16="http://schemas.microsoft.com/office/drawing/2014/main" id="{6D644EAB-03C5-41DB-ACEA-A15DC7FD1053}"/>
                    </a:ext>
                  </a:extLst>
                </p:cNvPr>
                <p:cNvSpPr/>
                <p:nvPr/>
              </p:nvSpPr>
              <p:spPr bwMode="auto">
                <a:xfrm>
                  <a:off x="2369759" y="4268007"/>
                  <a:ext cx="1037243" cy="1196328"/>
                </a:xfrm>
                <a:custGeom>
                  <a:avLst/>
                  <a:gdLst>
                    <a:gd name="T0" fmla="*/ 101 w 138"/>
                    <a:gd name="T1" fmla="*/ 124 h 159"/>
                    <a:gd name="T2" fmla="*/ 90 w 138"/>
                    <a:gd name="T3" fmla="*/ 109 h 159"/>
                    <a:gd name="T4" fmla="*/ 102 w 138"/>
                    <a:gd name="T5" fmla="*/ 92 h 159"/>
                    <a:gd name="T6" fmla="*/ 108 w 138"/>
                    <a:gd name="T7" fmla="*/ 88 h 159"/>
                    <a:gd name="T8" fmla="*/ 112 w 138"/>
                    <a:gd name="T9" fmla="*/ 79 h 159"/>
                    <a:gd name="T10" fmla="*/ 112 w 138"/>
                    <a:gd name="T11" fmla="*/ 68 h 159"/>
                    <a:gd name="T12" fmla="*/ 110 w 138"/>
                    <a:gd name="T13" fmla="*/ 61 h 159"/>
                    <a:gd name="T14" fmla="*/ 97 w 138"/>
                    <a:gd name="T15" fmla="*/ 30 h 159"/>
                    <a:gd name="T16" fmla="*/ 93 w 138"/>
                    <a:gd name="T17" fmla="*/ 26 h 159"/>
                    <a:gd name="T18" fmla="*/ 69 w 138"/>
                    <a:gd name="T19" fmla="*/ 1 h 159"/>
                    <a:gd name="T20" fmla="*/ 63 w 138"/>
                    <a:gd name="T21" fmla="*/ 3 h 159"/>
                    <a:gd name="T22" fmla="*/ 69 w 138"/>
                    <a:gd name="T23" fmla="*/ 9 h 159"/>
                    <a:gd name="T24" fmla="*/ 69 w 138"/>
                    <a:gd name="T25" fmla="*/ 15 h 159"/>
                    <a:gd name="T26" fmla="*/ 69 w 138"/>
                    <a:gd name="T27" fmla="*/ 15 h 159"/>
                    <a:gd name="T28" fmla="*/ 45 w 138"/>
                    <a:gd name="T29" fmla="*/ 9 h 159"/>
                    <a:gd name="T30" fmla="*/ 51 w 138"/>
                    <a:gd name="T31" fmla="*/ 22 h 159"/>
                    <a:gd name="T32" fmla="*/ 41 w 138"/>
                    <a:gd name="T33" fmla="*/ 12 h 159"/>
                    <a:gd name="T34" fmla="*/ 40 w 138"/>
                    <a:gd name="T35" fmla="*/ 31 h 159"/>
                    <a:gd name="T36" fmla="*/ 28 w 138"/>
                    <a:gd name="T37" fmla="*/ 59 h 159"/>
                    <a:gd name="T38" fmla="*/ 28 w 138"/>
                    <a:gd name="T39" fmla="*/ 61 h 159"/>
                    <a:gd name="T40" fmla="*/ 26 w 138"/>
                    <a:gd name="T41" fmla="*/ 68 h 159"/>
                    <a:gd name="T42" fmla="*/ 26 w 138"/>
                    <a:gd name="T43" fmla="*/ 79 h 159"/>
                    <a:gd name="T44" fmla="*/ 31 w 138"/>
                    <a:gd name="T45" fmla="*/ 88 h 159"/>
                    <a:gd name="T46" fmla="*/ 36 w 138"/>
                    <a:gd name="T47" fmla="*/ 92 h 159"/>
                    <a:gd name="T48" fmla="*/ 49 w 138"/>
                    <a:gd name="T49" fmla="*/ 109 h 159"/>
                    <a:gd name="T50" fmla="*/ 38 w 138"/>
                    <a:gd name="T51" fmla="*/ 124 h 159"/>
                    <a:gd name="T52" fmla="*/ 0 w 138"/>
                    <a:gd name="T53" fmla="*/ 142 h 159"/>
                    <a:gd name="T54" fmla="*/ 0 w 138"/>
                    <a:gd name="T55" fmla="*/ 159 h 159"/>
                    <a:gd name="T56" fmla="*/ 138 w 138"/>
                    <a:gd name="T57" fmla="*/ 159 h 159"/>
                    <a:gd name="T58" fmla="*/ 138 w 138"/>
                    <a:gd name="T59" fmla="*/ 141 h 159"/>
                    <a:gd name="T60" fmla="*/ 101 w 138"/>
                    <a:gd name="T61" fmla="*/ 124 h 15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</a:cxnLst>
                  <a:rect l="0" t="0" r="r" b="b"/>
                  <a:pathLst>
                    <a:path w="138" h="159">
                      <a:moveTo>
                        <a:pt x="101" y="124"/>
                      </a:moveTo>
                      <a:cubicBezTo>
                        <a:pt x="93" y="121"/>
                        <a:pt x="91" y="116"/>
                        <a:pt x="90" y="109"/>
                      </a:cubicBezTo>
                      <a:cubicBezTo>
                        <a:pt x="95" y="105"/>
                        <a:pt x="99" y="99"/>
                        <a:pt x="102" y="92"/>
                      </a:cubicBezTo>
                      <a:cubicBezTo>
                        <a:pt x="105" y="92"/>
                        <a:pt x="107" y="90"/>
                        <a:pt x="108" y="88"/>
                      </a:cubicBezTo>
                      <a:cubicBezTo>
                        <a:pt x="110" y="86"/>
                        <a:pt x="111" y="82"/>
                        <a:pt x="112" y="79"/>
                      </a:cubicBezTo>
                      <a:cubicBezTo>
                        <a:pt x="113" y="75"/>
                        <a:pt x="113" y="71"/>
                        <a:pt x="112" y="68"/>
                      </a:cubicBezTo>
                      <a:cubicBezTo>
                        <a:pt x="112" y="65"/>
                        <a:pt x="111" y="63"/>
                        <a:pt x="110" y="61"/>
                      </a:cubicBezTo>
                      <a:cubicBezTo>
                        <a:pt x="109" y="49"/>
                        <a:pt x="104" y="38"/>
                        <a:pt x="97" y="30"/>
                      </a:cubicBezTo>
                      <a:cubicBezTo>
                        <a:pt x="96" y="29"/>
                        <a:pt x="94" y="27"/>
                        <a:pt x="93" y="26"/>
                      </a:cubicBezTo>
                      <a:cubicBezTo>
                        <a:pt x="98" y="12"/>
                        <a:pt x="86" y="0"/>
                        <a:pt x="69" y="1"/>
                      </a:cubicBezTo>
                      <a:cubicBezTo>
                        <a:pt x="67" y="2"/>
                        <a:pt x="65" y="2"/>
                        <a:pt x="63" y="3"/>
                      </a:cubicBezTo>
                      <a:cubicBezTo>
                        <a:pt x="65" y="4"/>
                        <a:pt x="68" y="6"/>
                        <a:pt x="69" y="9"/>
                      </a:cubicBezTo>
                      <a:cubicBezTo>
                        <a:pt x="70" y="11"/>
                        <a:pt x="70" y="13"/>
                        <a:pt x="69" y="15"/>
                      </a:cubicBezTo>
                      <a:cubicBezTo>
                        <a:pt x="69" y="15"/>
                        <a:pt x="69" y="15"/>
                        <a:pt x="69" y="15"/>
                      </a:cubicBezTo>
                      <a:cubicBezTo>
                        <a:pt x="63" y="0"/>
                        <a:pt x="45" y="4"/>
                        <a:pt x="45" y="9"/>
                      </a:cubicBezTo>
                      <a:cubicBezTo>
                        <a:pt x="49" y="13"/>
                        <a:pt x="51" y="16"/>
                        <a:pt x="51" y="22"/>
                      </a:cubicBezTo>
                      <a:cubicBezTo>
                        <a:pt x="45" y="22"/>
                        <a:pt x="43" y="18"/>
                        <a:pt x="41" y="12"/>
                      </a:cubicBezTo>
                      <a:cubicBezTo>
                        <a:pt x="39" y="19"/>
                        <a:pt x="38" y="25"/>
                        <a:pt x="40" y="31"/>
                      </a:cubicBezTo>
                      <a:cubicBezTo>
                        <a:pt x="34" y="38"/>
                        <a:pt x="29" y="49"/>
                        <a:pt x="28" y="59"/>
                      </a:cubicBezTo>
                      <a:cubicBezTo>
                        <a:pt x="28" y="60"/>
                        <a:pt x="28" y="60"/>
                        <a:pt x="28" y="61"/>
                      </a:cubicBezTo>
                      <a:cubicBezTo>
                        <a:pt x="27" y="63"/>
                        <a:pt x="27" y="65"/>
                        <a:pt x="26" y="68"/>
                      </a:cubicBezTo>
                      <a:cubicBezTo>
                        <a:pt x="26" y="71"/>
                        <a:pt x="26" y="75"/>
                        <a:pt x="26" y="79"/>
                      </a:cubicBezTo>
                      <a:cubicBezTo>
                        <a:pt x="27" y="82"/>
                        <a:pt x="29" y="86"/>
                        <a:pt x="31" y="88"/>
                      </a:cubicBezTo>
                      <a:cubicBezTo>
                        <a:pt x="32" y="90"/>
                        <a:pt x="34" y="92"/>
                        <a:pt x="36" y="92"/>
                      </a:cubicBezTo>
                      <a:cubicBezTo>
                        <a:pt x="39" y="99"/>
                        <a:pt x="43" y="105"/>
                        <a:pt x="49" y="109"/>
                      </a:cubicBezTo>
                      <a:cubicBezTo>
                        <a:pt x="48" y="116"/>
                        <a:pt x="45" y="121"/>
                        <a:pt x="38" y="124"/>
                      </a:cubicBezTo>
                      <a:cubicBezTo>
                        <a:pt x="25" y="129"/>
                        <a:pt x="8" y="132"/>
                        <a:pt x="0" y="142"/>
                      </a:cubicBezTo>
                      <a:cubicBezTo>
                        <a:pt x="0" y="159"/>
                        <a:pt x="0" y="159"/>
                        <a:pt x="0" y="159"/>
                      </a:cubicBezTo>
                      <a:cubicBezTo>
                        <a:pt x="138" y="159"/>
                        <a:pt x="138" y="159"/>
                        <a:pt x="138" y="159"/>
                      </a:cubicBezTo>
                      <a:cubicBezTo>
                        <a:pt x="138" y="141"/>
                        <a:pt x="138" y="141"/>
                        <a:pt x="138" y="141"/>
                      </a:cubicBezTo>
                      <a:cubicBezTo>
                        <a:pt x="130" y="132"/>
                        <a:pt x="114" y="129"/>
                        <a:pt x="101" y="12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/>
                <a:p>
                  <a:endParaRPr lang="zh-HK" altLang="en-US"/>
                </a:p>
              </p:txBody>
            </p:sp>
            <p:sp>
              <p:nvSpPr>
                <p:cNvPr id="55" name="îŝľîdé">
                  <a:extLst>
                    <a:ext uri="{FF2B5EF4-FFF2-40B4-BE49-F238E27FC236}">
                      <a16:creationId xmlns:a16="http://schemas.microsoft.com/office/drawing/2014/main" id="{DEE2A64F-1F9E-4A4D-8889-C598B77AD44A}"/>
                    </a:ext>
                  </a:extLst>
                </p:cNvPr>
                <p:cNvSpPr/>
                <p:nvPr/>
              </p:nvSpPr>
              <p:spPr bwMode="auto">
                <a:xfrm>
                  <a:off x="1716287" y="4848380"/>
                  <a:ext cx="514341" cy="615958"/>
                </a:xfrm>
                <a:custGeom>
                  <a:avLst/>
                  <a:gdLst>
                    <a:gd name="T0" fmla="*/ 103 w 139"/>
                    <a:gd name="T1" fmla="*/ 128 h 167"/>
                    <a:gd name="T2" fmla="*/ 92 w 139"/>
                    <a:gd name="T3" fmla="*/ 113 h 167"/>
                    <a:gd name="T4" fmla="*/ 104 w 139"/>
                    <a:gd name="T5" fmla="*/ 95 h 167"/>
                    <a:gd name="T6" fmla="*/ 110 w 139"/>
                    <a:gd name="T7" fmla="*/ 91 h 167"/>
                    <a:gd name="T8" fmla="*/ 114 w 139"/>
                    <a:gd name="T9" fmla="*/ 81 h 167"/>
                    <a:gd name="T10" fmla="*/ 115 w 139"/>
                    <a:gd name="T11" fmla="*/ 70 h 167"/>
                    <a:gd name="T12" fmla="*/ 112 w 139"/>
                    <a:gd name="T13" fmla="*/ 63 h 167"/>
                    <a:gd name="T14" fmla="*/ 99 w 139"/>
                    <a:gd name="T15" fmla="*/ 31 h 167"/>
                    <a:gd name="T16" fmla="*/ 83 w 139"/>
                    <a:gd name="T17" fmla="*/ 19 h 167"/>
                    <a:gd name="T18" fmla="*/ 81 w 139"/>
                    <a:gd name="T19" fmla="*/ 2 h 167"/>
                    <a:gd name="T20" fmla="*/ 77 w 139"/>
                    <a:gd name="T21" fmla="*/ 14 h 167"/>
                    <a:gd name="T22" fmla="*/ 69 w 139"/>
                    <a:gd name="T23" fmla="*/ 0 h 167"/>
                    <a:gd name="T24" fmla="*/ 46 w 139"/>
                    <a:gd name="T25" fmla="*/ 27 h 167"/>
                    <a:gd name="T26" fmla="*/ 28 w 139"/>
                    <a:gd name="T27" fmla="*/ 61 h 167"/>
                    <a:gd name="T28" fmla="*/ 28 w 139"/>
                    <a:gd name="T29" fmla="*/ 63 h 167"/>
                    <a:gd name="T30" fmla="*/ 26 w 139"/>
                    <a:gd name="T31" fmla="*/ 70 h 167"/>
                    <a:gd name="T32" fmla="*/ 26 w 139"/>
                    <a:gd name="T33" fmla="*/ 81 h 167"/>
                    <a:gd name="T34" fmla="*/ 30 w 139"/>
                    <a:gd name="T35" fmla="*/ 91 h 167"/>
                    <a:gd name="T36" fmla="*/ 36 w 139"/>
                    <a:gd name="T37" fmla="*/ 95 h 167"/>
                    <a:gd name="T38" fmla="*/ 49 w 139"/>
                    <a:gd name="T39" fmla="*/ 113 h 167"/>
                    <a:gd name="T40" fmla="*/ 37 w 139"/>
                    <a:gd name="T41" fmla="*/ 128 h 167"/>
                    <a:gd name="T42" fmla="*/ 1 w 139"/>
                    <a:gd name="T43" fmla="*/ 144 h 167"/>
                    <a:gd name="T44" fmla="*/ 0 w 139"/>
                    <a:gd name="T45" fmla="*/ 143 h 167"/>
                    <a:gd name="T46" fmla="*/ 0 w 139"/>
                    <a:gd name="T47" fmla="*/ 167 h 167"/>
                    <a:gd name="T48" fmla="*/ 139 w 139"/>
                    <a:gd name="T49" fmla="*/ 167 h 167"/>
                    <a:gd name="T50" fmla="*/ 139 w 139"/>
                    <a:gd name="T51" fmla="*/ 143 h 167"/>
                    <a:gd name="T52" fmla="*/ 103 w 139"/>
                    <a:gd name="T53" fmla="*/ 128 h 16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139" h="167">
                      <a:moveTo>
                        <a:pt x="103" y="128"/>
                      </a:moveTo>
                      <a:cubicBezTo>
                        <a:pt x="95" y="125"/>
                        <a:pt x="92" y="119"/>
                        <a:pt x="92" y="113"/>
                      </a:cubicBezTo>
                      <a:cubicBezTo>
                        <a:pt x="97" y="108"/>
                        <a:pt x="101" y="102"/>
                        <a:pt x="104" y="95"/>
                      </a:cubicBezTo>
                      <a:cubicBezTo>
                        <a:pt x="107" y="95"/>
                        <a:pt x="109" y="93"/>
                        <a:pt x="110" y="91"/>
                      </a:cubicBezTo>
                      <a:cubicBezTo>
                        <a:pt x="112" y="88"/>
                        <a:pt x="114" y="85"/>
                        <a:pt x="114" y="81"/>
                      </a:cubicBezTo>
                      <a:cubicBezTo>
                        <a:pt x="115" y="77"/>
                        <a:pt x="115" y="74"/>
                        <a:pt x="115" y="70"/>
                      </a:cubicBezTo>
                      <a:cubicBezTo>
                        <a:pt x="114" y="67"/>
                        <a:pt x="114" y="65"/>
                        <a:pt x="112" y="63"/>
                      </a:cubicBezTo>
                      <a:cubicBezTo>
                        <a:pt x="111" y="50"/>
                        <a:pt x="106" y="39"/>
                        <a:pt x="99" y="31"/>
                      </a:cubicBezTo>
                      <a:cubicBezTo>
                        <a:pt x="95" y="27"/>
                        <a:pt x="90" y="22"/>
                        <a:pt x="83" y="19"/>
                      </a:cubicBezTo>
                      <a:cubicBezTo>
                        <a:pt x="87" y="12"/>
                        <a:pt x="84" y="4"/>
                        <a:pt x="81" y="2"/>
                      </a:cubicBezTo>
                      <a:cubicBezTo>
                        <a:pt x="81" y="8"/>
                        <a:pt x="79" y="12"/>
                        <a:pt x="77" y="14"/>
                      </a:cubicBezTo>
                      <a:cubicBezTo>
                        <a:pt x="77" y="7"/>
                        <a:pt x="73" y="0"/>
                        <a:pt x="69" y="0"/>
                      </a:cubicBezTo>
                      <a:cubicBezTo>
                        <a:pt x="73" y="12"/>
                        <a:pt x="53" y="20"/>
                        <a:pt x="46" y="27"/>
                      </a:cubicBezTo>
                      <a:cubicBezTo>
                        <a:pt x="37" y="35"/>
                        <a:pt x="29" y="47"/>
                        <a:pt x="28" y="61"/>
                      </a:cubicBezTo>
                      <a:cubicBezTo>
                        <a:pt x="28" y="62"/>
                        <a:pt x="28" y="62"/>
                        <a:pt x="28" y="63"/>
                      </a:cubicBezTo>
                      <a:cubicBezTo>
                        <a:pt x="27" y="65"/>
                        <a:pt x="26" y="67"/>
                        <a:pt x="26" y="70"/>
                      </a:cubicBezTo>
                      <a:cubicBezTo>
                        <a:pt x="25" y="74"/>
                        <a:pt x="25" y="77"/>
                        <a:pt x="26" y="81"/>
                      </a:cubicBezTo>
                      <a:cubicBezTo>
                        <a:pt x="27" y="85"/>
                        <a:pt x="28" y="88"/>
                        <a:pt x="30" y="91"/>
                      </a:cubicBezTo>
                      <a:cubicBezTo>
                        <a:pt x="32" y="93"/>
                        <a:pt x="34" y="95"/>
                        <a:pt x="36" y="95"/>
                      </a:cubicBezTo>
                      <a:cubicBezTo>
                        <a:pt x="39" y="102"/>
                        <a:pt x="44" y="108"/>
                        <a:pt x="49" y="113"/>
                      </a:cubicBezTo>
                      <a:cubicBezTo>
                        <a:pt x="48" y="119"/>
                        <a:pt x="45" y="125"/>
                        <a:pt x="37" y="128"/>
                      </a:cubicBezTo>
                      <a:cubicBezTo>
                        <a:pt x="25" y="133"/>
                        <a:pt x="10" y="136"/>
                        <a:pt x="1" y="144"/>
                      </a:cubicBezTo>
                      <a:cubicBezTo>
                        <a:pt x="1" y="144"/>
                        <a:pt x="0" y="143"/>
                        <a:pt x="0" y="143"/>
                      </a:cubicBezTo>
                      <a:cubicBezTo>
                        <a:pt x="0" y="167"/>
                        <a:pt x="0" y="167"/>
                        <a:pt x="0" y="167"/>
                      </a:cubicBezTo>
                      <a:cubicBezTo>
                        <a:pt x="139" y="167"/>
                        <a:pt x="139" y="167"/>
                        <a:pt x="139" y="167"/>
                      </a:cubicBezTo>
                      <a:cubicBezTo>
                        <a:pt x="139" y="143"/>
                        <a:pt x="139" y="143"/>
                        <a:pt x="139" y="143"/>
                      </a:cubicBezTo>
                      <a:cubicBezTo>
                        <a:pt x="130" y="135"/>
                        <a:pt x="115" y="133"/>
                        <a:pt x="103" y="128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  <a:normAutofit/>
                </a:bodyPr>
                <a:lstStyle/>
                <a:p>
                  <a:endParaRPr lang="zh-HK" altLang="en-US"/>
                </a:p>
              </p:txBody>
            </p:sp>
          </p:grpSp>
          <p:sp>
            <p:nvSpPr>
              <p:cNvPr id="50" name="ís1íḍé">
                <a:extLst>
                  <a:ext uri="{FF2B5EF4-FFF2-40B4-BE49-F238E27FC236}">
                    <a16:creationId xmlns:a16="http://schemas.microsoft.com/office/drawing/2014/main" id="{23F94B20-7708-424E-B091-73073E76F147}"/>
                  </a:ext>
                </a:extLst>
              </p:cNvPr>
              <p:cNvSpPr txBox="1"/>
              <p:nvPr/>
            </p:nvSpPr>
            <p:spPr>
              <a:xfrm>
                <a:off x="4734887" y="2536526"/>
                <a:ext cx="2727200" cy="30777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>
                <a:defPPr>
                  <a:defRPr lang="zh-CN"/>
                </a:defPPr>
                <a:lvl1pPr algn="ctr">
                  <a:defRPr b="1">
                    <a:solidFill>
                      <a:schemeClr val="accent2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en-US" altLang="zh-CN" sz="1400">
                    <a:solidFill>
                      <a:schemeClr val="tx1"/>
                    </a:solidFill>
                  </a:rPr>
                  <a:t>S</a:t>
                </a:r>
                <a:r>
                  <a:rPr lang="en-US" altLang="zh-CN" sz="100">
                    <a:solidFill>
                      <a:schemeClr val="tx1"/>
                    </a:solidFill>
                  </a:rPr>
                  <a:t> </a:t>
                </a:r>
                <a:r>
                  <a:rPr lang="en-US" altLang="zh-CN" sz="1400">
                    <a:solidFill>
                      <a:schemeClr val="tx1"/>
                    </a:solidFill>
                  </a:rPr>
                  <a:t>upporting </a:t>
                </a:r>
                <a:r>
                  <a:rPr lang="en-US" altLang="zh-CN" sz="1400" dirty="0">
                    <a:solidFill>
                      <a:schemeClr val="tx1"/>
                    </a:solidFill>
                  </a:rPr>
                  <a:t>text here</a:t>
                </a:r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75EDED5A-FD3C-48A3-9964-FA0543643EC5}"/>
                </a:ext>
              </a:extLst>
            </p:cNvPr>
            <p:cNvCxnSpPr/>
            <p:nvPr/>
          </p:nvCxnSpPr>
          <p:spPr>
            <a:xfrm>
              <a:off x="673100" y="4527550"/>
              <a:ext cx="108458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B42CA5A0-E693-48F1-B593-DAAFFD8A213C}"/>
                </a:ext>
              </a:extLst>
            </p:cNvPr>
            <p:cNvCxnSpPr/>
            <p:nvPr/>
          </p:nvCxnSpPr>
          <p:spPr>
            <a:xfrm>
              <a:off x="673100" y="6146800"/>
              <a:ext cx="10845800" cy="0"/>
            </a:xfrm>
            <a:prstGeom prst="line">
              <a:avLst/>
            </a:prstGeom>
            <a:ln w="3175" cap="rnd">
              <a:solidFill>
                <a:schemeClr val="bg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iş1ïḑê">
              <a:extLst>
                <a:ext uri="{FF2B5EF4-FFF2-40B4-BE49-F238E27FC236}">
                  <a16:creationId xmlns:a16="http://schemas.microsoft.com/office/drawing/2014/main" id="{5EFF09BE-01BD-4A9C-863D-BB57B9DD62E5}"/>
                </a:ext>
              </a:extLst>
            </p:cNvPr>
            <p:cNvGrpSpPr/>
            <p:nvPr/>
          </p:nvGrpSpPr>
          <p:grpSpPr>
            <a:xfrm>
              <a:off x="673100" y="4693965"/>
              <a:ext cx="1518142" cy="1452835"/>
              <a:chOff x="1251578" y="4693965"/>
              <a:chExt cx="1518142" cy="1452835"/>
            </a:xfrm>
          </p:grpSpPr>
          <p:sp>
            <p:nvSpPr>
              <p:cNvPr id="40" name="ïş1ïḑê">
                <a:extLst>
                  <a:ext uri="{FF2B5EF4-FFF2-40B4-BE49-F238E27FC236}">
                    <a16:creationId xmlns:a16="http://schemas.microsoft.com/office/drawing/2014/main" id="{B494296B-64A5-4475-AE1A-8CD03B6DDEDF}"/>
                  </a:ext>
                </a:extLst>
              </p:cNvPr>
              <p:cNvSpPr/>
              <p:nvPr/>
            </p:nvSpPr>
            <p:spPr>
              <a:xfrm>
                <a:off x="1826199" y="4693965"/>
                <a:ext cx="368900" cy="323612"/>
              </a:xfrm>
              <a:custGeom>
                <a:avLst/>
                <a:gdLst>
                  <a:gd name="connsiteX0" fmla="*/ 352921 w 607646"/>
                  <a:gd name="connsiteY0" fmla="*/ 457945 h 533051"/>
                  <a:gd name="connsiteX1" fmla="*/ 342979 w 607646"/>
                  <a:gd name="connsiteY1" fmla="*/ 462170 h 533051"/>
                  <a:gd name="connsiteX2" fmla="*/ 338854 w 607646"/>
                  <a:gd name="connsiteY2" fmla="*/ 472100 h 533051"/>
                  <a:gd name="connsiteX3" fmla="*/ 342979 w 607646"/>
                  <a:gd name="connsiteY3" fmla="*/ 482029 h 533051"/>
                  <a:gd name="connsiteX4" fmla="*/ 352921 w 607646"/>
                  <a:gd name="connsiteY4" fmla="*/ 486149 h 533051"/>
                  <a:gd name="connsiteX5" fmla="*/ 362863 w 607646"/>
                  <a:gd name="connsiteY5" fmla="*/ 482029 h 533051"/>
                  <a:gd name="connsiteX6" fmla="*/ 366987 w 607646"/>
                  <a:gd name="connsiteY6" fmla="*/ 472100 h 533051"/>
                  <a:gd name="connsiteX7" fmla="*/ 362863 w 607646"/>
                  <a:gd name="connsiteY7" fmla="*/ 462170 h 533051"/>
                  <a:gd name="connsiteX8" fmla="*/ 352921 w 607646"/>
                  <a:gd name="connsiteY8" fmla="*/ 457945 h 533051"/>
                  <a:gd name="connsiteX9" fmla="*/ 438485 w 607646"/>
                  <a:gd name="connsiteY9" fmla="*/ 375972 h 533051"/>
                  <a:gd name="connsiteX10" fmla="*/ 431081 w 607646"/>
                  <a:gd name="connsiteY10" fmla="*/ 379141 h 533051"/>
                  <a:gd name="connsiteX11" fmla="*/ 372699 w 607646"/>
                  <a:gd name="connsiteY11" fmla="*/ 437346 h 533051"/>
                  <a:gd name="connsiteX12" fmla="*/ 369632 w 607646"/>
                  <a:gd name="connsiteY12" fmla="*/ 444846 h 533051"/>
                  <a:gd name="connsiteX13" fmla="*/ 372699 w 607646"/>
                  <a:gd name="connsiteY13" fmla="*/ 452346 h 533051"/>
                  <a:gd name="connsiteX14" fmla="*/ 380208 w 607646"/>
                  <a:gd name="connsiteY14" fmla="*/ 455409 h 533051"/>
                  <a:gd name="connsiteX15" fmla="*/ 387612 w 607646"/>
                  <a:gd name="connsiteY15" fmla="*/ 452346 h 533051"/>
                  <a:gd name="connsiteX16" fmla="*/ 445994 w 607646"/>
                  <a:gd name="connsiteY16" fmla="*/ 394035 h 533051"/>
                  <a:gd name="connsiteX17" fmla="*/ 449062 w 607646"/>
                  <a:gd name="connsiteY17" fmla="*/ 386535 h 533051"/>
                  <a:gd name="connsiteX18" fmla="*/ 445994 w 607646"/>
                  <a:gd name="connsiteY18" fmla="*/ 379141 h 533051"/>
                  <a:gd name="connsiteX19" fmla="*/ 438485 w 607646"/>
                  <a:gd name="connsiteY19" fmla="*/ 375972 h 533051"/>
                  <a:gd name="connsiteX20" fmla="*/ 534943 w 607646"/>
                  <a:gd name="connsiteY20" fmla="*/ 217624 h 533051"/>
                  <a:gd name="connsiteX21" fmla="*/ 553981 w 607646"/>
                  <a:gd name="connsiteY21" fmla="*/ 225547 h 533051"/>
                  <a:gd name="connsiteX22" fmla="*/ 554404 w 607646"/>
                  <a:gd name="connsiteY22" fmla="*/ 225969 h 533051"/>
                  <a:gd name="connsiteX23" fmla="*/ 556520 w 607646"/>
                  <a:gd name="connsiteY23" fmla="*/ 230934 h 533051"/>
                  <a:gd name="connsiteX24" fmla="*/ 554510 w 607646"/>
                  <a:gd name="connsiteY24" fmla="*/ 235899 h 533051"/>
                  <a:gd name="connsiteX25" fmla="*/ 524050 w 607646"/>
                  <a:gd name="connsiteY25" fmla="*/ 266322 h 533051"/>
                  <a:gd name="connsiteX26" fmla="*/ 516752 w 607646"/>
                  <a:gd name="connsiteY26" fmla="*/ 283752 h 533051"/>
                  <a:gd name="connsiteX27" fmla="*/ 524050 w 607646"/>
                  <a:gd name="connsiteY27" fmla="*/ 301182 h 533051"/>
                  <a:gd name="connsiteX28" fmla="*/ 541501 w 607646"/>
                  <a:gd name="connsiteY28" fmla="*/ 308365 h 533051"/>
                  <a:gd name="connsiteX29" fmla="*/ 558952 w 607646"/>
                  <a:gd name="connsiteY29" fmla="*/ 301182 h 533051"/>
                  <a:gd name="connsiteX30" fmla="*/ 589413 w 607646"/>
                  <a:gd name="connsiteY30" fmla="*/ 270759 h 533051"/>
                  <a:gd name="connsiteX31" fmla="*/ 594384 w 607646"/>
                  <a:gd name="connsiteY31" fmla="*/ 268752 h 533051"/>
                  <a:gd name="connsiteX32" fmla="*/ 599355 w 607646"/>
                  <a:gd name="connsiteY32" fmla="*/ 270759 h 533051"/>
                  <a:gd name="connsiteX33" fmla="*/ 599778 w 607646"/>
                  <a:gd name="connsiteY33" fmla="*/ 271181 h 533051"/>
                  <a:gd name="connsiteX34" fmla="*/ 606758 w 607646"/>
                  <a:gd name="connsiteY34" fmla="*/ 297168 h 533051"/>
                  <a:gd name="connsiteX35" fmla="*/ 590047 w 607646"/>
                  <a:gd name="connsiteY35" fmla="*/ 359704 h 533051"/>
                  <a:gd name="connsiteX36" fmla="*/ 571010 w 607646"/>
                  <a:gd name="connsiteY36" fmla="*/ 378612 h 533051"/>
                  <a:gd name="connsiteX37" fmla="*/ 570798 w 607646"/>
                  <a:gd name="connsiteY37" fmla="*/ 378718 h 533051"/>
                  <a:gd name="connsiteX38" fmla="*/ 501627 w 607646"/>
                  <a:gd name="connsiteY38" fmla="*/ 395303 h 533051"/>
                  <a:gd name="connsiteX39" fmla="*/ 377987 w 607646"/>
                  <a:gd name="connsiteY39" fmla="*/ 518790 h 533051"/>
                  <a:gd name="connsiteX40" fmla="*/ 343507 w 607646"/>
                  <a:gd name="connsiteY40" fmla="*/ 533051 h 533051"/>
                  <a:gd name="connsiteX41" fmla="*/ 309028 w 607646"/>
                  <a:gd name="connsiteY41" fmla="*/ 518790 h 533051"/>
                  <a:gd name="connsiteX42" fmla="*/ 306066 w 607646"/>
                  <a:gd name="connsiteY42" fmla="*/ 515833 h 533051"/>
                  <a:gd name="connsiteX43" fmla="*/ 291788 w 607646"/>
                  <a:gd name="connsiteY43" fmla="*/ 481501 h 533051"/>
                  <a:gd name="connsiteX44" fmla="*/ 306066 w 607646"/>
                  <a:gd name="connsiteY44" fmla="*/ 447064 h 533051"/>
                  <a:gd name="connsiteX45" fmla="*/ 429707 w 607646"/>
                  <a:gd name="connsiteY45" fmla="*/ 323576 h 533051"/>
                  <a:gd name="connsiteX46" fmla="*/ 446418 w 607646"/>
                  <a:gd name="connsiteY46" fmla="*/ 254491 h 533051"/>
                  <a:gd name="connsiteX47" fmla="*/ 446418 w 607646"/>
                  <a:gd name="connsiteY47" fmla="*/ 254280 h 533051"/>
                  <a:gd name="connsiteX48" fmla="*/ 465455 w 607646"/>
                  <a:gd name="connsiteY48" fmla="*/ 235265 h 533051"/>
                  <a:gd name="connsiteX49" fmla="*/ 527963 w 607646"/>
                  <a:gd name="connsiteY49" fmla="*/ 218575 h 533051"/>
                  <a:gd name="connsiteX50" fmla="*/ 534943 w 607646"/>
                  <a:gd name="connsiteY50" fmla="*/ 217624 h 533051"/>
                  <a:gd name="connsiteX51" fmla="*/ 253873 w 607646"/>
                  <a:gd name="connsiteY51" fmla="*/ 140927 h 533051"/>
                  <a:gd name="connsiteX52" fmla="*/ 141005 w 607646"/>
                  <a:gd name="connsiteY52" fmla="*/ 253542 h 533051"/>
                  <a:gd name="connsiteX53" fmla="*/ 253873 w 607646"/>
                  <a:gd name="connsiteY53" fmla="*/ 366262 h 533051"/>
                  <a:gd name="connsiteX54" fmla="*/ 366741 w 607646"/>
                  <a:gd name="connsiteY54" fmla="*/ 253542 h 533051"/>
                  <a:gd name="connsiteX55" fmla="*/ 253873 w 607646"/>
                  <a:gd name="connsiteY55" fmla="*/ 140927 h 533051"/>
                  <a:gd name="connsiteX56" fmla="*/ 232929 w 607646"/>
                  <a:gd name="connsiteY56" fmla="*/ 0 h 533051"/>
                  <a:gd name="connsiteX57" fmla="*/ 274818 w 607646"/>
                  <a:gd name="connsiteY57" fmla="*/ 0 h 533051"/>
                  <a:gd name="connsiteX58" fmla="*/ 316918 w 607646"/>
                  <a:gd name="connsiteY58" fmla="*/ 42045 h 533051"/>
                  <a:gd name="connsiteX59" fmla="*/ 316918 w 607646"/>
                  <a:gd name="connsiteY59" fmla="*/ 55885 h 533051"/>
                  <a:gd name="connsiteX60" fmla="*/ 349287 w 607646"/>
                  <a:gd name="connsiteY60" fmla="*/ 69301 h 533051"/>
                  <a:gd name="connsiteX61" fmla="*/ 359125 w 607646"/>
                  <a:gd name="connsiteY61" fmla="*/ 59476 h 533051"/>
                  <a:gd name="connsiteX62" fmla="*/ 388849 w 607646"/>
                  <a:gd name="connsiteY62" fmla="*/ 47222 h 533051"/>
                  <a:gd name="connsiteX63" fmla="*/ 418574 w 607646"/>
                  <a:gd name="connsiteY63" fmla="*/ 59476 h 533051"/>
                  <a:gd name="connsiteX64" fmla="*/ 448192 w 607646"/>
                  <a:gd name="connsiteY64" fmla="*/ 89162 h 533051"/>
                  <a:gd name="connsiteX65" fmla="*/ 448192 w 607646"/>
                  <a:gd name="connsiteY65" fmla="*/ 148533 h 533051"/>
                  <a:gd name="connsiteX66" fmla="*/ 438460 w 607646"/>
                  <a:gd name="connsiteY66" fmla="*/ 158252 h 533051"/>
                  <a:gd name="connsiteX67" fmla="*/ 451789 w 607646"/>
                  <a:gd name="connsiteY67" fmla="*/ 190684 h 533051"/>
                  <a:gd name="connsiteX68" fmla="*/ 465752 w 607646"/>
                  <a:gd name="connsiteY68" fmla="*/ 190684 h 533051"/>
                  <a:gd name="connsiteX69" fmla="*/ 497909 w 607646"/>
                  <a:gd name="connsiteY69" fmla="*/ 205685 h 533051"/>
                  <a:gd name="connsiteX70" fmla="*/ 450837 w 607646"/>
                  <a:gd name="connsiteY70" fmla="*/ 218257 h 533051"/>
                  <a:gd name="connsiteX71" fmla="*/ 419420 w 607646"/>
                  <a:gd name="connsiteY71" fmla="*/ 249739 h 533051"/>
                  <a:gd name="connsiteX72" fmla="*/ 419208 w 607646"/>
                  <a:gd name="connsiteY72" fmla="*/ 250372 h 533051"/>
                  <a:gd name="connsiteX73" fmla="*/ 403764 w 607646"/>
                  <a:gd name="connsiteY73" fmla="*/ 314603 h 533051"/>
                  <a:gd name="connsiteX74" fmla="*/ 283598 w 607646"/>
                  <a:gd name="connsiteY74" fmla="*/ 434613 h 533051"/>
                  <a:gd name="connsiteX75" fmla="*/ 264134 w 607646"/>
                  <a:gd name="connsiteY75" fmla="*/ 481518 h 533051"/>
                  <a:gd name="connsiteX76" fmla="*/ 269317 w 607646"/>
                  <a:gd name="connsiteY76" fmla="*/ 507083 h 533051"/>
                  <a:gd name="connsiteX77" fmla="*/ 232929 w 607646"/>
                  <a:gd name="connsiteY77" fmla="*/ 507083 h 533051"/>
                  <a:gd name="connsiteX78" fmla="*/ 190828 w 607646"/>
                  <a:gd name="connsiteY78" fmla="*/ 465143 h 533051"/>
                  <a:gd name="connsiteX79" fmla="*/ 190828 w 607646"/>
                  <a:gd name="connsiteY79" fmla="*/ 451304 h 533051"/>
                  <a:gd name="connsiteX80" fmla="*/ 158459 w 607646"/>
                  <a:gd name="connsiteY80" fmla="*/ 437888 h 533051"/>
                  <a:gd name="connsiteX81" fmla="*/ 148622 w 607646"/>
                  <a:gd name="connsiteY81" fmla="*/ 447712 h 533051"/>
                  <a:gd name="connsiteX82" fmla="*/ 118897 w 607646"/>
                  <a:gd name="connsiteY82" fmla="*/ 459967 h 533051"/>
                  <a:gd name="connsiteX83" fmla="*/ 89173 w 607646"/>
                  <a:gd name="connsiteY83" fmla="*/ 447712 h 533051"/>
                  <a:gd name="connsiteX84" fmla="*/ 59554 w 607646"/>
                  <a:gd name="connsiteY84" fmla="*/ 418027 h 533051"/>
                  <a:gd name="connsiteX85" fmla="*/ 59554 w 607646"/>
                  <a:gd name="connsiteY85" fmla="*/ 358656 h 533051"/>
                  <a:gd name="connsiteX86" fmla="*/ 69286 w 607646"/>
                  <a:gd name="connsiteY86" fmla="*/ 348831 h 533051"/>
                  <a:gd name="connsiteX87" fmla="*/ 55958 w 607646"/>
                  <a:gd name="connsiteY87" fmla="*/ 316505 h 533051"/>
                  <a:gd name="connsiteX88" fmla="*/ 41995 w 607646"/>
                  <a:gd name="connsiteY88" fmla="*/ 316505 h 533051"/>
                  <a:gd name="connsiteX89" fmla="*/ 0 w 607646"/>
                  <a:gd name="connsiteY89" fmla="*/ 274565 h 533051"/>
                  <a:gd name="connsiteX90" fmla="*/ 0 w 607646"/>
                  <a:gd name="connsiteY90" fmla="*/ 232625 h 533051"/>
                  <a:gd name="connsiteX91" fmla="*/ 41995 w 607646"/>
                  <a:gd name="connsiteY91" fmla="*/ 190684 h 533051"/>
                  <a:gd name="connsiteX92" fmla="*/ 55958 w 607646"/>
                  <a:gd name="connsiteY92" fmla="*/ 190684 h 533051"/>
                  <a:gd name="connsiteX93" fmla="*/ 69286 w 607646"/>
                  <a:gd name="connsiteY93" fmla="*/ 158252 h 533051"/>
                  <a:gd name="connsiteX94" fmla="*/ 59554 w 607646"/>
                  <a:gd name="connsiteY94" fmla="*/ 148533 h 533051"/>
                  <a:gd name="connsiteX95" fmla="*/ 59554 w 607646"/>
                  <a:gd name="connsiteY95" fmla="*/ 89162 h 533051"/>
                  <a:gd name="connsiteX96" fmla="*/ 89173 w 607646"/>
                  <a:gd name="connsiteY96" fmla="*/ 59476 h 533051"/>
                  <a:gd name="connsiteX97" fmla="*/ 118897 w 607646"/>
                  <a:gd name="connsiteY97" fmla="*/ 47222 h 533051"/>
                  <a:gd name="connsiteX98" fmla="*/ 148622 w 607646"/>
                  <a:gd name="connsiteY98" fmla="*/ 59476 h 533051"/>
                  <a:gd name="connsiteX99" fmla="*/ 158459 w 607646"/>
                  <a:gd name="connsiteY99" fmla="*/ 69301 h 533051"/>
                  <a:gd name="connsiteX100" fmla="*/ 190828 w 607646"/>
                  <a:gd name="connsiteY100" fmla="*/ 55885 h 533051"/>
                  <a:gd name="connsiteX101" fmla="*/ 190828 w 607646"/>
                  <a:gd name="connsiteY101" fmla="*/ 42045 h 533051"/>
                  <a:gd name="connsiteX102" fmla="*/ 232929 w 607646"/>
                  <a:gd name="connsiteY102" fmla="*/ 0 h 53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07646" h="533051">
                    <a:moveTo>
                      <a:pt x="352921" y="457945"/>
                    </a:moveTo>
                    <a:cubicBezTo>
                      <a:pt x="349113" y="457945"/>
                      <a:pt x="345623" y="459423"/>
                      <a:pt x="342979" y="462170"/>
                    </a:cubicBezTo>
                    <a:cubicBezTo>
                      <a:pt x="340229" y="464811"/>
                      <a:pt x="338854" y="468297"/>
                      <a:pt x="338854" y="472100"/>
                    </a:cubicBezTo>
                    <a:cubicBezTo>
                      <a:pt x="338854" y="475797"/>
                      <a:pt x="340229" y="479389"/>
                      <a:pt x="342979" y="482029"/>
                    </a:cubicBezTo>
                    <a:cubicBezTo>
                      <a:pt x="345623" y="484670"/>
                      <a:pt x="349113" y="486149"/>
                      <a:pt x="352921" y="486149"/>
                    </a:cubicBezTo>
                    <a:cubicBezTo>
                      <a:pt x="356622" y="486149"/>
                      <a:pt x="360218" y="484670"/>
                      <a:pt x="362863" y="482029"/>
                    </a:cubicBezTo>
                    <a:cubicBezTo>
                      <a:pt x="365507" y="479389"/>
                      <a:pt x="366987" y="475797"/>
                      <a:pt x="366987" y="472100"/>
                    </a:cubicBezTo>
                    <a:cubicBezTo>
                      <a:pt x="366987" y="468297"/>
                      <a:pt x="365507" y="464811"/>
                      <a:pt x="362863" y="462170"/>
                    </a:cubicBezTo>
                    <a:cubicBezTo>
                      <a:pt x="360218" y="459423"/>
                      <a:pt x="356622" y="457945"/>
                      <a:pt x="352921" y="457945"/>
                    </a:cubicBezTo>
                    <a:close/>
                    <a:moveTo>
                      <a:pt x="438485" y="375972"/>
                    </a:moveTo>
                    <a:cubicBezTo>
                      <a:pt x="435735" y="375972"/>
                      <a:pt x="432985" y="377134"/>
                      <a:pt x="431081" y="379141"/>
                    </a:cubicBezTo>
                    <a:lnTo>
                      <a:pt x="372699" y="437346"/>
                    </a:lnTo>
                    <a:cubicBezTo>
                      <a:pt x="370689" y="439353"/>
                      <a:pt x="369632" y="441994"/>
                      <a:pt x="369632" y="444846"/>
                    </a:cubicBezTo>
                    <a:cubicBezTo>
                      <a:pt x="369632" y="447698"/>
                      <a:pt x="370689" y="450339"/>
                      <a:pt x="372699" y="452346"/>
                    </a:cubicBezTo>
                    <a:cubicBezTo>
                      <a:pt x="374708" y="454353"/>
                      <a:pt x="377352" y="455409"/>
                      <a:pt x="380208" y="455409"/>
                    </a:cubicBezTo>
                    <a:cubicBezTo>
                      <a:pt x="382958" y="455409"/>
                      <a:pt x="385602" y="454353"/>
                      <a:pt x="387612" y="452346"/>
                    </a:cubicBezTo>
                    <a:lnTo>
                      <a:pt x="445994" y="394035"/>
                    </a:lnTo>
                    <a:cubicBezTo>
                      <a:pt x="448004" y="392028"/>
                      <a:pt x="449062" y="389387"/>
                      <a:pt x="449062" y="386535"/>
                    </a:cubicBezTo>
                    <a:cubicBezTo>
                      <a:pt x="449062" y="383789"/>
                      <a:pt x="448004" y="381148"/>
                      <a:pt x="445994" y="379141"/>
                    </a:cubicBezTo>
                    <a:cubicBezTo>
                      <a:pt x="443985" y="377134"/>
                      <a:pt x="441341" y="375972"/>
                      <a:pt x="438485" y="375972"/>
                    </a:cubicBezTo>
                    <a:close/>
                    <a:moveTo>
                      <a:pt x="534943" y="217624"/>
                    </a:moveTo>
                    <a:cubicBezTo>
                      <a:pt x="542136" y="217624"/>
                      <a:pt x="548905" y="220371"/>
                      <a:pt x="553981" y="225547"/>
                    </a:cubicBezTo>
                    <a:lnTo>
                      <a:pt x="554404" y="225969"/>
                    </a:lnTo>
                    <a:cubicBezTo>
                      <a:pt x="555779" y="227237"/>
                      <a:pt x="556520" y="229033"/>
                      <a:pt x="556520" y="230934"/>
                    </a:cubicBezTo>
                    <a:cubicBezTo>
                      <a:pt x="556520" y="232836"/>
                      <a:pt x="555779" y="234632"/>
                      <a:pt x="554510" y="235899"/>
                    </a:cubicBezTo>
                    <a:lnTo>
                      <a:pt x="524050" y="266322"/>
                    </a:lnTo>
                    <a:cubicBezTo>
                      <a:pt x="519396" y="270970"/>
                      <a:pt x="516752" y="277203"/>
                      <a:pt x="516752" y="283752"/>
                    </a:cubicBezTo>
                    <a:cubicBezTo>
                      <a:pt x="516752" y="290301"/>
                      <a:pt x="519396" y="296534"/>
                      <a:pt x="524050" y="301182"/>
                    </a:cubicBezTo>
                    <a:cubicBezTo>
                      <a:pt x="528703" y="305830"/>
                      <a:pt x="534838" y="308365"/>
                      <a:pt x="541501" y="308365"/>
                    </a:cubicBezTo>
                    <a:cubicBezTo>
                      <a:pt x="548058" y="308365"/>
                      <a:pt x="554299" y="305830"/>
                      <a:pt x="558952" y="301182"/>
                    </a:cubicBezTo>
                    <a:lnTo>
                      <a:pt x="589413" y="270759"/>
                    </a:lnTo>
                    <a:cubicBezTo>
                      <a:pt x="590682" y="269491"/>
                      <a:pt x="592480" y="268752"/>
                      <a:pt x="594384" y="268752"/>
                    </a:cubicBezTo>
                    <a:cubicBezTo>
                      <a:pt x="596288" y="268752"/>
                      <a:pt x="597980" y="269491"/>
                      <a:pt x="599355" y="270759"/>
                    </a:cubicBezTo>
                    <a:lnTo>
                      <a:pt x="599778" y="271181"/>
                    </a:lnTo>
                    <a:cubicBezTo>
                      <a:pt x="606547" y="277942"/>
                      <a:pt x="609191" y="287977"/>
                      <a:pt x="606758" y="297168"/>
                    </a:cubicBezTo>
                    <a:lnTo>
                      <a:pt x="590047" y="359704"/>
                    </a:lnTo>
                    <a:cubicBezTo>
                      <a:pt x="587509" y="368894"/>
                      <a:pt x="580211" y="376183"/>
                      <a:pt x="571010" y="378612"/>
                    </a:cubicBezTo>
                    <a:cubicBezTo>
                      <a:pt x="570904" y="378718"/>
                      <a:pt x="570904" y="378718"/>
                      <a:pt x="570798" y="378718"/>
                    </a:cubicBezTo>
                    <a:lnTo>
                      <a:pt x="501627" y="395303"/>
                    </a:lnTo>
                    <a:lnTo>
                      <a:pt x="377987" y="518790"/>
                    </a:lnTo>
                    <a:cubicBezTo>
                      <a:pt x="368785" y="527981"/>
                      <a:pt x="356517" y="533051"/>
                      <a:pt x="343507" y="533051"/>
                    </a:cubicBezTo>
                    <a:cubicBezTo>
                      <a:pt x="330498" y="533051"/>
                      <a:pt x="318229" y="527981"/>
                      <a:pt x="309028" y="518790"/>
                    </a:cubicBezTo>
                    <a:lnTo>
                      <a:pt x="306066" y="515833"/>
                    </a:lnTo>
                    <a:cubicBezTo>
                      <a:pt x="296865" y="506642"/>
                      <a:pt x="291788" y="494494"/>
                      <a:pt x="291788" y="481501"/>
                    </a:cubicBezTo>
                    <a:cubicBezTo>
                      <a:pt x="291788" y="468402"/>
                      <a:pt x="296865" y="456254"/>
                      <a:pt x="306066" y="447064"/>
                    </a:cubicBezTo>
                    <a:lnTo>
                      <a:pt x="429707" y="323576"/>
                    </a:lnTo>
                    <a:lnTo>
                      <a:pt x="446418" y="254491"/>
                    </a:lnTo>
                    <a:cubicBezTo>
                      <a:pt x="446418" y="254385"/>
                      <a:pt x="446418" y="254385"/>
                      <a:pt x="446418" y="254280"/>
                    </a:cubicBezTo>
                    <a:cubicBezTo>
                      <a:pt x="448956" y="245089"/>
                      <a:pt x="456254" y="237801"/>
                      <a:pt x="465455" y="235265"/>
                    </a:cubicBezTo>
                    <a:lnTo>
                      <a:pt x="527963" y="218575"/>
                    </a:lnTo>
                    <a:cubicBezTo>
                      <a:pt x="530290" y="217941"/>
                      <a:pt x="532617" y="217624"/>
                      <a:pt x="534943" y="217624"/>
                    </a:cubicBezTo>
                    <a:close/>
                    <a:moveTo>
                      <a:pt x="253873" y="140927"/>
                    </a:moveTo>
                    <a:cubicBezTo>
                      <a:pt x="191674" y="140927"/>
                      <a:pt x="141005" y="191424"/>
                      <a:pt x="141005" y="253542"/>
                    </a:cubicBezTo>
                    <a:cubicBezTo>
                      <a:pt x="141005" y="315765"/>
                      <a:pt x="191674" y="366262"/>
                      <a:pt x="253873" y="366262"/>
                    </a:cubicBezTo>
                    <a:cubicBezTo>
                      <a:pt x="316072" y="366262"/>
                      <a:pt x="366741" y="315765"/>
                      <a:pt x="366741" y="253542"/>
                    </a:cubicBezTo>
                    <a:cubicBezTo>
                      <a:pt x="366741" y="191424"/>
                      <a:pt x="316072" y="140927"/>
                      <a:pt x="253873" y="140927"/>
                    </a:cubicBezTo>
                    <a:close/>
                    <a:moveTo>
                      <a:pt x="232929" y="0"/>
                    </a:moveTo>
                    <a:lnTo>
                      <a:pt x="274818" y="0"/>
                    </a:lnTo>
                    <a:cubicBezTo>
                      <a:pt x="298090" y="0"/>
                      <a:pt x="316918" y="18910"/>
                      <a:pt x="316918" y="42045"/>
                    </a:cubicBezTo>
                    <a:lnTo>
                      <a:pt x="316918" y="55885"/>
                    </a:lnTo>
                    <a:cubicBezTo>
                      <a:pt x="328025" y="59371"/>
                      <a:pt x="338921" y="63913"/>
                      <a:pt x="349287" y="69301"/>
                    </a:cubicBezTo>
                    <a:lnTo>
                      <a:pt x="359125" y="59476"/>
                    </a:lnTo>
                    <a:cubicBezTo>
                      <a:pt x="367058" y="51553"/>
                      <a:pt x="377637" y="47222"/>
                      <a:pt x="388849" y="47222"/>
                    </a:cubicBezTo>
                    <a:cubicBezTo>
                      <a:pt x="400062" y="47222"/>
                      <a:pt x="410640" y="51553"/>
                      <a:pt x="418574" y="59476"/>
                    </a:cubicBezTo>
                    <a:lnTo>
                      <a:pt x="448192" y="89162"/>
                    </a:lnTo>
                    <a:cubicBezTo>
                      <a:pt x="464588" y="105536"/>
                      <a:pt x="464588" y="132158"/>
                      <a:pt x="448192" y="148533"/>
                    </a:cubicBezTo>
                    <a:lnTo>
                      <a:pt x="438460" y="158252"/>
                    </a:lnTo>
                    <a:cubicBezTo>
                      <a:pt x="443749" y="168710"/>
                      <a:pt x="448298" y="179486"/>
                      <a:pt x="451789" y="190684"/>
                    </a:cubicBezTo>
                    <a:lnTo>
                      <a:pt x="465752" y="190684"/>
                    </a:lnTo>
                    <a:cubicBezTo>
                      <a:pt x="478657" y="190684"/>
                      <a:pt x="490187" y="196494"/>
                      <a:pt x="497909" y="205685"/>
                    </a:cubicBezTo>
                    <a:lnTo>
                      <a:pt x="450837" y="218257"/>
                    </a:lnTo>
                    <a:cubicBezTo>
                      <a:pt x="435604" y="222377"/>
                      <a:pt x="423440" y="234420"/>
                      <a:pt x="419420" y="249739"/>
                    </a:cubicBezTo>
                    <a:cubicBezTo>
                      <a:pt x="419314" y="249950"/>
                      <a:pt x="419314" y="250161"/>
                      <a:pt x="419208" y="250372"/>
                    </a:cubicBezTo>
                    <a:lnTo>
                      <a:pt x="403764" y="314603"/>
                    </a:lnTo>
                    <a:lnTo>
                      <a:pt x="283598" y="434613"/>
                    </a:lnTo>
                    <a:cubicBezTo>
                      <a:pt x="271010" y="447078"/>
                      <a:pt x="264134" y="463770"/>
                      <a:pt x="264134" y="481518"/>
                    </a:cubicBezTo>
                    <a:cubicBezTo>
                      <a:pt x="264134" y="490392"/>
                      <a:pt x="265932" y="499160"/>
                      <a:pt x="269317" y="507083"/>
                    </a:cubicBezTo>
                    <a:lnTo>
                      <a:pt x="232929" y="507083"/>
                    </a:lnTo>
                    <a:cubicBezTo>
                      <a:pt x="209657" y="507083"/>
                      <a:pt x="190828" y="488279"/>
                      <a:pt x="190828" y="465143"/>
                    </a:cubicBezTo>
                    <a:lnTo>
                      <a:pt x="190828" y="451304"/>
                    </a:lnTo>
                    <a:cubicBezTo>
                      <a:pt x="179721" y="447712"/>
                      <a:pt x="168826" y="443275"/>
                      <a:pt x="158459" y="437888"/>
                    </a:cubicBezTo>
                    <a:lnTo>
                      <a:pt x="148622" y="447712"/>
                    </a:lnTo>
                    <a:cubicBezTo>
                      <a:pt x="140688" y="455635"/>
                      <a:pt x="130110" y="459967"/>
                      <a:pt x="118897" y="459967"/>
                    </a:cubicBezTo>
                    <a:cubicBezTo>
                      <a:pt x="107685" y="459967"/>
                      <a:pt x="97107" y="455635"/>
                      <a:pt x="89173" y="447712"/>
                    </a:cubicBezTo>
                    <a:lnTo>
                      <a:pt x="59554" y="418027"/>
                    </a:lnTo>
                    <a:cubicBezTo>
                      <a:pt x="43158" y="401652"/>
                      <a:pt x="43158" y="375030"/>
                      <a:pt x="59554" y="358656"/>
                    </a:cubicBezTo>
                    <a:lnTo>
                      <a:pt x="69286" y="348831"/>
                    </a:lnTo>
                    <a:cubicBezTo>
                      <a:pt x="63997" y="338478"/>
                      <a:pt x="59449" y="327597"/>
                      <a:pt x="55958" y="316505"/>
                    </a:cubicBezTo>
                    <a:lnTo>
                      <a:pt x="41995" y="316505"/>
                    </a:lnTo>
                    <a:cubicBezTo>
                      <a:pt x="18829" y="316505"/>
                      <a:pt x="0" y="297700"/>
                      <a:pt x="0" y="274565"/>
                    </a:cubicBezTo>
                    <a:lnTo>
                      <a:pt x="0" y="232625"/>
                    </a:lnTo>
                    <a:cubicBezTo>
                      <a:pt x="0" y="209488"/>
                      <a:pt x="18829" y="190684"/>
                      <a:pt x="41995" y="190684"/>
                    </a:cubicBezTo>
                    <a:lnTo>
                      <a:pt x="55958" y="190684"/>
                    </a:lnTo>
                    <a:cubicBezTo>
                      <a:pt x="59449" y="179486"/>
                      <a:pt x="63997" y="168710"/>
                      <a:pt x="69286" y="158252"/>
                    </a:cubicBezTo>
                    <a:lnTo>
                      <a:pt x="59554" y="148533"/>
                    </a:lnTo>
                    <a:cubicBezTo>
                      <a:pt x="43158" y="132158"/>
                      <a:pt x="43158" y="105536"/>
                      <a:pt x="59554" y="89162"/>
                    </a:cubicBezTo>
                    <a:lnTo>
                      <a:pt x="89173" y="59476"/>
                    </a:lnTo>
                    <a:cubicBezTo>
                      <a:pt x="97107" y="51553"/>
                      <a:pt x="107685" y="47222"/>
                      <a:pt x="118897" y="47222"/>
                    </a:cubicBezTo>
                    <a:cubicBezTo>
                      <a:pt x="130110" y="47222"/>
                      <a:pt x="140688" y="51553"/>
                      <a:pt x="148622" y="59476"/>
                    </a:cubicBezTo>
                    <a:lnTo>
                      <a:pt x="158459" y="69301"/>
                    </a:lnTo>
                    <a:cubicBezTo>
                      <a:pt x="168826" y="63913"/>
                      <a:pt x="179721" y="59371"/>
                      <a:pt x="190828" y="55885"/>
                    </a:cubicBezTo>
                    <a:lnTo>
                      <a:pt x="190828" y="42045"/>
                    </a:lnTo>
                    <a:cubicBezTo>
                      <a:pt x="190828" y="18910"/>
                      <a:pt x="209657" y="0"/>
                      <a:pt x="2329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1" name="iSlïḋè">
                <a:extLst>
                  <a:ext uri="{FF2B5EF4-FFF2-40B4-BE49-F238E27FC236}">
                    <a16:creationId xmlns:a16="http://schemas.microsoft.com/office/drawing/2014/main" id="{68AD2F17-A719-4D0A-A1BF-08DFB63641B7}"/>
                  </a:ext>
                </a:extLst>
              </p:cNvPr>
              <p:cNvGrpSpPr/>
              <p:nvPr/>
            </p:nvGrpSpPr>
            <p:grpSpPr>
              <a:xfrm>
                <a:off x="1251578" y="5109867"/>
                <a:ext cx="1518142" cy="1036933"/>
                <a:chOff x="1251578" y="5109867"/>
                <a:chExt cx="1518142" cy="1036933"/>
              </a:xfrm>
            </p:grpSpPr>
            <p:sp>
              <p:nvSpPr>
                <p:cNvPr id="42" name="iŝľíḍe">
                  <a:extLst>
                    <a:ext uri="{FF2B5EF4-FFF2-40B4-BE49-F238E27FC236}">
                      <a16:creationId xmlns:a16="http://schemas.microsoft.com/office/drawing/2014/main" id="{E5903BC4-44AC-441F-82A0-5A991C677E1D}"/>
                    </a:ext>
                  </a:extLst>
                </p:cNvPr>
                <p:cNvSpPr/>
                <p:nvPr/>
              </p:nvSpPr>
              <p:spPr>
                <a:xfrm>
                  <a:off x="1251578" y="5109867"/>
                  <a:ext cx="1518142" cy="347728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sz="1400" b="1"/>
                    <a:t>Tex</a:t>
                  </a:r>
                  <a:r>
                    <a:rPr lang="en-US" altLang="zh-CN" sz="100" b="1"/>
                    <a:t> </a:t>
                  </a:r>
                  <a:r>
                    <a:rPr lang="en-US" altLang="zh-CN" sz="1400" b="1"/>
                    <a:t>t </a:t>
                  </a:r>
                  <a:r>
                    <a:rPr lang="en-US" altLang="zh-CN" sz="1400" b="1" dirty="0"/>
                    <a:t>here</a:t>
                  </a:r>
                  <a:endParaRPr lang="zh-CN" altLang="en-US" sz="1400" b="1" dirty="0"/>
                </a:p>
              </p:txBody>
            </p:sp>
            <p:sp>
              <p:nvSpPr>
                <p:cNvPr id="43" name="ïṡḷïďe">
                  <a:extLst>
                    <a:ext uri="{FF2B5EF4-FFF2-40B4-BE49-F238E27FC236}">
                      <a16:creationId xmlns:a16="http://schemas.microsoft.com/office/drawing/2014/main" id="{DEC8C066-4079-435E-A645-8DB494D17B9B}"/>
                    </a:ext>
                  </a:extLst>
                </p:cNvPr>
                <p:cNvSpPr/>
                <p:nvPr/>
              </p:nvSpPr>
              <p:spPr>
                <a:xfrm>
                  <a:off x="1251578" y="5457595"/>
                  <a:ext cx="1518142" cy="689205"/>
                </a:xfrm>
                <a:prstGeom prst="rect">
                  <a:avLst/>
                </a:prstGeom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000"/>
                    <a:t>Supportin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g </a:t>
                  </a:r>
                  <a:r>
                    <a:rPr lang="en-US" altLang="zh-CN" sz="1000" dirty="0"/>
                    <a:t>text here. </a:t>
                  </a:r>
                </a:p>
                <a:p>
                  <a:pPr algn="ctr"/>
                  <a:r>
                    <a:rPr lang="en-US" altLang="zh-CN" sz="1000" dirty="0"/>
                    <a:t>……</a:t>
                  </a:r>
                </a:p>
              </p:txBody>
            </p:sp>
          </p:grpSp>
        </p:grpSp>
        <p:grpSp>
          <p:nvGrpSpPr>
            <p:cNvPr id="10" name="ïṡ1íḓè">
              <a:extLst>
                <a:ext uri="{FF2B5EF4-FFF2-40B4-BE49-F238E27FC236}">
                  <a16:creationId xmlns:a16="http://schemas.microsoft.com/office/drawing/2014/main" id="{1396146F-2A30-449E-AB3A-38950B3CF0F5}"/>
                </a:ext>
              </a:extLst>
            </p:cNvPr>
            <p:cNvGrpSpPr/>
            <p:nvPr/>
          </p:nvGrpSpPr>
          <p:grpSpPr>
            <a:xfrm>
              <a:off x="2538632" y="4693965"/>
              <a:ext cx="1518142" cy="1452835"/>
              <a:chOff x="1251578" y="4693965"/>
              <a:chExt cx="1518142" cy="1452835"/>
            </a:xfrm>
          </p:grpSpPr>
          <p:sp>
            <p:nvSpPr>
              <p:cNvPr id="36" name="íŝliḑê">
                <a:extLst>
                  <a:ext uri="{FF2B5EF4-FFF2-40B4-BE49-F238E27FC236}">
                    <a16:creationId xmlns:a16="http://schemas.microsoft.com/office/drawing/2014/main" id="{B494296B-64A5-4475-AE1A-8CD03B6DDEDF}"/>
                  </a:ext>
                </a:extLst>
              </p:cNvPr>
              <p:cNvSpPr/>
              <p:nvPr/>
            </p:nvSpPr>
            <p:spPr>
              <a:xfrm>
                <a:off x="1826199" y="4693965"/>
                <a:ext cx="368900" cy="323612"/>
              </a:xfrm>
              <a:custGeom>
                <a:avLst/>
                <a:gdLst>
                  <a:gd name="connsiteX0" fmla="*/ 352921 w 607646"/>
                  <a:gd name="connsiteY0" fmla="*/ 457945 h 533051"/>
                  <a:gd name="connsiteX1" fmla="*/ 342979 w 607646"/>
                  <a:gd name="connsiteY1" fmla="*/ 462170 h 533051"/>
                  <a:gd name="connsiteX2" fmla="*/ 338854 w 607646"/>
                  <a:gd name="connsiteY2" fmla="*/ 472100 h 533051"/>
                  <a:gd name="connsiteX3" fmla="*/ 342979 w 607646"/>
                  <a:gd name="connsiteY3" fmla="*/ 482029 h 533051"/>
                  <a:gd name="connsiteX4" fmla="*/ 352921 w 607646"/>
                  <a:gd name="connsiteY4" fmla="*/ 486149 h 533051"/>
                  <a:gd name="connsiteX5" fmla="*/ 362863 w 607646"/>
                  <a:gd name="connsiteY5" fmla="*/ 482029 h 533051"/>
                  <a:gd name="connsiteX6" fmla="*/ 366987 w 607646"/>
                  <a:gd name="connsiteY6" fmla="*/ 472100 h 533051"/>
                  <a:gd name="connsiteX7" fmla="*/ 362863 w 607646"/>
                  <a:gd name="connsiteY7" fmla="*/ 462170 h 533051"/>
                  <a:gd name="connsiteX8" fmla="*/ 352921 w 607646"/>
                  <a:gd name="connsiteY8" fmla="*/ 457945 h 533051"/>
                  <a:gd name="connsiteX9" fmla="*/ 438485 w 607646"/>
                  <a:gd name="connsiteY9" fmla="*/ 375972 h 533051"/>
                  <a:gd name="connsiteX10" fmla="*/ 431081 w 607646"/>
                  <a:gd name="connsiteY10" fmla="*/ 379141 h 533051"/>
                  <a:gd name="connsiteX11" fmla="*/ 372699 w 607646"/>
                  <a:gd name="connsiteY11" fmla="*/ 437346 h 533051"/>
                  <a:gd name="connsiteX12" fmla="*/ 369632 w 607646"/>
                  <a:gd name="connsiteY12" fmla="*/ 444846 h 533051"/>
                  <a:gd name="connsiteX13" fmla="*/ 372699 w 607646"/>
                  <a:gd name="connsiteY13" fmla="*/ 452346 h 533051"/>
                  <a:gd name="connsiteX14" fmla="*/ 380208 w 607646"/>
                  <a:gd name="connsiteY14" fmla="*/ 455409 h 533051"/>
                  <a:gd name="connsiteX15" fmla="*/ 387612 w 607646"/>
                  <a:gd name="connsiteY15" fmla="*/ 452346 h 533051"/>
                  <a:gd name="connsiteX16" fmla="*/ 445994 w 607646"/>
                  <a:gd name="connsiteY16" fmla="*/ 394035 h 533051"/>
                  <a:gd name="connsiteX17" fmla="*/ 449062 w 607646"/>
                  <a:gd name="connsiteY17" fmla="*/ 386535 h 533051"/>
                  <a:gd name="connsiteX18" fmla="*/ 445994 w 607646"/>
                  <a:gd name="connsiteY18" fmla="*/ 379141 h 533051"/>
                  <a:gd name="connsiteX19" fmla="*/ 438485 w 607646"/>
                  <a:gd name="connsiteY19" fmla="*/ 375972 h 533051"/>
                  <a:gd name="connsiteX20" fmla="*/ 534943 w 607646"/>
                  <a:gd name="connsiteY20" fmla="*/ 217624 h 533051"/>
                  <a:gd name="connsiteX21" fmla="*/ 553981 w 607646"/>
                  <a:gd name="connsiteY21" fmla="*/ 225547 h 533051"/>
                  <a:gd name="connsiteX22" fmla="*/ 554404 w 607646"/>
                  <a:gd name="connsiteY22" fmla="*/ 225969 h 533051"/>
                  <a:gd name="connsiteX23" fmla="*/ 556520 w 607646"/>
                  <a:gd name="connsiteY23" fmla="*/ 230934 h 533051"/>
                  <a:gd name="connsiteX24" fmla="*/ 554510 w 607646"/>
                  <a:gd name="connsiteY24" fmla="*/ 235899 h 533051"/>
                  <a:gd name="connsiteX25" fmla="*/ 524050 w 607646"/>
                  <a:gd name="connsiteY25" fmla="*/ 266322 h 533051"/>
                  <a:gd name="connsiteX26" fmla="*/ 516752 w 607646"/>
                  <a:gd name="connsiteY26" fmla="*/ 283752 h 533051"/>
                  <a:gd name="connsiteX27" fmla="*/ 524050 w 607646"/>
                  <a:gd name="connsiteY27" fmla="*/ 301182 h 533051"/>
                  <a:gd name="connsiteX28" fmla="*/ 541501 w 607646"/>
                  <a:gd name="connsiteY28" fmla="*/ 308365 h 533051"/>
                  <a:gd name="connsiteX29" fmla="*/ 558952 w 607646"/>
                  <a:gd name="connsiteY29" fmla="*/ 301182 h 533051"/>
                  <a:gd name="connsiteX30" fmla="*/ 589413 w 607646"/>
                  <a:gd name="connsiteY30" fmla="*/ 270759 h 533051"/>
                  <a:gd name="connsiteX31" fmla="*/ 594384 w 607646"/>
                  <a:gd name="connsiteY31" fmla="*/ 268752 h 533051"/>
                  <a:gd name="connsiteX32" fmla="*/ 599355 w 607646"/>
                  <a:gd name="connsiteY32" fmla="*/ 270759 h 533051"/>
                  <a:gd name="connsiteX33" fmla="*/ 599778 w 607646"/>
                  <a:gd name="connsiteY33" fmla="*/ 271181 h 533051"/>
                  <a:gd name="connsiteX34" fmla="*/ 606758 w 607646"/>
                  <a:gd name="connsiteY34" fmla="*/ 297168 h 533051"/>
                  <a:gd name="connsiteX35" fmla="*/ 590047 w 607646"/>
                  <a:gd name="connsiteY35" fmla="*/ 359704 h 533051"/>
                  <a:gd name="connsiteX36" fmla="*/ 571010 w 607646"/>
                  <a:gd name="connsiteY36" fmla="*/ 378612 h 533051"/>
                  <a:gd name="connsiteX37" fmla="*/ 570798 w 607646"/>
                  <a:gd name="connsiteY37" fmla="*/ 378718 h 533051"/>
                  <a:gd name="connsiteX38" fmla="*/ 501627 w 607646"/>
                  <a:gd name="connsiteY38" fmla="*/ 395303 h 533051"/>
                  <a:gd name="connsiteX39" fmla="*/ 377987 w 607646"/>
                  <a:gd name="connsiteY39" fmla="*/ 518790 h 533051"/>
                  <a:gd name="connsiteX40" fmla="*/ 343507 w 607646"/>
                  <a:gd name="connsiteY40" fmla="*/ 533051 h 533051"/>
                  <a:gd name="connsiteX41" fmla="*/ 309028 w 607646"/>
                  <a:gd name="connsiteY41" fmla="*/ 518790 h 533051"/>
                  <a:gd name="connsiteX42" fmla="*/ 306066 w 607646"/>
                  <a:gd name="connsiteY42" fmla="*/ 515833 h 533051"/>
                  <a:gd name="connsiteX43" fmla="*/ 291788 w 607646"/>
                  <a:gd name="connsiteY43" fmla="*/ 481501 h 533051"/>
                  <a:gd name="connsiteX44" fmla="*/ 306066 w 607646"/>
                  <a:gd name="connsiteY44" fmla="*/ 447064 h 533051"/>
                  <a:gd name="connsiteX45" fmla="*/ 429707 w 607646"/>
                  <a:gd name="connsiteY45" fmla="*/ 323576 h 533051"/>
                  <a:gd name="connsiteX46" fmla="*/ 446418 w 607646"/>
                  <a:gd name="connsiteY46" fmla="*/ 254491 h 533051"/>
                  <a:gd name="connsiteX47" fmla="*/ 446418 w 607646"/>
                  <a:gd name="connsiteY47" fmla="*/ 254280 h 533051"/>
                  <a:gd name="connsiteX48" fmla="*/ 465455 w 607646"/>
                  <a:gd name="connsiteY48" fmla="*/ 235265 h 533051"/>
                  <a:gd name="connsiteX49" fmla="*/ 527963 w 607646"/>
                  <a:gd name="connsiteY49" fmla="*/ 218575 h 533051"/>
                  <a:gd name="connsiteX50" fmla="*/ 534943 w 607646"/>
                  <a:gd name="connsiteY50" fmla="*/ 217624 h 533051"/>
                  <a:gd name="connsiteX51" fmla="*/ 253873 w 607646"/>
                  <a:gd name="connsiteY51" fmla="*/ 140927 h 533051"/>
                  <a:gd name="connsiteX52" fmla="*/ 141005 w 607646"/>
                  <a:gd name="connsiteY52" fmla="*/ 253542 h 533051"/>
                  <a:gd name="connsiteX53" fmla="*/ 253873 w 607646"/>
                  <a:gd name="connsiteY53" fmla="*/ 366262 h 533051"/>
                  <a:gd name="connsiteX54" fmla="*/ 366741 w 607646"/>
                  <a:gd name="connsiteY54" fmla="*/ 253542 h 533051"/>
                  <a:gd name="connsiteX55" fmla="*/ 253873 w 607646"/>
                  <a:gd name="connsiteY55" fmla="*/ 140927 h 533051"/>
                  <a:gd name="connsiteX56" fmla="*/ 232929 w 607646"/>
                  <a:gd name="connsiteY56" fmla="*/ 0 h 533051"/>
                  <a:gd name="connsiteX57" fmla="*/ 274818 w 607646"/>
                  <a:gd name="connsiteY57" fmla="*/ 0 h 533051"/>
                  <a:gd name="connsiteX58" fmla="*/ 316918 w 607646"/>
                  <a:gd name="connsiteY58" fmla="*/ 42045 h 533051"/>
                  <a:gd name="connsiteX59" fmla="*/ 316918 w 607646"/>
                  <a:gd name="connsiteY59" fmla="*/ 55885 h 533051"/>
                  <a:gd name="connsiteX60" fmla="*/ 349287 w 607646"/>
                  <a:gd name="connsiteY60" fmla="*/ 69301 h 533051"/>
                  <a:gd name="connsiteX61" fmla="*/ 359125 w 607646"/>
                  <a:gd name="connsiteY61" fmla="*/ 59476 h 533051"/>
                  <a:gd name="connsiteX62" fmla="*/ 388849 w 607646"/>
                  <a:gd name="connsiteY62" fmla="*/ 47222 h 533051"/>
                  <a:gd name="connsiteX63" fmla="*/ 418574 w 607646"/>
                  <a:gd name="connsiteY63" fmla="*/ 59476 h 533051"/>
                  <a:gd name="connsiteX64" fmla="*/ 448192 w 607646"/>
                  <a:gd name="connsiteY64" fmla="*/ 89162 h 533051"/>
                  <a:gd name="connsiteX65" fmla="*/ 448192 w 607646"/>
                  <a:gd name="connsiteY65" fmla="*/ 148533 h 533051"/>
                  <a:gd name="connsiteX66" fmla="*/ 438460 w 607646"/>
                  <a:gd name="connsiteY66" fmla="*/ 158252 h 533051"/>
                  <a:gd name="connsiteX67" fmla="*/ 451789 w 607646"/>
                  <a:gd name="connsiteY67" fmla="*/ 190684 h 533051"/>
                  <a:gd name="connsiteX68" fmla="*/ 465752 w 607646"/>
                  <a:gd name="connsiteY68" fmla="*/ 190684 h 533051"/>
                  <a:gd name="connsiteX69" fmla="*/ 497909 w 607646"/>
                  <a:gd name="connsiteY69" fmla="*/ 205685 h 533051"/>
                  <a:gd name="connsiteX70" fmla="*/ 450837 w 607646"/>
                  <a:gd name="connsiteY70" fmla="*/ 218257 h 533051"/>
                  <a:gd name="connsiteX71" fmla="*/ 419420 w 607646"/>
                  <a:gd name="connsiteY71" fmla="*/ 249739 h 533051"/>
                  <a:gd name="connsiteX72" fmla="*/ 419208 w 607646"/>
                  <a:gd name="connsiteY72" fmla="*/ 250372 h 533051"/>
                  <a:gd name="connsiteX73" fmla="*/ 403764 w 607646"/>
                  <a:gd name="connsiteY73" fmla="*/ 314603 h 533051"/>
                  <a:gd name="connsiteX74" fmla="*/ 283598 w 607646"/>
                  <a:gd name="connsiteY74" fmla="*/ 434613 h 533051"/>
                  <a:gd name="connsiteX75" fmla="*/ 264134 w 607646"/>
                  <a:gd name="connsiteY75" fmla="*/ 481518 h 533051"/>
                  <a:gd name="connsiteX76" fmla="*/ 269317 w 607646"/>
                  <a:gd name="connsiteY76" fmla="*/ 507083 h 533051"/>
                  <a:gd name="connsiteX77" fmla="*/ 232929 w 607646"/>
                  <a:gd name="connsiteY77" fmla="*/ 507083 h 533051"/>
                  <a:gd name="connsiteX78" fmla="*/ 190828 w 607646"/>
                  <a:gd name="connsiteY78" fmla="*/ 465143 h 533051"/>
                  <a:gd name="connsiteX79" fmla="*/ 190828 w 607646"/>
                  <a:gd name="connsiteY79" fmla="*/ 451304 h 533051"/>
                  <a:gd name="connsiteX80" fmla="*/ 158459 w 607646"/>
                  <a:gd name="connsiteY80" fmla="*/ 437888 h 533051"/>
                  <a:gd name="connsiteX81" fmla="*/ 148622 w 607646"/>
                  <a:gd name="connsiteY81" fmla="*/ 447712 h 533051"/>
                  <a:gd name="connsiteX82" fmla="*/ 118897 w 607646"/>
                  <a:gd name="connsiteY82" fmla="*/ 459967 h 533051"/>
                  <a:gd name="connsiteX83" fmla="*/ 89173 w 607646"/>
                  <a:gd name="connsiteY83" fmla="*/ 447712 h 533051"/>
                  <a:gd name="connsiteX84" fmla="*/ 59554 w 607646"/>
                  <a:gd name="connsiteY84" fmla="*/ 418027 h 533051"/>
                  <a:gd name="connsiteX85" fmla="*/ 59554 w 607646"/>
                  <a:gd name="connsiteY85" fmla="*/ 358656 h 533051"/>
                  <a:gd name="connsiteX86" fmla="*/ 69286 w 607646"/>
                  <a:gd name="connsiteY86" fmla="*/ 348831 h 533051"/>
                  <a:gd name="connsiteX87" fmla="*/ 55958 w 607646"/>
                  <a:gd name="connsiteY87" fmla="*/ 316505 h 533051"/>
                  <a:gd name="connsiteX88" fmla="*/ 41995 w 607646"/>
                  <a:gd name="connsiteY88" fmla="*/ 316505 h 533051"/>
                  <a:gd name="connsiteX89" fmla="*/ 0 w 607646"/>
                  <a:gd name="connsiteY89" fmla="*/ 274565 h 533051"/>
                  <a:gd name="connsiteX90" fmla="*/ 0 w 607646"/>
                  <a:gd name="connsiteY90" fmla="*/ 232625 h 533051"/>
                  <a:gd name="connsiteX91" fmla="*/ 41995 w 607646"/>
                  <a:gd name="connsiteY91" fmla="*/ 190684 h 533051"/>
                  <a:gd name="connsiteX92" fmla="*/ 55958 w 607646"/>
                  <a:gd name="connsiteY92" fmla="*/ 190684 h 533051"/>
                  <a:gd name="connsiteX93" fmla="*/ 69286 w 607646"/>
                  <a:gd name="connsiteY93" fmla="*/ 158252 h 533051"/>
                  <a:gd name="connsiteX94" fmla="*/ 59554 w 607646"/>
                  <a:gd name="connsiteY94" fmla="*/ 148533 h 533051"/>
                  <a:gd name="connsiteX95" fmla="*/ 59554 w 607646"/>
                  <a:gd name="connsiteY95" fmla="*/ 89162 h 533051"/>
                  <a:gd name="connsiteX96" fmla="*/ 89173 w 607646"/>
                  <a:gd name="connsiteY96" fmla="*/ 59476 h 533051"/>
                  <a:gd name="connsiteX97" fmla="*/ 118897 w 607646"/>
                  <a:gd name="connsiteY97" fmla="*/ 47222 h 533051"/>
                  <a:gd name="connsiteX98" fmla="*/ 148622 w 607646"/>
                  <a:gd name="connsiteY98" fmla="*/ 59476 h 533051"/>
                  <a:gd name="connsiteX99" fmla="*/ 158459 w 607646"/>
                  <a:gd name="connsiteY99" fmla="*/ 69301 h 533051"/>
                  <a:gd name="connsiteX100" fmla="*/ 190828 w 607646"/>
                  <a:gd name="connsiteY100" fmla="*/ 55885 h 533051"/>
                  <a:gd name="connsiteX101" fmla="*/ 190828 w 607646"/>
                  <a:gd name="connsiteY101" fmla="*/ 42045 h 533051"/>
                  <a:gd name="connsiteX102" fmla="*/ 232929 w 607646"/>
                  <a:gd name="connsiteY102" fmla="*/ 0 h 53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07646" h="533051">
                    <a:moveTo>
                      <a:pt x="352921" y="457945"/>
                    </a:moveTo>
                    <a:cubicBezTo>
                      <a:pt x="349113" y="457945"/>
                      <a:pt x="345623" y="459423"/>
                      <a:pt x="342979" y="462170"/>
                    </a:cubicBezTo>
                    <a:cubicBezTo>
                      <a:pt x="340229" y="464811"/>
                      <a:pt x="338854" y="468297"/>
                      <a:pt x="338854" y="472100"/>
                    </a:cubicBezTo>
                    <a:cubicBezTo>
                      <a:pt x="338854" y="475797"/>
                      <a:pt x="340229" y="479389"/>
                      <a:pt x="342979" y="482029"/>
                    </a:cubicBezTo>
                    <a:cubicBezTo>
                      <a:pt x="345623" y="484670"/>
                      <a:pt x="349113" y="486149"/>
                      <a:pt x="352921" y="486149"/>
                    </a:cubicBezTo>
                    <a:cubicBezTo>
                      <a:pt x="356622" y="486149"/>
                      <a:pt x="360218" y="484670"/>
                      <a:pt x="362863" y="482029"/>
                    </a:cubicBezTo>
                    <a:cubicBezTo>
                      <a:pt x="365507" y="479389"/>
                      <a:pt x="366987" y="475797"/>
                      <a:pt x="366987" y="472100"/>
                    </a:cubicBezTo>
                    <a:cubicBezTo>
                      <a:pt x="366987" y="468297"/>
                      <a:pt x="365507" y="464811"/>
                      <a:pt x="362863" y="462170"/>
                    </a:cubicBezTo>
                    <a:cubicBezTo>
                      <a:pt x="360218" y="459423"/>
                      <a:pt x="356622" y="457945"/>
                      <a:pt x="352921" y="457945"/>
                    </a:cubicBezTo>
                    <a:close/>
                    <a:moveTo>
                      <a:pt x="438485" y="375972"/>
                    </a:moveTo>
                    <a:cubicBezTo>
                      <a:pt x="435735" y="375972"/>
                      <a:pt x="432985" y="377134"/>
                      <a:pt x="431081" y="379141"/>
                    </a:cubicBezTo>
                    <a:lnTo>
                      <a:pt x="372699" y="437346"/>
                    </a:lnTo>
                    <a:cubicBezTo>
                      <a:pt x="370689" y="439353"/>
                      <a:pt x="369632" y="441994"/>
                      <a:pt x="369632" y="444846"/>
                    </a:cubicBezTo>
                    <a:cubicBezTo>
                      <a:pt x="369632" y="447698"/>
                      <a:pt x="370689" y="450339"/>
                      <a:pt x="372699" y="452346"/>
                    </a:cubicBezTo>
                    <a:cubicBezTo>
                      <a:pt x="374708" y="454353"/>
                      <a:pt x="377352" y="455409"/>
                      <a:pt x="380208" y="455409"/>
                    </a:cubicBezTo>
                    <a:cubicBezTo>
                      <a:pt x="382958" y="455409"/>
                      <a:pt x="385602" y="454353"/>
                      <a:pt x="387612" y="452346"/>
                    </a:cubicBezTo>
                    <a:lnTo>
                      <a:pt x="445994" y="394035"/>
                    </a:lnTo>
                    <a:cubicBezTo>
                      <a:pt x="448004" y="392028"/>
                      <a:pt x="449062" y="389387"/>
                      <a:pt x="449062" y="386535"/>
                    </a:cubicBezTo>
                    <a:cubicBezTo>
                      <a:pt x="449062" y="383789"/>
                      <a:pt x="448004" y="381148"/>
                      <a:pt x="445994" y="379141"/>
                    </a:cubicBezTo>
                    <a:cubicBezTo>
                      <a:pt x="443985" y="377134"/>
                      <a:pt x="441341" y="375972"/>
                      <a:pt x="438485" y="375972"/>
                    </a:cubicBezTo>
                    <a:close/>
                    <a:moveTo>
                      <a:pt x="534943" y="217624"/>
                    </a:moveTo>
                    <a:cubicBezTo>
                      <a:pt x="542136" y="217624"/>
                      <a:pt x="548905" y="220371"/>
                      <a:pt x="553981" y="225547"/>
                    </a:cubicBezTo>
                    <a:lnTo>
                      <a:pt x="554404" y="225969"/>
                    </a:lnTo>
                    <a:cubicBezTo>
                      <a:pt x="555779" y="227237"/>
                      <a:pt x="556520" y="229033"/>
                      <a:pt x="556520" y="230934"/>
                    </a:cubicBezTo>
                    <a:cubicBezTo>
                      <a:pt x="556520" y="232836"/>
                      <a:pt x="555779" y="234632"/>
                      <a:pt x="554510" y="235899"/>
                    </a:cubicBezTo>
                    <a:lnTo>
                      <a:pt x="524050" y="266322"/>
                    </a:lnTo>
                    <a:cubicBezTo>
                      <a:pt x="519396" y="270970"/>
                      <a:pt x="516752" y="277203"/>
                      <a:pt x="516752" y="283752"/>
                    </a:cubicBezTo>
                    <a:cubicBezTo>
                      <a:pt x="516752" y="290301"/>
                      <a:pt x="519396" y="296534"/>
                      <a:pt x="524050" y="301182"/>
                    </a:cubicBezTo>
                    <a:cubicBezTo>
                      <a:pt x="528703" y="305830"/>
                      <a:pt x="534838" y="308365"/>
                      <a:pt x="541501" y="308365"/>
                    </a:cubicBezTo>
                    <a:cubicBezTo>
                      <a:pt x="548058" y="308365"/>
                      <a:pt x="554299" y="305830"/>
                      <a:pt x="558952" y="301182"/>
                    </a:cubicBezTo>
                    <a:lnTo>
                      <a:pt x="589413" y="270759"/>
                    </a:lnTo>
                    <a:cubicBezTo>
                      <a:pt x="590682" y="269491"/>
                      <a:pt x="592480" y="268752"/>
                      <a:pt x="594384" y="268752"/>
                    </a:cubicBezTo>
                    <a:cubicBezTo>
                      <a:pt x="596288" y="268752"/>
                      <a:pt x="597980" y="269491"/>
                      <a:pt x="599355" y="270759"/>
                    </a:cubicBezTo>
                    <a:lnTo>
                      <a:pt x="599778" y="271181"/>
                    </a:lnTo>
                    <a:cubicBezTo>
                      <a:pt x="606547" y="277942"/>
                      <a:pt x="609191" y="287977"/>
                      <a:pt x="606758" y="297168"/>
                    </a:cubicBezTo>
                    <a:lnTo>
                      <a:pt x="590047" y="359704"/>
                    </a:lnTo>
                    <a:cubicBezTo>
                      <a:pt x="587509" y="368894"/>
                      <a:pt x="580211" y="376183"/>
                      <a:pt x="571010" y="378612"/>
                    </a:cubicBezTo>
                    <a:cubicBezTo>
                      <a:pt x="570904" y="378718"/>
                      <a:pt x="570904" y="378718"/>
                      <a:pt x="570798" y="378718"/>
                    </a:cubicBezTo>
                    <a:lnTo>
                      <a:pt x="501627" y="395303"/>
                    </a:lnTo>
                    <a:lnTo>
                      <a:pt x="377987" y="518790"/>
                    </a:lnTo>
                    <a:cubicBezTo>
                      <a:pt x="368785" y="527981"/>
                      <a:pt x="356517" y="533051"/>
                      <a:pt x="343507" y="533051"/>
                    </a:cubicBezTo>
                    <a:cubicBezTo>
                      <a:pt x="330498" y="533051"/>
                      <a:pt x="318229" y="527981"/>
                      <a:pt x="309028" y="518790"/>
                    </a:cubicBezTo>
                    <a:lnTo>
                      <a:pt x="306066" y="515833"/>
                    </a:lnTo>
                    <a:cubicBezTo>
                      <a:pt x="296865" y="506642"/>
                      <a:pt x="291788" y="494494"/>
                      <a:pt x="291788" y="481501"/>
                    </a:cubicBezTo>
                    <a:cubicBezTo>
                      <a:pt x="291788" y="468402"/>
                      <a:pt x="296865" y="456254"/>
                      <a:pt x="306066" y="447064"/>
                    </a:cubicBezTo>
                    <a:lnTo>
                      <a:pt x="429707" y="323576"/>
                    </a:lnTo>
                    <a:lnTo>
                      <a:pt x="446418" y="254491"/>
                    </a:lnTo>
                    <a:cubicBezTo>
                      <a:pt x="446418" y="254385"/>
                      <a:pt x="446418" y="254385"/>
                      <a:pt x="446418" y="254280"/>
                    </a:cubicBezTo>
                    <a:cubicBezTo>
                      <a:pt x="448956" y="245089"/>
                      <a:pt x="456254" y="237801"/>
                      <a:pt x="465455" y="235265"/>
                    </a:cubicBezTo>
                    <a:lnTo>
                      <a:pt x="527963" y="218575"/>
                    </a:lnTo>
                    <a:cubicBezTo>
                      <a:pt x="530290" y="217941"/>
                      <a:pt x="532617" y="217624"/>
                      <a:pt x="534943" y="217624"/>
                    </a:cubicBezTo>
                    <a:close/>
                    <a:moveTo>
                      <a:pt x="253873" y="140927"/>
                    </a:moveTo>
                    <a:cubicBezTo>
                      <a:pt x="191674" y="140927"/>
                      <a:pt x="141005" y="191424"/>
                      <a:pt x="141005" y="253542"/>
                    </a:cubicBezTo>
                    <a:cubicBezTo>
                      <a:pt x="141005" y="315765"/>
                      <a:pt x="191674" y="366262"/>
                      <a:pt x="253873" y="366262"/>
                    </a:cubicBezTo>
                    <a:cubicBezTo>
                      <a:pt x="316072" y="366262"/>
                      <a:pt x="366741" y="315765"/>
                      <a:pt x="366741" y="253542"/>
                    </a:cubicBezTo>
                    <a:cubicBezTo>
                      <a:pt x="366741" y="191424"/>
                      <a:pt x="316072" y="140927"/>
                      <a:pt x="253873" y="140927"/>
                    </a:cubicBezTo>
                    <a:close/>
                    <a:moveTo>
                      <a:pt x="232929" y="0"/>
                    </a:moveTo>
                    <a:lnTo>
                      <a:pt x="274818" y="0"/>
                    </a:lnTo>
                    <a:cubicBezTo>
                      <a:pt x="298090" y="0"/>
                      <a:pt x="316918" y="18910"/>
                      <a:pt x="316918" y="42045"/>
                    </a:cubicBezTo>
                    <a:lnTo>
                      <a:pt x="316918" y="55885"/>
                    </a:lnTo>
                    <a:cubicBezTo>
                      <a:pt x="328025" y="59371"/>
                      <a:pt x="338921" y="63913"/>
                      <a:pt x="349287" y="69301"/>
                    </a:cubicBezTo>
                    <a:lnTo>
                      <a:pt x="359125" y="59476"/>
                    </a:lnTo>
                    <a:cubicBezTo>
                      <a:pt x="367058" y="51553"/>
                      <a:pt x="377637" y="47222"/>
                      <a:pt x="388849" y="47222"/>
                    </a:cubicBezTo>
                    <a:cubicBezTo>
                      <a:pt x="400062" y="47222"/>
                      <a:pt x="410640" y="51553"/>
                      <a:pt x="418574" y="59476"/>
                    </a:cubicBezTo>
                    <a:lnTo>
                      <a:pt x="448192" y="89162"/>
                    </a:lnTo>
                    <a:cubicBezTo>
                      <a:pt x="464588" y="105536"/>
                      <a:pt x="464588" y="132158"/>
                      <a:pt x="448192" y="148533"/>
                    </a:cubicBezTo>
                    <a:lnTo>
                      <a:pt x="438460" y="158252"/>
                    </a:lnTo>
                    <a:cubicBezTo>
                      <a:pt x="443749" y="168710"/>
                      <a:pt x="448298" y="179486"/>
                      <a:pt x="451789" y="190684"/>
                    </a:cubicBezTo>
                    <a:lnTo>
                      <a:pt x="465752" y="190684"/>
                    </a:lnTo>
                    <a:cubicBezTo>
                      <a:pt x="478657" y="190684"/>
                      <a:pt x="490187" y="196494"/>
                      <a:pt x="497909" y="205685"/>
                    </a:cubicBezTo>
                    <a:lnTo>
                      <a:pt x="450837" y="218257"/>
                    </a:lnTo>
                    <a:cubicBezTo>
                      <a:pt x="435604" y="222377"/>
                      <a:pt x="423440" y="234420"/>
                      <a:pt x="419420" y="249739"/>
                    </a:cubicBezTo>
                    <a:cubicBezTo>
                      <a:pt x="419314" y="249950"/>
                      <a:pt x="419314" y="250161"/>
                      <a:pt x="419208" y="250372"/>
                    </a:cubicBezTo>
                    <a:lnTo>
                      <a:pt x="403764" y="314603"/>
                    </a:lnTo>
                    <a:lnTo>
                      <a:pt x="283598" y="434613"/>
                    </a:lnTo>
                    <a:cubicBezTo>
                      <a:pt x="271010" y="447078"/>
                      <a:pt x="264134" y="463770"/>
                      <a:pt x="264134" y="481518"/>
                    </a:cubicBezTo>
                    <a:cubicBezTo>
                      <a:pt x="264134" y="490392"/>
                      <a:pt x="265932" y="499160"/>
                      <a:pt x="269317" y="507083"/>
                    </a:cubicBezTo>
                    <a:lnTo>
                      <a:pt x="232929" y="507083"/>
                    </a:lnTo>
                    <a:cubicBezTo>
                      <a:pt x="209657" y="507083"/>
                      <a:pt x="190828" y="488279"/>
                      <a:pt x="190828" y="465143"/>
                    </a:cubicBezTo>
                    <a:lnTo>
                      <a:pt x="190828" y="451304"/>
                    </a:lnTo>
                    <a:cubicBezTo>
                      <a:pt x="179721" y="447712"/>
                      <a:pt x="168826" y="443275"/>
                      <a:pt x="158459" y="437888"/>
                    </a:cubicBezTo>
                    <a:lnTo>
                      <a:pt x="148622" y="447712"/>
                    </a:lnTo>
                    <a:cubicBezTo>
                      <a:pt x="140688" y="455635"/>
                      <a:pt x="130110" y="459967"/>
                      <a:pt x="118897" y="459967"/>
                    </a:cubicBezTo>
                    <a:cubicBezTo>
                      <a:pt x="107685" y="459967"/>
                      <a:pt x="97107" y="455635"/>
                      <a:pt x="89173" y="447712"/>
                    </a:cubicBezTo>
                    <a:lnTo>
                      <a:pt x="59554" y="418027"/>
                    </a:lnTo>
                    <a:cubicBezTo>
                      <a:pt x="43158" y="401652"/>
                      <a:pt x="43158" y="375030"/>
                      <a:pt x="59554" y="358656"/>
                    </a:cubicBezTo>
                    <a:lnTo>
                      <a:pt x="69286" y="348831"/>
                    </a:lnTo>
                    <a:cubicBezTo>
                      <a:pt x="63997" y="338478"/>
                      <a:pt x="59449" y="327597"/>
                      <a:pt x="55958" y="316505"/>
                    </a:cubicBezTo>
                    <a:lnTo>
                      <a:pt x="41995" y="316505"/>
                    </a:lnTo>
                    <a:cubicBezTo>
                      <a:pt x="18829" y="316505"/>
                      <a:pt x="0" y="297700"/>
                      <a:pt x="0" y="274565"/>
                    </a:cubicBezTo>
                    <a:lnTo>
                      <a:pt x="0" y="232625"/>
                    </a:lnTo>
                    <a:cubicBezTo>
                      <a:pt x="0" y="209488"/>
                      <a:pt x="18829" y="190684"/>
                      <a:pt x="41995" y="190684"/>
                    </a:cubicBezTo>
                    <a:lnTo>
                      <a:pt x="55958" y="190684"/>
                    </a:lnTo>
                    <a:cubicBezTo>
                      <a:pt x="59449" y="179486"/>
                      <a:pt x="63997" y="168710"/>
                      <a:pt x="69286" y="158252"/>
                    </a:cubicBezTo>
                    <a:lnTo>
                      <a:pt x="59554" y="148533"/>
                    </a:lnTo>
                    <a:cubicBezTo>
                      <a:pt x="43158" y="132158"/>
                      <a:pt x="43158" y="105536"/>
                      <a:pt x="59554" y="89162"/>
                    </a:cubicBezTo>
                    <a:lnTo>
                      <a:pt x="89173" y="59476"/>
                    </a:lnTo>
                    <a:cubicBezTo>
                      <a:pt x="97107" y="51553"/>
                      <a:pt x="107685" y="47222"/>
                      <a:pt x="118897" y="47222"/>
                    </a:cubicBezTo>
                    <a:cubicBezTo>
                      <a:pt x="130110" y="47222"/>
                      <a:pt x="140688" y="51553"/>
                      <a:pt x="148622" y="59476"/>
                    </a:cubicBezTo>
                    <a:lnTo>
                      <a:pt x="158459" y="69301"/>
                    </a:lnTo>
                    <a:cubicBezTo>
                      <a:pt x="168826" y="63913"/>
                      <a:pt x="179721" y="59371"/>
                      <a:pt x="190828" y="55885"/>
                    </a:cubicBezTo>
                    <a:lnTo>
                      <a:pt x="190828" y="42045"/>
                    </a:lnTo>
                    <a:cubicBezTo>
                      <a:pt x="190828" y="18910"/>
                      <a:pt x="209657" y="0"/>
                      <a:pt x="2329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7" name="iş1iḍe">
                <a:extLst>
                  <a:ext uri="{FF2B5EF4-FFF2-40B4-BE49-F238E27FC236}">
                    <a16:creationId xmlns:a16="http://schemas.microsoft.com/office/drawing/2014/main" id="{F8F1787F-0D04-4B75-96DE-904131F3454B}"/>
                  </a:ext>
                </a:extLst>
              </p:cNvPr>
              <p:cNvGrpSpPr/>
              <p:nvPr/>
            </p:nvGrpSpPr>
            <p:grpSpPr>
              <a:xfrm>
                <a:off x="1251578" y="5109867"/>
                <a:ext cx="1518142" cy="1036933"/>
                <a:chOff x="1251578" y="5109867"/>
                <a:chExt cx="1518142" cy="1036933"/>
              </a:xfrm>
            </p:grpSpPr>
            <p:sp>
              <p:nvSpPr>
                <p:cNvPr id="38" name="ísľíḑé">
                  <a:extLst>
                    <a:ext uri="{FF2B5EF4-FFF2-40B4-BE49-F238E27FC236}">
                      <a16:creationId xmlns:a16="http://schemas.microsoft.com/office/drawing/2014/main" id="{E5903BC4-44AC-441F-82A0-5A991C677E1D}"/>
                    </a:ext>
                  </a:extLst>
                </p:cNvPr>
                <p:cNvSpPr/>
                <p:nvPr/>
              </p:nvSpPr>
              <p:spPr>
                <a:xfrm>
                  <a:off x="1251578" y="5109867"/>
                  <a:ext cx="1518142" cy="347728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sz="1400" b="1"/>
                    <a:t>Tex</a:t>
                  </a:r>
                  <a:r>
                    <a:rPr lang="en-US" altLang="zh-CN" sz="100" b="1"/>
                    <a:t> </a:t>
                  </a:r>
                  <a:r>
                    <a:rPr lang="en-US" altLang="zh-CN" sz="1400" b="1"/>
                    <a:t>t </a:t>
                  </a:r>
                  <a:r>
                    <a:rPr lang="en-US" altLang="zh-CN" sz="1400" b="1" dirty="0"/>
                    <a:t>here</a:t>
                  </a:r>
                  <a:endParaRPr lang="zh-CN" altLang="en-US" sz="1400" b="1" dirty="0"/>
                </a:p>
              </p:txBody>
            </p:sp>
            <p:sp>
              <p:nvSpPr>
                <p:cNvPr id="39" name="í$ľïḑê">
                  <a:extLst>
                    <a:ext uri="{FF2B5EF4-FFF2-40B4-BE49-F238E27FC236}">
                      <a16:creationId xmlns:a16="http://schemas.microsoft.com/office/drawing/2014/main" id="{DEC8C066-4079-435E-A645-8DB494D17B9B}"/>
                    </a:ext>
                  </a:extLst>
                </p:cNvPr>
                <p:cNvSpPr/>
                <p:nvPr/>
              </p:nvSpPr>
              <p:spPr>
                <a:xfrm>
                  <a:off x="1251578" y="5457595"/>
                  <a:ext cx="1518142" cy="689205"/>
                </a:xfrm>
                <a:prstGeom prst="rect">
                  <a:avLst/>
                </a:prstGeom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000"/>
                    <a:t>Supportin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g </a:t>
                  </a:r>
                  <a:r>
                    <a:rPr lang="en-US" altLang="zh-CN" sz="1000" dirty="0"/>
                    <a:t>text here. </a:t>
                  </a:r>
                </a:p>
                <a:p>
                  <a:pPr algn="ctr"/>
                  <a:r>
                    <a:rPr lang="en-US" altLang="zh-CN" sz="1000" dirty="0"/>
                    <a:t>……</a:t>
                  </a:r>
                </a:p>
              </p:txBody>
            </p:sp>
          </p:grpSp>
        </p:grpSp>
        <p:grpSp>
          <p:nvGrpSpPr>
            <p:cNvPr id="11" name="iṩľïḓe">
              <a:extLst>
                <a:ext uri="{FF2B5EF4-FFF2-40B4-BE49-F238E27FC236}">
                  <a16:creationId xmlns:a16="http://schemas.microsoft.com/office/drawing/2014/main" id="{FC69C3F0-AF8C-4B54-A3AA-A9F300B07472}"/>
                </a:ext>
              </a:extLst>
            </p:cNvPr>
            <p:cNvGrpSpPr/>
            <p:nvPr/>
          </p:nvGrpSpPr>
          <p:grpSpPr>
            <a:xfrm>
              <a:off x="4404164" y="4693965"/>
              <a:ext cx="1518142" cy="1452835"/>
              <a:chOff x="1251578" y="4693965"/>
              <a:chExt cx="1518142" cy="1452835"/>
            </a:xfrm>
          </p:grpSpPr>
          <p:sp>
            <p:nvSpPr>
              <p:cNvPr id="32" name="iślíḋé">
                <a:extLst>
                  <a:ext uri="{FF2B5EF4-FFF2-40B4-BE49-F238E27FC236}">
                    <a16:creationId xmlns:a16="http://schemas.microsoft.com/office/drawing/2014/main" id="{B494296B-64A5-4475-AE1A-8CD03B6DDEDF}"/>
                  </a:ext>
                </a:extLst>
              </p:cNvPr>
              <p:cNvSpPr/>
              <p:nvPr/>
            </p:nvSpPr>
            <p:spPr>
              <a:xfrm>
                <a:off x="1826199" y="4693965"/>
                <a:ext cx="368900" cy="323612"/>
              </a:xfrm>
              <a:custGeom>
                <a:avLst/>
                <a:gdLst>
                  <a:gd name="connsiteX0" fmla="*/ 352921 w 607646"/>
                  <a:gd name="connsiteY0" fmla="*/ 457945 h 533051"/>
                  <a:gd name="connsiteX1" fmla="*/ 342979 w 607646"/>
                  <a:gd name="connsiteY1" fmla="*/ 462170 h 533051"/>
                  <a:gd name="connsiteX2" fmla="*/ 338854 w 607646"/>
                  <a:gd name="connsiteY2" fmla="*/ 472100 h 533051"/>
                  <a:gd name="connsiteX3" fmla="*/ 342979 w 607646"/>
                  <a:gd name="connsiteY3" fmla="*/ 482029 h 533051"/>
                  <a:gd name="connsiteX4" fmla="*/ 352921 w 607646"/>
                  <a:gd name="connsiteY4" fmla="*/ 486149 h 533051"/>
                  <a:gd name="connsiteX5" fmla="*/ 362863 w 607646"/>
                  <a:gd name="connsiteY5" fmla="*/ 482029 h 533051"/>
                  <a:gd name="connsiteX6" fmla="*/ 366987 w 607646"/>
                  <a:gd name="connsiteY6" fmla="*/ 472100 h 533051"/>
                  <a:gd name="connsiteX7" fmla="*/ 362863 w 607646"/>
                  <a:gd name="connsiteY7" fmla="*/ 462170 h 533051"/>
                  <a:gd name="connsiteX8" fmla="*/ 352921 w 607646"/>
                  <a:gd name="connsiteY8" fmla="*/ 457945 h 533051"/>
                  <a:gd name="connsiteX9" fmla="*/ 438485 w 607646"/>
                  <a:gd name="connsiteY9" fmla="*/ 375972 h 533051"/>
                  <a:gd name="connsiteX10" fmla="*/ 431081 w 607646"/>
                  <a:gd name="connsiteY10" fmla="*/ 379141 h 533051"/>
                  <a:gd name="connsiteX11" fmla="*/ 372699 w 607646"/>
                  <a:gd name="connsiteY11" fmla="*/ 437346 h 533051"/>
                  <a:gd name="connsiteX12" fmla="*/ 369632 w 607646"/>
                  <a:gd name="connsiteY12" fmla="*/ 444846 h 533051"/>
                  <a:gd name="connsiteX13" fmla="*/ 372699 w 607646"/>
                  <a:gd name="connsiteY13" fmla="*/ 452346 h 533051"/>
                  <a:gd name="connsiteX14" fmla="*/ 380208 w 607646"/>
                  <a:gd name="connsiteY14" fmla="*/ 455409 h 533051"/>
                  <a:gd name="connsiteX15" fmla="*/ 387612 w 607646"/>
                  <a:gd name="connsiteY15" fmla="*/ 452346 h 533051"/>
                  <a:gd name="connsiteX16" fmla="*/ 445994 w 607646"/>
                  <a:gd name="connsiteY16" fmla="*/ 394035 h 533051"/>
                  <a:gd name="connsiteX17" fmla="*/ 449062 w 607646"/>
                  <a:gd name="connsiteY17" fmla="*/ 386535 h 533051"/>
                  <a:gd name="connsiteX18" fmla="*/ 445994 w 607646"/>
                  <a:gd name="connsiteY18" fmla="*/ 379141 h 533051"/>
                  <a:gd name="connsiteX19" fmla="*/ 438485 w 607646"/>
                  <a:gd name="connsiteY19" fmla="*/ 375972 h 533051"/>
                  <a:gd name="connsiteX20" fmla="*/ 534943 w 607646"/>
                  <a:gd name="connsiteY20" fmla="*/ 217624 h 533051"/>
                  <a:gd name="connsiteX21" fmla="*/ 553981 w 607646"/>
                  <a:gd name="connsiteY21" fmla="*/ 225547 h 533051"/>
                  <a:gd name="connsiteX22" fmla="*/ 554404 w 607646"/>
                  <a:gd name="connsiteY22" fmla="*/ 225969 h 533051"/>
                  <a:gd name="connsiteX23" fmla="*/ 556520 w 607646"/>
                  <a:gd name="connsiteY23" fmla="*/ 230934 h 533051"/>
                  <a:gd name="connsiteX24" fmla="*/ 554510 w 607646"/>
                  <a:gd name="connsiteY24" fmla="*/ 235899 h 533051"/>
                  <a:gd name="connsiteX25" fmla="*/ 524050 w 607646"/>
                  <a:gd name="connsiteY25" fmla="*/ 266322 h 533051"/>
                  <a:gd name="connsiteX26" fmla="*/ 516752 w 607646"/>
                  <a:gd name="connsiteY26" fmla="*/ 283752 h 533051"/>
                  <a:gd name="connsiteX27" fmla="*/ 524050 w 607646"/>
                  <a:gd name="connsiteY27" fmla="*/ 301182 h 533051"/>
                  <a:gd name="connsiteX28" fmla="*/ 541501 w 607646"/>
                  <a:gd name="connsiteY28" fmla="*/ 308365 h 533051"/>
                  <a:gd name="connsiteX29" fmla="*/ 558952 w 607646"/>
                  <a:gd name="connsiteY29" fmla="*/ 301182 h 533051"/>
                  <a:gd name="connsiteX30" fmla="*/ 589413 w 607646"/>
                  <a:gd name="connsiteY30" fmla="*/ 270759 h 533051"/>
                  <a:gd name="connsiteX31" fmla="*/ 594384 w 607646"/>
                  <a:gd name="connsiteY31" fmla="*/ 268752 h 533051"/>
                  <a:gd name="connsiteX32" fmla="*/ 599355 w 607646"/>
                  <a:gd name="connsiteY32" fmla="*/ 270759 h 533051"/>
                  <a:gd name="connsiteX33" fmla="*/ 599778 w 607646"/>
                  <a:gd name="connsiteY33" fmla="*/ 271181 h 533051"/>
                  <a:gd name="connsiteX34" fmla="*/ 606758 w 607646"/>
                  <a:gd name="connsiteY34" fmla="*/ 297168 h 533051"/>
                  <a:gd name="connsiteX35" fmla="*/ 590047 w 607646"/>
                  <a:gd name="connsiteY35" fmla="*/ 359704 h 533051"/>
                  <a:gd name="connsiteX36" fmla="*/ 571010 w 607646"/>
                  <a:gd name="connsiteY36" fmla="*/ 378612 h 533051"/>
                  <a:gd name="connsiteX37" fmla="*/ 570798 w 607646"/>
                  <a:gd name="connsiteY37" fmla="*/ 378718 h 533051"/>
                  <a:gd name="connsiteX38" fmla="*/ 501627 w 607646"/>
                  <a:gd name="connsiteY38" fmla="*/ 395303 h 533051"/>
                  <a:gd name="connsiteX39" fmla="*/ 377987 w 607646"/>
                  <a:gd name="connsiteY39" fmla="*/ 518790 h 533051"/>
                  <a:gd name="connsiteX40" fmla="*/ 343507 w 607646"/>
                  <a:gd name="connsiteY40" fmla="*/ 533051 h 533051"/>
                  <a:gd name="connsiteX41" fmla="*/ 309028 w 607646"/>
                  <a:gd name="connsiteY41" fmla="*/ 518790 h 533051"/>
                  <a:gd name="connsiteX42" fmla="*/ 306066 w 607646"/>
                  <a:gd name="connsiteY42" fmla="*/ 515833 h 533051"/>
                  <a:gd name="connsiteX43" fmla="*/ 291788 w 607646"/>
                  <a:gd name="connsiteY43" fmla="*/ 481501 h 533051"/>
                  <a:gd name="connsiteX44" fmla="*/ 306066 w 607646"/>
                  <a:gd name="connsiteY44" fmla="*/ 447064 h 533051"/>
                  <a:gd name="connsiteX45" fmla="*/ 429707 w 607646"/>
                  <a:gd name="connsiteY45" fmla="*/ 323576 h 533051"/>
                  <a:gd name="connsiteX46" fmla="*/ 446418 w 607646"/>
                  <a:gd name="connsiteY46" fmla="*/ 254491 h 533051"/>
                  <a:gd name="connsiteX47" fmla="*/ 446418 w 607646"/>
                  <a:gd name="connsiteY47" fmla="*/ 254280 h 533051"/>
                  <a:gd name="connsiteX48" fmla="*/ 465455 w 607646"/>
                  <a:gd name="connsiteY48" fmla="*/ 235265 h 533051"/>
                  <a:gd name="connsiteX49" fmla="*/ 527963 w 607646"/>
                  <a:gd name="connsiteY49" fmla="*/ 218575 h 533051"/>
                  <a:gd name="connsiteX50" fmla="*/ 534943 w 607646"/>
                  <a:gd name="connsiteY50" fmla="*/ 217624 h 533051"/>
                  <a:gd name="connsiteX51" fmla="*/ 253873 w 607646"/>
                  <a:gd name="connsiteY51" fmla="*/ 140927 h 533051"/>
                  <a:gd name="connsiteX52" fmla="*/ 141005 w 607646"/>
                  <a:gd name="connsiteY52" fmla="*/ 253542 h 533051"/>
                  <a:gd name="connsiteX53" fmla="*/ 253873 w 607646"/>
                  <a:gd name="connsiteY53" fmla="*/ 366262 h 533051"/>
                  <a:gd name="connsiteX54" fmla="*/ 366741 w 607646"/>
                  <a:gd name="connsiteY54" fmla="*/ 253542 h 533051"/>
                  <a:gd name="connsiteX55" fmla="*/ 253873 w 607646"/>
                  <a:gd name="connsiteY55" fmla="*/ 140927 h 533051"/>
                  <a:gd name="connsiteX56" fmla="*/ 232929 w 607646"/>
                  <a:gd name="connsiteY56" fmla="*/ 0 h 533051"/>
                  <a:gd name="connsiteX57" fmla="*/ 274818 w 607646"/>
                  <a:gd name="connsiteY57" fmla="*/ 0 h 533051"/>
                  <a:gd name="connsiteX58" fmla="*/ 316918 w 607646"/>
                  <a:gd name="connsiteY58" fmla="*/ 42045 h 533051"/>
                  <a:gd name="connsiteX59" fmla="*/ 316918 w 607646"/>
                  <a:gd name="connsiteY59" fmla="*/ 55885 h 533051"/>
                  <a:gd name="connsiteX60" fmla="*/ 349287 w 607646"/>
                  <a:gd name="connsiteY60" fmla="*/ 69301 h 533051"/>
                  <a:gd name="connsiteX61" fmla="*/ 359125 w 607646"/>
                  <a:gd name="connsiteY61" fmla="*/ 59476 h 533051"/>
                  <a:gd name="connsiteX62" fmla="*/ 388849 w 607646"/>
                  <a:gd name="connsiteY62" fmla="*/ 47222 h 533051"/>
                  <a:gd name="connsiteX63" fmla="*/ 418574 w 607646"/>
                  <a:gd name="connsiteY63" fmla="*/ 59476 h 533051"/>
                  <a:gd name="connsiteX64" fmla="*/ 448192 w 607646"/>
                  <a:gd name="connsiteY64" fmla="*/ 89162 h 533051"/>
                  <a:gd name="connsiteX65" fmla="*/ 448192 w 607646"/>
                  <a:gd name="connsiteY65" fmla="*/ 148533 h 533051"/>
                  <a:gd name="connsiteX66" fmla="*/ 438460 w 607646"/>
                  <a:gd name="connsiteY66" fmla="*/ 158252 h 533051"/>
                  <a:gd name="connsiteX67" fmla="*/ 451789 w 607646"/>
                  <a:gd name="connsiteY67" fmla="*/ 190684 h 533051"/>
                  <a:gd name="connsiteX68" fmla="*/ 465752 w 607646"/>
                  <a:gd name="connsiteY68" fmla="*/ 190684 h 533051"/>
                  <a:gd name="connsiteX69" fmla="*/ 497909 w 607646"/>
                  <a:gd name="connsiteY69" fmla="*/ 205685 h 533051"/>
                  <a:gd name="connsiteX70" fmla="*/ 450837 w 607646"/>
                  <a:gd name="connsiteY70" fmla="*/ 218257 h 533051"/>
                  <a:gd name="connsiteX71" fmla="*/ 419420 w 607646"/>
                  <a:gd name="connsiteY71" fmla="*/ 249739 h 533051"/>
                  <a:gd name="connsiteX72" fmla="*/ 419208 w 607646"/>
                  <a:gd name="connsiteY72" fmla="*/ 250372 h 533051"/>
                  <a:gd name="connsiteX73" fmla="*/ 403764 w 607646"/>
                  <a:gd name="connsiteY73" fmla="*/ 314603 h 533051"/>
                  <a:gd name="connsiteX74" fmla="*/ 283598 w 607646"/>
                  <a:gd name="connsiteY74" fmla="*/ 434613 h 533051"/>
                  <a:gd name="connsiteX75" fmla="*/ 264134 w 607646"/>
                  <a:gd name="connsiteY75" fmla="*/ 481518 h 533051"/>
                  <a:gd name="connsiteX76" fmla="*/ 269317 w 607646"/>
                  <a:gd name="connsiteY76" fmla="*/ 507083 h 533051"/>
                  <a:gd name="connsiteX77" fmla="*/ 232929 w 607646"/>
                  <a:gd name="connsiteY77" fmla="*/ 507083 h 533051"/>
                  <a:gd name="connsiteX78" fmla="*/ 190828 w 607646"/>
                  <a:gd name="connsiteY78" fmla="*/ 465143 h 533051"/>
                  <a:gd name="connsiteX79" fmla="*/ 190828 w 607646"/>
                  <a:gd name="connsiteY79" fmla="*/ 451304 h 533051"/>
                  <a:gd name="connsiteX80" fmla="*/ 158459 w 607646"/>
                  <a:gd name="connsiteY80" fmla="*/ 437888 h 533051"/>
                  <a:gd name="connsiteX81" fmla="*/ 148622 w 607646"/>
                  <a:gd name="connsiteY81" fmla="*/ 447712 h 533051"/>
                  <a:gd name="connsiteX82" fmla="*/ 118897 w 607646"/>
                  <a:gd name="connsiteY82" fmla="*/ 459967 h 533051"/>
                  <a:gd name="connsiteX83" fmla="*/ 89173 w 607646"/>
                  <a:gd name="connsiteY83" fmla="*/ 447712 h 533051"/>
                  <a:gd name="connsiteX84" fmla="*/ 59554 w 607646"/>
                  <a:gd name="connsiteY84" fmla="*/ 418027 h 533051"/>
                  <a:gd name="connsiteX85" fmla="*/ 59554 w 607646"/>
                  <a:gd name="connsiteY85" fmla="*/ 358656 h 533051"/>
                  <a:gd name="connsiteX86" fmla="*/ 69286 w 607646"/>
                  <a:gd name="connsiteY86" fmla="*/ 348831 h 533051"/>
                  <a:gd name="connsiteX87" fmla="*/ 55958 w 607646"/>
                  <a:gd name="connsiteY87" fmla="*/ 316505 h 533051"/>
                  <a:gd name="connsiteX88" fmla="*/ 41995 w 607646"/>
                  <a:gd name="connsiteY88" fmla="*/ 316505 h 533051"/>
                  <a:gd name="connsiteX89" fmla="*/ 0 w 607646"/>
                  <a:gd name="connsiteY89" fmla="*/ 274565 h 533051"/>
                  <a:gd name="connsiteX90" fmla="*/ 0 w 607646"/>
                  <a:gd name="connsiteY90" fmla="*/ 232625 h 533051"/>
                  <a:gd name="connsiteX91" fmla="*/ 41995 w 607646"/>
                  <a:gd name="connsiteY91" fmla="*/ 190684 h 533051"/>
                  <a:gd name="connsiteX92" fmla="*/ 55958 w 607646"/>
                  <a:gd name="connsiteY92" fmla="*/ 190684 h 533051"/>
                  <a:gd name="connsiteX93" fmla="*/ 69286 w 607646"/>
                  <a:gd name="connsiteY93" fmla="*/ 158252 h 533051"/>
                  <a:gd name="connsiteX94" fmla="*/ 59554 w 607646"/>
                  <a:gd name="connsiteY94" fmla="*/ 148533 h 533051"/>
                  <a:gd name="connsiteX95" fmla="*/ 59554 w 607646"/>
                  <a:gd name="connsiteY95" fmla="*/ 89162 h 533051"/>
                  <a:gd name="connsiteX96" fmla="*/ 89173 w 607646"/>
                  <a:gd name="connsiteY96" fmla="*/ 59476 h 533051"/>
                  <a:gd name="connsiteX97" fmla="*/ 118897 w 607646"/>
                  <a:gd name="connsiteY97" fmla="*/ 47222 h 533051"/>
                  <a:gd name="connsiteX98" fmla="*/ 148622 w 607646"/>
                  <a:gd name="connsiteY98" fmla="*/ 59476 h 533051"/>
                  <a:gd name="connsiteX99" fmla="*/ 158459 w 607646"/>
                  <a:gd name="connsiteY99" fmla="*/ 69301 h 533051"/>
                  <a:gd name="connsiteX100" fmla="*/ 190828 w 607646"/>
                  <a:gd name="connsiteY100" fmla="*/ 55885 h 533051"/>
                  <a:gd name="connsiteX101" fmla="*/ 190828 w 607646"/>
                  <a:gd name="connsiteY101" fmla="*/ 42045 h 533051"/>
                  <a:gd name="connsiteX102" fmla="*/ 232929 w 607646"/>
                  <a:gd name="connsiteY102" fmla="*/ 0 h 53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07646" h="533051">
                    <a:moveTo>
                      <a:pt x="352921" y="457945"/>
                    </a:moveTo>
                    <a:cubicBezTo>
                      <a:pt x="349113" y="457945"/>
                      <a:pt x="345623" y="459423"/>
                      <a:pt x="342979" y="462170"/>
                    </a:cubicBezTo>
                    <a:cubicBezTo>
                      <a:pt x="340229" y="464811"/>
                      <a:pt x="338854" y="468297"/>
                      <a:pt x="338854" y="472100"/>
                    </a:cubicBezTo>
                    <a:cubicBezTo>
                      <a:pt x="338854" y="475797"/>
                      <a:pt x="340229" y="479389"/>
                      <a:pt x="342979" y="482029"/>
                    </a:cubicBezTo>
                    <a:cubicBezTo>
                      <a:pt x="345623" y="484670"/>
                      <a:pt x="349113" y="486149"/>
                      <a:pt x="352921" y="486149"/>
                    </a:cubicBezTo>
                    <a:cubicBezTo>
                      <a:pt x="356622" y="486149"/>
                      <a:pt x="360218" y="484670"/>
                      <a:pt x="362863" y="482029"/>
                    </a:cubicBezTo>
                    <a:cubicBezTo>
                      <a:pt x="365507" y="479389"/>
                      <a:pt x="366987" y="475797"/>
                      <a:pt x="366987" y="472100"/>
                    </a:cubicBezTo>
                    <a:cubicBezTo>
                      <a:pt x="366987" y="468297"/>
                      <a:pt x="365507" y="464811"/>
                      <a:pt x="362863" y="462170"/>
                    </a:cubicBezTo>
                    <a:cubicBezTo>
                      <a:pt x="360218" y="459423"/>
                      <a:pt x="356622" y="457945"/>
                      <a:pt x="352921" y="457945"/>
                    </a:cubicBezTo>
                    <a:close/>
                    <a:moveTo>
                      <a:pt x="438485" y="375972"/>
                    </a:moveTo>
                    <a:cubicBezTo>
                      <a:pt x="435735" y="375972"/>
                      <a:pt x="432985" y="377134"/>
                      <a:pt x="431081" y="379141"/>
                    </a:cubicBezTo>
                    <a:lnTo>
                      <a:pt x="372699" y="437346"/>
                    </a:lnTo>
                    <a:cubicBezTo>
                      <a:pt x="370689" y="439353"/>
                      <a:pt x="369632" y="441994"/>
                      <a:pt x="369632" y="444846"/>
                    </a:cubicBezTo>
                    <a:cubicBezTo>
                      <a:pt x="369632" y="447698"/>
                      <a:pt x="370689" y="450339"/>
                      <a:pt x="372699" y="452346"/>
                    </a:cubicBezTo>
                    <a:cubicBezTo>
                      <a:pt x="374708" y="454353"/>
                      <a:pt x="377352" y="455409"/>
                      <a:pt x="380208" y="455409"/>
                    </a:cubicBezTo>
                    <a:cubicBezTo>
                      <a:pt x="382958" y="455409"/>
                      <a:pt x="385602" y="454353"/>
                      <a:pt x="387612" y="452346"/>
                    </a:cubicBezTo>
                    <a:lnTo>
                      <a:pt x="445994" y="394035"/>
                    </a:lnTo>
                    <a:cubicBezTo>
                      <a:pt x="448004" y="392028"/>
                      <a:pt x="449062" y="389387"/>
                      <a:pt x="449062" y="386535"/>
                    </a:cubicBezTo>
                    <a:cubicBezTo>
                      <a:pt x="449062" y="383789"/>
                      <a:pt x="448004" y="381148"/>
                      <a:pt x="445994" y="379141"/>
                    </a:cubicBezTo>
                    <a:cubicBezTo>
                      <a:pt x="443985" y="377134"/>
                      <a:pt x="441341" y="375972"/>
                      <a:pt x="438485" y="375972"/>
                    </a:cubicBezTo>
                    <a:close/>
                    <a:moveTo>
                      <a:pt x="534943" y="217624"/>
                    </a:moveTo>
                    <a:cubicBezTo>
                      <a:pt x="542136" y="217624"/>
                      <a:pt x="548905" y="220371"/>
                      <a:pt x="553981" y="225547"/>
                    </a:cubicBezTo>
                    <a:lnTo>
                      <a:pt x="554404" y="225969"/>
                    </a:lnTo>
                    <a:cubicBezTo>
                      <a:pt x="555779" y="227237"/>
                      <a:pt x="556520" y="229033"/>
                      <a:pt x="556520" y="230934"/>
                    </a:cubicBezTo>
                    <a:cubicBezTo>
                      <a:pt x="556520" y="232836"/>
                      <a:pt x="555779" y="234632"/>
                      <a:pt x="554510" y="235899"/>
                    </a:cubicBezTo>
                    <a:lnTo>
                      <a:pt x="524050" y="266322"/>
                    </a:lnTo>
                    <a:cubicBezTo>
                      <a:pt x="519396" y="270970"/>
                      <a:pt x="516752" y="277203"/>
                      <a:pt x="516752" y="283752"/>
                    </a:cubicBezTo>
                    <a:cubicBezTo>
                      <a:pt x="516752" y="290301"/>
                      <a:pt x="519396" y="296534"/>
                      <a:pt x="524050" y="301182"/>
                    </a:cubicBezTo>
                    <a:cubicBezTo>
                      <a:pt x="528703" y="305830"/>
                      <a:pt x="534838" y="308365"/>
                      <a:pt x="541501" y="308365"/>
                    </a:cubicBezTo>
                    <a:cubicBezTo>
                      <a:pt x="548058" y="308365"/>
                      <a:pt x="554299" y="305830"/>
                      <a:pt x="558952" y="301182"/>
                    </a:cubicBezTo>
                    <a:lnTo>
                      <a:pt x="589413" y="270759"/>
                    </a:lnTo>
                    <a:cubicBezTo>
                      <a:pt x="590682" y="269491"/>
                      <a:pt x="592480" y="268752"/>
                      <a:pt x="594384" y="268752"/>
                    </a:cubicBezTo>
                    <a:cubicBezTo>
                      <a:pt x="596288" y="268752"/>
                      <a:pt x="597980" y="269491"/>
                      <a:pt x="599355" y="270759"/>
                    </a:cubicBezTo>
                    <a:lnTo>
                      <a:pt x="599778" y="271181"/>
                    </a:lnTo>
                    <a:cubicBezTo>
                      <a:pt x="606547" y="277942"/>
                      <a:pt x="609191" y="287977"/>
                      <a:pt x="606758" y="297168"/>
                    </a:cubicBezTo>
                    <a:lnTo>
                      <a:pt x="590047" y="359704"/>
                    </a:lnTo>
                    <a:cubicBezTo>
                      <a:pt x="587509" y="368894"/>
                      <a:pt x="580211" y="376183"/>
                      <a:pt x="571010" y="378612"/>
                    </a:cubicBezTo>
                    <a:cubicBezTo>
                      <a:pt x="570904" y="378718"/>
                      <a:pt x="570904" y="378718"/>
                      <a:pt x="570798" y="378718"/>
                    </a:cubicBezTo>
                    <a:lnTo>
                      <a:pt x="501627" y="395303"/>
                    </a:lnTo>
                    <a:lnTo>
                      <a:pt x="377987" y="518790"/>
                    </a:lnTo>
                    <a:cubicBezTo>
                      <a:pt x="368785" y="527981"/>
                      <a:pt x="356517" y="533051"/>
                      <a:pt x="343507" y="533051"/>
                    </a:cubicBezTo>
                    <a:cubicBezTo>
                      <a:pt x="330498" y="533051"/>
                      <a:pt x="318229" y="527981"/>
                      <a:pt x="309028" y="518790"/>
                    </a:cubicBezTo>
                    <a:lnTo>
                      <a:pt x="306066" y="515833"/>
                    </a:lnTo>
                    <a:cubicBezTo>
                      <a:pt x="296865" y="506642"/>
                      <a:pt x="291788" y="494494"/>
                      <a:pt x="291788" y="481501"/>
                    </a:cubicBezTo>
                    <a:cubicBezTo>
                      <a:pt x="291788" y="468402"/>
                      <a:pt x="296865" y="456254"/>
                      <a:pt x="306066" y="447064"/>
                    </a:cubicBezTo>
                    <a:lnTo>
                      <a:pt x="429707" y="323576"/>
                    </a:lnTo>
                    <a:lnTo>
                      <a:pt x="446418" y="254491"/>
                    </a:lnTo>
                    <a:cubicBezTo>
                      <a:pt x="446418" y="254385"/>
                      <a:pt x="446418" y="254385"/>
                      <a:pt x="446418" y="254280"/>
                    </a:cubicBezTo>
                    <a:cubicBezTo>
                      <a:pt x="448956" y="245089"/>
                      <a:pt x="456254" y="237801"/>
                      <a:pt x="465455" y="235265"/>
                    </a:cubicBezTo>
                    <a:lnTo>
                      <a:pt x="527963" y="218575"/>
                    </a:lnTo>
                    <a:cubicBezTo>
                      <a:pt x="530290" y="217941"/>
                      <a:pt x="532617" y="217624"/>
                      <a:pt x="534943" y="217624"/>
                    </a:cubicBezTo>
                    <a:close/>
                    <a:moveTo>
                      <a:pt x="253873" y="140927"/>
                    </a:moveTo>
                    <a:cubicBezTo>
                      <a:pt x="191674" y="140927"/>
                      <a:pt x="141005" y="191424"/>
                      <a:pt x="141005" y="253542"/>
                    </a:cubicBezTo>
                    <a:cubicBezTo>
                      <a:pt x="141005" y="315765"/>
                      <a:pt x="191674" y="366262"/>
                      <a:pt x="253873" y="366262"/>
                    </a:cubicBezTo>
                    <a:cubicBezTo>
                      <a:pt x="316072" y="366262"/>
                      <a:pt x="366741" y="315765"/>
                      <a:pt x="366741" y="253542"/>
                    </a:cubicBezTo>
                    <a:cubicBezTo>
                      <a:pt x="366741" y="191424"/>
                      <a:pt x="316072" y="140927"/>
                      <a:pt x="253873" y="140927"/>
                    </a:cubicBezTo>
                    <a:close/>
                    <a:moveTo>
                      <a:pt x="232929" y="0"/>
                    </a:moveTo>
                    <a:lnTo>
                      <a:pt x="274818" y="0"/>
                    </a:lnTo>
                    <a:cubicBezTo>
                      <a:pt x="298090" y="0"/>
                      <a:pt x="316918" y="18910"/>
                      <a:pt x="316918" y="42045"/>
                    </a:cubicBezTo>
                    <a:lnTo>
                      <a:pt x="316918" y="55885"/>
                    </a:lnTo>
                    <a:cubicBezTo>
                      <a:pt x="328025" y="59371"/>
                      <a:pt x="338921" y="63913"/>
                      <a:pt x="349287" y="69301"/>
                    </a:cubicBezTo>
                    <a:lnTo>
                      <a:pt x="359125" y="59476"/>
                    </a:lnTo>
                    <a:cubicBezTo>
                      <a:pt x="367058" y="51553"/>
                      <a:pt x="377637" y="47222"/>
                      <a:pt x="388849" y="47222"/>
                    </a:cubicBezTo>
                    <a:cubicBezTo>
                      <a:pt x="400062" y="47222"/>
                      <a:pt x="410640" y="51553"/>
                      <a:pt x="418574" y="59476"/>
                    </a:cubicBezTo>
                    <a:lnTo>
                      <a:pt x="448192" y="89162"/>
                    </a:lnTo>
                    <a:cubicBezTo>
                      <a:pt x="464588" y="105536"/>
                      <a:pt x="464588" y="132158"/>
                      <a:pt x="448192" y="148533"/>
                    </a:cubicBezTo>
                    <a:lnTo>
                      <a:pt x="438460" y="158252"/>
                    </a:lnTo>
                    <a:cubicBezTo>
                      <a:pt x="443749" y="168710"/>
                      <a:pt x="448298" y="179486"/>
                      <a:pt x="451789" y="190684"/>
                    </a:cubicBezTo>
                    <a:lnTo>
                      <a:pt x="465752" y="190684"/>
                    </a:lnTo>
                    <a:cubicBezTo>
                      <a:pt x="478657" y="190684"/>
                      <a:pt x="490187" y="196494"/>
                      <a:pt x="497909" y="205685"/>
                    </a:cubicBezTo>
                    <a:lnTo>
                      <a:pt x="450837" y="218257"/>
                    </a:lnTo>
                    <a:cubicBezTo>
                      <a:pt x="435604" y="222377"/>
                      <a:pt x="423440" y="234420"/>
                      <a:pt x="419420" y="249739"/>
                    </a:cubicBezTo>
                    <a:cubicBezTo>
                      <a:pt x="419314" y="249950"/>
                      <a:pt x="419314" y="250161"/>
                      <a:pt x="419208" y="250372"/>
                    </a:cubicBezTo>
                    <a:lnTo>
                      <a:pt x="403764" y="314603"/>
                    </a:lnTo>
                    <a:lnTo>
                      <a:pt x="283598" y="434613"/>
                    </a:lnTo>
                    <a:cubicBezTo>
                      <a:pt x="271010" y="447078"/>
                      <a:pt x="264134" y="463770"/>
                      <a:pt x="264134" y="481518"/>
                    </a:cubicBezTo>
                    <a:cubicBezTo>
                      <a:pt x="264134" y="490392"/>
                      <a:pt x="265932" y="499160"/>
                      <a:pt x="269317" y="507083"/>
                    </a:cubicBezTo>
                    <a:lnTo>
                      <a:pt x="232929" y="507083"/>
                    </a:lnTo>
                    <a:cubicBezTo>
                      <a:pt x="209657" y="507083"/>
                      <a:pt x="190828" y="488279"/>
                      <a:pt x="190828" y="465143"/>
                    </a:cubicBezTo>
                    <a:lnTo>
                      <a:pt x="190828" y="451304"/>
                    </a:lnTo>
                    <a:cubicBezTo>
                      <a:pt x="179721" y="447712"/>
                      <a:pt x="168826" y="443275"/>
                      <a:pt x="158459" y="437888"/>
                    </a:cubicBezTo>
                    <a:lnTo>
                      <a:pt x="148622" y="447712"/>
                    </a:lnTo>
                    <a:cubicBezTo>
                      <a:pt x="140688" y="455635"/>
                      <a:pt x="130110" y="459967"/>
                      <a:pt x="118897" y="459967"/>
                    </a:cubicBezTo>
                    <a:cubicBezTo>
                      <a:pt x="107685" y="459967"/>
                      <a:pt x="97107" y="455635"/>
                      <a:pt x="89173" y="447712"/>
                    </a:cubicBezTo>
                    <a:lnTo>
                      <a:pt x="59554" y="418027"/>
                    </a:lnTo>
                    <a:cubicBezTo>
                      <a:pt x="43158" y="401652"/>
                      <a:pt x="43158" y="375030"/>
                      <a:pt x="59554" y="358656"/>
                    </a:cubicBezTo>
                    <a:lnTo>
                      <a:pt x="69286" y="348831"/>
                    </a:lnTo>
                    <a:cubicBezTo>
                      <a:pt x="63997" y="338478"/>
                      <a:pt x="59449" y="327597"/>
                      <a:pt x="55958" y="316505"/>
                    </a:cubicBezTo>
                    <a:lnTo>
                      <a:pt x="41995" y="316505"/>
                    </a:lnTo>
                    <a:cubicBezTo>
                      <a:pt x="18829" y="316505"/>
                      <a:pt x="0" y="297700"/>
                      <a:pt x="0" y="274565"/>
                    </a:cubicBezTo>
                    <a:lnTo>
                      <a:pt x="0" y="232625"/>
                    </a:lnTo>
                    <a:cubicBezTo>
                      <a:pt x="0" y="209488"/>
                      <a:pt x="18829" y="190684"/>
                      <a:pt x="41995" y="190684"/>
                    </a:cubicBezTo>
                    <a:lnTo>
                      <a:pt x="55958" y="190684"/>
                    </a:lnTo>
                    <a:cubicBezTo>
                      <a:pt x="59449" y="179486"/>
                      <a:pt x="63997" y="168710"/>
                      <a:pt x="69286" y="158252"/>
                    </a:cubicBezTo>
                    <a:lnTo>
                      <a:pt x="59554" y="148533"/>
                    </a:lnTo>
                    <a:cubicBezTo>
                      <a:pt x="43158" y="132158"/>
                      <a:pt x="43158" y="105536"/>
                      <a:pt x="59554" y="89162"/>
                    </a:cubicBezTo>
                    <a:lnTo>
                      <a:pt x="89173" y="59476"/>
                    </a:lnTo>
                    <a:cubicBezTo>
                      <a:pt x="97107" y="51553"/>
                      <a:pt x="107685" y="47222"/>
                      <a:pt x="118897" y="47222"/>
                    </a:cubicBezTo>
                    <a:cubicBezTo>
                      <a:pt x="130110" y="47222"/>
                      <a:pt x="140688" y="51553"/>
                      <a:pt x="148622" y="59476"/>
                    </a:cubicBezTo>
                    <a:lnTo>
                      <a:pt x="158459" y="69301"/>
                    </a:lnTo>
                    <a:cubicBezTo>
                      <a:pt x="168826" y="63913"/>
                      <a:pt x="179721" y="59371"/>
                      <a:pt x="190828" y="55885"/>
                    </a:cubicBezTo>
                    <a:lnTo>
                      <a:pt x="190828" y="42045"/>
                    </a:lnTo>
                    <a:cubicBezTo>
                      <a:pt x="190828" y="18910"/>
                      <a:pt x="209657" y="0"/>
                      <a:pt x="2329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33" name="islïdê">
                <a:extLst>
                  <a:ext uri="{FF2B5EF4-FFF2-40B4-BE49-F238E27FC236}">
                    <a16:creationId xmlns:a16="http://schemas.microsoft.com/office/drawing/2014/main" id="{F6B49AD0-EBA4-48FE-A6E6-B9FA3B32B3D1}"/>
                  </a:ext>
                </a:extLst>
              </p:cNvPr>
              <p:cNvGrpSpPr/>
              <p:nvPr/>
            </p:nvGrpSpPr>
            <p:grpSpPr>
              <a:xfrm>
                <a:off x="1251578" y="5109867"/>
                <a:ext cx="1518142" cy="1036933"/>
                <a:chOff x="1251578" y="5109867"/>
                <a:chExt cx="1518142" cy="1036933"/>
              </a:xfrm>
            </p:grpSpPr>
            <p:sp>
              <p:nvSpPr>
                <p:cNvPr id="34" name="íśľíḓé">
                  <a:extLst>
                    <a:ext uri="{FF2B5EF4-FFF2-40B4-BE49-F238E27FC236}">
                      <a16:creationId xmlns:a16="http://schemas.microsoft.com/office/drawing/2014/main" id="{E5903BC4-44AC-441F-82A0-5A991C677E1D}"/>
                    </a:ext>
                  </a:extLst>
                </p:cNvPr>
                <p:cNvSpPr/>
                <p:nvPr/>
              </p:nvSpPr>
              <p:spPr>
                <a:xfrm>
                  <a:off x="1251578" y="5109867"/>
                  <a:ext cx="1518142" cy="347728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sz="1400" b="1"/>
                    <a:t>Te</a:t>
                  </a:r>
                  <a:r>
                    <a:rPr lang="en-US" altLang="zh-CN" sz="100" b="1"/>
                    <a:t> </a:t>
                  </a:r>
                  <a:r>
                    <a:rPr lang="en-US" altLang="zh-CN" sz="1400" b="1"/>
                    <a:t>xt </a:t>
                  </a:r>
                  <a:r>
                    <a:rPr lang="en-US" altLang="zh-CN" sz="1400" b="1" dirty="0"/>
                    <a:t>here</a:t>
                  </a:r>
                  <a:endParaRPr lang="zh-CN" altLang="en-US" sz="1400" b="1" dirty="0"/>
                </a:p>
              </p:txBody>
            </p:sp>
            <p:sp>
              <p:nvSpPr>
                <p:cNvPr id="35" name="ïṥ1idé">
                  <a:extLst>
                    <a:ext uri="{FF2B5EF4-FFF2-40B4-BE49-F238E27FC236}">
                      <a16:creationId xmlns:a16="http://schemas.microsoft.com/office/drawing/2014/main" id="{DEC8C066-4079-435E-A645-8DB494D17B9B}"/>
                    </a:ext>
                  </a:extLst>
                </p:cNvPr>
                <p:cNvSpPr/>
                <p:nvPr/>
              </p:nvSpPr>
              <p:spPr>
                <a:xfrm>
                  <a:off x="1251578" y="5457595"/>
                  <a:ext cx="1518142" cy="689205"/>
                </a:xfrm>
                <a:prstGeom prst="rect">
                  <a:avLst/>
                </a:prstGeom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000"/>
                    <a:t>Suppor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ting </a:t>
                  </a:r>
                  <a:r>
                    <a:rPr lang="en-US" altLang="zh-CN" sz="1000" dirty="0"/>
                    <a:t>text here. </a:t>
                  </a:r>
                </a:p>
                <a:p>
                  <a:pPr algn="ctr"/>
                  <a:r>
                    <a:rPr lang="en-US" altLang="zh-CN" sz="1000" dirty="0"/>
                    <a:t>……</a:t>
                  </a:r>
                </a:p>
              </p:txBody>
            </p:sp>
          </p:grpSp>
        </p:grpSp>
        <p:grpSp>
          <p:nvGrpSpPr>
            <p:cNvPr id="12" name="ïşľïḑe">
              <a:extLst>
                <a:ext uri="{FF2B5EF4-FFF2-40B4-BE49-F238E27FC236}">
                  <a16:creationId xmlns:a16="http://schemas.microsoft.com/office/drawing/2014/main" id="{C856A30D-0217-4326-8869-B55BA5B2C844}"/>
                </a:ext>
              </a:extLst>
            </p:cNvPr>
            <p:cNvGrpSpPr/>
            <p:nvPr/>
          </p:nvGrpSpPr>
          <p:grpSpPr>
            <a:xfrm>
              <a:off x="6269696" y="4693965"/>
              <a:ext cx="1518142" cy="1452835"/>
              <a:chOff x="1251578" y="4693965"/>
              <a:chExt cx="1518142" cy="1452835"/>
            </a:xfrm>
          </p:grpSpPr>
          <p:sp>
            <p:nvSpPr>
              <p:cNvPr id="28" name="íṣľiḑè">
                <a:extLst>
                  <a:ext uri="{FF2B5EF4-FFF2-40B4-BE49-F238E27FC236}">
                    <a16:creationId xmlns:a16="http://schemas.microsoft.com/office/drawing/2014/main" id="{B494296B-64A5-4475-AE1A-8CD03B6DDEDF}"/>
                  </a:ext>
                </a:extLst>
              </p:cNvPr>
              <p:cNvSpPr/>
              <p:nvPr/>
            </p:nvSpPr>
            <p:spPr>
              <a:xfrm>
                <a:off x="1826199" y="4693965"/>
                <a:ext cx="368900" cy="323612"/>
              </a:xfrm>
              <a:custGeom>
                <a:avLst/>
                <a:gdLst>
                  <a:gd name="connsiteX0" fmla="*/ 352921 w 607646"/>
                  <a:gd name="connsiteY0" fmla="*/ 457945 h 533051"/>
                  <a:gd name="connsiteX1" fmla="*/ 342979 w 607646"/>
                  <a:gd name="connsiteY1" fmla="*/ 462170 h 533051"/>
                  <a:gd name="connsiteX2" fmla="*/ 338854 w 607646"/>
                  <a:gd name="connsiteY2" fmla="*/ 472100 h 533051"/>
                  <a:gd name="connsiteX3" fmla="*/ 342979 w 607646"/>
                  <a:gd name="connsiteY3" fmla="*/ 482029 h 533051"/>
                  <a:gd name="connsiteX4" fmla="*/ 352921 w 607646"/>
                  <a:gd name="connsiteY4" fmla="*/ 486149 h 533051"/>
                  <a:gd name="connsiteX5" fmla="*/ 362863 w 607646"/>
                  <a:gd name="connsiteY5" fmla="*/ 482029 h 533051"/>
                  <a:gd name="connsiteX6" fmla="*/ 366987 w 607646"/>
                  <a:gd name="connsiteY6" fmla="*/ 472100 h 533051"/>
                  <a:gd name="connsiteX7" fmla="*/ 362863 w 607646"/>
                  <a:gd name="connsiteY7" fmla="*/ 462170 h 533051"/>
                  <a:gd name="connsiteX8" fmla="*/ 352921 w 607646"/>
                  <a:gd name="connsiteY8" fmla="*/ 457945 h 533051"/>
                  <a:gd name="connsiteX9" fmla="*/ 438485 w 607646"/>
                  <a:gd name="connsiteY9" fmla="*/ 375972 h 533051"/>
                  <a:gd name="connsiteX10" fmla="*/ 431081 w 607646"/>
                  <a:gd name="connsiteY10" fmla="*/ 379141 h 533051"/>
                  <a:gd name="connsiteX11" fmla="*/ 372699 w 607646"/>
                  <a:gd name="connsiteY11" fmla="*/ 437346 h 533051"/>
                  <a:gd name="connsiteX12" fmla="*/ 369632 w 607646"/>
                  <a:gd name="connsiteY12" fmla="*/ 444846 h 533051"/>
                  <a:gd name="connsiteX13" fmla="*/ 372699 w 607646"/>
                  <a:gd name="connsiteY13" fmla="*/ 452346 h 533051"/>
                  <a:gd name="connsiteX14" fmla="*/ 380208 w 607646"/>
                  <a:gd name="connsiteY14" fmla="*/ 455409 h 533051"/>
                  <a:gd name="connsiteX15" fmla="*/ 387612 w 607646"/>
                  <a:gd name="connsiteY15" fmla="*/ 452346 h 533051"/>
                  <a:gd name="connsiteX16" fmla="*/ 445994 w 607646"/>
                  <a:gd name="connsiteY16" fmla="*/ 394035 h 533051"/>
                  <a:gd name="connsiteX17" fmla="*/ 449062 w 607646"/>
                  <a:gd name="connsiteY17" fmla="*/ 386535 h 533051"/>
                  <a:gd name="connsiteX18" fmla="*/ 445994 w 607646"/>
                  <a:gd name="connsiteY18" fmla="*/ 379141 h 533051"/>
                  <a:gd name="connsiteX19" fmla="*/ 438485 w 607646"/>
                  <a:gd name="connsiteY19" fmla="*/ 375972 h 533051"/>
                  <a:gd name="connsiteX20" fmla="*/ 534943 w 607646"/>
                  <a:gd name="connsiteY20" fmla="*/ 217624 h 533051"/>
                  <a:gd name="connsiteX21" fmla="*/ 553981 w 607646"/>
                  <a:gd name="connsiteY21" fmla="*/ 225547 h 533051"/>
                  <a:gd name="connsiteX22" fmla="*/ 554404 w 607646"/>
                  <a:gd name="connsiteY22" fmla="*/ 225969 h 533051"/>
                  <a:gd name="connsiteX23" fmla="*/ 556520 w 607646"/>
                  <a:gd name="connsiteY23" fmla="*/ 230934 h 533051"/>
                  <a:gd name="connsiteX24" fmla="*/ 554510 w 607646"/>
                  <a:gd name="connsiteY24" fmla="*/ 235899 h 533051"/>
                  <a:gd name="connsiteX25" fmla="*/ 524050 w 607646"/>
                  <a:gd name="connsiteY25" fmla="*/ 266322 h 533051"/>
                  <a:gd name="connsiteX26" fmla="*/ 516752 w 607646"/>
                  <a:gd name="connsiteY26" fmla="*/ 283752 h 533051"/>
                  <a:gd name="connsiteX27" fmla="*/ 524050 w 607646"/>
                  <a:gd name="connsiteY27" fmla="*/ 301182 h 533051"/>
                  <a:gd name="connsiteX28" fmla="*/ 541501 w 607646"/>
                  <a:gd name="connsiteY28" fmla="*/ 308365 h 533051"/>
                  <a:gd name="connsiteX29" fmla="*/ 558952 w 607646"/>
                  <a:gd name="connsiteY29" fmla="*/ 301182 h 533051"/>
                  <a:gd name="connsiteX30" fmla="*/ 589413 w 607646"/>
                  <a:gd name="connsiteY30" fmla="*/ 270759 h 533051"/>
                  <a:gd name="connsiteX31" fmla="*/ 594384 w 607646"/>
                  <a:gd name="connsiteY31" fmla="*/ 268752 h 533051"/>
                  <a:gd name="connsiteX32" fmla="*/ 599355 w 607646"/>
                  <a:gd name="connsiteY32" fmla="*/ 270759 h 533051"/>
                  <a:gd name="connsiteX33" fmla="*/ 599778 w 607646"/>
                  <a:gd name="connsiteY33" fmla="*/ 271181 h 533051"/>
                  <a:gd name="connsiteX34" fmla="*/ 606758 w 607646"/>
                  <a:gd name="connsiteY34" fmla="*/ 297168 h 533051"/>
                  <a:gd name="connsiteX35" fmla="*/ 590047 w 607646"/>
                  <a:gd name="connsiteY35" fmla="*/ 359704 h 533051"/>
                  <a:gd name="connsiteX36" fmla="*/ 571010 w 607646"/>
                  <a:gd name="connsiteY36" fmla="*/ 378612 h 533051"/>
                  <a:gd name="connsiteX37" fmla="*/ 570798 w 607646"/>
                  <a:gd name="connsiteY37" fmla="*/ 378718 h 533051"/>
                  <a:gd name="connsiteX38" fmla="*/ 501627 w 607646"/>
                  <a:gd name="connsiteY38" fmla="*/ 395303 h 533051"/>
                  <a:gd name="connsiteX39" fmla="*/ 377987 w 607646"/>
                  <a:gd name="connsiteY39" fmla="*/ 518790 h 533051"/>
                  <a:gd name="connsiteX40" fmla="*/ 343507 w 607646"/>
                  <a:gd name="connsiteY40" fmla="*/ 533051 h 533051"/>
                  <a:gd name="connsiteX41" fmla="*/ 309028 w 607646"/>
                  <a:gd name="connsiteY41" fmla="*/ 518790 h 533051"/>
                  <a:gd name="connsiteX42" fmla="*/ 306066 w 607646"/>
                  <a:gd name="connsiteY42" fmla="*/ 515833 h 533051"/>
                  <a:gd name="connsiteX43" fmla="*/ 291788 w 607646"/>
                  <a:gd name="connsiteY43" fmla="*/ 481501 h 533051"/>
                  <a:gd name="connsiteX44" fmla="*/ 306066 w 607646"/>
                  <a:gd name="connsiteY44" fmla="*/ 447064 h 533051"/>
                  <a:gd name="connsiteX45" fmla="*/ 429707 w 607646"/>
                  <a:gd name="connsiteY45" fmla="*/ 323576 h 533051"/>
                  <a:gd name="connsiteX46" fmla="*/ 446418 w 607646"/>
                  <a:gd name="connsiteY46" fmla="*/ 254491 h 533051"/>
                  <a:gd name="connsiteX47" fmla="*/ 446418 w 607646"/>
                  <a:gd name="connsiteY47" fmla="*/ 254280 h 533051"/>
                  <a:gd name="connsiteX48" fmla="*/ 465455 w 607646"/>
                  <a:gd name="connsiteY48" fmla="*/ 235265 h 533051"/>
                  <a:gd name="connsiteX49" fmla="*/ 527963 w 607646"/>
                  <a:gd name="connsiteY49" fmla="*/ 218575 h 533051"/>
                  <a:gd name="connsiteX50" fmla="*/ 534943 w 607646"/>
                  <a:gd name="connsiteY50" fmla="*/ 217624 h 533051"/>
                  <a:gd name="connsiteX51" fmla="*/ 253873 w 607646"/>
                  <a:gd name="connsiteY51" fmla="*/ 140927 h 533051"/>
                  <a:gd name="connsiteX52" fmla="*/ 141005 w 607646"/>
                  <a:gd name="connsiteY52" fmla="*/ 253542 h 533051"/>
                  <a:gd name="connsiteX53" fmla="*/ 253873 w 607646"/>
                  <a:gd name="connsiteY53" fmla="*/ 366262 h 533051"/>
                  <a:gd name="connsiteX54" fmla="*/ 366741 w 607646"/>
                  <a:gd name="connsiteY54" fmla="*/ 253542 h 533051"/>
                  <a:gd name="connsiteX55" fmla="*/ 253873 w 607646"/>
                  <a:gd name="connsiteY55" fmla="*/ 140927 h 533051"/>
                  <a:gd name="connsiteX56" fmla="*/ 232929 w 607646"/>
                  <a:gd name="connsiteY56" fmla="*/ 0 h 533051"/>
                  <a:gd name="connsiteX57" fmla="*/ 274818 w 607646"/>
                  <a:gd name="connsiteY57" fmla="*/ 0 h 533051"/>
                  <a:gd name="connsiteX58" fmla="*/ 316918 w 607646"/>
                  <a:gd name="connsiteY58" fmla="*/ 42045 h 533051"/>
                  <a:gd name="connsiteX59" fmla="*/ 316918 w 607646"/>
                  <a:gd name="connsiteY59" fmla="*/ 55885 h 533051"/>
                  <a:gd name="connsiteX60" fmla="*/ 349287 w 607646"/>
                  <a:gd name="connsiteY60" fmla="*/ 69301 h 533051"/>
                  <a:gd name="connsiteX61" fmla="*/ 359125 w 607646"/>
                  <a:gd name="connsiteY61" fmla="*/ 59476 h 533051"/>
                  <a:gd name="connsiteX62" fmla="*/ 388849 w 607646"/>
                  <a:gd name="connsiteY62" fmla="*/ 47222 h 533051"/>
                  <a:gd name="connsiteX63" fmla="*/ 418574 w 607646"/>
                  <a:gd name="connsiteY63" fmla="*/ 59476 h 533051"/>
                  <a:gd name="connsiteX64" fmla="*/ 448192 w 607646"/>
                  <a:gd name="connsiteY64" fmla="*/ 89162 h 533051"/>
                  <a:gd name="connsiteX65" fmla="*/ 448192 w 607646"/>
                  <a:gd name="connsiteY65" fmla="*/ 148533 h 533051"/>
                  <a:gd name="connsiteX66" fmla="*/ 438460 w 607646"/>
                  <a:gd name="connsiteY66" fmla="*/ 158252 h 533051"/>
                  <a:gd name="connsiteX67" fmla="*/ 451789 w 607646"/>
                  <a:gd name="connsiteY67" fmla="*/ 190684 h 533051"/>
                  <a:gd name="connsiteX68" fmla="*/ 465752 w 607646"/>
                  <a:gd name="connsiteY68" fmla="*/ 190684 h 533051"/>
                  <a:gd name="connsiteX69" fmla="*/ 497909 w 607646"/>
                  <a:gd name="connsiteY69" fmla="*/ 205685 h 533051"/>
                  <a:gd name="connsiteX70" fmla="*/ 450837 w 607646"/>
                  <a:gd name="connsiteY70" fmla="*/ 218257 h 533051"/>
                  <a:gd name="connsiteX71" fmla="*/ 419420 w 607646"/>
                  <a:gd name="connsiteY71" fmla="*/ 249739 h 533051"/>
                  <a:gd name="connsiteX72" fmla="*/ 419208 w 607646"/>
                  <a:gd name="connsiteY72" fmla="*/ 250372 h 533051"/>
                  <a:gd name="connsiteX73" fmla="*/ 403764 w 607646"/>
                  <a:gd name="connsiteY73" fmla="*/ 314603 h 533051"/>
                  <a:gd name="connsiteX74" fmla="*/ 283598 w 607646"/>
                  <a:gd name="connsiteY74" fmla="*/ 434613 h 533051"/>
                  <a:gd name="connsiteX75" fmla="*/ 264134 w 607646"/>
                  <a:gd name="connsiteY75" fmla="*/ 481518 h 533051"/>
                  <a:gd name="connsiteX76" fmla="*/ 269317 w 607646"/>
                  <a:gd name="connsiteY76" fmla="*/ 507083 h 533051"/>
                  <a:gd name="connsiteX77" fmla="*/ 232929 w 607646"/>
                  <a:gd name="connsiteY77" fmla="*/ 507083 h 533051"/>
                  <a:gd name="connsiteX78" fmla="*/ 190828 w 607646"/>
                  <a:gd name="connsiteY78" fmla="*/ 465143 h 533051"/>
                  <a:gd name="connsiteX79" fmla="*/ 190828 w 607646"/>
                  <a:gd name="connsiteY79" fmla="*/ 451304 h 533051"/>
                  <a:gd name="connsiteX80" fmla="*/ 158459 w 607646"/>
                  <a:gd name="connsiteY80" fmla="*/ 437888 h 533051"/>
                  <a:gd name="connsiteX81" fmla="*/ 148622 w 607646"/>
                  <a:gd name="connsiteY81" fmla="*/ 447712 h 533051"/>
                  <a:gd name="connsiteX82" fmla="*/ 118897 w 607646"/>
                  <a:gd name="connsiteY82" fmla="*/ 459967 h 533051"/>
                  <a:gd name="connsiteX83" fmla="*/ 89173 w 607646"/>
                  <a:gd name="connsiteY83" fmla="*/ 447712 h 533051"/>
                  <a:gd name="connsiteX84" fmla="*/ 59554 w 607646"/>
                  <a:gd name="connsiteY84" fmla="*/ 418027 h 533051"/>
                  <a:gd name="connsiteX85" fmla="*/ 59554 w 607646"/>
                  <a:gd name="connsiteY85" fmla="*/ 358656 h 533051"/>
                  <a:gd name="connsiteX86" fmla="*/ 69286 w 607646"/>
                  <a:gd name="connsiteY86" fmla="*/ 348831 h 533051"/>
                  <a:gd name="connsiteX87" fmla="*/ 55958 w 607646"/>
                  <a:gd name="connsiteY87" fmla="*/ 316505 h 533051"/>
                  <a:gd name="connsiteX88" fmla="*/ 41995 w 607646"/>
                  <a:gd name="connsiteY88" fmla="*/ 316505 h 533051"/>
                  <a:gd name="connsiteX89" fmla="*/ 0 w 607646"/>
                  <a:gd name="connsiteY89" fmla="*/ 274565 h 533051"/>
                  <a:gd name="connsiteX90" fmla="*/ 0 w 607646"/>
                  <a:gd name="connsiteY90" fmla="*/ 232625 h 533051"/>
                  <a:gd name="connsiteX91" fmla="*/ 41995 w 607646"/>
                  <a:gd name="connsiteY91" fmla="*/ 190684 h 533051"/>
                  <a:gd name="connsiteX92" fmla="*/ 55958 w 607646"/>
                  <a:gd name="connsiteY92" fmla="*/ 190684 h 533051"/>
                  <a:gd name="connsiteX93" fmla="*/ 69286 w 607646"/>
                  <a:gd name="connsiteY93" fmla="*/ 158252 h 533051"/>
                  <a:gd name="connsiteX94" fmla="*/ 59554 w 607646"/>
                  <a:gd name="connsiteY94" fmla="*/ 148533 h 533051"/>
                  <a:gd name="connsiteX95" fmla="*/ 59554 w 607646"/>
                  <a:gd name="connsiteY95" fmla="*/ 89162 h 533051"/>
                  <a:gd name="connsiteX96" fmla="*/ 89173 w 607646"/>
                  <a:gd name="connsiteY96" fmla="*/ 59476 h 533051"/>
                  <a:gd name="connsiteX97" fmla="*/ 118897 w 607646"/>
                  <a:gd name="connsiteY97" fmla="*/ 47222 h 533051"/>
                  <a:gd name="connsiteX98" fmla="*/ 148622 w 607646"/>
                  <a:gd name="connsiteY98" fmla="*/ 59476 h 533051"/>
                  <a:gd name="connsiteX99" fmla="*/ 158459 w 607646"/>
                  <a:gd name="connsiteY99" fmla="*/ 69301 h 533051"/>
                  <a:gd name="connsiteX100" fmla="*/ 190828 w 607646"/>
                  <a:gd name="connsiteY100" fmla="*/ 55885 h 533051"/>
                  <a:gd name="connsiteX101" fmla="*/ 190828 w 607646"/>
                  <a:gd name="connsiteY101" fmla="*/ 42045 h 533051"/>
                  <a:gd name="connsiteX102" fmla="*/ 232929 w 607646"/>
                  <a:gd name="connsiteY102" fmla="*/ 0 h 53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07646" h="533051">
                    <a:moveTo>
                      <a:pt x="352921" y="457945"/>
                    </a:moveTo>
                    <a:cubicBezTo>
                      <a:pt x="349113" y="457945"/>
                      <a:pt x="345623" y="459423"/>
                      <a:pt x="342979" y="462170"/>
                    </a:cubicBezTo>
                    <a:cubicBezTo>
                      <a:pt x="340229" y="464811"/>
                      <a:pt x="338854" y="468297"/>
                      <a:pt x="338854" y="472100"/>
                    </a:cubicBezTo>
                    <a:cubicBezTo>
                      <a:pt x="338854" y="475797"/>
                      <a:pt x="340229" y="479389"/>
                      <a:pt x="342979" y="482029"/>
                    </a:cubicBezTo>
                    <a:cubicBezTo>
                      <a:pt x="345623" y="484670"/>
                      <a:pt x="349113" y="486149"/>
                      <a:pt x="352921" y="486149"/>
                    </a:cubicBezTo>
                    <a:cubicBezTo>
                      <a:pt x="356622" y="486149"/>
                      <a:pt x="360218" y="484670"/>
                      <a:pt x="362863" y="482029"/>
                    </a:cubicBezTo>
                    <a:cubicBezTo>
                      <a:pt x="365507" y="479389"/>
                      <a:pt x="366987" y="475797"/>
                      <a:pt x="366987" y="472100"/>
                    </a:cubicBezTo>
                    <a:cubicBezTo>
                      <a:pt x="366987" y="468297"/>
                      <a:pt x="365507" y="464811"/>
                      <a:pt x="362863" y="462170"/>
                    </a:cubicBezTo>
                    <a:cubicBezTo>
                      <a:pt x="360218" y="459423"/>
                      <a:pt x="356622" y="457945"/>
                      <a:pt x="352921" y="457945"/>
                    </a:cubicBezTo>
                    <a:close/>
                    <a:moveTo>
                      <a:pt x="438485" y="375972"/>
                    </a:moveTo>
                    <a:cubicBezTo>
                      <a:pt x="435735" y="375972"/>
                      <a:pt x="432985" y="377134"/>
                      <a:pt x="431081" y="379141"/>
                    </a:cubicBezTo>
                    <a:lnTo>
                      <a:pt x="372699" y="437346"/>
                    </a:lnTo>
                    <a:cubicBezTo>
                      <a:pt x="370689" y="439353"/>
                      <a:pt x="369632" y="441994"/>
                      <a:pt x="369632" y="444846"/>
                    </a:cubicBezTo>
                    <a:cubicBezTo>
                      <a:pt x="369632" y="447698"/>
                      <a:pt x="370689" y="450339"/>
                      <a:pt x="372699" y="452346"/>
                    </a:cubicBezTo>
                    <a:cubicBezTo>
                      <a:pt x="374708" y="454353"/>
                      <a:pt x="377352" y="455409"/>
                      <a:pt x="380208" y="455409"/>
                    </a:cubicBezTo>
                    <a:cubicBezTo>
                      <a:pt x="382958" y="455409"/>
                      <a:pt x="385602" y="454353"/>
                      <a:pt x="387612" y="452346"/>
                    </a:cubicBezTo>
                    <a:lnTo>
                      <a:pt x="445994" y="394035"/>
                    </a:lnTo>
                    <a:cubicBezTo>
                      <a:pt x="448004" y="392028"/>
                      <a:pt x="449062" y="389387"/>
                      <a:pt x="449062" y="386535"/>
                    </a:cubicBezTo>
                    <a:cubicBezTo>
                      <a:pt x="449062" y="383789"/>
                      <a:pt x="448004" y="381148"/>
                      <a:pt x="445994" y="379141"/>
                    </a:cubicBezTo>
                    <a:cubicBezTo>
                      <a:pt x="443985" y="377134"/>
                      <a:pt x="441341" y="375972"/>
                      <a:pt x="438485" y="375972"/>
                    </a:cubicBezTo>
                    <a:close/>
                    <a:moveTo>
                      <a:pt x="534943" y="217624"/>
                    </a:moveTo>
                    <a:cubicBezTo>
                      <a:pt x="542136" y="217624"/>
                      <a:pt x="548905" y="220371"/>
                      <a:pt x="553981" y="225547"/>
                    </a:cubicBezTo>
                    <a:lnTo>
                      <a:pt x="554404" y="225969"/>
                    </a:lnTo>
                    <a:cubicBezTo>
                      <a:pt x="555779" y="227237"/>
                      <a:pt x="556520" y="229033"/>
                      <a:pt x="556520" y="230934"/>
                    </a:cubicBezTo>
                    <a:cubicBezTo>
                      <a:pt x="556520" y="232836"/>
                      <a:pt x="555779" y="234632"/>
                      <a:pt x="554510" y="235899"/>
                    </a:cubicBezTo>
                    <a:lnTo>
                      <a:pt x="524050" y="266322"/>
                    </a:lnTo>
                    <a:cubicBezTo>
                      <a:pt x="519396" y="270970"/>
                      <a:pt x="516752" y="277203"/>
                      <a:pt x="516752" y="283752"/>
                    </a:cubicBezTo>
                    <a:cubicBezTo>
                      <a:pt x="516752" y="290301"/>
                      <a:pt x="519396" y="296534"/>
                      <a:pt x="524050" y="301182"/>
                    </a:cubicBezTo>
                    <a:cubicBezTo>
                      <a:pt x="528703" y="305830"/>
                      <a:pt x="534838" y="308365"/>
                      <a:pt x="541501" y="308365"/>
                    </a:cubicBezTo>
                    <a:cubicBezTo>
                      <a:pt x="548058" y="308365"/>
                      <a:pt x="554299" y="305830"/>
                      <a:pt x="558952" y="301182"/>
                    </a:cubicBezTo>
                    <a:lnTo>
                      <a:pt x="589413" y="270759"/>
                    </a:lnTo>
                    <a:cubicBezTo>
                      <a:pt x="590682" y="269491"/>
                      <a:pt x="592480" y="268752"/>
                      <a:pt x="594384" y="268752"/>
                    </a:cubicBezTo>
                    <a:cubicBezTo>
                      <a:pt x="596288" y="268752"/>
                      <a:pt x="597980" y="269491"/>
                      <a:pt x="599355" y="270759"/>
                    </a:cubicBezTo>
                    <a:lnTo>
                      <a:pt x="599778" y="271181"/>
                    </a:lnTo>
                    <a:cubicBezTo>
                      <a:pt x="606547" y="277942"/>
                      <a:pt x="609191" y="287977"/>
                      <a:pt x="606758" y="297168"/>
                    </a:cubicBezTo>
                    <a:lnTo>
                      <a:pt x="590047" y="359704"/>
                    </a:lnTo>
                    <a:cubicBezTo>
                      <a:pt x="587509" y="368894"/>
                      <a:pt x="580211" y="376183"/>
                      <a:pt x="571010" y="378612"/>
                    </a:cubicBezTo>
                    <a:cubicBezTo>
                      <a:pt x="570904" y="378718"/>
                      <a:pt x="570904" y="378718"/>
                      <a:pt x="570798" y="378718"/>
                    </a:cubicBezTo>
                    <a:lnTo>
                      <a:pt x="501627" y="395303"/>
                    </a:lnTo>
                    <a:lnTo>
                      <a:pt x="377987" y="518790"/>
                    </a:lnTo>
                    <a:cubicBezTo>
                      <a:pt x="368785" y="527981"/>
                      <a:pt x="356517" y="533051"/>
                      <a:pt x="343507" y="533051"/>
                    </a:cubicBezTo>
                    <a:cubicBezTo>
                      <a:pt x="330498" y="533051"/>
                      <a:pt x="318229" y="527981"/>
                      <a:pt x="309028" y="518790"/>
                    </a:cubicBezTo>
                    <a:lnTo>
                      <a:pt x="306066" y="515833"/>
                    </a:lnTo>
                    <a:cubicBezTo>
                      <a:pt x="296865" y="506642"/>
                      <a:pt x="291788" y="494494"/>
                      <a:pt x="291788" y="481501"/>
                    </a:cubicBezTo>
                    <a:cubicBezTo>
                      <a:pt x="291788" y="468402"/>
                      <a:pt x="296865" y="456254"/>
                      <a:pt x="306066" y="447064"/>
                    </a:cubicBezTo>
                    <a:lnTo>
                      <a:pt x="429707" y="323576"/>
                    </a:lnTo>
                    <a:lnTo>
                      <a:pt x="446418" y="254491"/>
                    </a:lnTo>
                    <a:cubicBezTo>
                      <a:pt x="446418" y="254385"/>
                      <a:pt x="446418" y="254385"/>
                      <a:pt x="446418" y="254280"/>
                    </a:cubicBezTo>
                    <a:cubicBezTo>
                      <a:pt x="448956" y="245089"/>
                      <a:pt x="456254" y="237801"/>
                      <a:pt x="465455" y="235265"/>
                    </a:cubicBezTo>
                    <a:lnTo>
                      <a:pt x="527963" y="218575"/>
                    </a:lnTo>
                    <a:cubicBezTo>
                      <a:pt x="530290" y="217941"/>
                      <a:pt x="532617" y="217624"/>
                      <a:pt x="534943" y="217624"/>
                    </a:cubicBezTo>
                    <a:close/>
                    <a:moveTo>
                      <a:pt x="253873" y="140927"/>
                    </a:moveTo>
                    <a:cubicBezTo>
                      <a:pt x="191674" y="140927"/>
                      <a:pt x="141005" y="191424"/>
                      <a:pt x="141005" y="253542"/>
                    </a:cubicBezTo>
                    <a:cubicBezTo>
                      <a:pt x="141005" y="315765"/>
                      <a:pt x="191674" y="366262"/>
                      <a:pt x="253873" y="366262"/>
                    </a:cubicBezTo>
                    <a:cubicBezTo>
                      <a:pt x="316072" y="366262"/>
                      <a:pt x="366741" y="315765"/>
                      <a:pt x="366741" y="253542"/>
                    </a:cubicBezTo>
                    <a:cubicBezTo>
                      <a:pt x="366741" y="191424"/>
                      <a:pt x="316072" y="140927"/>
                      <a:pt x="253873" y="140927"/>
                    </a:cubicBezTo>
                    <a:close/>
                    <a:moveTo>
                      <a:pt x="232929" y="0"/>
                    </a:moveTo>
                    <a:lnTo>
                      <a:pt x="274818" y="0"/>
                    </a:lnTo>
                    <a:cubicBezTo>
                      <a:pt x="298090" y="0"/>
                      <a:pt x="316918" y="18910"/>
                      <a:pt x="316918" y="42045"/>
                    </a:cubicBezTo>
                    <a:lnTo>
                      <a:pt x="316918" y="55885"/>
                    </a:lnTo>
                    <a:cubicBezTo>
                      <a:pt x="328025" y="59371"/>
                      <a:pt x="338921" y="63913"/>
                      <a:pt x="349287" y="69301"/>
                    </a:cubicBezTo>
                    <a:lnTo>
                      <a:pt x="359125" y="59476"/>
                    </a:lnTo>
                    <a:cubicBezTo>
                      <a:pt x="367058" y="51553"/>
                      <a:pt x="377637" y="47222"/>
                      <a:pt x="388849" y="47222"/>
                    </a:cubicBezTo>
                    <a:cubicBezTo>
                      <a:pt x="400062" y="47222"/>
                      <a:pt x="410640" y="51553"/>
                      <a:pt x="418574" y="59476"/>
                    </a:cubicBezTo>
                    <a:lnTo>
                      <a:pt x="448192" y="89162"/>
                    </a:lnTo>
                    <a:cubicBezTo>
                      <a:pt x="464588" y="105536"/>
                      <a:pt x="464588" y="132158"/>
                      <a:pt x="448192" y="148533"/>
                    </a:cubicBezTo>
                    <a:lnTo>
                      <a:pt x="438460" y="158252"/>
                    </a:lnTo>
                    <a:cubicBezTo>
                      <a:pt x="443749" y="168710"/>
                      <a:pt x="448298" y="179486"/>
                      <a:pt x="451789" y="190684"/>
                    </a:cubicBezTo>
                    <a:lnTo>
                      <a:pt x="465752" y="190684"/>
                    </a:lnTo>
                    <a:cubicBezTo>
                      <a:pt x="478657" y="190684"/>
                      <a:pt x="490187" y="196494"/>
                      <a:pt x="497909" y="205685"/>
                    </a:cubicBezTo>
                    <a:lnTo>
                      <a:pt x="450837" y="218257"/>
                    </a:lnTo>
                    <a:cubicBezTo>
                      <a:pt x="435604" y="222377"/>
                      <a:pt x="423440" y="234420"/>
                      <a:pt x="419420" y="249739"/>
                    </a:cubicBezTo>
                    <a:cubicBezTo>
                      <a:pt x="419314" y="249950"/>
                      <a:pt x="419314" y="250161"/>
                      <a:pt x="419208" y="250372"/>
                    </a:cubicBezTo>
                    <a:lnTo>
                      <a:pt x="403764" y="314603"/>
                    </a:lnTo>
                    <a:lnTo>
                      <a:pt x="283598" y="434613"/>
                    </a:lnTo>
                    <a:cubicBezTo>
                      <a:pt x="271010" y="447078"/>
                      <a:pt x="264134" y="463770"/>
                      <a:pt x="264134" y="481518"/>
                    </a:cubicBezTo>
                    <a:cubicBezTo>
                      <a:pt x="264134" y="490392"/>
                      <a:pt x="265932" y="499160"/>
                      <a:pt x="269317" y="507083"/>
                    </a:cubicBezTo>
                    <a:lnTo>
                      <a:pt x="232929" y="507083"/>
                    </a:lnTo>
                    <a:cubicBezTo>
                      <a:pt x="209657" y="507083"/>
                      <a:pt x="190828" y="488279"/>
                      <a:pt x="190828" y="465143"/>
                    </a:cubicBezTo>
                    <a:lnTo>
                      <a:pt x="190828" y="451304"/>
                    </a:lnTo>
                    <a:cubicBezTo>
                      <a:pt x="179721" y="447712"/>
                      <a:pt x="168826" y="443275"/>
                      <a:pt x="158459" y="437888"/>
                    </a:cubicBezTo>
                    <a:lnTo>
                      <a:pt x="148622" y="447712"/>
                    </a:lnTo>
                    <a:cubicBezTo>
                      <a:pt x="140688" y="455635"/>
                      <a:pt x="130110" y="459967"/>
                      <a:pt x="118897" y="459967"/>
                    </a:cubicBezTo>
                    <a:cubicBezTo>
                      <a:pt x="107685" y="459967"/>
                      <a:pt x="97107" y="455635"/>
                      <a:pt x="89173" y="447712"/>
                    </a:cubicBezTo>
                    <a:lnTo>
                      <a:pt x="59554" y="418027"/>
                    </a:lnTo>
                    <a:cubicBezTo>
                      <a:pt x="43158" y="401652"/>
                      <a:pt x="43158" y="375030"/>
                      <a:pt x="59554" y="358656"/>
                    </a:cubicBezTo>
                    <a:lnTo>
                      <a:pt x="69286" y="348831"/>
                    </a:lnTo>
                    <a:cubicBezTo>
                      <a:pt x="63997" y="338478"/>
                      <a:pt x="59449" y="327597"/>
                      <a:pt x="55958" y="316505"/>
                    </a:cubicBezTo>
                    <a:lnTo>
                      <a:pt x="41995" y="316505"/>
                    </a:lnTo>
                    <a:cubicBezTo>
                      <a:pt x="18829" y="316505"/>
                      <a:pt x="0" y="297700"/>
                      <a:pt x="0" y="274565"/>
                    </a:cubicBezTo>
                    <a:lnTo>
                      <a:pt x="0" y="232625"/>
                    </a:lnTo>
                    <a:cubicBezTo>
                      <a:pt x="0" y="209488"/>
                      <a:pt x="18829" y="190684"/>
                      <a:pt x="41995" y="190684"/>
                    </a:cubicBezTo>
                    <a:lnTo>
                      <a:pt x="55958" y="190684"/>
                    </a:lnTo>
                    <a:cubicBezTo>
                      <a:pt x="59449" y="179486"/>
                      <a:pt x="63997" y="168710"/>
                      <a:pt x="69286" y="158252"/>
                    </a:cubicBezTo>
                    <a:lnTo>
                      <a:pt x="59554" y="148533"/>
                    </a:lnTo>
                    <a:cubicBezTo>
                      <a:pt x="43158" y="132158"/>
                      <a:pt x="43158" y="105536"/>
                      <a:pt x="59554" y="89162"/>
                    </a:cubicBezTo>
                    <a:lnTo>
                      <a:pt x="89173" y="59476"/>
                    </a:lnTo>
                    <a:cubicBezTo>
                      <a:pt x="97107" y="51553"/>
                      <a:pt x="107685" y="47222"/>
                      <a:pt x="118897" y="47222"/>
                    </a:cubicBezTo>
                    <a:cubicBezTo>
                      <a:pt x="130110" y="47222"/>
                      <a:pt x="140688" y="51553"/>
                      <a:pt x="148622" y="59476"/>
                    </a:cubicBezTo>
                    <a:lnTo>
                      <a:pt x="158459" y="69301"/>
                    </a:lnTo>
                    <a:cubicBezTo>
                      <a:pt x="168826" y="63913"/>
                      <a:pt x="179721" y="59371"/>
                      <a:pt x="190828" y="55885"/>
                    </a:cubicBezTo>
                    <a:lnTo>
                      <a:pt x="190828" y="42045"/>
                    </a:lnTo>
                    <a:cubicBezTo>
                      <a:pt x="190828" y="18910"/>
                      <a:pt x="209657" y="0"/>
                      <a:pt x="2329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9" name="ïśľide">
                <a:extLst>
                  <a:ext uri="{FF2B5EF4-FFF2-40B4-BE49-F238E27FC236}">
                    <a16:creationId xmlns:a16="http://schemas.microsoft.com/office/drawing/2014/main" id="{2F382E9D-C5B6-421D-B9A0-F7D01EA5F296}"/>
                  </a:ext>
                </a:extLst>
              </p:cNvPr>
              <p:cNvGrpSpPr/>
              <p:nvPr/>
            </p:nvGrpSpPr>
            <p:grpSpPr>
              <a:xfrm>
                <a:off x="1251578" y="5109867"/>
                <a:ext cx="1518142" cy="1036933"/>
                <a:chOff x="1251578" y="5109867"/>
                <a:chExt cx="1518142" cy="1036933"/>
              </a:xfrm>
            </p:grpSpPr>
            <p:sp>
              <p:nvSpPr>
                <p:cNvPr id="30" name="íŝlïďe">
                  <a:extLst>
                    <a:ext uri="{FF2B5EF4-FFF2-40B4-BE49-F238E27FC236}">
                      <a16:creationId xmlns:a16="http://schemas.microsoft.com/office/drawing/2014/main" id="{E5903BC4-44AC-441F-82A0-5A991C677E1D}"/>
                    </a:ext>
                  </a:extLst>
                </p:cNvPr>
                <p:cNvSpPr/>
                <p:nvPr/>
              </p:nvSpPr>
              <p:spPr>
                <a:xfrm>
                  <a:off x="1251578" y="5109867"/>
                  <a:ext cx="1518142" cy="347728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sz="1400" b="1"/>
                    <a:t>Te</a:t>
                  </a:r>
                  <a:r>
                    <a:rPr lang="en-US" altLang="zh-CN" sz="100" b="1"/>
                    <a:t> </a:t>
                  </a:r>
                  <a:r>
                    <a:rPr lang="en-US" altLang="zh-CN" sz="1400" b="1"/>
                    <a:t>xt </a:t>
                  </a:r>
                  <a:r>
                    <a:rPr lang="en-US" altLang="zh-CN" sz="1400" b="1" dirty="0"/>
                    <a:t>here</a:t>
                  </a:r>
                  <a:endParaRPr lang="zh-CN" altLang="en-US" sz="1400" b="1" dirty="0"/>
                </a:p>
              </p:txBody>
            </p:sp>
            <p:sp>
              <p:nvSpPr>
                <p:cNvPr id="31" name="îṧḻïḓé">
                  <a:extLst>
                    <a:ext uri="{FF2B5EF4-FFF2-40B4-BE49-F238E27FC236}">
                      <a16:creationId xmlns:a16="http://schemas.microsoft.com/office/drawing/2014/main" id="{DEC8C066-4079-435E-A645-8DB494D17B9B}"/>
                    </a:ext>
                  </a:extLst>
                </p:cNvPr>
                <p:cNvSpPr/>
                <p:nvPr/>
              </p:nvSpPr>
              <p:spPr>
                <a:xfrm>
                  <a:off x="1251578" y="5457595"/>
                  <a:ext cx="1518142" cy="689205"/>
                </a:xfrm>
                <a:prstGeom prst="rect">
                  <a:avLst/>
                </a:prstGeom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000"/>
                    <a:t>Suppor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ting </a:t>
                  </a:r>
                  <a:r>
                    <a:rPr lang="en-US" altLang="zh-CN" sz="1000" dirty="0"/>
                    <a:t>text here. </a:t>
                  </a:r>
                </a:p>
                <a:p>
                  <a:pPr algn="ctr"/>
                  <a:r>
                    <a:rPr lang="en-US" altLang="zh-CN" sz="1000" dirty="0"/>
                    <a:t>……</a:t>
                  </a:r>
                </a:p>
              </p:txBody>
            </p:sp>
          </p:grpSp>
        </p:grpSp>
        <p:grpSp>
          <p:nvGrpSpPr>
            <p:cNvPr id="13" name="îŝ1ïdè">
              <a:extLst>
                <a:ext uri="{FF2B5EF4-FFF2-40B4-BE49-F238E27FC236}">
                  <a16:creationId xmlns:a16="http://schemas.microsoft.com/office/drawing/2014/main" id="{1CDAD0BC-3AAE-4EC1-B36F-A2E67E49D7B7}"/>
                </a:ext>
              </a:extLst>
            </p:cNvPr>
            <p:cNvGrpSpPr/>
            <p:nvPr/>
          </p:nvGrpSpPr>
          <p:grpSpPr>
            <a:xfrm>
              <a:off x="8135228" y="4693965"/>
              <a:ext cx="1518142" cy="1452835"/>
              <a:chOff x="1251578" y="4693965"/>
              <a:chExt cx="1518142" cy="1452835"/>
            </a:xfrm>
          </p:grpSpPr>
          <p:sp>
            <p:nvSpPr>
              <p:cNvPr id="24" name="ïSľîďè">
                <a:extLst>
                  <a:ext uri="{FF2B5EF4-FFF2-40B4-BE49-F238E27FC236}">
                    <a16:creationId xmlns:a16="http://schemas.microsoft.com/office/drawing/2014/main" id="{B494296B-64A5-4475-AE1A-8CD03B6DDEDF}"/>
                  </a:ext>
                </a:extLst>
              </p:cNvPr>
              <p:cNvSpPr/>
              <p:nvPr/>
            </p:nvSpPr>
            <p:spPr>
              <a:xfrm>
                <a:off x="1826199" y="4693965"/>
                <a:ext cx="368900" cy="323612"/>
              </a:xfrm>
              <a:custGeom>
                <a:avLst/>
                <a:gdLst>
                  <a:gd name="connsiteX0" fmla="*/ 352921 w 607646"/>
                  <a:gd name="connsiteY0" fmla="*/ 457945 h 533051"/>
                  <a:gd name="connsiteX1" fmla="*/ 342979 w 607646"/>
                  <a:gd name="connsiteY1" fmla="*/ 462170 h 533051"/>
                  <a:gd name="connsiteX2" fmla="*/ 338854 w 607646"/>
                  <a:gd name="connsiteY2" fmla="*/ 472100 h 533051"/>
                  <a:gd name="connsiteX3" fmla="*/ 342979 w 607646"/>
                  <a:gd name="connsiteY3" fmla="*/ 482029 h 533051"/>
                  <a:gd name="connsiteX4" fmla="*/ 352921 w 607646"/>
                  <a:gd name="connsiteY4" fmla="*/ 486149 h 533051"/>
                  <a:gd name="connsiteX5" fmla="*/ 362863 w 607646"/>
                  <a:gd name="connsiteY5" fmla="*/ 482029 h 533051"/>
                  <a:gd name="connsiteX6" fmla="*/ 366987 w 607646"/>
                  <a:gd name="connsiteY6" fmla="*/ 472100 h 533051"/>
                  <a:gd name="connsiteX7" fmla="*/ 362863 w 607646"/>
                  <a:gd name="connsiteY7" fmla="*/ 462170 h 533051"/>
                  <a:gd name="connsiteX8" fmla="*/ 352921 w 607646"/>
                  <a:gd name="connsiteY8" fmla="*/ 457945 h 533051"/>
                  <a:gd name="connsiteX9" fmla="*/ 438485 w 607646"/>
                  <a:gd name="connsiteY9" fmla="*/ 375972 h 533051"/>
                  <a:gd name="connsiteX10" fmla="*/ 431081 w 607646"/>
                  <a:gd name="connsiteY10" fmla="*/ 379141 h 533051"/>
                  <a:gd name="connsiteX11" fmla="*/ 372699 w 607646"/>
                  <a:gd name="connsiteY11" fmla="*/ 437346 h 533051"/>
                  <a:gd name="connsiteX12" fmla="*/ 369632 w 607646"/>
                  <a:gd name="connsiteY12" fmla="*/ 444846 h 533051"/>
                  <a:gd name="connsiteX13" fmla="*/ 372699 w 607646"/>
                  <a:gd name="connsiteY13" fmla="*/ 452346 h 533051"/>
                  <a:gd name="connsiteX14" fmla="*/ 380208 w 607646"/>
                  <a:gd name="connsiteY14" fmla="*/ 455409 h 533051"/>
                  <a:gd name="connsiteX15" fmla="*/ 387612 w 607646"/>
                  <a:gd name="connsiteY15" fmla="*/ 452346 h 533051"/>
                  <a:gd name="connsiteX16" fmla="*/ 445994 w 607646"/>
                  <a:gd name="connsiteY16" fmla="*/ 394035 h 533051"/>
                  <a:gd name="connsiteX17" fmla="*/ 449062 w 607646"/>
                  <a:gd name="connsiteY17" fmla="*/ 386535 h 533051"/>
                  <a:gd name="connsiteX18" fmla="*/ 445994 w 607646"/>
                  <a:gd name="connsiteY18" fmla="*/ 379141 h 533051"/>
                  <a:gd name="connsiteX19" fmla="*/ 438485 w 607646"/>
                  <a:gd name="connsiteY19" fmla="*/ 375972 h 533051"/>
                  <a:gd name="connsiteX20" fmla="*/ 534943 w 607646"/>
                  <a:gd name="connsiteY20" fmla="*/ 217624 h 533051"/>
                  <a:gd name="connsiteX21" fmla="*/ 553981 w 607646"/>
                  <a:gd name="connsiteY21" fmla="*/ 225547 h 533051"/>
                  <a:gd name="connsiteX22" fmla="*/ 554404 w 607646"/>
                  <a:gd name="connsiteY22" fmla="*/ 225969 h 533051"/>
                  <a:gd name="connsiteX23" fmla="*/ 556520 w 607646"/>
                  <a:gd name="connsiteY23" fmla="*/ 230934 h 533051"/>
                  <a:gd name="connsiteX24" fmla="*/ 554510 w 607646"/>
                  <a:gd name="connsiteY24" fmla="*/ 235899 h 533051"/>
                  <a:gd name="connsiteX25" fmla="*/ 524050 w 607646"/>
                  <a:gd name="connsiteY25" fmla="*/ 266322 h 533051"/>
                  <a:gd name="connsiteX26" fmla="*/ 516752 w 607646"/>
                  <a:gd name="connsiteY26" fmla="*/ 283752 h 533051"/>
                  <a:gd name="connsiteX27" fmla="*/ 524050 w 607646"/>
                  <a:gd name="connsiteY27" fmla="*/ 301182 h 533051"/>
                  <a:gd name="connsiteX28" fmla="*/ 541501 w 607646"/>
                  <a:gd name="connsiteY28" fmla="*/ 308365 h 533051"/>
                  <a:gd name="connsiteX29" fmla="*/ 558952 w 607646"/>
                  <a:gd name="connsiteY29" fmla="*/ 301182 h 533051"/>
                  <a:gd name="connsiteX30" fmla="*/ 589413 w 607646"/>
                  <a:gd name="connsiteY30" fmla="*/ 270759 h 533051"/>
                  <a:gd name="connsiteX31" fmla="*/ 594384 w 607646"/>
                  <a:gd name="connsiteY31" fmla="*/ 268752 h 533051"/>
                  <a:gd name="connsiteX32" fmla="*/ 599355 w 607646"/>
                  <a:gd name="connsiteY32" fmla="*/ 270759 h 533051"/>
                  <a:gd name="connsiteX33" fmla="*/ 599778 w 607646"/>
                  <a:gd name="connsiteY33" fmla="*/ 271181 h 533051"/>
                  <a:gd name="connsiteX34" fmla="*/ 606758 w 607646"/>
                  <a:gd name="connsiteY34" fmla="*/ 297168 h 533051"/>
                  <a:gd name="connsiteX35" fmla="*/ 590047 w 607646"/>
                  <a:gd name="connsiteY35" fmla="*/ 359704 h 533051"/>
                  <a:gd name="connsiteX36" fmla="*/ 571010 w 607646"/>
                  <a:gd name="connsiteY36" fmla="*/ 378612 h 533051"/>
                  <a:gd name="connsiteX37" fmla="*/ 570798 w 607646"/>
                  <a:gd name="connsiteY37" fmla="*/ 378718 h 533051"/>
                  <a:gd name="connsiteX38" fmla="*/ 501627 w 607646"/>
                  <a:gd name="connsiteY38" fmla="*/ 395303 h 533051"/>
                  <a:gd name="connsiteX39" fmla="*/ 377987 w 607646"/>
                  <a:gd name="connsiteY39" fmla="*/ 518790 h 533051"/>
                  <a:gd name="connsiteX40" fmla="*/ 343507 w 607646"/>
                  <a:gd name="connsiteY40" fmla="*/ 533051 h 533051"/>
                  <a:gd name="connsiteX41" fmla="*/ 309028 w 607646"/>
                  <a:gd name="connsiteY41" fmla="*/ 518790 h 533051"/>
                  <a:gd name="connsiteX42" fmla="*/ 306066 w 607646"/>
                  <a:gd name="connsiteY42" fmla="*/ 515833 h 533051"/>
                  <a:gd name="connsiteX43" fmla="*/ 291788 w 607646"/>
                  <a:gd name="connsiteY43" fmla="*/ 481501 h 533051"/>
                  <a:gd name="connsiteX44" fmla="*/ 306066 w 607646"/>
                  <a:gd name="connsiteY44" fmla="*/ 447064 h 533051"/>
                  <a:gd name="connsiteX45" fmla="*/ 429707 w 607646"/>
                  <a:gd name="connsiteY45" fmla="*/ 323576 h 533051"/>
                  <a:gd name="connsiteX46" fmla="*/ 446418 w 607646"/>
                  <a:gd name="connsiteY46" fmla="*/ 254491 h 533051"/>
                  <a:gd name="connsiteX47" fmla="*/ 446418 w 607646"/>
                  <a:gd name="connsiteY47" fmla="*/ 254280 h 533051"/>
                  <a:gd name="connsiteX48" fmla="*/ 465455 w 607646"/>
                  <a:gd name="connsiteY48" fmla="*/ 235265 h 533051"/>
                  <a:gd name="connsiteX49" fmla="*/ 527963 w 607646"/>
                  <a:gd name="connsiteY49" fmla="*/ 218575 h 533051"/>
                  <a:gd name="connsiteX50" fmla="*/ 534943 w 607646"/>
                  <a:gd name="connsiteY50" fmla="*/ 217624 h 533051"/>
                  <a:gd name="connsiteX51" fmla="*/ 253873 w 607646"/>
                  <a:gd name="connsiteY51" fmla="*/ 140927 h 533051"/>
                  <a:gd name="connsiteX52" fmla="*/ 141005 w 607646"/>
                  <a:gd name="connsiteY52" fmla="*/ 253542 h 533051"/>
                  <a:gd name="connsiteX53" fmla="*/ 253873 w 607646"/>
                  <a:gd name="connsiteY53" fmla="*/ 366262 h 533051"/>
                  <a:gd name="connsiteX54" fmla="*/ 366741 w 607646"/>
                  <a:gd name="connsiteY54" fmla="*/ 253542 h 533051"/>
                  <a:gd name="connsiteX55" fmla="*/ 253873 w 607646"/>
                  <a:gd name="connsiteY55" fmla="*/ 140927 h 533051"/>
                  <a:gd name="connsiteX56" fmla="*/ 232929 w 607646"/>
                  <a:gd name="connsiteY56" fmla="*/ 0 h 533051"/>
                  <a:gd name="connsiteX57" fmla="*/ 274818 w 607646"/>
                  <a:gd name="connsiteY57" fmla="*/ 0 h 533051"/>
                  <a:gd name="connsiteX58" fmla="*/ 316918 w 607646"/>
                  <a:gd name="connsiteY58" fmla="*/ 42045 h 533051"/>
                  <a:gd name="connsiteX59" fmla="*/ 316918 w 607646"/>
                  <a:gd name="connsiteY59" fmla="*/ 55885 h 533051"/>
                  <a:gd name="connsiteX60" fmla="*/ 349287 w 607646"/>
                  <a:gd name="connsiteY60" fmla="*/ 69301 h 533051"/>
                  <a:gd name="connsiteX61" fmla="*/ 359125 w 607646"/>
                  <a:gd name="connsiteY61" fmla="*/ 59476 h 533051"/>
                  <a:gd name="connsiteX62" fmla="*/ 388849 w 607646"/>
                  <a:gd name="connsiteY62" fmla="*/ 47222 h 533051"/>
                  <a:gd name="connsiteX63" fmla="*/ 418574 w 607646"/>
                  <a:gd name="connsiteY63" fmla="*/ 59476 h 533051"/>
                  <a:gd name="connsiteX64" fmla="*/ 448192 w 607646"/>
                  <a:gd name="connsiteY64" fmla="*/ 89162 h 533051"/>
                  <a:gd name="connsiteX65" fmla="*/ 448192 w 607646"/>
                  <a:gd name="connsiteY65" fmla="*/ 148533 h 533051"/>
                  <a:gd name="connsiteX66" fmla="*/ 438460 w 607646"/>
                  <a:gd name="connsiteY66" fmla="*/ 158252 h 533051"/>
                  <a:gd name="connsiteX67" fmla="*/ 451789 w 607646"/>
                  <a:gd name="connsiteY67" fmla="*/ 190684 h 533051"/>
                  <a:gd name="connsiteX68" fmla="*/ 465752 w 607646"/>
                  <a:gd name="connsiteY68" fmla="*/ 190684 h 533051"/>
                  <a:gd name="connsiteX69" fmla="*/ 497909 w 607646"/>
                  <a:gd name="connsiteY69" fmla="*/ 205685 h 533051"/>
                  <a:gd name="connsiteX70" fmla="*/ 450837 w 607646"/>
                  <a:gd name="connsiteY70" fmla="*/ 218257 h 533051"/>
                  <a:gd name="connsiteX71" fmla="*/ 419420 w 607646"/>
                  <a:gd name="connsiteY71" fmla="*/ 249739 h 533051"/>
                  <a:gd name="connsiteX72" fmla="*/ 419208 w 607646"/>
                  <a:gd name="connsiteY72" fmla="*/ 250372 h 533051"/>
                  <a:gd name="connsiteX73" fmla="*/ 403764 w 607646"/>
                  <a:gd name="connsiteY73" fmla="*/ 314603 h 533051"/>
                  <a:gd name="connsiteX74" fmla="*/ 283598 w 607646"/>
                  <a:gd name="connsiteY74" fmla="*/ 434613 h 533051"/>
                  <a:gd name="connsiteX75" fmla="*/ 264134 w 607646"/>
                  <a:gd name="connsiteY75" fmla="*/ 481518 h 533051"/>
                  <a:gd name="connsiteX76" fmla="*/ 269317 w 607646"/>
                  <a:gd name="connsiteY76" fmla="*/ 507083 h 533051"/>
                  <a:gd name="connsiteX77" fmla="*/ 232929 w 607646"/>
                  <a:gd name="connsiteY77" fmla="*/ 507083 h 533051"/>
                  <a:gd name="connsiteX78" fmla="*/ 190828 w 607646"/>
                  <a:gd name="connsiteY78" fmla="*/ 465143 h 533051"/>
                  <a:gd name="connsiteX79" fmla="*/ 190828 w 607646"/>
                  <a:gd name="connsiteY79" fmla="*/ 451304 h 533051"/>
                  <a:gd name="connsiteX80" fmla="*/ 158459 w 607646"/>
                  <a:gd name="connsiteY80" fmla="*/ 437888 h 533051"/>
                  <a:gd name="connsiteX81" fmla="*/ 148622 w 607646"/>
                  <a:gd name="connsiteY81" fmla="*/ 447712 h 533051"/>
                  <a:gd name="connsiteX82" fmla="*/ 118897 w 607646"/>
                  <a:gd name="connsiteY82" fmla="*/ 459967 h 533051"/>
                  <a:gd name="connsiteX83" fmla="*/ 89173 w 607646"/>
                  <a:gd name="connsiteY83" fmla="*/ 447712 h 533051"/>
                  <a:gd name="connsiteX84" fmla="*/ 59554 w 607646"/>
                  <a:gd name="connsiteY84" fmla="*/ 418027 h 533051"/>
                  <a:gd name="connsiteX85" fmla="*/ 59554 w 607646"/>
                  <a:gd name="connsiteY85" fmla="*/ 358656 h 533051"/>
                  <a:gd name="connsiteX86" fmla="*/ 69286 w 607646"/>
                  <a:gd name="connsiteY86" fmla="*/ 348831 h 533051"/>
                  <a:gd name="connsiteX87" fmla="*/ 55958 w 607646"/>
                  <a:gd name="connsiteY87" fmla="*/ 316505 h 533051"/>
                  <a:gd name="connsiteX88" fmla="*/ 41995 w 607646"/>
                  <a:gd name="connsiteY88" fmla="*/ 316505 h 533051"/>
                  <a:gd name="connsiteX89" fmla="*/ 0 w 607646"/>
                  <a:gd name="connsiteY89" fmla="*/ 274565 h 533051"/>
                  <a:gd name="connsiteX90" fmla="*/ 0 w 607646"/>
                  <a:gd name="connsiteY90" fmla="*/ 232625 h 533051"/>
                  <a:gd name="connsiteX91" fmla="*/ 41995 w 607646"/>
                  <a:gd name="connsiteY91" fmla="*/ 190684 h 533051"/>
                  <a:gd name="connsiteX92" fmla="*/ 55958 w 607646"/>
                  <a:gd name="connsiteY92" fmla="*/ 190684 h 533051"/>
                  <a:gd name="connsiteX93" fmla="*/ 69286 w 607646"/>
                  <a:gd name="connsiteY93" fmla="*/ 158252 h 533051"/>
                  <a:gd name="connsiteX94" fmla="*/ 59554 w 607646"/>
                  <a:gd name="connsiteY94" fmla="*/ 148533 h 533051"/>
                  <a:gd name="connsiteX95" fmla="*/ 59554 w 607646"/>
                  <a:gd name="connsiteY95" fmla="*/ 89162 h 533051"/>
                  <a:gd name="connsiteX96" fmla="*/ 89173 w 607646"/>
                  <a:gd name="connsiteY96" fmla="*/ 59476 h 533051"/>
                  <a:gd name="connsiteX97" fmla="*/ 118897 w 607646"/>
                  <a:gd name="connsiteY97" fmla="*/ 47222 h 533051"/>
                  <a:gd name="connsiteX98" fmla="*/ 148622 w 607646"/>
                  <a:gd name="connsiteY98" fmla="*/ 59476 h 533051"/>
                  <a:gd name="connsiteX99" fmla="*/ 158459 w 607646"/>
                  <a:gd name="connsiteY99" fmla="*/ 69301 h 533051"/>
                  <a:gd name="connsiteX100" fmla="*/ 190828 w 607646"/>
                  <a:gd name="connsiteY100" fmla="*/ 55885 h 533051"/>
                  <a:gd name="connsiteX101" fmla="*/ 190828 w 607646"/>
                  <a:gd name="connsiteY101" fmla="*/ 42045 h 533051"/>
                  <a:gd name="connsiteX102" fmla="*/ 232929 w 607646"/>
                  <a:gd name="connsiteY102" fmla="*/ 0 h 53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07646" h="533051">
                    <a:moveTo>
                      <a:pt x="352921" y="457945"/>
                    </a:moveTo>
                    <a:cubicBezTo>
                      <a:pt x="349113" y="457945"/>
                      <a:pt x="345623" y="459423"/>
                      <a:pt x="342979" y="462170"/>
                    </a:cubicBezTo>
                    <a:cubicBezTo>
                      <a:pt x="340229" y="464811"/>
                      <a:pt x="338854" y="468297"/>
                      <a:pt x="338854" y="472100"/>
                    </a:cubicBezTo>
                    <a:cubicBezTo>
                      <a:pt x="338854" y="475797"/>
                      <a:pt x="340229" y="479389"/>
                      <a:pt x="342979" y="482029"/>
                    </a:cubicBezTo>
                    <a:cubicBezTo>
                      <a:pt x="345623" y="484670"/>
                      <a:pt x="349113" y="486149"/>
                      <a:pt x="352921" y="486149"/>
                    </a:cubicBezTo>
                    <a:cubicBezTo>
                      <a:pt x="356622" y="486149"/>
                      <a:pt x="360218" y="484670"/>
                      <a:pt x="362863" y="482029"/>
                    </a:cubicBezTo>
                    <a:cubicBezTo>
                      <a:pt x="365507" y="479389"/>
                      <a:pt x="366987" y="475797"/>
                      <a:pt x="366987" y="472100"/>
                    </a:cubicBezTo>
                    <a:cubicBezTo>
                      <a:pt x="366987" y="468297"/>
                      <a:pt x="365507" y="464811"/>
                      <a:pt x="362863" y="462170"/>
                    </a:cubicBezTo>
                    <a:cubicBezTo>
                      <a:pt x="360218" y="459423"/>
                      <a:pt x="356622" y="457945"/>
                      <a:pt x="352921" y="457945"/>
                    </a:cubicBezTo>
                    <a:close/>
                    <a:moveTo>
                      <a:pt x="438485" y="375972"/>
                    </a:moveTo>
                    <a:cubicBezTo>
                      <a:pt x="435735" y="375972"/>
                      <a:pt x="432985" y="377134"/>
                      <a:pt x="431081" y="379141"/>
                    </a:cubicBezTo>
                    <a:lnTo>
                      <a:pt x="372699" y="437346"/>
                    </a:lnTo>
                    <a:cubicBezTo>
                      <a:pt x="370689" y="439353"/>
                      <a:pt x="369632" y="441994"/>
                      <a:pt x="369632" y="444846"/>
                    </a:cubicBezTo>
                    <a:cubicBezTo>
                      <a:pt x="369632" y="447698"/>
                      <a:pt x="370689" y="450339"/>
                      <a:pt x="372699" y="452346"/>
                    </a:cubicBezTo>
                    <a:cubicBezTo>
                      <a:pt x="374708" y="454353"/>
                      <a:pt x="377352" y="455409"/>
                      <a:pt x="380208" y="455409"/>
                    </a:cubicBezTo>
                    <a:cubicBezTo>
                      <a:pt x="382958" y="455409"/>
                      <a:pt x="385602" y="454353"/>
                      <a:pt x="387612" y="452346"/>
                    </a:cubicBezTo>
                    <a:lnTo>
                      <a:pt x="445994" y="394035"/>
                    </a:lnTo>
                    <a:cubicBezTo>
                      <a:pt x="448004" y="392028"/>
                      <a:pt x="449062" y="389387"/>
                      <a:pt x="449062" y="386535"/>
                    </a:cubicBezTo>
                    <a:cubicBezTo>
                      <a:pt x="449062" y="383789"/>
                      <a:pt x="448004" y="381148"/>
                      <a:pt x="445994" y="379141"/>
                    </a:cubicBezTo>
                    <a:cubicBezTo>
                      <a:pt x="443985" y="377134"/>
                      <a:pt x="441341" y="375972"/>
                      <a:pt x="438485" y="375972"/>
                    </a:cubicBezTo>
                    <a:close/>
                    <a:moveTo>
                      <a:pt x="534943" y="217624"/>
                    </a:moveTo>
                    <a:cubicBezTo>
                      <a:pt x="542136" y="217624"/>
                      <a:pt x="548905" y="220371"/>
                      <a:pt x="553981" y="225547"/>
                    </a:cubicBezTo>
                    <a:lnTo>
                      <a:pt x="554404" y="225969"/>
                    </a:lnTo>
                    <a:cubicBezTo>
                      <a:pt x="555779" y="227237"/>
                      <a:pt x="556520" y="229033"/>
                      <a:pt x="556520" y="230934"/>
                    </a:cubicBezTo>
                    <a:cubicBezTo>
                      <a:pt x="556520" y="232836"/>
                      <a:pt x="555779" y="234632"/>
                      <a:pt x="554510" y="235899"/>
                    </a:cubicBezTo>
                    <a:lnTo>
                      <a:pt x="524050" y="266322"/>
                    </a:lnTo>
                    <a:cubicBezTo>
                      <a:pt x="519396" y="270970"/>
                      <a:pt x="516752" y="277203"/>
                      <a:pt x="516752" y="283752"/>
                    </a:cubicBezTo>
                    <a:cubicBezTo>
                      <a:pt x="516752" y="290301"/>
                      <a:pt x="519396" y="296534"/>
                      <a:pt x="524050" y="301182"/>
                    </a:cubicBezTo>
                    <a:cubicBezTo>
                      <a:pt x="528703" y="305830"/>
                      <a:pt x="534838" y="308365"/>
                      <a:pt x="541501" y="308365"/>
                    </a:cubicBezTo>
                    <a:cubicBezTo>
                      <a:pt x="548058" y="308365"/>
                      <a:pt x="554299" y="305830"/>
                      <a:pt x="558952" y="301182"/>
                    </a:cubicBezTo>
                    <a:lnTo>
                      <a:pt x="589413" y="270759"/>
                    </a:lnTo>
                    <a:cubicBezTo>
                      <a:pt x="590682" y="269491"/>
                      <a:pt x="592480" y="268752"/>
                      <a:pt x="594384" y="268752"/>
                    </a:cubicBezTo>
                    <a:cubicBezTo>
                      <a:pt x="596288" y="268752"/>
                      <a:pt x="597980" y="269491"/>
                      <a:pt x="599355" y="270759"/>
                    </a:cubicBezTo>
                    <a:lnTo>
                      <a:pt x="599778" y="271181"/>
                    </a:lnTo>
                    <a:cubicBezTo>
                      <a:pt x="606547" y="277942"/>
                      <a:pt x="609191" y="287977"/>
                      <a:pt x="606758" y="297168"/>
                    </a:cubicBezTo>
                    <a:lnTo>
                      <a:pt x="590047" y="359704"/>
                    </a:lnTo>
                    <a:cubicBezTo>
                      <a:pt x="587509" y="368894"/>
                      <a:pt x="580211" y="376183"/>
                      <a:pt x="571010" y="378612"/>
                    </a:cubicBezTo>
                    <a:cubicBezTo>
                      <a:pt x="570904" y="378718"/>
                      <a:pt x="570904" y="378718"/>
                      <a:pt x="570798" y="378718"/>
                    </a:cubicBezTo>
                    <a:lnTo>
                      <a:pt x="501627" y="395303"/>
                    </a:lnTo>
                    <a:lnTo>
                      <a:pt x="377987" y="518790"/>
                    </a:lnTo>
                    <a:cubicBezTo>
                      <a:pt x="368785" y="527981"/>
                      <a:pt x="356517" y="533051"/>
                      <a:pt x="343507" y="533051"/>
                    </a:cubicBezTo>
                    <a:cubicBezTo>
                      <a:pt x="330498" y="533051"/>
                      <a:pt x="318229" y="527981"/>
                      <a:pt x="309028" y="518790"/>
                    </a:cubicBezTo>
                    <a:lnTo>
                      <a:pt x="306066" y="515833"/>
                    </a:lnTo>
                    <a:cubicBezTo>
                      <a:pt x="296865" y="506642"/>
                      <a:pt x="291788" y="494494"/>
                      <a:pt x="291788" y="481501"/>
                    </a:cubicBezTo>
                    <a:cubicBezTo>
                      <a:pt x="291788" y="468402"/>
                      <a:pt x="296865" y="456254"/>
                      <a:pt x="306066" y="447064"/>
                    </a:cubicBezTo>
                    <a:lnTo>
                      <a:pt x="429707" y="323576"/>
                    </a:lnTo>
                    <a:lnTo>
                      <a:pt x="446418" y="254491"/>
                    </a:lnTo>
                    <a:cubicBezTo>
                      <a:pt x="446418" y="254385"/>
                      <a:pt x="446418" y="254385"/>
                      <a:pt x="446418" y="254280"/>
                    </a:cubicBezTo>
                    <a:cubicBezTo>
                      <a:pt x="448956" y="245089"/>
                      <a:pt x="456254" y="237801"/>
                      <a:pt x="465455" y="235265"/>
                    </a:cubicBezTo>
                    <a:lnTo>
                      <a:pt x="527963" y="218575"/>
                    </a:lnTo>
                    <a:cubicBezTo>
                      <a:pt x="530290" y="217941"/>
                      <a:pt x="532617" y="217624"/>
                      <a:pt x="534943" y="217624"/>
                    </a:cubicBezTo>
                    <a:close/>
                    <a:moveTo>
                      <a:pt x="253873" y="140927"/>
                    </a:moveTo>
                    <a:cubicBezTo>
                      <a:pt x="191674" y="140927"/>
                      <a:pt x="141005" y="191424"/>
                      <a:pt x="141005" y="253542"/>
                    </a:cubicBezTo>
                    <a:cubicBezTo>
                      <a:pt x="141005" y="315765"/>
                      <a:pt x="191674" y="366262"/>
                      <a:pt x="253873" y="366262"/>
                    </a:cubicBezTo>
                    <a:cubicBezTo>
                      <a:pt x="316072" y="366262"/>
                      <a:pt x="366741" y="315765"/>
                      <a:pt x="366741" y="253542"/>
                    </a:cubicBezTo>
                    <a:cubicBezTo>
                      <a:pt x="366741" y="191424"/>
                      <a:pt x="316072" y="140927"/>
                      <a:pt x="253873" y="140927"/>
                    </a:cubicBezTo>
                    <a:close/>
                    <a:moveTo>
                      <a:pt x="232929" y="0"/>
                    </a:moveTo>
                    <a:lnTo>
                      <a:pt x="274818" y="0"/>
                    </a:lnTo>
                    <a:cubicBezTo>
                      <a:pt x="298090" y="0"/>
                      <a:pt x="316918" y="18910"/>
                      <a:pt x="316918" y="42045"/>
                    </a:cubicBezTo>
                    <a:lnTo>
                      <a:pt x="316918" y="55885"/>
                    </a:lnTo>
                    <a:cubicBezTo>
                      <a:pt x="328025" y="59371"/>
                      <a:pt x="338921" y="63913"/>
                      <a:pt x="349287" y="69301"/>
                    </a:cubicBezTo>
                    <a:lnTo>
                      <a:pt x="359125" y="59476"/>
                    </a:lnTo>
                    <a:cubicBezTo>
                      <a:pt x="367058" y="51553"/>
                      <a:pt x="377637" y="47222"/>
                      <a:pt x="388849" y="47222"/>
                    </a:cubicBezTo>
                    <a:cubicBezTo>
                      <a:pt x="400062" y="47222"/>
                      <a:pt x="410640" y="51553"/>
                      <a:pt x="418574" y="59476"/>
                    </a:cubicBezTo>
                    <a:lnTo>
                      <a:pt x="448192" y="89162"/>
                    </a:lnTo>
                    <a:cubicBezTo>
                      <a:pt x="464588" y="105536"/>
                      <a:pt x="464588" y="132158"/>
                      <a:pt x="448192" y="148533"/>
                    </a:cubicBezTo>
                    <a:lnTo>
                      <a:pt x="438460" y="158252"/>
                    </a:lnTo>
                    <a:cubicBezTo>
                      <a:pt x="443749" y="168710"/>
                      <a:pt x="448298" y="179486"/>
                      <a:pt x="451789" y="190684"/>
                    </a:cubicBezTo>
                    <a:lnTo>
                      <a:pt x="465752" y="190684"/>
                    </a:lnTo>
                    <a:cubicBezTo>
                      <a:pt x="478657" y="190684"/>
                      <a:pt x="490187" y="196494"/>
                      <a:pt x="497909" y="205685"/>
                    </a:cubicBezTo>
                    <a:lnTo>
                      <a:pt x="450837" y="218257"/>
                    </a:lnTo>
                    <a:cubicBezTo>
                      <a:pt x="435604" y="222377"/>
                      <a:pt x="423440" y="234420"/>
                      <a:pt x="419420" y="249739"/>
                    </a:cubicBezTo>
                    <a:cubicBezTo>
                      <a:pt x="419314" y="249950"/>
                      <a:pt x="419314" y="250161"/>
                      <a:pt x="419208" y="250372"/>
                    </a:cubicBezTo>
                    <a:lnTo>
                      <a:pt x="403764" y="314603"/>
                    </a:lnTo>
                    <a:lnTo>
                      <a:pt x="283598" y="434613"/>
                    </a:lnTo>
                    <a:cubicBezTo>
                      <a:pt x="271010" y="447078"/>
                      <a:pt x="264134" y="463770"/>
                      <a:pt x="264134" y="481518"/>
                    </a:cubicBezTo>
                    <a:cubicBezTo>
                      <a:pt x="264134" y="490392"/>
                      <a:pt x="265932" y="499160"/>
                      <a:pt x="269317" y="507083"/>
                    </a:cubicBezTo>
                    <a:lnTo>
                      <a:pt x="232929" y="507083"/>
                    </a:lnTo>
                    <a:cubicBezTo>
                      <a:pt x="209657" y="507083"/>
                      <a:pt x="190828" y="488279"/>
                      <a:pt x="190828" y="465143"/>
                    </a:cubicBezTo>
                    <a:lnTo>
                      <a:pt x="190828" y="451304"/>
                    </a:lnTo>
                    <a:cubicBezTo>
                      <a:pt x="179721" y="447712"/>
                      <a:pt x="168826" y="443275"/>
                      <a:pt x="158459" y="437888"/>
                    </a:cubicBezTo>
                    <a:lnTo>
                      <a:pt x="148622" y="447712"/>
                    </a:lnTo>
                    <a:cubicBezTo>
                      <a:pt x="140688" y="455635"/>
                      <a:pt x="130110" y="459967"/>
                      <a:pt x="118897" y="459967"/>
                    </a:cubicBezTo>
                    <a:cubicBezTo>
                      <a:pt x="107685" y="459967"/>
                      <a:pt x="97107" y="455635"/>
                      <a:pt x="89173" y="447712"/>
                    </a:cubicBezTo>
                    <a:lnTo>
                      <a:pt x="59554" y="418027"/>
                    </a:lnTo>
                    <a:cubicBezTo>
                      <a:pt x="43158" y="401652"/>
                      <a:pt x="43158" y="375030"/>
                      <a:pt x="59554" y="358656"/>
                    </a:cubicBezTo>
                    <a:lnTo>
                      <a:pt x="69286" y="348831"/>
                    </a:lnTo>
                    <a:cubicBezTo>
                      <a:pt x="63997" y="338478"/>
                      <a:pt x="59449" y="327597"/>
                      <a:pt x="55958" y="316505"/>
                    </a:cubicBezTo>
                    <a:lnTo>
                      <a:pt x="41995" y="316505"/>
                    </a:lnTo>
                    <a:cubicBezTo>
                      <a:pt x="18829" y="316505"/>
                      <a:pt x="0" y="297700"/>
                      <a:pt x="0" y="274565"/>
                    </a:cubicBezTo>
                    <a:lnTo>
                      <a:pt x="0" y="232625"/>
                    </a:lnTo>
                    <a:cubicBezTo>
                      <a:pt x="0" y="209488"/>
                      <a:pt x="18829" y="190684"/>
                      <a:pt x="41995" y="190684"/>
                    </a:cubicBezTo>
                    <a:lnTo>
                      <a:pt x="55958" y="190684"/>
                    </a:lnTo>
                    <a:cubicBezTo>
                      <a:pt x="59449" y="179486"/>
                      <a:pt x="63997" y="168710"/>
                      <a:pt x="69286" y="158252"/>
                    </a:cubicBezTo>
                    <a:lnTo>
                      <a:pt x="59554" y="148533"/>
                    </a:lnTo>
                    <a:cubicBezTo>
                      <a:pt x="43158" y="132158"/>
                      <a:pt x="43158" y="105536"/>
                      <a:pt x="59554" y="89162"/>
                    </a:cubicBezTo>
                    <a:lnTo>
                      <a:pt x="89173" y="59476"/>
                    </a:lnTo>
                    <a:cubicBezTo>
                      <a:pt x="97107" y="51553"/>
                      <a:pt x="107685" y="47222"/>
                      <a:pt x="118897" y="47222"/>
                    </a:cubicBezTo>
                    <a:cubicBezTo>
                      <a:pt x="130110" y="47222"/>
                      <a:pt x="140688" y="51553"/>
                      <a:pt x="148622" y="59476"/>
                    </a:cubicBezTo>
                    <a:lnTo>
                      <a:pt x="158459" y="69301"/>
                    </a:lnTo>
                    <a:cubicBezTo>
                      <a:pt x="168826" y="63913"/>
                      <a:pt x="179721" y="59371"/>
                      <a:pt x="190828" y="55885"/>
                    </a:cubicBezTo>
                    <a:lnTo>
                      <a:pt x="190828" y="42045"/>
                    </a:lnTo>
                    <a:cubicBezTo>
                      <a:pt x="190828" y="18910"/>
                      <a:pt x="209657" y="0"/>
                      <a:pt x="2329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íşļiḓe">
                <a:extLst>
                  <a:ext uri="{FF2B5EF4-FFF2-40B4-BE49-F238E27FC236}">
                    <a16:creationId xmlns:a16="http://schemas.microsoft.com/office/drawing/2014/main" id="{51DE7D92-4C0D-4D6D-B212-3CD2ED0A51D2}"/>
                  </a:ext>
                </a:extLst>
              </p:cNvPr>
              <p:cNvGrpSpPr/>
              <p:nvPr/>
            </p:nvGrpSpPr>
            <p:grpSpPr>
              <a:xfrm>
                <a:off x="1251578" y="5109867"/>
                <a:ext cx="1518142" cy="1036933"/>
                <a:chOff x="1251578" y="5109867"/>
                <a:chExt cx="1518142" cy="1036933"/>
              </a:xfrm>
            </p:grpSpPr>
            <p:sp>
              <p:nvSpPr>
                <p:cNvPr id="26" name="îšľîḍê">
                  <a:extLst>
                    <a:ext uri="{FF2B5EF4-FFF2-40B4-BE49-F238E27FC236}">
                      <a16:creationId xmlns:a16="http://schemas.microsoft.com/office/drawing/2014/main" id="{E5903BC4-44AC-441F-82A0-5A991C677E1D}"/>
                    </a:ext>
                  </a:extLst>
                </p:cNvPr>
                <p:cNvSpPr/>
                <p:nvPr/>
              </p:nvSpPr>
              <p:spPr>
                <a:xfrm>
                  <a:off x="1251578" y="5109867"/>
                  <a:ext cx="1518142" cy="347728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sz="1400" b="1"/>
                    <a:t>Text </a:t>
                  </a:r>
                  <a:r>
                    <a:rPr lang="en-US" altLang="zh-CN" sz="100" b="1"/>
                    <a:t> </a:t>
                  </a:r>
                  <a:r>
                    <a:rPr lang="en-US" altLang="zh-CN" sz="1400" b="1"/>
                    <a:t>here</a:t>
                  </a:r>
                  <a:endParaRPr lang="zh-CN" altLang="en-US" sz="1400" b="1" dirty="0"/>
                </a:p>
              </p:txBody>
            </p:sp>
            <p:sp>
              <p:nvSpPr>
                <p:cNvPr id="27" name="îś1îḓê">
                  <a:extLst>
                    <a:ext uri="{FF2B5EF4-FFF2-40B4-BE49-F238E27FC236}">
                      <a16:creationId xmlns:a16="http://schemas.microsoft.com/office/drawing/2014/main" id="{DEC8C066-4079-435E-A645-8DB494D17B9B}"/>
                    </a:ext>
                  </a:extLst>
                </p:cNvPr>
                <p:cNvSpPr/>
                <p:nvPr/>
              </p:nvSpPr>
              <p:spPr>
                <a:xfrm>
                  <a:off x="1251578" y="5457595"/>
                  <a:ext cx="1518142" cy="689205"/>
                </a:xfrm>
                <a:prstGeom prst="rect">
                  <a:avLst/>
                </a:prstGeom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000"/>
                    <a:t>Supporting tex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t </a:t>
                  </a:r>
                  <a:r>
                    <a:rPr lang="en-US" altLang="zh-CN" sz="1000" dirty="0"/>
                    <a:t>here. </a:t>
                  </a:r>
                </a:p>
                <a:p>
                  <a:pPr algn="ctr"/>
                  <a:r>
                    <a:rPr lang="en-US" altLang="zh-CN" sz="1000" dirty="0"/>
                    <a:t>……</a:t>
                  </a:r>
                </a:p>
              </p:txBody>
            </p:sp>
          </p:grpSp>
        </p:grpSp>
        <p:grpSp>
          <p:nvGrpSpPr>
            <p:cNvPr id="14" name="ísľiḓe">
              <a:extLst>
                <a:ext uri="{FF2B5EF4-FFF2-40B4-BE49-F238E27FC236}">
                  <a16:creationId xmlns:a16="http://schemas.microsoft.com/office/drawing/2014/main" id="{EEF59EC9-3F63-444A-8206-DBD23A0BC942}"/>
                </a:ext>
              </a:extLst>
            </p:cNvPr>
            <p:cNvGrpSpPr/>
            <p:nvPr/>
          </p:nvGrpSpPr>
          <p:grpSpPr>
            <a:xfrm>
              <a:off x="10000758" y="4693965"/>
              <a:ext cx="1518142" cy="1452835"/>
              <a:chOff x="1251578" y="4693965"/>
              <a:chExt cx="1518142" cy="1452835"/>
            </a:xfrm>
          </p:grpSpPr>
          <p:sp>
            <p:nvSpPr>
              <p:cNvPr id="20" name="íşļïďé">
                <a:extLst>
                  <a:ext uri="{FF2B5EF4-FFF2-40B4-BE49-F238E27FC236}">
                    <a16:creationId xmlns:a16="http://schemas.microsoft.com/office/drawing/2014/main" id="{B494296B-64A5-4475-AE1A-8CD03B6DDEDF}"/>
                  </a:ext>
                </a:extLst>
              </p:cNvPr>
              <p:cNvSpPr/>
              <p:nvPr/>
            </p:nvSpPr>
            <p:spPr>
              <a:xfrm>
                <a:off x="1826199" y="4693965"/>
                <a:ext cx="368900" cy="323612"/>
              </a:xfrm>
              <a:custGeom>
                <a:avLst/>
                <a:gdLst>
                  <a:gd name="connsiteX0" fmla="*/ 352921 w 607646"/>
                  <a:gd name="connsiteY0" fmla="*/ 457945 h 533051"/>
                  <a:gd name="connsiteX1" fmla="*/ 342979 w 607646"/>
                  <a:gd name="connsiteY1" fmla="*/ 462170 h 533051"/>
                  <a:gd name="connsiteX2" fmla="*/ 338854 w 607646"/>
                  <a:gd name="connsiteY2" fmla="*/ 472100 h 533051"/>
                  <a:gd name="connsiteX3" fmla="*/ 342979 w 607646"/>
                  <a:gd name="connsiteY3" fmla="*/ 482029 h 533051"/>
                  <a:gd name="connsiteX4" fmla="*/ 352921 w 607646"/>
                  <a:gd name="connsiteY4" fmla="*/ 486149 h 533051"/>
                  <a:gd name="connsiteX5" fmla="*/ 362863 w 607646"/>
                  <a:gd name="connsiteY5" fmla="*/ 482029 h 533051"/>
                  <a:gd name="connsiteX6" fmla="*/ 366987 w 607646"/>
                  <a:gd name="connsiteY6" fmla="*/ 472100 h 533051"/>
                  <a:gd name="connsiteX7" fmla="*/ 362863 w 607646"/>
                  <a:gd name="connsiteY7" fmla="*/ 462170 h 533051"/>
                  <a:gd name="connsiteX8" fmla="*/ 352921 w 607646"/>
                  <a:gd name="connsiteY8" fmla="*/ 457945 h 533051"/>
                  <a:gd name="connsiteX9" fmla="*/ 438485 w 607646"/>
                  <a:gd name="connsiteY9" fmla="*/ 375972 h 533051"/>
                  <a:gd name="connsiteX10" fmla="*/ 431081 w 607646"/>
                  <a:gd name="connsiteY10" fmla="*/ 379141 h 533051"/>
                  <a:gd name="connsiteX11" fmla="*/ 372699 w 607646"/>
                  <a:gd name="connsiteY11" fmla="*/ 437346 h 533051"/>
                  <a:gd name="connsiteX12" fmla="*/ 369632 w 607646"/>
                  <a:gd name="connsiteY12" fmla="*/ 444846 h 533051"/>
                  <a:gd name="connsiteX13" fmla="*/ 372699 w 607646"/>
                  <a:gd name="connsiteY13" fmla="*/ 452346 h 533051"/>
                  <a:gd name="connsiteX14" fmla="*/ 380208 w 607646"/>
                  <a:gd name="connsiteY14" fmla="*/ 455409 h 533051"/>
                  <a:gd name="connsiteX15" fmla="*/ 387612 w 607646"/>
                  <a:gd name="connsiteY15" fmla="*/ 452346 h 533051"/>
                  <a:gd name="connsiteX16" fmla="*/ 445994 w 607646"/>
                  <a:gd name="connsiteY16" fmla="*/ 394035 h 533051"/>
                  <a:gd name="connsiteX17" fmla="*/ 449062 w 607646"/>
                  <a:gd name="connsiteY17" fmla="*/ 386535 h 533051"/>
                  <a:gd name="connsiteX18" fmla="*/ 445994 w 607646"/>
                  <a:gd name="connsiteY18" fmla="*/ 379141 h 533051"/>
                  <a:gd name="connsiteX19" fmla="*/ 438485 w 607646"/>
                  <a:gd name="connsiteY19" fmla="*/ 375972 h 533051"/>
                  <a:gd name="connsiteX20" fmla="*/ 534943 w 607646"/>
                  <a:gd name="connsiteY20" fmla="*/ 217624 h 533051"/>
                  <a:gd name="connsiteX21" fmla="*/ 553981 w 607646"/>
                  <a:gd name="connsiteY21" fmla="*/ 225547 h 533051"/>
                  <a:gd name="connsiteX22" fmla="*/ 554404 w 607646"/>
                  <a:gd name="connsiteY22" fmla="*/ 225969 h 533051"/>
                  <a:gd name="connsiteX23" fmla="*/ 556520 w 607646"/>
                  <a:gd name="connsiteY23" fmla="*/ 230934 h 533051"/>
                  <a:gd name="connsiteX24" fmla="*/ 554510 w 607646"/>
                  <a:gd name="connsiteY24" fmla="*/ 235899 h 533051"/>
                  <a:gd name="connsiteX25" fmla="*/ 524050 w 607646"/>
                  <a:gd name="connsiteY25" fmla="*/ 266322 h 533051"/>
                  <a:gd name="connsiteX26" fmla="*/ 516752 w 607646"/>
                  <a:gd name="connsiteY26" fmla="*/ 283752 h 533051"/>
                  <a:gd name="connsiteX27" fmla="*/ 524050 w 607646"/>
                  <a:gd name="connsiteY27" fmla="*/ 301182 h 533051"/>
                  <a:gd name="connsiteX28" fmla="*/ 541501 w 607646"/>
                  <a:gd name="connsiteY28" fmla="*/ 308365 h 533051"/>
                  <a:gd name="connsiteX29" fmla="*/ 558952 w 607646"/>
                  <a:gd name="connsiteY29" fmla="*/ 301182 h 533051"/>
                  <a:gd name="connsiteX30" fmla="*/ 589413 w 607646"/>
                  <a:gd name="connsiteY30" fmla="*/ 270759 h 533051"/>
                  <a:gd name="connsiteX31" fmla="*/ 594384 w 607646"/>
                  <a:gd name="connsiteY31" fmla="*/ 268752 h 533051"/>
                  <a:gd name="connsiteX32" fmla="*/ 599355 w 607646"/>
                  <a:gd name="connsiteY32" fmla="*/ 270759 h 533051"/>
                  <a:gd name="connsiteX33" fmla="*/ 599778 w 607646"/>
                  <a:gd name="connsiteY33" fmla="*/ 271181 h 533051"/>
                  <a:gd name="connsiteX34" fmla="*/ 606758 w 607646"/>
                  <a:gd name="connsiteY34" fmla="*/ 297168 h 533051"/>
                  <a:gd name="connsiteX35" fmla="*/ 590047 w 607646"/>
                  <a:gd name="connsiteY35" fmla="*/ 359704 h 533051"/>
                  <a:gd name="connsiteX36" fmla="*/ 571010 w 607646"/>
                  <a:gd name="connsiteY36" fmla="*/ 378612 h 533051"/>
                  <a:gd name="connsiteX37" fmla="*/ 570798 w 607646"/>
                  <a:gd name="connsiteY37" fmla="*/ 378718 h 533051"/>
                  <a:gd name="connsiteX38" fmla="*/ 501627 w 607646"/>
                  <a:gd name="connsiteY38" fmla="*/ 395303 h 533051"/>
                  <a:gd name="connsiteX39" fmla="*/ 377987 w 607646"/>
                  <a:gd name="connsiteY39" fmla="*/ 518790 h 533051"/>
                  <a:gd name="connsiteX40" fmla="*/ 343507 w 607646"/>
                  <a:gd name="connsiteY40" fmla="*/ 533051 h 533051"/>
                  <a:gd name="connsiteX41" fmla="*/ 309028 w 607646"/>
                  <a:gd name="connsiteY41" fmla="*/ 518790 h 533051"/>
                  <a:gd name="connsiteX42" fmla="*/ 306066 w 607646"/>
                  <a:gd name="connsiteY42" fmla="*/ 515833 h 533051"/>
                  <a:gd name="connsiteX43" fmla="*/ 291788 w 607646"/>
                  <a:gd name="connsiteY43" fmla="*/ 481501 h 533051"/>
                  <a:gd name="connsiteX44" fmla="*/ 306066 w 607646"/>
                  <a:gd name="connsiteY44" fmla="*/ 447064 h 533051"/>
                  <a:gd name="connsiteX45" fmla="*/ 429707 w 607646"/>
                  <a:gd name="connsiteY45" fmla="*/ 323576 h 533051"/>
                  <a:gd name="connsiteX46" fmla="*/ 446418 w 607646"/>
                  <a:gd name="connsiteY46" fmla="*/ 254491 h 533051"/>
                  <a:gd name="connsiteX47" fmla="*/ 446418 w 607646"/>
                  <a:gd name="connsiteY47" fmla="*/ 254280 h 533051"/>
                  <a:gd name="connsiteX48" fmla="*/ 465455 w 607646"/>
                  <a:gd name="connsiteY48" fmla="*/ 235265 h 533051"/>
                  <a:gd name="connsiteX49" fmla="*/ 527963 w 607646"/>
                  <a:gd name="connsiteY49" fmla="*/ 218575 h 533051"/>
                  <a:gd name="connsiteX50" fmla="*/ 534943 w 607646"/>
                  <a:gd name="connsiteY50" fmla="*/ 217624 h 533051"/>
                  <a:gd name="connsiteX51" fmla="*/ 253873 w 607646"/>
                  <a:gd name="connsiteY51" fmla="*/ 140927 h 533051"/>
                  <a:gd name="connsiteX52" fmla="*/ 141005 w 607646"/>
                  <a:gd name="connsiteY52" fmla="*/ 253542 h 533051"/>
                  <a:gd name="connsiteX53" fmla="*/ 253873 w 607646"/>
                  <a:gd name="connsiteY53" fmla="*/ 366262 h 533051"/>
                  <a:gd name="connsiteX54" fmla="*/ 366741 w 607646"/>
                  <a:gd name="connsiteY54" fmla="*/ 253542 h 533051"/>
                  <a:gd name="connsiteX55" fmla="*/ 253873 w 607646"/>
                  <a:gd name="connsiteY55" fmla="*/ 140927 h 533051"/>
                  <a:gd name="connsiteX56" fmla="*/ 232929 w 607646"/>
                  <a:gd name="connsiteY56" fmla="*/ 0 h 533051"/>
                  <a:gd name="connsiteX57" fmla="*/ 274818 w 607646"/>
                  <a:gd name="connsiteY57" fmla="*/ 0 h 533051"/>
                  <a:gd name="connsiteX58" fmla="*/ 316918 w 607646"/>
                  <a:gd name="connsiteY58" fmla="*/ 42045 h 533051"/>
                  <a:gd name="connsiteX59" fmla="*/ 316918 w 607646"/>
                  <a:gd name="connsiteY59" fmla="*/ 55885 h 533051"/>
                  <a:gd name="connsiteX60" fmla="*/ 349287 w 607646"/>
                  <a:gd name="connsiteY60" fmla="*/ 69301 h 533051"/>
                  <a:gd name="connsiteX61" fmla="*/ 359125 w 607646"/>
                  <a:gd name="connsiteY61" fmla="*/ 59476 h 533051"/>
                  <a:gd name="connsiteX62" fmla="*/ 388849 w 607646"/>
                  <a:gd name="connsiteY62" fmla="*/ 47222 h 533051"/>
                  <a:gd name="connsiteX63" fmla="*/ 418574 w 607646"/>
                  <a:gd name="connsiteY63" fmla="*/ 59476 h 533051"/>
                  <a:gd name="connsiteX64" fmla="*/ 448192 w 607646"/>
                  <a:gd name="connsiteY64" fmla="*/ 89162 h 533051"/>
                  <a:gd name="connsiteX65" fmla="*/ 448192 w 607646"/>
                  <a:gd name="connsiteY65" fmla="*/ 148533 h 533051"/>
                  <a:gd name="connsiteX66" fmla="*/ 438460 w 607646"/>
                  <a:gd name="connsiteY66" fmla="*/ 158252 h 533051"/>
                  <a:gd name="connsiteX67" fmla="*/ 451789 w 607646"/>
                  <a:gd name="connsiteY67" fmla="*/ 190684 h 533051"/>
                  <a:gd name="connsiteX68" fmla="*/ 465752 w 607646"/>
                  <a:gd name="connsiteY68" fmla="*/ 190684 h 533051"/>
                  <a:gd name="connsiteX69" fmla="*/ 497909 w 607646"/>
                  <a:gd name="connsiteY69" fmla="*/ 205685 h 533051"/>
                  <a:gd name="connsiteX70" fmla="*/ 450837 w 607646"/>
                  <a:gd name="connsiteY70" fmla="*/ 218257 h 533051"/>
                  <a:gd name="connsiteX71" fmla="*/ 419420 w 607646"/>
                  <a:gd name="connsiteY71" fmla="*/ 249739 h 533051"/>
                  <a:gd name="connsiteX72" fmla="*/ 419208 w 607646"/>
                  <a:gd name="connsiteY72" fmla="*/ 250372 h 533051"/>
                  <a:gd name="connsiteX73" fmla="*/ 403764 w 607646"/>
                  <a:gd name="connsiteY73" fmla="*/ 314603 h 533051"/>
                  <a:gd name="connsiteX74" fmla="*/ 283598 w 607646"/>
                  <a:gd name="connsiteY74" fmla="*/ 434613 h 533051"/>
                  <a:gd name="connsiteX75" fmla="*/ 264134 w 607646"/>
                  <a:gd name="connsiteY75" fmla="*/ 481518 h 533051"/>
                  <a:gd name="connsiteX76" fmla="*/ 269317 w 607646"/>
                  <a:gd name="connsiteY76" fmla="*/ 507083 h 533051"/>
                  <a:gd name="connsiteX77" fmla="*/ 232929 w 607646"/>
                  <a:gd name="connsiteY77" fmla="*/ 507083 h 533051"/>
                  <a:gd name="connsiteX78" fmla="*/ 190828 w 607646"/>
                  <a:gd name="connsiteY78" fmla="*/ 465143 h 533051"/>
                  <a:gd name="connsiteX79" fmla="*/ 190828 w 607646"/>
                  <a:gd name="connsiteY79" fmla="*/ 451304 h 533051"/>
                  <a:gd name="connsiteX80" fmla="*/ 158459 w 607646"/>
                  <a:gd name="connsiteY80" fmla="*/ 437888 h 533051"/>
                  <a:gd name="connsiteX81" fmla="*/ 148622 w 607646"/>
                  <a:gd name="connsiteY81" fmla="*/ 447712 h 533051"/>
                  <a:gd name="connsiteX82" fmla="*/ 118897 w 607646"/>
                  <a:gd name="connsiteY82" fmla="*/ 459967 h 533051"/>
                  <a:gd name="connsiteX83" fmla="*/ 89173 w 607646"/>
                  <a:gd name="connsiteY83" fmla="*/ 447712 h 533051"/>
                  <a:gd name="connsiteX84" fmla="*/ 59554 w 607646"/>
                  <a:gd name="connsiteY84" fmla="*/ 418027 h 533051"/>
                  <a:gd name="connsiteX85" fmla="*/ 59554 w 607646"/>
                  <a:gd name="connsiteY85" fmla="*/ 358656 h 533051"/>
                  <a:gd name="connsiteX86" fmla="*/ 69286 w 607646"/>
                  <a:gd name="connsiteY86" fmla="*/ 348831 h 533051"/>
                  <a:gd name="connsiteX87" fmla="*/ 55958 w 607646"/>
                  <a:gd name="connsiteY87" fmla="*/ 316505 h 533051"/>
                  <a:gd name="connsiteX88" fmla="*/ 41995 w 607646"/>
                  <a:gd name="connsiteY88" fmla="*/ 316505 h 533051"/>
                  <a:gd name="connsiteX89" fmla="*/ 0 w 607646"/>
                  <a:gd name="connsiteY89" fmla="*/ 274565 h 533051"/>
                  <a:gd name="connsiteX90" fmla="*/ 0 w 607646"/>
                  <a:gd name="connsiteY90" fmla="*/ 232625 h 533051"/>
                  <a:gd name="connsiteX91" fmla="*/ 41995 w 607646"/>
                  <a:gd name="connsiteY91" fmla="*/ 190684 h 533051"/>
                  <a:gd name="connsiteX92" fmla="*/ 55958 w 607646"/>
                  <a:gd name="connsiteY92" fmla="*/ 190684 h 533051"/>
                  <a:gd name="connsiteX93" fmla="*/ 69286 w 607646"/>
                  <a:gd name="connsiteY93" fmla="*/ 158252 h 533051"/>
                  <a:gd name="connsiteX94" fmla="*/ 59554 w 607646"/>
                  <a:gd name="connsiteY94" fmla="*/ 148533 h 533051"/>
                  <a:gd name="connsiteX95" fmla="*/ 59554 w 607646"/>
                  <a:gd name="connsiteY95" fmla="*/ 89162 h 533051"/>
                  <a:gd name="connsiteX96" fmla="*/ 89173 w 607646"/>
                  <a:gd name="connsiteY96" fmla="*/ 59476 h 533051"/>
                  <a:gd name="connsiteX97" fmla="*/ 118897 w 607646"/>
                  <a:gd name="connsiteY97" fmla="*/ 47222 h 533051"/>
                  <a:gd name="connsiteX98" fmla="*/ 148622 w 607646"/>
                  <a:gd name="connsiteY98" fmla="*/ 59476 h 533051"/>
                  <a:gd name="connsiteX99" fmla="*/ 158459 w 607646"/>
                  <a:gd name="connsiteY99" fmla="*/ 69301 h 533051"/>
                  <a:gd name="connsiteX100" fmla="*/ 190828 w 607646"/>
                  <a:gd name="connsiteY100" fmla="*/ 55885 h 533051"/>
                  <a:gd name="connsiteX101" fmla="*/ 190828 w 607646"/>
                  <a:gd name="connsiteY101" fmla="*/ 42045 h 533051"/>
                  <a:gd name="connsiteX102" fmla="*/ 232929 w 607646"/>
                  <a:gd name="connsiteY102" fmla="*/ 0 h 533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607646" h="533051">
                    <a:moveTo>
                      <a:pt x="352921" y="457945"/>
                    </a:moveTo>
                    <a:cubicBezTo>
                      <a:pt x="349113" y="457945"/>
                      <a:pt x="345623" y="459423"/>
                      <a:pt x="342979" y="462170"/>
                    </a:cubicBezTo>
                    <a:cubicBezTo>
                      <a:pt x="340229" y="464811"/>
                      <a:pt x="338854" y="468297"/>
                      <a:pt x="338854" y="472100"/>
                    </a:cubicBezTo>
                    <a:cubicBezTo>
                      <a:pt x="338854" y="475797"/>
                      <a:pt x="340229" y="479389"/>
                      <a:pt x="342979" y="482029"/>
                    </a:cubicBezTo>
                    <a:cubicBezTo>
                      <a:pt x="345623" y="484670"/>
                      <a:pt x="349113" y="486149"/>
                      <a:pt x="352921" y="486149"/>
                    </a:cubicBezTo>
                    <a:cubicBezTo>
                      <a:pt x="356622" y="486149"/>
                      <a:pt x="360218" y="484670"/>
                      <a:pt x="362863" y="482029"/>
                    </a:cubicBezTo>
                    <a:cubicBezTo>
                      <a:pt x="365507" y="479389"/>
                      <a:pt x="366987" y="475797"/>
                      <a:pt x="366987" y="472100"/>
                    </a:cubicBezTo>
                    <a:cubicBezTo>
                      <a:pt x="366987" y="468297"/>
                      <a:pt x="365507" y="464811"/>
                      <a:pt x="362863" y="462170"/>
                    </a:cubicBezTo>
                    <a:cubicBezTo>
                      <a:pt x="360218" y="459423"/>
                      <a:pt x="356622" y="457945"/>
                      <a:pt x="352921" y="457945"/>
                    </a:cubicBezTo>
                    <a:close/>
                    <a:moveTo>
                      <a:pt x="438485" y="375972"/>
                    </a:moveTo>
                    <a:cubicBezTo>
                      <a:pt x="435735" y="375972"/>
                      <a:pt x="432985" y="377134"/>
                      <a:pt x="431081" y="379141"/>
                    </a:cubicBezTo>
                    <a:lnTo>
                      <a:pt x="372699" y="437346"/>
                    </a:lnTo>
                    <a:cubicBezTo>
                      <a:pt x="370689" y="439353"/>
                      <a:pt x="369632" y="441994"/>
                      <a:pt x="369632" y="444846"/>
                    </a:cubicBezTo>
                    <a:cubicBezTo>
                      <a:pt x="369632" y="447698"/>
                      <a:pt x="370689" y="450339"/>
                      <a:pt x="372699" y="452346"/>
                    </a:cubicBezTo>
                    <a:cubicBezTo>
                      <a:pt x="374708" y="454353"/>
                      <a:pt x="377352" y="455409"/>
                      <a:pt x="380208" y="455409"/>
                    </a:cubicBezTo>
                    <a:cubicBezTo>
                      <a:pt x="382958" y="455409"/>
                      <a:pt x="385602" y="454353"/>
                      <a:pt x="387612" y="452346"/>
                    </a:cubicBezTo>
                    <a:lnTo>
                      <a:pt x="445994" y="394035"/>
                    </a:lnTo>
                    <a:cubicBezTo>
                      <a:pt x="448004" y="392028"/>
                      <a:pt x="449062" y="389387"/>
                      <a:pt x="449062" y="386535"/>
                    </a:cubicBezTo>
                    <a:cubicBezTo>
                      <a:pt x="449062" y="383789"/>
                      <a:pt x="448004" y="381148"/>
                      <a:pt x="445994" y="379141"/>
                    </a:cubicBezTo>
                    <a:cubicBezTo>
                      <a:pt x="443985" y="377134"/>
                      <a:pt x="441341" y="375972"/>
                      <a:pt x="438485" y="375972"/>
                    </a:cubicBezTo>
                    <a:close/>
                    <a:moveTo>
                      <a:pt x="534943" y="217624"/>
                    </a:moveTo>
                    <a:cubicBezTo>
                      <a:pt x="542136" y="217624"/>
                      <a:pt x="548905" y="220371"/>
                      <a:pt x="553981" y="225547"/>
                    </a:cubicBezTo>
                    <a:lnTo>
                      <a:pt x="554404" y="225969"/>
                    </a:lnTo>
                    <a:cubicBezTo>
                      <a:pt x="555779" y="227237"/>
                      <a:pt x="556520" y="229033"/>
                      <a:pt x="556520" y="230934"/>
                    </a:cubicBezTo>
                    <a:cubicBezTo>
                      <a:pt x="556520" y="232836"/>
                      <a:pt x="555779" y="234632"/>
                      <a:pt x="554510" y="235899"/>
                    </a:cubicBezTo>
                    <a:lnTo>
                      <a:pt x="524050" y="266322"/>
                    </a:lnTo>
                    <a:cubicBezTo>
                      <a:pt x="519396" y="270970"/>
                      <a:pt x="516752" y="277203"/>
                      <a:pt x="516752" y="283752"/>
                    </a:cubicBezTo>
                    <a:cubicBezTo>
                      <a:pt x="516752" y="290301"/>
                      <a:pt x="519396" y="296534"/>
                      <a:pt x="524050" y="301182"/>
                    </a:cubicBezTo>
                    <a:cubicBezTo>
                      <a:pt x="528703" y="305830"/>
                      <a:pt x="534838" y="308365"/>
                      <a:pt x="541501" y="308365"/>
                    </a:cubicBezTo>
                    <a:cubicBezTo>
                      <a:pt x="548058" y="308365"/>
                      <a:pt x="554299" y="305830"/>
                      <a:pt x="558952" y="301182"/>
                    </a:cubicBezTo>
                    <a:lnTo>
                      <a:pt x="589413" y="270759"/>
                    </a:lnTo>
                    <a:cubicBezTo>
                      <a:pt x="590682" y="269491"/>
                      <a:pt x="592480" y="268752"/>
                      <a:pt x="594384" y="268752"/>
                    </a:cubicBezTo>
                    <a:cubicBezTo>
                      <a:pt x="596288" y="268752"/>
                      <a:pt x="597980" y="269491"/>
                      <a:pt x="599355" y="270759"/>
                    </a:cubicBezTo>
                    <a:lnTo>
                      <a:pt x="599778" y="271181"/>
                    </a:lnTo>
                    <a:cubicBezTo>
                      <a:pt x="606547" y="277942"/>
                      <a:pt x="609191" y="287977"/>
                      <a:pt x="606758" y="297168"/>
                    </a:cubicBezTo>
                    <a:lnTo>
                      <a:pt x="590047" y="359704"/>
                    </a:lnTo>
                    <a:cubicBezTo>
                      <a:pt x="587509" y="368894"/>
                      <a:pt x="580211" y="376183"/>
                      <a:pt x="571010" y="378612"/>
                    </a:cubicBezTo>
                    <a:cubicBezTo>
                      <a:pt x="570904" y="378718"/>
                      <a:pt x="570904" y="378718"/>
                      <a:pt x="570798" y="378718"/>
                    </a:cubicBezTo>
                    <a:lnTo>
                      <a:pt x="501627" y="395303"/>
                    </a:lnTo>
                    <a:lnTo>
                      <a:pt x="377987" y="518790"/>
                    </a:lnTo>
                    <a:cubicBezTo>
                      <a:pt x="368785" y="527981"/>
                      <a:pt x="356517" y="533051"/>
                      <a:pt x="343507" y="533051"/>
                    </a:cubicBezTo>
                    <a:cubicBezTo>
                      <a:pt x="330498" y="533051"/>
                      <a:pt x="318229" y="527981"/>
                      <a:pt x="309028" y="518790"/>
                    </a:cubicBezTo>
                    <a:lnTo>
                      <a:pt x="306066" y="515833"/>
                    </a:lnTo>
                    <a:cubicBezTo>
                      <a:pt x="296865" y="506642"/>
                      <a:pt x="291788" y="494494"/>
                      <a:pt x="291788" y="481501"/>
                    </a:cubicBezTo>
                    <a:cubicBezTo>
                      <a:pt x="291788" y="468402"/>
                      <a:pt x="296865" y="456254"/>
                      <a:pt x="306066" y="447064"/>
                    </a:cubicBezTo>
                    <a:lnTo>
                      <a:pt x="429707" y="323576"/>
                    </a:lnTo>
                    <a:lnTo>
                      <a:pt x="446418" y="254491"/>
                    </a:lnTo>
                    <a:cubicBezTo>
                      <a:pt x="446418" y="254385"/>
                      <a:pt x="446418" y="254385"/>
                      <a:pt x="446418" y="254280"/>
                    </a:cubicBezTo>
                    <a:cubicBezTo>
                      <a:pt x="448956" y="245089"/>
                      <a:pt x="456254" y="237801"/>
                      <a:pt x="465455" y="235265"/>
                    </a:cubicBezTo>
                    <a:lnTo>
                      <a:pt x="527963" y="218575"/>
                    </a:lnTo>
                    <a:cubicBezTo>
                      <a:pt x="530290" y="217941"/>
                      <a:pt x="532617" y="217624"/>
                      <a:pt x="534943" y="217624"/>
                    </a:cubicBezTo>
                    <a:close/>
                    <a:moveTo>
                      <a:pt x="253873" y="140927"/>
                    </a:moveTo>
                    <a:cubicBezTo>
                      <a:pt x="191674" y="140927"/>
                      <a:pt x="141005" y="191424"/>
                      <a:pt x="141005" y="253542"/>
                    </a:cubicBezTo>
                    <a:cubicBezTo>
                      <a:pt x="141005" y="315765"/>
                      <a:pt x="191674" y="366262"/>
                      <a:pt x="253873" y="366262"/>
                    </a:cubicBezTo>
                    <a:cubicBezTo>
                      <a:pt x="316072" y="366262"/>
                      <a:pt x="366741" y="315765"/>
                      <a:pt x="366741" y="253542"/>
                    </a:cubicBezTo>
                    <a:cubicBezTo>
                      <a:pt x="366741" y="191424"/>
                      <a:pt x="316072" y="140927"/>
                      <a:pt x="253873" y="140927"/>
                    </a:cubicBezTo>
                    <a:close/>
                    <a:moveTo>
                      <a:pt x="232929" y="0"/>
                    </a:moveTo>
                    <a:lnTo>
                      <a:pt x="274818" y="0"/>
                    </a:lnTo>
                    <a:cubicBezTo>
                      <a:pt x="298090" y="0"/>
                      <a:pt x="316918" y="18910"/>
                      <a:pt x="316918" y="42045"/>
                    </a:cubicBezTo>
                    <a:lnTo>
                      <a:pt x="316918" y="55885"/>
                    </a:lnTo>
                    <a:cubicBezTo>
                      <a:pt x="328025" y="59371"/>
                      <a:pt x="338921" y="63913"/>
                      <a:pt x="349287" y="69301"/>
                    </a:cubicBezTo>
                    <a:lnTo>
                      <a:pt x="359125" y="59476"/>
                    </a:lnTo>
                    <a:cubicBezTo>
                      <a:pt x="367058" y="51553"/>
                      <a:pt x="377637" y="47222"/>
                      <a:pt x="388849" y="47222"/>
                    </a:cubicBezTo>
                    <a:cubicBezTo>
                      <a:pt x="400062" y="47222"/>
                      <a:pt x="410640" y="51553"/>
                      <a:pt x="418574" y="59476"/>
                    </a:cubicBezTo>
                    <a:lnTo>
                      <a:pt x="448192" y="89162"/>
                    </a:lnTo>
                    <a:cubicBezTo>
                      <a:pt x="464588" y="105536"/>
                      <a:pt x="464588" y="132158"/>
                      <a:pt x="448192" y="148533"/>
                    </a:cubicBezTo>
                    <a:lnTo>
                      <a:pt x="438460" y="158252"/>
                    </a:lnTo>
                    <a:cubicBezTo>
                      <a:pt x="443749" y="168710"/>
                      <a:pt x="448298" y="179486"/>
                      <a:pt x="451789" y="190684"/>
                    </a:cubicBezTo>
                    <a:lnTo>
                      <a:pt x="465752" y="190684"/>
                    </a:lnTo>
                    <a:cubicBezTo>
                      <a:pt x="478657" y="190684"/>
                      <a:pt x="490187" y="196494"/>
                      <a:pt x="497909" y="205685"/>
                    </a:cubicBezTo>
                    <a:lnTo>
                      <a:pt x="450837" y="218257"/>
                    </a:lnTo>
                    <a:cubicBezTo>
                      <a:pt x="435604" y="222377"/>
                      <a:pt x="423440" y="234420"/>
                      <a:pt x="419420" y="249739"/>
                    </a:cubicBezTo>
                    <a:cubicBezTo>
                      <a:pt x="419314" y="249950"/>
                      <a:pt x="419314" y="250161"/>
                      <a:pt x="419208" y="250372"/>
                    </a:cubicBezTo>
                    <a:lnTo>
                      <a:pt x="403764" y="314603"/>
                    </a:lnTo>
                    <a:lnTo>
                      <a:pt x="283598" y="434613"/>
                    </a:lnTo>
                    <a:cubicBezTo>
                      <a:pt x="271010" y="447078"/>
                      <a:pt x="264134" y="463770"/>
                      <a:pt x="264134" y="481518"/>
                    </a:cubicBezTo>
                    <a:cubicBezTo>
                      <a:pt x="264134" y="490392"/>
                      <a:pt x="265932" y="499160"/>
                      <a:pt x="269317" y="507083"/>
                    </a:cubicBezTo>
                    <a:lnTo>
                      <a:pt x="232929" y="507083"/>
                    </a:lnTo>
                    <a:cubicBezTo>
                      <a:pt x="209657" y="507083"/>
                      <a:pt x="190828" y="488279"/>
                      <a:pt x="190828" y="465143"/>
                    </a:cubicBezTo>
                    <a:lnTo>
                      <a:pt x="190828" y="451304"/>
                    </a:lnTo>
                    <a:cubicBezTo>
                      <a:pt x="179721" y="447712"/>
                      <a:pt x="168826" y="443275"/>
                      <a:pt x="158459" y="437888"/>
                    </a:cubicBezTo>
                    <a:lnTo>
                      <a:pt x="148622" y="447712"/>
                    </a:lnTo>
                    <a:cubicBezTo>
                      <a:pt x="140688" y="455635"/>
                      <a:pt x="130110" y="459967"/>
                      <a:pt x="118897" y="459967"/>
                    </a:cubicBezTo>
                    <a:cubicBezTo>
                      <a:pt x="107685" y="459967"/>
                      <a:pt x="97107" y="455635"/>
                      <a:pt x="89173" y="447712"/>
                    </a:cubicBezTo>
                    <a:lnTo>
                      <a:pt x="59554" y="418027"/>
                    </a:lnTo>
                    <a:cubicBezTo>
                      <a:pt x="43158" y="401652"/>
                      <a:pt x="43158" y="375030"/>
                      <a:pt x="59554" y="358656"/>
                    </a:cubicBezTo>
                    <a:lnTo>
                      <a:pt x="69286" y="348831"/>
                    </a:lnTo>
                    <a:cubicBezTo>
                      <a:pt x="63997" y="338478"/>
                      <a:pt x="59449" y="327597"/>
                      <a:pt x="55958" y="316505"/>
                    </a:cubicBezTo>
                    <a:lnTo>
                      <a:pt x="41995" y="316505"/>
                    </a:lnTo>
                    <a:cubicBezTo>
                      <a:pt x="18829" y="316505"/>
                      <a:pt x="0" y="297700"/>
                      <a:pt x="0" y="274565"/>
                    </a:cubicBezTo>
                    <a:lnTo>
                      <a:pt x="0" y="232625"/>
                    </a:lnTo>
                    <a:cubicBezTo>
                      <a:pt x="0" y="209488"/>
                      <a:pt x="18829" y="190684"/>
                      <a:pt x="41995" y="190684"/>
                    </a:cubicBezTo>
                    <a:lnTo>
                      <a:pt x="55958" y="190684"/>
                    </a:lnTo>
                    <a:cubicBezTo>
                      <a:pt x="59449" y="179486"/>
                      <a:pt x="63997" y="168710"/>
                      <a:pt x="69286" y="158252"/>
                    </a:cubicBezTo>
                    <a:lnTo>
                      <a:pt x="59554" y="148533"/>
                    </a:lnTo>
                    <a:cubicBezTo>
                      <a:pt x="43158" y="132158"/>
                      <a:pt x="43158" y="105536"/>
                      <a:pt x="59554" y="89162"/>
                    </a:cubicBezTo>
                    <a:lnTo>
                      <a:pt x="89173" y="59476"/>
                    </a:lnTo>
                    <a:cubicBezTo>
                      <a:pt x="97107" y="51553"/>
                      <a:pt x="107685" y="47222"/>
                      <a:pt x="118897" y="47222"/>
                    </a:cubicBezTo>
                    <a:cubicBezTo>
                      <a:pt x="130110" y="47222"/>
                      <a:pt x="140688" y="51553"/>
                      <a:pt x="148622" y="59476"/>
                    </a:cubicBezTo>
                    <a:lnTo>
                      <a:pt x="158459" y="69301"/>
                    </a:lnTo>
                    <a:cubicBezTo>
                      <a:pt x="168826" y="63913"/>
                      <a:pt x="179721" y="59371"/>
                      <a:pt x="190828" y="55885"/>
                    </a:cubicBezTo>
                    <a:lnTo>
                      <a:pt x="190828" y="42045"/>
                    </a:lnTo>
                    <a:cubicBezTo>
                      <a:pt x="190828" y="18910"/>
                      <a:pt x="209657" y="0"/>
                      <a:pt x="23292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anchor="ctr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1" name="í$líḑê">
                <a:extLst>
                  <a:ext uri="{FF2B5EF4-FFF2-40B4-BE49-F238E27FC236}">
                    <a16:creationId xmlns:a16="http://schemas.microsoft.com/office/drawing/2014/main" id="{C85EF7A1-EAF5-4B7D-B474-5678142125F1}"/>
                  </a:ext>
                </a:extLst>
              </p:cNvPr>
              <p:cNvGrpSpPr/>
              <p:nvPr/>
            </p:nvGrpSpPr>
            <p:grpSpPr>
              <a:xfrm>
                <a:off x="1251578" y="5109867"/>
                <a:ext cx="1518142" cy="1036933"/>
                <a:chOff x="1251578" y="5109867"/>
                <a:chExt cx="1518142" cy="1036933"/>
              </a:xfrm>
            </p:grpSpPr>
            <p:sp>
              <p:nvSpPr>
                <p:cNvPr id="22" name="íṩľiḓê">
                  <a:extLst>
                    <a:ext uri="{FF2B5EF4-FFF2-40B4-BE49-F238E27FC236}">
                      <a16:creationId xmlns:a16="http://schemas.microsoft.com/office/drawing/2014/main" id="{E5903BC4-44AC-441F-82A0-5A991C677E1D}"/>
                    </a:ext>
                  </a:extLst>
                </p:cNvPr>
                <p:cNvSpPr/>
                <p:nvPr/>
              </p:nvSpPr>
              <p:spPr>
                <a:xfrm>
                  <a:off x="1251578" y="5109867"/>
                  <a:ext cx="1518142" cy="347728"/>
                </a:xfrm>
                <a:prstGeom prst="rect">
                  <a:avLst/>
                </a:prstGeom>
              </p:spPr>
              <p:txBody>
                <a:bodyPr wrap="square" lIns="91440" tIns="45720" rIns="91440" bIns="4572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lvl="0" algn="ctr"/>
                  <a:r>
                    <a:rPr lang="en-US" altLang="zh-CN" sz="1400" b="1"/>
                    <a:t>Text </a:t>
                  </a:r>
                  <a:r>
                    <a:rPr lang="en-US" altLang="zh-CN" sz="100" b="1"/>
                    <a:t> </a:t>
                  </a:r>
                  <a:r>
                    <a:rPr lang="en-US" altLang="zh-CN" sz="1400" b="1"/>
                    <a:t>here</a:t>
                  </a:r>
                  <a:endParaRPr lang="zh-CN" altLang="en-US" sz="1400" b="1" dirty="0"/>
                </a:p>
              </p:txBody>
            </p:sp>
            <p:sp>
              <p:nvSpPr>
                <p:cNvPr id="23" name="ïşḷîḋe">
                  <a:extLst>
                    <a:ext uri="{FF2B5EF4-FFF2-40B4-BE49-F238E27FC236}">
                      <a16:creationId xmlns:a16="http://schemas.microsoft.com/office/drawing/2014/main" id="{DEC8C066-4079-435E-A645-8DB494D17B9B}"/>
                    </a:ext>
                  </a:extLst>
                </p:cNvPr>
                <p:cNvSpPr/>
                <p:nvPr/>
              </p:nvSpPr>
              <p:spPr>
                <a:xfrm>
                  <a:off x="1251578" y="5457595"/>
                  <a:ext cx="1518142" cy="689205"/>
                </a:xfrm>
                <a:prstGeom prst="rect">
                  <a:avLst/>
                </a:prstGeom>
              </p:spPr>
              <p:txBody>
                <a:bodyPr wrap="square" lIns="91440" tIns="45720" rIns="91440" bIns="4572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ctr"/>
                  <a:r>
                    <a:rPr lang="en-US" altLang="zh-CN" sz="1000"/>
                    <a:t>Supporting tex</a:t>
                  </a:r>
                  <a:r>
                    <a:rPr lang="en-US" altLang="zh-CN" sz="100"/>
                    <a:t> </a:t>
                  </a:r>
                  <a:r>
                    <a:rPr lang="en-US" altLang="zh-CN" sz="1000"/>
                    <a:t>t </a:t>
                  </a:r>
                  <a:r>
                    <a:rPr lang="en-US" altLang="zh-CN" sz="1000" dirty="0"/>
                    <a:t>here. </a:t>
                  </a:r>
                </a:p>
                <a:p>
                  <a:pPr algn="ctr"/>
                  <a:r>
                    <a:rPr lang="en-US" altLang="zh-CN" sz="1000" dirty="0"/>
                    <a:t>……</a:t>
                  </a:r>
                </a:p>
              </p:txBody>
            </p:sp>
          </p:grpSp>
        </p:grp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FD6A18B2-5583-4CFC-B764-045DAF1DBE8C}"/>
                </a:ext>
              </a:extLst>
            </p:cNvPr>
            <p:cNvCxnSpPr/>
            <p:nvPr/>
          </p:nvCxnSpPr>
          <p:spPr>
            <a:xfrm>
              <a:off x="2364937" y="5136911"/>
              <a:ext cx="0" cy="78564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D6A18B2-5583-4CFC-B764-045DAF1DBE8C}"/>
                </a:ext>
              </a:extLst>
            </p:cNvPr>
            <p:cNvCxnSpPr/>
            <p:nvPr/>
          </p:nvCxnSpPr>
          <p:spPr>
            <a:xfrm>
              <a:off x="4230469" y="5136911"/>
              <a:ext cx="0" cy="78564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FD6A18B2-5583-4CFC-B764-045DAF1DBE8C}"/>
                </a:ext>
              </a:extLst>
            </p:cNvPr>
            <p:cNvCxnSpPr/>
            <p:nvPr/>
          </p:nvCxnSpPr>
          <p:spPr>
            <a:xfrm>
              <a:off x="6096001" y="5136911"/>
              <a:ext cx="0" cy="78564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FD6A18B2-5583-4CFC-B764-045DAF1DBE8C}"/>
                </a:ext>
              </a:extLst>
            </p:cNvPr>
            <p:cNvCxnSpPr/>
            <p:nvPr/>
          </p:nvCxnSpPr>
          <p:spPr>
            <a:xfrm>
              <a:off x="7961533" y="5136911"/>
              <a:ext cx="0" cy="78564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FD6A18B2-5583-4CFC-B764-045DAF1DBE8C}"/>
                </a:ext>
              </a:extLst>
            </p:cNvPr>
            <p:cNvCxnSpPr/>
            <p:nvPr/>
          </p:nvCxnSpPr>
          <p:spPr>
            <a:xfrm>
              <a:off x="9827065" y="5136911"/>
              <a:ext cx="0" cy="785647"/>
            </a:xfrm>
            <a:prstGeom prst="line">
              <a:avLst/>
            </a:prstGeom>
            <a:ln w="3175" cap="rnd">
              <a:solidFill>
                <a:schemeClr val="bg1">
                  <a:lumMod val="8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481265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B00FD-9176-4EAA-980F-850F1043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BBA8CDB-5E0D-4692-BBBC-4F65ED237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</a:t>
            </a:r>
            <a:r>
              <a:rPr lang="zh-CN" altLang="en-US" sz="100"/>
              <a:t> </a:t>
            </a:r>
            <a:r>
              <a:rPr lang="zh-CN" altLang="en-US"/>
              <a:t>文本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9B5AB1-F389-4578-BB5E-0888709E2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pPr/>
              <a:t>37</a:t>
            </a:fld>
            <a:r>
              <a:rPr lang="zh-CN" altLang="en-US" sz="100"/>
              <a:t> </a:t>
            </a:r>
          </a:p>
        </p:txBody>
      </p:sp>
      <p:grpSp>
        <p:nvGrpSpPr>
          <p:cNvPr id="5" name="27752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0B972370-84F9-49DA-A39E-7CFB88C782DC}"/>
              </a:ext>
            </a:extLst>
          </p:cNvPr>
          <p:cNvGrpSpPr>
            <a:grpSpLocks noChangeAspect="1"/>
          </p:cNvGrpSpPr>
          <p:nvPr/>
        </p:nvGrpSpPr>
        <p:grpSpPr>
          <a:xfrm>
            <a:off x="673100" y="1336682"/>
            <a:ext cx="10847388" cy="4817595"/>
            <a:chOff x="673100" y="1336682"/>
            <a:chExt cx="10847388" cy="4817595"/>
          </a:xfrm>
        </p:grpSpPr>
        <p:grpSp>
          <p:nvGrpSpPr>
            <p:cNvPr id="6" name="í$1ïḓe">
              <a:extLst>
                <a:ext uri="{FF2B5EF4-FFF2-40B4-BE49-F238E27FC236}">
                  <a16:creationId xmlns:a16="http://schemas.microsoft.com/office/drawing/2014/main" id="{0172D5E2-99AE-4FB1-A405-CAB6DD831B1D}"/>
                </a:ext>
              </a:extLst>
            </p:cNvPr>
            <p:cNvGrpSpPr/>
            <p:nvPr/>
          </p:nvGrpSpPr>
          <p:grpSpPr>
            <a:xfrm>
              <a:off x="3621741" y="2326986"/>
              <a:ext cx="4948518" cy="1979406"/>
              <a:chOff x="3621741" y="2439297"/>
              <a:chExt cx="4948518" cy="1979406"/>
            </a:xfrm>
          </p:grpSpPr>
          <p:sp>
            <p:nvSpPr>
              <p:cNvPr id="49" name="íŝ1îde">
                <a:extLst>
                  <a:ext uri="{FF2B5EF4-FFF2-40B4-BE49-F238E27FC236}">
                    <a16:creationId xmlns:a16="http://schemas.microsoft.com/office/drawing/2014/main" id="{DA299F04-3991-4AA9-809B-961C34AFC463}"/>
                  </a:ext>
                </a:extLst>
              </p:cNvPr>
              <p:cNvSpPr/>
              <p:nvPr/>
            </p:nvSpPr>
            <p:spPr>
              <a:xfrm>
                <a:off x="3621741" y="2439297"/>
                <a:ext cx="4948518" cy="1979406"/>
              </a:xfrm>
              <a:prstGeom prst="leftRightRibbon">
                <a:avLst>
                  <a:gd name="adj1" fmla="val 50000"/>
                  <a:gd name="adj2" fmla="val 50000"/>
                  <a:gd name="adj3" fmla="val 17379"/>
                </a:avLst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ïṥ1íḑé">
                <a:extLst>
                  <a:ext uri="{FF2B5EF4-FFF2-40B4-BE49-F238E27FC236}">
                    <a16:creationId xmlns:a16="http://schemas.microsoft.com/office/drawing/2014/main" id="{6ABC88E8-5175-4723-A83B-83C398374EFD}"/>
                  </a:ext>
                </a:extLst>
              </p:cNvPr>
              <p:cNvSpPr txBox="1"/>
              <p:nvPr/>
            </p:nvSpPr>
            <p:spPr bwMode="auto">
              <a:xfrm>
                <a:off x="4500628" y="3006839"/>
                <a:ext cx="1331365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/>
                  <a:t>Text he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re</a:t>
                </a:r>
                <a:endParaRPr lang="en-US" altLang="zh-CN" b="1" dirty="0"/>
              </a:p>
            </p:txBody>
          </p:sp>
          <p:sp>
            <p:nvSpPr>
              <p:cNvPr id="51" name="ïṧ1iḍè">
                <a:extLst>
                  <a:ext uri="{FF2B5EF4-FFF2-40B4-BE49-F238E27FC236}">
                    <a16:creationId xmlns:a16="http://schemas.microsoft.com/office/drawing/2014/main" id="{FEFEAFD1-D0CA-4646-9B80-E43BAF7E89D6}"/>
                  </a:ext>
                </a:extLst>
              </p:cNvPr>
              <p:cNvSpPr txBox="1"/>
              <p:nvPr/>
            </p:nvSpPr>
            <p:spPr bwMode="auto">
              <a:xfrm>
                <a:off x="6360007" y="3387316"/>
                <a:ext cx="1331365" cy="463846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 eaLnBrk="1" hangingPunct="1">
                  <a:lnSpc>
                    <a:spcPct val="100000"/>
                  </a:lnSpc>
                  <a:spcBef>
                    <a:spcPct val="0"/>
                  </a:spcBef>
                </a:pPr>
                <a:r>
                  <a:rPr lang="en-US" altLang="zh-CN" b="1"/>
                  <a:t>Text he</a:t>
                </a:r>
                <a:r>
                  <a:rPr lang="en-US" altLang="zh-CN" sz="100" b="1"/>
                  <a:t> </a:t>
                </a:r>
                <a:r>
                  <a:rPr lang="en-US" altLang="zh-CN" b="1"/>
                  <a:t>re</a:t>
                </a:r>
                <a:endParaRPr lang="en-US" altLang="zh-CN" b="1" dirty="0"/>
              </a:p>
            </p:txBody>
          </p:sp>
        </p:grpSp>
        <p:grpSp>
          <p:nvGrpSpPr>
            <p:cNvPr id="7" name="iṡḷîďè">
              <a:extLst>
                <a:ext uri="{FF2B5EF4-FFF2-40B4-BE49-F238E27FC236}">
                  <a16:creationId xmlns:a16="http://schemas.microsoft.com/office/drawing/2014/main" id="{35DC9054-357D-4F69-A718-C4EB9E7B316E}"/>
                </a:ext>
              </a:extLst>
            </p:cNvPr>
            <p:cNvGrpSpPr/>
            <p:nvPr/>
          </p:nvGrpSpPr>
          <p:grpSpPr>
            <a:xfrm>
              <a:off x="673100" y="1336682"/>
              <a:ext cx="2736851" cy="1033406"/>
              <a:chOff x="673100" y="1336682"/>
              <a:chExt cx="2736851" cy="1033406"/>
            </a:xfrm>
          </p:grpSpPr>
          <p:grpSp>
            <p:nvGrpSpPr>
              <p:cNvPr id="43" name="iṧlîdè">
                <a:extLst>
                  <a:ext uri="{FF2B5EF4-FFF2-40B4-BE49-F238E27FC236}">
                    <a16:creationId xmlns:a16="http://schemas.microsoft.com/office/drawing/2014/main" id="{DA9622D5-BECE-4CB7-B7CF-BA479A659EA2}"/>
                  </a:ext>
                </a:extLst>
              </p:cNvPr>
              <p:cNvGrpSpPr/>
              <p:nvPr/>
            </p:nvGrpSpPr>
            <p:grpSpPr>
              <a:xfrm>
                <a:off x="2647463" y="1336682"/>
                <a:ext cx="762488" cy="762486"/>
                <a:chOff x="669925" y="1181875"/>
                <a:chExt cx="546847" cy="546847"/>
              </a:xfrm>
            </p:grpSpPr>
            <p:sp>
              <p:nvSpPr>
                <p:cNvPr id="47" name="iṧlidê">
                  <a:extLst>
                    <a:ext uri="{FF2B5EF4-FFF2-40B4-BE49-F238E27FC236}">
                      <a16:creationId xmlns:a16="http://schemas.microsoft.com/office/drawing/2014/main" id="{3AAE2F66-8D86-4D67-BDF4-38E9BB23C760}"/>
                    </a:ext>
                  </a:extLst>
                </p:cNvPr>
                <p:cNvSpPr/>
                <p:nvPr/>
              </p:nvSpPr>
              <p:spPr>
                <a:xfrm>
                  <a:off x="669925" y="1181875"/>
                  <a:ext cx="546847" cy="54684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" name="ïşļïḑé">
                  <a:extLst>
                    <a:ext uri="{FF2B5EF4-FFF2-40B4-BE49-F238E27FC236}">
                      <a16:creationId xmlns:a16="http://schemas.microsoft.com/office/drawing/2014/main" id="{06C66DFE-ABD8-4AEB-A4B6-903E3C8B7737}"/>
                    </a:ext>
                  </a:extLst>
                </p:cNvPr>
                <p:cNvSpPr/>
                <p:nvPr/>
              </p:nvSpPr>
              <p:spPr bwMode="auto">
                <a:xfrm>
                  <a:off x="800847" y="1324564"/>
                  <a:ext cx="285004" cy="261470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</p:sp>
          </p:grpSp>
          <p:grpSp>
            <p:nvGrpSpPr>
              <p:cNvPr id="44" name="îṡlîḋe">
                <a:extLst>
                  <a:ext uri="{FF2B5EF4-FFF2-40B4-BE49-F238E27FC236}">
                    <a16:creationId xmlns:a16="http://schemas.microsoft.com/office/drawing/2014/main" id="{2EB3597E-D000-4A5B-843E-FF7A0013684A}"/>
                  </a:ext>
                </a:extLst>
              </p:cNvPr>
              <p:cNvGrpSpPr/>
              <p:nvPr/>
            </p:nvGrpSpPr>
            <p:grpSpPr>
              <a:xfrm>
                <a:off x="673100" y="1339864"/>
                <a:ext cx="1910608" cy="1030224"/>
                <a:chOff x="5875776" y="1130300"/>
                <a:chExt cx="1910608" cy="1030224"/>
              </a:xfrm>
            </p:grpSpPr>
            <p:sp>
              <p:nvSpPr>
                <p:cNvPr id="45" name="îşľïďe">
                  <a:extLst>
                    <a:ext uri="{FF2B5EF4-FFF2-40B4-BE49-F238E27FC236}">
                      <a16:creationId xmlns:a16="http://schemas.microsoft.com/office/drawing/2014/main" id="{212C9FB6-F3DF-4811-BDFC-982A44FD8B5B}"/>
                    </a:ext>
                  </a:extLst>
                </p:cNvPr>
                <p:cNvSpPr/>
                <p:nvPr/>
              </p:nvSpPr>
              <p:spPr bwMode="auto">
                <a:xfrm>
                  <a:off x="5875776" y="1130300"/>
                  <a:ext cx="1910608" cy="392113"/>
                </a:xfrm>
                <a:prstGeom prst="rect">
                  <a:avLst/>
                </a:prstGeom>
                <a:noFill/>
                <a:ln w="28575" algn="ctr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 defTabSz="914400"/>
                  <a:r>
                    <a:rPr lang="en-US" altLang="zh-CN" sz="1600" b="1" kern="0"/>
                    <a:t>Text he</a:t>
                  </a:r>
                  <a:r>
                    <a:rPr lang="en-US" altLang="zh-CN" sz="100" b="1" kern="0"/>
                    <a:t> </a:t>
                  </a:r>
                  <a:r>
                    <a:rPr lang="en-US" altLang="zh-CN" sz="1600" b="1" kern="0"/>
                    <a:t>re</a:t>
                  </a:r>
                  <a:endParaRPr lang="zh-CN" altLang="en-US" sz="1600" b="1" kern="0" dirty="0"/>
                </a:p>
              </p:txBody>
            </p:sp>
            <p:sp>
              <p:nvSpPr>
                <p:cNvPr id="46" name="iŝļïdé">
                  <a:extLst>
                    <a:ext uri="{FF2B5EF4-FFF2-40B4-BE49-F238E27FC236}">
                      <a16:creationId xmlns:a16="http://schemas.microsoft.com/office/drawing/2014/main" id="{ED126A44-D434-4B65-8807-6829D15AD177}"/>
                    </a:ext>
                  </a:extLst>
                </p:cNvPr>
                <p:cNvSpPr/>
                <p:nvPr/>
              </p:nvSpPr>
              <p:spPr>
                <a:xfrm>
                  <a:off x="5875776" y="1522413"/>
                  <a:ext cx="1910608" cy="638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r">
                    <a:lnSpc>
                      <a:spcPct val="150000"/>
                    </a:lnSpc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Supporting </a:t>
                  </a:r>
                  <a:r>
                    <a:rPr lang="en-US" altLang="zh-CN" sz="1100">
                      <a:solidFill>
                        <a:schemeClr val="tx1"/>
                      </a:solidFill>
                    </a:rPr>
                    <a:t>text he</a:t>
                  </a:r>
                  <a:r>
                    <a:rPr lang="en-US" altLang="zh-CN" sz="10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100">
                      <a:solidFill>
                        <a:schemeClr val="tx1"/>
                      </a:solidFill>
                    </a:rPr>
                    <a:t>re</a:t>
                  </a: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.</a:t>
                  </a:r>
                </a:p>
                <a:p>
                  <a:pPr lvl="0" algn="r">
                    <a:lnSpc>
                      <a:spcPct val="150000"/>
                    </a:lnSpc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</a:p>
              </p:txBody>
            </p:sp>
          </p:grpSp>
        </p:grpSp>
        <p:grpSp>
          <p:nvGrpSpPr>
            <p:cNvPr id="8" name="îŝliḍé">
              <a:extLst>
                <a:ext uri="{FF2B5EF4-FFF2-40B4-BE49-F238E27FC236}">
                  <a16:creationId xmlns:a16="http://schemas.microsoft.com/office/drawing/2014/main" id="{0C7BBE3F-139D-49A4-9378-E73D0CDC665E}"/>
                </a:ext>
              </a:extLst>
            </p:cNvPr>
            <p:cNvGrpSpPr/>
            <p:nvPr/>
          </p:nvGrpSpPr>
          <p:grpSpPr>
            <a:xfrm>
              <a:off x="673100" y="2722059"/>
              <a:ext cx="2736851" cy="1033406"/>
              <a:chOff x="673100" y="1336682"/>
              <a:chExt cx="2736851" cy="1033406"/>
            </a:xfrm>
          </p:grpSpPr>
          <p:grpSp>
            <p:nvGrpSpPr>
              <p:cNvPr id="37" name="iṡḻîḍê">
                <a:extLst>
                  <a:ext uri="{FF2B5EF4-FFF2-40B4-BE49-F238E27FC236}">
                    <a16:creationId xmlns:a16="http://schemas.microsoft.com/office/drawing/2014/main" id="{2D138EA0-B987-42CB-895F-D87592690BDD}"/>
                  </a:ext>
                </a:extLst>
              </p:cNvPr>
              <p:cNvGrpSpPr/>
              <p:nvPr/>
            </p:nvGrpSpPr>
            <p:grpSpPr>
              <a:xfrm>
                <a:off x="2647463" y="1336682"/>
                <a:ext cx="762488" cy="762486"/>
                <a:chOff x="669925" y="1181875"/>
                <a:chExt cx="546847" cy="546847"/>
              </a:xfrm>
            </p:grpSpPr>
            <p:sp>
              <p:nvSpPr>
                <p:cNvPr id="41" name="iś1ïḓê">
                  <a:extLst>
                    <a:ext uri="{FF2B5EF4-FFF2-40B4-BE49-F238E27FC236}">
                      <a16:creationId xmlns:a16="http://schemas.microsoft.com/office/drawing/2014/main" id="{F43089DB-234F-47A4-A829-70C6CE3F3CE4}"/>
                    </a:ext>
                  </a:extLst>
                </p:cNvPr>
                <p:cNvSpPr/>
                <p:nvPr/>
              </p:nvSpPr>
              <p:spPr>
                <a:xfrm>
                  <a:off x="669925" y="1181875"/>
                  <a:ext cx="546847" cy="54684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" name="ïṡlîḓé">
                  <a:extLst>
                    <a:ext uri="{FF2B5EF4-FFF2-40B4-BE49-F238E27FC236}">
                      <a16:creationId xmlns:a16="http://schemas.microsoft.com/office/drawing/2014/main" id="{E03751C1-769B-40DF-B1C9-4F1F692C0BBB}"/>
                    </a:ext>
                  </a:extLst>
                </p:cNvPr>
                <p:cNvSpPr/>
                <p:nvPr/>
              </p:nvSpPr>
              <p:spPr bwMode="auto">
                <a:xfrm>
                  <a:off x="800847" y="1324564"/>
                  <a:ext cx="285004" cy="261470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</p:sp>
          </p:grpSp>
          <p:grpSp>
            <p:nvGrpSpPr>
              <p:cNvPr id="38" name="îṡļíde">
                <a:extLst>
                  <a:ext uri="{FF2B5EF4-FFF2-40B4-BE49-F238E27FC236}">
                    <a16:creationId xmlns:a16="http://schemas.microsoft.com/office/drawing/2014/main" id="{22F4C8A3-8377-44B2-9165-FBBBEEE47675}"/>
                  </a:ext>
                </a:extLst>
              </p:cNvPr>
              <p:cNvGrpSpPr/>
              <p:nvPr/>
            </p:nvGrpSpPr>
            <p:grpSpPr>
              <a:xfrm>
                <a:off x="673100" y="1339864"/>
                <a:ext cx="1910608" cy="1030224"/>
                <a:chOff x="5875776" y="1130300"/>
                <a:chExt cx="1910608" cy="1030224"/>
              </a:xfrm>
            </p:grpSpPr>
            <p:sp>
              <p:nvSpPr>
                <p:cNvPr id="39" name="ï$ḷiḓe">
                  <a:extLst>
                    <a:ext uri="{FF2B5EF4-FFF2-40B4-BE49-F238E27FC236}">
                      <a16:creationId xmlns:a16="http://schemas.microsoft.com/office/drawing/2014/main" id="{BC717764-3B25-4882-8CC7-BB7F7D02F9A7}"/>
                    </a:ext>
                  </a:extLst>
                </p:cNvPr>
                <p:cNvSpPr/>
                <p:nvPr/>
              </p:nvSpPr>
              <p:spPr bwMode="auto">
                <a:xfrm>
                  <a:off x="5875776" y="1130300"/>
                  <a:ext cx="1910608" cy="392113"/>
                </a:xfrm>
                <a:prstGeom prst="rect">
                  <a:avLst/>
                </a:prstGeom>
                <a:noFill/>
                <a:ln w="28575" algn="ctr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 defTabSz="914400"/>
                  <a:r>
                    <a:rPr lang="en-US" altLang="zh-CN" sz="1600" b="1" kern="0"/>
                    <a:t>Text h</a:t>
                  </a:r>
                  <a:r>
                    <a:rPr lang="en-US" altLang="zh-CN" sz="100" b="1" kern="0"/>
                    <a:t> </a:t>
                  </a:r>
                  <a:r>
                    <a:rPr lang="en-US" altLang="zh-CN" sz="1600" b="1" kern="0"/>
                    <a:t>ere</a:t>
                  </a:r>
                  <a:endParaRPr lang="zh-CN" altLang="en-US" sz="1600" b="1" kern="0" dirty="0"/>
                </a:p>
              </p:txBody>
            </p:sp>
            <p:sp>
              <p:nvSpPr>
                <p:cNvPr id="40" name="îšḻíḓé">
                  <a:extLst>
                    <a:ext uri="{FF2B5EF4-FFF2-40B4-BE49-F238E27FC236}">
                      <a16:creationId xmlns:a16="http://schemas.microsoft.com/office/drawing/2014/main" id="{09F694BC-FE72-4AF5-9F7D-5F6A6C210ABD}"/>
                    </a:ext>
                  </a:extLst>
                </p:cNvPr>
                <p:cNvSpPr/>
                <p:nvPr/>
              </p:nvSpPr>
              <p:spPr>
                <a:xfrm>
                  <a:off x="5875776" y="1522413"/>
                  <a:ext cx="1910608" cy="638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r">
                    <a:lnSpc>
                      <a:spcPct val="150000"/>
                    </a:lnSpc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Supporting </a:t>
                  </a:r>
                  <a:r>
                    <a:rPr lang="en-US" altLang="zh-CN" sz="1100">
                      <a:solidFill>
                        <a:schemeClr val="tx1"/>
                      </a:solidFill>
                    </a:rPr>
                    <a:t>text he</a:t>
                  </a:r>
                  <a:r>
                    <a:rPr lang="en-US" altLang="zh-CN" sz="10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100">
                      <a:solidFill>
                        <a:schemeClr val="tx1"/>
                      </a:solidFill>
                    </a:rPr>
                    <a:t>re</a:t>
                  </a: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.</a:t>
                  </a:r>
                </a:p>
                <a:p>
                  <a:pPr lvl="0" algn="r">
                    <a:lnSpc>
                      <a:spcPct val="150000"/>
                    </a:lnSpc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</a:p>
              </p:txBody>
            </p:sp>
          </p:grpSp>
        </p:grpSp>
        <p:grpSp>
          <p:nvGrpSpPr>
            <p:cNvPr id="9" name="ïṧḻiḍè">
              <a:extLst>
                <a:ext uri="{FF2B5EF4-FFF2-40B4-BE49-F238E27FC236}">
                  <a16:creationId xmlns:a16="http://schemas.microsoft.com/office/drawing/2014/main" id="{7348BD8D-5537-47A3-9F7E-1105E5992533}"/>
                </a:ext>
              </a:extLst>
            </p:cNvPr>
            <p:cNvGrpSpPr/>
            <p:nvPr/>
          </p:nvGrpSpPr>
          <p:grpSpPr>
            <a:xfrm>
              <a:off x="673100" y="4107436"/>
              <a:ext cx="2736851" cy="1033406"/>
              <a:chOff x="673100" y="1336682"/>
              <a:chExt cx="2736851" cy="1033406"/>
            </a:xfrm>
          </p:grpSpPr>
          <p:grpSp>
            <p:nvGrpSpPr>
              <p:cNvPr id="31" name="ïŝľîḓè">
                <a:extLst>
                  <a:ext uri="{FF2B5EF4-FFF2-40B4-BE49-F238E27FC236}">
                    <a16:creationId xmlns:a16="http://schemas.microsoft.com/office/drawing/2014/main" id="{76A06202-BA45-474C-BCFA-5EC6D735F8EA}"/>
                  </a:ext>
                </a:extLst>
              </p:cNvPr>
              <p:cNvGrpSpPr/>
              <p:nvPr/>
            </p:nvGrpSpPr>
            <p:grpSpPr>
              <a:xfrm>
                <a:off x="2647463" y="1336682"/>
                <a:ext cx="762488" cy="762486"/>
                <a:chOff x="669925" y="1181875"/>
                <a:chExt cx="546847" cy="546847"/>
              </a:xfrm>
            </p:grpSpPr>
            <p:sp>
              <p:nvSpPr>
                <p:cNvPr id="35" name="i$ḻiďê">
                  <a:extLst>
                    <a:ext uri="{FF2B5EF4-FFF2-40B4-BE49-F238E27FC236}">
                      <a16:creationId xmlns:a16="http://schemas.microsoft.com/office/drawing/2014/main" id="{469F4741-0DF8-4DAA-BDDE-1085CC32AD8C}"/>
                    </a:ext>
                  </a:extLst>
                </p:cNvPr>
                <p:cNvSpPr/>
                <p:nvPr/>
              </p:nvSpPr>
              <p:spPr>
                <a:xfrm>
                  <a:off x="669925" y="1181875"/>
                  <a:ext cx="546847" cy="546847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" name="ïṡḷîďé">
                  <a:extLst>
                    <a:ext uri="{FF2B5EF4-FFF2-40B4-BE49-F238E27FC236}">
                      <a16:creationId xmlns:a16="http://schemas.microsoft.com/office/drawing/2014/main" id="{7C888A1F-10EF-4427-B1C8-74EF839F2688}"/>
                    </a:ext>
                  </a:extLst>
                </p:cNvPr>
                <p:cNvSpPr/>
                <p:nvPr/>
              </p:nvSpPr>
              <p:spPr bwMode="auto">
                <a:xfrm>
                  <a:off x="800847" y="1324564"/>
                  <a:ext cx="285004" cy="261470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</p:sp>
          </p:grpSp>
          <p:grpSp>
            <p:nvGrpSpPr>
              <p:cNvPr id="32" name="iŝḻiḋê">
                <a:extLst>
                  <a:ext uri="{FF2B5EF4-FFF2-40B4-BE49-F238E27FC236}">
                    <a16:creationId xmlns:a16="http://schemas.microsoft.com/office/drawing/2014/main" id="{FCB5F828-B0FA-4D67-BF6E-C4A92D1A5211}"/>
                  </a:ext>
                </a:extLst>
              </p:cNvPr>
              <p:cNvGrpSpPr/>
              <p:nvPr/>
            </p:nvGrpSpPr>
            <p:grpSpPr>
              <a:xfrm>
                <a:off x="673100" y="1339864"/>
                <a:ext cx="1910608" cy="1030224"/>
                <a:chOff x="5875776" y="1130300"/>
                <a:chExt cx="1910608" cy="1030224"/>
              </a:xfrm>
            </p:grpSpPr>
            <p:sp>
              <p:nvSpPr>
                <p:cNvPr id="33" name="ïSlïde">
                  <a:extLst>
                    <a:ext uri="{FF2B5EF4-FFF2-40B4-BE49-F238E27FC236}">
                      <a16:creationId xmlns:a16="http://schemas.microsoft.com/office/drawing/2014/main" id="{D60F80BD-3C73-4853-9166-D9A50F4533E3}"/>
                    </a:ext>
                  </a:extLst>
                </p:cNvPr>
                <p:cNvSpPr/>
                <p:nvPr/>
              </p:nvSpPr>
              <p:spPr bwMode="auto">
                <a:xfrm>
                  <a:off x="5875776" y="1130300"/>
                  <a:ext cx="1910608" cy="392113"/>
                </a:xfrm>
                <a:prstGeom prst="rect">
                  <a:avLst/>
                </a:prstGeom>
                <a:noFill/>
                <a:ln w="28575" algn="ctr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algn="r" defTabSz="914400"/>
                  <a:r>
                    <a:rPr lang="en-US" altLang="zh-CN" sz="1600" b="1" kern="0"/>
                    <a:t>Text h</a:t>
                  </a:r>
                  <a:r>
                    <a:rPr lang="en-US" altLang="zh-CN" sz="100" b="1" kern="0"/>
                    <a:t> </a:t>
                  </a:r>
                  <a:r>
                    <a:rPr lang="en-US" altLang="zh-CN" sz="1600" b="1" kern="0"/>
                    <a:t>ere</a:t>
                  </a:r>
                  <a:endParaRPr lang="zh-CN" altLang="en-US" sz="1600" b="1" kern="0" dirty="0"/>
                </a:p>
              </p:txBody>
            </p:sp>
            <p:sp>
              <p:nvSpPr>
                <p:cNvPr id="34" name="íṧ1ïďé">
                  <a:extLst>
                    <a:ext uri="{FF2B5EF4-FFF2-40B4-BE49-F238E27FC236}">
                      <a16:creationId xmlns:a16="http://schemas.microsoft.com/office/drawing/2014/main" id="{EDBCB0F9-794F-4FF8-B9DD-ABE545C71C64}"/>
                    </a:ext>
                  </a:extLst>
                </p:cNvPr>
                <p:cNvSpPr/>
                <p:nvPr/>
              </p:nvSpPr>
              <p:spPr>
                <a:xfrm>
                  <a:off x="5875776" y="1522413"/>
                  <a:ext cx="1910608" cy="638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 algn="r">
                    <a:lnSpc>
                      <a:spcPct val="150000"/>
                    </a:lnSpc>
                  </a:pPr>
                  <a:r>
                    <a:rPr lang="en-US" altLang="zh-CN" sz="1100">
                      <a:solidFill>
                        <a:schemeClr val="tx1"/>
                      </a:solidFill>
                    </a:rPr>
                    <a:t>Supp</a:t>
                  </a:r>
                  <a:r>
                    <a:rPr lang="en-US" altLang="zh-CN" sz="10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100">
                      <a:solidFill>
                        <a:schemeClr val="tx1"/>
                      </a:solidFill>
                    </a:rPr>
                    <a:t>orting </a:t>
                  </a: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text here.</a:t>
                  </a:r>
                </a:p>
                <a:p>
                  <a:pPr lvl="0" algn="r">
                    <a:lnSpc>
                      <a:spcPct val="150000"/>
                    </a:lnSpc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</a:p>
              </p:txBody>
            </p:sp>
          </p:grpSp>
        </p:grpSp>
        <p:grpSp>
          <p:nvGrpSpPr>
            <p:cNvPr id="10" name="ïşḻiḍé">
              <a:extLst>
                <a:ext uri="{FF2B5EF4-FFF2-40B4-BE49-F238E27FC236}">
                  <a16:creationId xmlns:a16="http://schemas.microsoft.com/office/drawing/2014/main" id="{EA8BAE68-60BB-4E5D-9940-B0A95E15675B}"/>
                </a:ext>
              </a:extLst>
            </p:cNvPr>
            <p:cNvGrpSpPr/>
            <p:nvPr/>
          </p:nvGrpSpPr>
          <p:grpSpPr>
            <a:xfrm>
              <a:off x="8664844" y="2107301"/>
              <a:ext cx="2855644" cy="1033406"/>
              <a:chOff x="7222373" y="4107436"/>
              <a:chExt cx="2855644" cy="1033406"/>
            </a:xfrm>
          </p:grpSpPr>
          <p:grpSp>
            <p:nvGrpSpPr>
              <p:cNvPr id="25" name="íṡľíďé">
                <a:extLst>
                  <a:ext uri="{FF2B5EF4-FFF2-40B4-BE49-F238E27FC236}">
                    <a16:creationId xmlns:a16="http://schemas.microsoft.com/office/drawing/2014/main" id="{3A9E3AA2-2AC4-40D8-837C-278F5A9533CC}"/>
                  </a:ext>
                </a:extLst>
              </p:cNvPr>
              <p:cNvGrpSpPr/>
              <p:nvPr/>
            </p:nvGrpSpPr>
            <p:grpSpPr>
              <a:xfrm>
                <a:off x="7222373" y="4107436"/>
                <a:ext cx="762488" cy="762486"/>
                <a:chOff x="669925" y="1181875"/>
                <a:chExt cx="546847" cy="546847"/>
              </a:xfrm>
            </p:grpSpPr>
            <p:sp>
              <p:nvSpPr>
                <p:cNvPr id="29" name="íš1íḋe">
                  <a:extLst>
                    <a:ext uri="{FF2B5EF4-FFF2-40B4-BE49-F238E27FC236}">
                      <a16:creationId xmlns:a16="http://schemas.microsoft.com/office/drawing/2014/main" id="{5709985A-4032-43E5-B976-EA953E315157}"/>
                    </a:ext>
                  </a:extLst>
                </p:cNvPr>
                <p:cNvSpPr/>
                <p:nvPr/>
              </p:nvSpPr>
              <p:spPr>
                <a:xfrm>
                  <a:off x="669925" y="1181875"/>
                  <a:ext cx="546847" cy="5468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" name="îŝľíḑé">
                  <a:extLst>
                    <a:ext uri="{FF2B5EF4-FFF2-40B4-BE49-F238E27FC236}">
                      <a16:creationId xmlns:a16="http://schemas.microsoft.com/office/drawing/2014/main" id="{4D949F07-33AE-447F-80DD-1A9CF4E0C7C4}"/>
                    </a:ext>
                  </a:extLst>
                </p:cNvPr>
                <p:cNvSpPr/>
                <p:nvPr/>
              </p:nvSpPr>
              <p:spPr bwMode="auto">
                <a:xfrm>
                  <a:off x="800847" y="1324564"/>
                  <a:ext cx="285004" cy="261470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</p:sp>
          </p:grpSp>
          <p:grpSp>
            <p:nvGrpSpPr>
              <p:cNvPr id="26" name="îśliḓè">
                <a:extLst>
                  <a:ext uri="{FF2B5EF4-FFF2-40B4-BE49-F238E27FC236}">
                    <a16:creationId xmlns:a16="http://schemas.microsoft.com/office/drawing/2014/main" id="{FDE0392E-B8C9-4FE3-9C20-C6C4F3717352}"/>
                  </a:ext>
                </a:extLst>
              </p:cNvPr>
              <p:cNvGrpSpPr/>
              <p:nvPr/>
            </p:nvGrpSpPr>
            <p:grpSpPr>
              <a:xfrm>
                <a:off x="8167409" y="4110618"/>
                <a:ext cx="1910608" cy="1030224"/>
                <a:chOff x="5875776" y="1130300"/>
                <a:chExt cx="1910608" cy="1030224"/>
              </a:xfrm>
            </p:grpSpPr>
            <p:sp>
              <p:nvSpPr>
                <p:cNvPr id="27" name="ïṧľîďè">
                  <a:extLst>
                    <a:ext uri="{FF2B5EF4-FFF2-40B4-BE49-F238E27FC236}">
                      <a16:creationId xmlns:a16="http://schemas.microsoft.com/office/drawing/2014/main" id="{4E82E71A-1287-45E8-9875-D2A9EB865277}"/>
                    </a:ext>
                  </a:extLst>
                </p:cNvPr>
                <p:cNvSpPr/>
                <p:nvPr/>
              </p:nvSpPr>
              <p:spPr bwMode="auto">
                <a:xfrm>
                  <a:off x="5875776" y="1130300"/>
                  <a:ext cx="1910608" cy="392113"/>
                </a:xfrm>
                <a:prstGeom prst="rect">
                  <a:avLst/>
                </a:prstGeom>
                <a:noFill/>
                <a:ln w="28575" algn="ctr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914400"/>
                  <a:r>
                    <a:rPr lang="en-US" altLang="zh-CN" sz="1600" b="1" kern="0"/>
                    <a:t>T</a:t>
                  </a:r>
                  <a:r>
                    <a:rPr lang="en-US" altLang="zh-CN" sz="100" b="1" kern="0"/>
                    <a:t> </a:t>
                  </a:r>
                  <a:r>
                    <a:rPr lang="en-US" altLang="zh-CN" sz="1600" b="1" kern="0"/>
                    <a:t>ext </a:t>
                  </a:r>
                  <a:r>
                    <a:rPr lang="en-US" altLang="zh-CN" sz="1600" b="1" kern="0" dirty="0"/>
                    <a:t>here</a:t>
                  </a:r>
                  <a:endParaRPr lang="zh-CN" altLang="en-US" sz="1600" b="1" kern="0" dirty="0"/>
                </a:p>
              </p:txBody>
            </p:sp>
            <p:sp>
              <p:nvSpPr>
                <p:cNvPr id="28" name="ï$lïḍé">
                  <a:extLst>
                    <a:ext uri="{FF2B5EF4-FFF2-40B4-BE49-F238E27FC236}">
                      <a16:creationId xmlns:a16="http://schemas.microsoft.com/office/drawing/2014/main" id="{715461BC-FD33-4BE8-8E88-7484D2ED2DA9}"/>
                    </a:ext>
                  </a:extLst>
                </p:cNvPr>
                <p:cNvSpPr/>
                <p:nvPr/>
              </p:nvSpPr>
              <p:spPr>
                <a:xfrm>
                  <a:off x="5875776" y="1522413"/>
                  <a:ext cx="1910608" cy="638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>
                    <a:lnSpc>
                      <a:spcPct val="150000"/>
                    </a:lnSpc>
                  </a:pPr>
                  <a:r>
                    <a:rPr lang="en-US" altLang="zh-CN" sz="1100">
                      <a:solidFill>
                        <a:schemeClr val="tx1"/>
                      </a:solidFill>
                    </a:rPr>
                    <a:t>Supp</a:t>
                  </a:r>
                  <a:r>
                    <a:rPr lang="en-US" altLang="zh-CN" sz="10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100">
                      <a:solidFill>
                        <a:schemeClr val="tx1"/>
                      </a:solidFill>
                    </a:rPr>
                    <a:t>orting </a:t>
                  </a: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text here.</a:t>
                  </a: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</a:p>
              </p:txBody>
            </p:sp>
          </p:grpSp>
        </p:grpSp>
        <p:grpSp>
          <p:nvGrpSpPr>
            <p:cNvPr id="11" name="iṥlïḋé">
              <a:extLst>
                <a:ext uri="{FF2B5EF4-FFF2-40B4-BE49-F238E27FC236}">
                  <a16:creationId xmlns:a16="http://schemas.microsoft.com/office/drawing/2014/main" id="{335C651D-635E-4F8F-8908-255F910EDB8A}"/>
                </a:ext>
              </a:extLst>
            </p:cNvPr>
            <p:cNvGrpSpPr/>
            <p:nvPr/>
          </p:nvGrpSpPr>
          <p:grpSpPr>
            <a:xfrm>
              <a:off x="8664844" y="3614086"/>
              <a:ext cx="2855644" cy="1033406"/>
              <a:chOff x="7222373" y="4107436"/>
              <a:chExt cx="2855644" cy="1033406"/>
            </a:xfrm>
          </p:grpSpPr>
          <p:grpSp>
            <p:nvGrpSpPr>
              <p:cNvPr id="19" name="iṥļîḑé">
                <a:extLst>
                  <a:ext uri="{FF2B5EF4-FFF2-40B4-BE49-F238E27FC236}">
                    <a16:creationId xmlns:a16="http://schemas.microsoft.com/office/drawing/2014/main" id="{542513E7-899B-43AF-9463-81D9AF21CD87}"/>
                  </a:ext>
                </a:extLst>
              </p:cNvPr>
              <p:cNvGrpSpPr/>
              <p:nvPr/>
            </p:nvGrpSpPr>
            <p:grpSpPr>
              <a:xfrm>
                <a:off x="7222373" y="4107436"/>
                <a:ext cx="762488" cy="762486"/>
                <a:chOff x="669925" y="1181875"/>
                <a:chExt cx="546847" cy="546847"/>
              </a:xfrm>
            </p:grpSpPr>
            <p:sp>
              <p:nvSpPr>
                <p:cNvPr id="23" name="ïŝḷîdê">
                  <a:extLst>
                    <a:ext uri="{FF2B5EF4-FFF2-40B4-BE49-F238E27FC236}">
                      <a16:creationId xmlns:a16="http://schemas.microsoft.com/office/drawing/2014/main" id="{C0643201-A972-47EC-8AE3-3FA47DBC3C30}"/>
                    </a:ext>
                  </a:extLst>
                </p:cNvPr>
                <p:cNvSpPr/>
                <p:nvPr/>
              </p:nvSpPr>
              <p:spPr>
                <a:xfrm>
                  <a:off x="669925" y="1181875"/>
                  <a:ext cx="546847" cy="5468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" name="íṡlíḓe">
                  <a:extLst>
                    <a:ext uri="{FF2B5EF4-FFF2-40B4-BE49-F238E27FC236}">
                      <a16:creationId xmlns:a16="http://schemas.microsoft.com/office/drawing/2014/main" id="{9A8EA14D-DCD5-4D5E-9DE3-B499DA77A887}"/>
                    </a:ext>
                  </a:extLst>
                </p:cNvPr>
                <p:cNvSpPr/>
                <p:nvPr/>
              </p:nvSpPr>
              <p:spPr bwMode="auto">
                <a:xfrm>
                  <a:off x="800847" y="1324564"/>
                  <a:ext cx="285004" cy="261470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</p:sp>
          </p:grpSp>
          <p:grpSp>
            <p:nvGrpSpPr>
              <p:cNvPr id="20" name="ïṥlîḍe">
                <a:extLst>
                  <a:ext uri="{FF2B5EF4-FFF2-40B4-BE49-F238E27FC236}">
                    <a16:creationId xmlns:a16="http://schemas.microsoft.com/office/drawing/2014/main" id="{C1A4E485-31E5-42B4-8AED-2EFD176F8C7F}"/>
                  </a:ext>
                </a:extLst>
              </p:cNvPr>
              <p:cNvGrpSpPr/>
              <p:nvPr/>
            </p:nvGrpSpPr>
            <p:grpSpPr>
              <a:xfrm>
                <a:off x="8167409" y="4110618"/>
                <a:ext cx="1910608" cy="1030224"/>
                <a:chOff x="5875776" y="1130300"/>
                <a:chExt cx="1910608" cy="1030224"/>
              </a:xfrm>
            </p:grpSpPr>
            <p:sp>
              <p:nvSpPr>
                <p:cNvPr id="21" name="îṥ1îdè">
                  <a:extLst>
                    <a:ext uri="{FF2B5EF4-FFF2-40B4-BE49-F238E27FC236}">
                      <a16:creationId xmlns:a16="http://schemas.microsoft.com/office/drawing/2014/main" id="{E92450C7-C2E5-4CBD-B9A1-8E3B8CF6A49C}"/>
                    </a:ext>
                  </a:extLst>
                </p:cNvPr>
                <p:cNvSpPr/>
                <p:nvPr/>
              </p:nvSpPr>
              <p:spPr bwMode="auto">
                <a:xfrm>
                  <a:off x="5875776" y="1130300"/>
                  <a:ext cx="1910608" cy="392113"/>
                </a:xfrm>
                <a:prstGeom prst="rect">
                  <a:avLst/>
                </a:prstGeom>
                <a:noFill/>
                <a:ln w="28575" algn="ctr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914400"/>
                  <a:r>
                    <a:rPr lang="en-US" altLang="zh-CN" sz="1600" b="1" kern="0"/>
                    <a:t>T</a:t>
                  </a:r>
                  <a:r>
                    <a:rPr lang="en-US" altLang="zh-CN" sz="100" b="1" kern="0"/>
                    <a:t> </a:t>
                  </a:r>
                  <a:r>
                    <a:rPr lang="en-US" altLang="zh-CN" sz="1600" b="1" kern="0"/>
                    <a:t>ext </a:t>
                  </a:r>
                  <a:r>
                    <a:rPr lang="en-US" altLang="zh-CN" sz="1600" b="1" kern="0" dirty="0"/>
                    <a:t>here</a:t>
                  </a:r>
                  <a:endParaRPr lang="zh-CN" altLang="en-US" sz="1600" b="1" kern="0" dirty="0"/>
                </a:p>
              </p:txBody>
            </p:sp>
            <p:sp>
              <p:nvSpPr>
                <p:cNvPr id="22" name="iśľîďe">
                  <a:extLst>
                    <a:ext uri="{FF2B5EF4-FFF2-40B4-BE49-F238E27FC236}">
                      <a16:creationId xmlns:a16="http://schemas.microsoft.com/office/drawing/2014/main" id="{7EC133C5-11F1-4708-98FA-8ED6B29B7A82}"/>
                    </a:ext>
                  </a:extLst>
                </p:cNvPr>
                <p:cNvSpPr/>
                <p:nvPr/>
              </p:nvSpPr>
              <p:spPr>
                <a:xfrm>
                  <a:off x="5875776" y="1522413"/>
                  <a:ext cx="1910608" cy="638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>
                    <a:lnSpc>
                      <a:spcPct val="150000"/>
                    </a:lnSpc>
                  </a:pPr>
                  <a:r>
                    <a:rPr lang="en-US" altLang="zh-CN" sz="1100">
                      <a:solidFill>
                        <a:schemeClr val="tx1"/>
                      </a:solidFill>
                    </a:rPr>
                    <a:t>Supporting </a:t>
                  </a:r>
                  <a:r>
                    <a:rPr lang="en-US" altLang="zh-CN" sz="10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100">
                      <a:solidFill>
                        <a:schemeClr val="tx1"/>
                      </a:solidFill>
                    </a:rPr>
                    <a:t>text </a:t>
                  </a: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here.</a:t>
                  </a: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</a:p>
              </p:txBody>
            </p:sp>
          </p:grpSp>
        </p:grpSp>
        <p:grpSp>
          <p:nvGrpSpPr>
            <p:cNvPr id="12" name="iṥľíḓe">
              <a:extLst>
                <a:ext uri="{FF2B5EF4-FFF2-40B4-BE49-F238E27FC236}">
                  <a16:creationId xmlns:a16="http://schemas.microsoft.com/office/drawing/2014/main" id="{38F63540-F8A1-4D4F-8AB8-A2D3481B9F1A}"/>
                </a:ext>
              </a:extLst>
            </p:cNvPr>
            <p:cNvGrpSpPr/>
            <p:nvPr/>
          </p:nvGrpSpPr>
          <p:grpSpPr>
            <a:xfrm>
              <a:off x="8664844" y="5120871"/>
              <a:ext cx="2855644" cy="1033406"/>
              <a:chOff x="7222373" y="4107436"/>
              <a:chExt cx="2855644" cy="1033406"/>
            </a:xfrm>
          </p:grpSpPr>
          <p:grpSp>
            <p:nvGrpSpPr>
              <p:cNvPr id="13" name="ïṩḷïďé">
                <a:extLst>
                  <a:ext uri="{FF2B5EF4-FFF2-40B4-BE49-F238E27FC236}">
                    <a16:creationId xmlns:a16="http://schemas.microsoft.com/office/drawing/2014/main" id="{59BE9444-249D-4F58-9274-8C8A9F4765D2}"/>
                  </a:ext>
                </a:extLst>
              </p:cNvPr>
              <p:cNvGrpSpPr/>
              <p:nvPr/>
            </p:nvGrpSpPr>
            <p:grpSpPr>
              <a:xfrm>
                <a:off x="7222373" y="4107436"/>
                <a:ext cx="762488" cy="762486"/>
                <a:chOff x="669925" y="1181875"/>
                <a:chExt cx="546847" cy="546847"/>
              </a:xfrm>
            </p:grpSpPr>
            <p:sp>
              <p:nvSpPr>
                <p:cNvPr id="17" name="ïṧḻîdê">
                  <a:extLst>
                    <a:ext uri="{FF2B5EF4-FFF2-40B4-BE49-F238E27FC236}">
                      <a16:creationId xmlns:a16="http://schemas.microsoft.com/office/drawing/2014/main" id="{9B4A0534-96ED-43B0-A712-147B22AA9B8F}"/>
                    </a:ext>
                  </a:extLst>
                </p:cNvPr>
                <p:cNvSpPr/>
                <p:nvPr/>
              </p:nvSpPr>
              <p:spPr>
                <a:xfrm>
                  <a:off x="669925" y="1181875"/>
                  <a:ext cx="546847" cy="5468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rm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" name="íṡľíḍé">
                  <a:extLst>
                    <a:ext uri="{FF2B5EF4-FFF2-40B4-BE49-F238E27FC236}">
                      <a16:creationId xmlns:a16="http://schemas.microsoft.com/office/drawing/2014/main" id="{C8246B7E-740C-4AF1-B27C-9AF11BD0BC8E}"/>
                    </a:ext>
                  </a:extLst>
                </p:cNvPr>
                <p:cNvSpPr/>
                <p:nvPr/>
              </p:nvSpPr>
              <p:spPr bwMode="auto">
                <a:xfrm>
                  <a:off x="800847" y="1324564"/>
                  <a:ext cx="285004" cy="261470"/>
                </a:xfrm>
                <a:custGeom>
                  <a:avLst/>
                  <a:gdLst>
                    <a:gd name="connsiteX0" fmla="*/ 303857 w 607639"/>
                    <a:gd name="connsiteY0" fmla="*/ 303714 h 557467"/>
                    <a:gd name="connsiteX1" fmla="*/ 352986 w 607639"/>
                    <a:gd name="connsiteY1" fmla="*/ 309132 h 557467"/>
                    <a:gd name="connsiteX2" fmla="*/ 514597 w 607639"/>
                    <a:gd name="connsiteY2" fmla="*/ 449845 h 557467"/>
                    <a:gd name="connsiteX3" fmla="*/ 528676 w 607639"/>
                    <a:gd name="connsiteY3" fmla="*/ 528182 h 557467"/>
                    <a:gd name="connsiteX4" fmla="*/ 499345 w 607639"/>
                    <a:gd name="connsiteY4" fmla="*/ 557467 h 557467"/>
                    <a:gd name="connsiteX5" fmla="*/ 108223 w 607639"/>
                    <a:gd name="connsiteY5" fmla="*/ 557467 h 557467"/>
                    <a:gd name="connsiteX6" fmla="*/ 78892 w 607639"/>
                    <a:gd name="connsiteY6" fmla="*/ 528182 h 557467"/>
                    <a:gd name="connsiteX7" fmla="*/ 303857 w 607639"/>
                    <a:gd name="connsiteY7" fmla="*/ 303714 h 557467"/>
                    <a:gd name="connsiteX8" fmla="*/ 455825 w 607639"/>
                    <a:gd name="connsiteY8" fmla="*/ 268995 h 557467"/>
                    <a:gd name="connsiteX9" fmla="*/ 607639 w 607639"/>
                    <a:gd name="connsiteY9" fmla="*/ 420565 h 557467"/>
                    <a:gd name="connsiteX10" fmla="*/ 578303 w 607639"/>
                    <a:gd name="connsiteY10" fmla="*/ 449854 h 557467"/>
                    <a:gd name="connsiteX11" fmla="*/ 576396 w 607639"/>
                    <a:gd name="connsiteY11" fmla="*/ 449854 h 557467"/>
                    <a:gd name="connsiteX12" fmla="*/ 424875 w 607639"/>
                    <a:gd name="connsiteY12" fmla="*/ 272217 h 557467"/>
                    <a:gd name="connsiteX13" fmla="*/ 455825 w 607639"/>
                    <a:gd name="connsiteY13" fmla="*/ 268995 h 557467"/>
                    <a:gd name="connsiteX14" fmla="*/ 151811 w 607639"/>
                    <a:gd name="connsiteY14" fmla="*/ 268995 h 557467"/>
                    <a:gd name="connsiteX15" fmla="*/ 182906 w 607639"/>
                    <a:gd name="connsiteY15" fmla="*/ 272217 h 557467"/>
                    <a:gd name="connsiteX16" fmla="*/ 31389 w 607639"/>
                    <a:gd name="connsiteY16" fmla="*/ 449854 h 557467"/>
                    <a:gd name="connsiteX17" fmla="*/ 29335 w 607639"/>
                    <a:gd name="connsiteY17" fmla="*/ 449854 h 557467"/>
                    <a:gd name="connsiteX18" fmla="*/ 0 w 607639"/>
                    <a:gd name="connsiteY18" fmla="*/ 420565 h 557467"/>
                    <a:gd name="connsiteX19" fmla="*/ 151811 w 607639"/>
                    <a:gd name="connsiteY19" fmla="*/ 268995 h 557467"/>
                    <a:gd name="connsiteX20" fmla="*/ 462556 w 607639"/>
                    <a:gd name="connsiteY20" fmla="*/ 35000 h 557467"/>
                    <a:gd name="connsiteX21" fmla="*/ 543847 w 607639"/>
                    <a:gd name="connsiteY21" fmla="*/ 122571 h 557467"/>
                    <a:gd name="connsiteX22" fmla="*/ 462556 w 607639"/>
                    <a:gd name="connsiteY22" fmla="*/ 210143 h 557467"/>
                    <a:gd name="connsiteX23" fmla="*/ 485153 w 607639"/>
                    <a:gd name="connsiteY23" fmla="*/ 122571 h 557467"/>
                    <a:gd name="connsiteX24" fmla="*/ 462556 w 607639"/>
                    <a:gd name="connsiteY24" fmla="*/ 35000 h 557467"/>
                    <a:gd name="connsiteX25" fmla="*/ 145224 w 607639"/>
                    <a:gd name="connsiteY25" fmla="*/ 35000 h 557467"/>
                    <a:gd name="connsiteX26" fmla="*/ 122481 w 607639"/>
                    <a:gd name="connsiteY26" fmla="*/ 122571 h 557467"/>
                    <a:gd name="connsiteX27" fmla="*/ 145224 w 607639"/>
                    <a:gd name="connsiteY27" fmla="*/ 210143 h 557467"/>
                    <a:gd name="connsiteX28" fmla="*/ 63791 w 607639"/>
                    <a:gd name="connsiteY28" fmla="*/ 122571 h 557467"/>
                    <a:gd name="connsiteX29" fmla="*/ 145224 w 607639"/>
                    <a:gd name="connsiteY29" fmla="*/ 35000 h 557467"/>
                    <a:gd name="connsiteX30" fmla="*/ 303892 w 607639"/>
                    <a:gd name="connsiteY30" fmla="*/ 0 h 557467"/>
                    <a:gd name="connsiteX31" fmla="*/ 403912 w 607639"/>
                    <a:gd name="connsiteY31" fmla="*/ 51694 h 557467"/>
                    <a:gd name="connsiteX32" fmla="*/ 426497 w 607639"/>
                    <a:gd name="connsiteY32" fmla="*/ 122572 h 557467"/>
                    <a:gd name="connsiteX33" fmla="*/ 403912 w 607639"/>
                    <a:gd name="connsiteY33" fmla="*/ 193450 h 557467"/>
                    <a:gd name="connsiteX34" fmla="*/ 303892 w 607639"/>
                    <a:gd name="connsiteY34" fmla="*/ 245144 h 557467"/>
                    <a:gd name="connsiteX35" fmla="*/ 181141 w 607639"/>
                    <a:gd name="connsiteY35" fmla="*/ 122572 h 557467"/>
                    <a:gd name="connsiteX36" fmla="*/ 303892 w 607639"/>
                    <a:gd name="connsiteY36" fmla="*/ 0 h 5574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07639" h="557467">
                      <a:moveTo>
                        <a:pt x="303857" y="303714"/>
                      </a:moveTo>
                      <a:cubicBezTo>
                        <a:pt x="320722" y="303714"/>
                        <a:pt x="337148" y="305618"/>
                        <a:pt x="352986" y="309132"/>
                      </a:cubicBezTo>
                      <a:cubicBezTo>
                        <a:pt x="427486" y="325824"/>
                        <a:pt x="488200" y="379562"/>
                        <a:pt x="514597" y="449845"/>
                      </a:cubicBezTo>
                      <a:cubicBezTo>
                        <a:pt x="523690" y="474298"/>
                        <a:pt x="528676" y="500655"/>
                        <a:pt x="528676" y="528182"/>
                      </a:cubicBezTo>
                      <a:cubicBezTo>
                        <a:pt x="528676" y="544289"/>
                        <a:pt x="515477" y="557467"/>
                        <a:pt x="499345" y="557467"/>
                      </a:cubicBezTo>
                      <a:lnTo>
                        <a:pt x="108223" y="557467"/>
                      </a:lnTo>
                      <a:cubicBezTo>
                        <a:pt x="92091" y="557467"/>
                        <a:pt x="78892" y="544289"/>
                        <a:pt x="78892" y="528182"/>
                      </a:cubicBezTo>
                      <a:cubicBezTo>
                        <a:pt x="78892" y="404307"/>
                        <a:pt x="179789" y="303714"/>
                        <a:pt x="303857" y="303714"/>
                      </a:cubicBezTo>
                      <a:close/>
                      <a:moveTo>
                        <a:pt x="455825" y="268995"/>
                      </a:moveTo>
                      <a:cubicBezTo>
                        <a:pt x="539579" y="268995"/>
                        <a:pt x="607639" y="336945"/>
                        <a:pt x="607639" y="420565"/>
                      </a:cubicBezTo>
                      <a:cubicBezTo>
                        <a:pt x="607639" y="436674"/>
                        <a:pt x="594584" y="449854"/>
                        <a:pt x="578303" y="449854"/>
                      </a:cubicBezTo>
                      <a:lnTo>
                        <a:pt x="576396" y="449854"/>
                      </a:lnTo>
                      <a:cubicBezTo>
                        <a:pt x="553661" y="371360"/>
                        <a:pt x="497775" y="306631"/>
                        <a:pt x="424875" y="272217"/>
                      </a:cubicBezTo>
                      <a:cubicBezTo>
                        <a:pt x="434996" y="270020"/>
                        <a:pt x="445410" y="268995"/>
                        <a:pt x="455825" y="268995"/>
                      </a:cubicBezTo>
                      <a:close/>
                      <a:moveTo>
                        <a:pt x="151811" y="268995"/>
                      </a:moveTo>
                      <a:cubicBezTo>
                        <a:pt x="162371" y="268995"/>
                        <a:pt x="172785" y="270020"/>
                        <a:pt x="182906" y="272217"/>
                      </a:cubicBezTo>
                      <a:cubicBezTo>
                        <a:pt x="110008" y="306631"/>
                        <a:pt x="53977" y="371360"/>
                        <a:pt x="31389" y="449854"/>
                      </a:cubicBezTo>
                      <a:lnTo>
                        <a:pt x="29335" y="449854"/>
                      </a:lnTo>
                      <a:cubicBezTo>
                        <a:pt x="13201" y="449854"/>
                        <a:pt x="0" y="436674"/>
                        <a:pt x="0" y="420565"/>
                      </a:cubicBezTo>
                      <a:cubicBezTo>
                        <a:pt x="0" y="336945"/>
                        <a:pt x="68058" y="268995"/>
                        <a:pt x="151811" y="268995"/>
                      </a:cubicBezTo>
                      <a:close/>
                      <a:moveTo>
                        <a:pt x="462556" y="35000"/>
                      </a:moveTo>
                      <a:cubicBezTo>
                        <a:pt x="507897" y="38368"/>
                        <a:pt x="543847" y="76296"/>
                        <a:pt x="543847" y="122571"/>
                      </a:cubicBezTo>
                      <a:cubicBezTo>
                        <a:pt x="543847" y="168847"/>
                        <a:pt x="507897" y="206775"/>
                        <a:pt x="462556" y="210143"/>
                      </a:cubicBezTo>
                      <a:cubicBezTo>
                        <a:pt x="476936" y="184223"/>
                        <a:pt x="485153" y="154349"/>
                        <a:pt x="485153" y="122571"/>
                      </a:cubicBezTo>
                      <a:cubicBezTo>
                        <a:pt x="485153" y="90794"/>
                        <a:pt x="476936" y="60920"/>
                        <a:pt x="462556" y="35000"/>
                      </a:cubicBezTo>
                      <a:close/>
                      <a:moveTo>
                        <a:pt x="145224" y="35000"/>
                      </a:moveTo>
                      <a:cubicBezTo>
                        <a:pt x="130698" y="60920"/>
                        <a:pt x="122481" y="90794"/>
                        <a:pt x="122481" y="122571"/>
                      </a:cubicBezTo>
                      <a:cubicBezTo>
                        <a:pt x="122481" y="154349"/>
                        <a:pt x="130698" y="184223"/>
                        <a:pt x="145224" y="210143"/>
                      </a:cubicBezTo>
                      <a:cubicBezTo>
                        <a:pt x="99739" y="206775"/>
                        <a:pt x="63791" y="168847"/>
                        <a:pt x="63791" y="122571"/>
                      </a:cubicBezTo>
                      <a:cubicBezTo>
                        <a:pt x="63791" y="76296"/>
                        <a:pt x="99739" y="38368"/>
                        <a:pt x="145224" y="35000"/>
                      </a:cubicBezTo>
                      <a:close/>
                      <a:moveTo>
                        <a:pt x="303892" y="0"/>
                      </a:moveTo>
                      <a:cubicBezTo>
                        <a:pt x="345103" y="0"/>
                        <a:pt x="381620" y="20502"/>
                        <a:pt x="403912" y="51694"/>
                      </a:cubicBezTo>
                      <a:cubicBezTo>
                        <a:pt x="418138" y="71756"/>
                        <a:pt x="426497" y="96212"/>
                        <a:pt x="426497" y="122572"/>
                      </a:cubicBezTo>
                      <a:cubicBezTo>
                        <a:pt x="426497" y="148931"/>
                        <a:pt x="418138" y="173387"/>
                        <a:pt x="403912" y="193450"/>
                      </a:cubicBezTo>
                      <a:cubicBezTo>
                        <a:pt x="381620" y="224642"/>
                        <a:pt x="345103" y="245144"/>
                        <a:pt x="303892" y="245144"/>
                      </a:cubicBezTo>
                      <a:cubicBezTo>
                        <a:pt x="236137" y="245144"/>
                        <a:pt x="181141" y="190082"/>
                        <a:pt x="181141" y="122572"/>
                      </a:cubicBezTo>
                      <a:cubicBezTo>
                        <a:pt x="181141" y="55062"/>
                        <a:pt x="236137" y="0"/>
                        <a:pt x="303892" y="0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</p:sp>
          </p:grpSp>
          <p:grpSp>
            <p:nvGrpSpPr>
              <p:cNvPr id="14" name="işḻîďé">
                <a:extLst>
                  <a:ext uri="{FF2B5EF4-FFF2-40B4-BE49-F238E27FC236}">
                    <a16:creationId xmlns:a16="http://schemas.microsoft.com/office/drawing/2014/main" id="{3EF4A81C-2216-4738-A75B-9CC7C79F9A4A}"/>
                  </a:ext>
                </a:extLst>
              </p:cNvPr>
              <p:cNvGrpSpPr/>
              <p:nvPr/>
            </p:nvGrpSpPr>
            <p:grpSpPr>
              <a:xfrm>
                <a:off x="8167409" y="4110618"/>
                <a:ext cx="1910608" cy="1030224"/>
                <a:chOff x="5875776" y="1130300"/>
                <a:chExt cx="1910608" cy="1030224"/>
              </a:xfrm>
            </p:grpSpPr>
            <p:sp>
              <p:nvSpPr>
                <p:cNvPr id="15" name="íšļîde">
                  <a:extLst>
                    <a:ext uri="{FF2B5EF4-FFF2-40B4-BE49-F238E27FC236}">
                      <a16:creationId xmlns:a16="http://schemas.microsoft.com/office/drawing/2014/main" id="{3451FCB7-9B4C-4C64-B81C-99243DF1A25A}"/>
                    </a:ext>
                  </a:extLst>
                </p:cNvPr>
                <p:cNvSpPr/>
                <p:nvPr/>
              </p:nvSpPr>
              <p:spPr bwMode="auto">
                <a:xfrm>
                  <a:off x="5875776" y="1130300"/>
                  <a:ext cx="1910608" cy="392113"/>
                </a:xfrm>
                <a:prstGeom prst="rect">
                  <a:avLst/>
                </a:prstGeom>
                <a:noFill/>
                <a:ln w="28575" algn="ctr">
                  <a:noFill/>
                  <a:round/>
                  <a:headEnd/>
                  <a:tailEnd/>
                </a:ln>
              </p:spPr>
              <p:txBody>
                <a:bodyPr wrap="square" lIns="91440" tIns="45720" rIns="91440" bIns="45720" anchor="ctr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tx1"/>
                      </a:solidFill>
                    </a:defRPr>
                  </a:lvl9pPr>
                </a:lstStyle>
                <a:p>
                  <a:pPr defTabSz="914400"/>
                  <a:r>
                    <a:rPr lang="en-US" altLang="zh-CN" sz="1600" b="1" kern="0"/>
                    <a:t>Text</a:t>
                  </a:r>
                  <a:r>
                    <a:rPr lang="en-US" altLang="zh-CN" sz="100" b="1" kern="0"/>
                    <a:t> </a:t>
                  </a:r>
                  <a:r>
                    <a:rPr lang="en-US" altLang="zh-CN" sz="1600" b="1" kern="0"/>
                    <a:t> </a:t>
                  </a:r>
                  <a:r>
                    <a:rPr lang="en-US" altLang="zh-CN" sz="1600" b="1" kern="0" dirty="0"/>
                    <a:t>here</a:t>
                  </a:r>
                  <a:endParaRPr lang="zh-CN" altLang="en-US" sz="1600" b="1" kern="0" dirty="0"/>
                </a:p>
              </p:txBody>
            </p:sp>
            <p:sp>
              <p:nvSpPr>
                <p:cNvPr id="16" name="iṩ1íḓè">
                  <a:extLst>
                    <a:ext uri="{FF2B5EF4-FFF2-40B4-BE49-F238E27FC236}">
                      <a16:creationId xmlns:a16="http://schemas.microsoft.com/office/drawing/2014/main" id="{FA8D1563-3F3A-425E-ACB3-2B635CDE4193}"/>
                    </a:ext>
                  </a:extLst>
                </p:cNvPr>
                <p:cNvSpPr/>
                <p:nvPr/>
              </p:nvSpPr>
              <p:spPr>
                <a:xfrm>
                  <a:off x="5875776" y="1522413"/>
                  <a:ext cx="1910608" cy="63811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>
                  <a:normAutofit/>
                </a:bodyPr>
                <a:lstStyle>
                  <a:defPPr>
                    <a:defRPr lang="en-US"/>
                  </a:defPPr>
                  <a:lvl1pPr marL="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1pPr>
                  <a:lvl2pPr marL="609585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2pPr>
                  <a:lvl3pPr marL="1219170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3pPr>
                  <a:lvl4pPr marL="182875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4pPr>
                  <a:lvl5pPr marL="243833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5pPr>
                  <a:lvl6pPr marL="3047924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6pPr>
                  <a:lvl7pPr marL="3657509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7pPr>
                  <a:lvl8pPr marL="4267093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8pPr>
                  <a:lvl9pPr marL="4876678" algn="l" defTabSz="609585" rtl="0" eaLnBrk="1" latinLnBrk="0" hangingPunct="1">
                    <a:defRPr sz="2400" kern="1200">
                      <a:solidFill>
                        <a:schemeClr val="lt1"/>
                      </a:solidFill>
                    </a:defRPr>
                  </a:lvl9pPr>
                </a:lstStyle>
                <a:p>
                  <a:pPr lvl="0">
                    <a:lnSpc>
                      <a:spcPct val="150000"/>
                    </a:lnSpc>
                  </a:pPr>
                  <a:r>
                    <a:rPr lang="en-US" altLang="zh-CN" sz="1100">
                      <a:solidFill>
                        <a:schemeClr val="tx1"/>
                      </a:solidFill>
                    </a:rPr>
                    <a:t>Supporting </a:t>
                  </a:r>
                  <a:r>
                    <a:rPr lang="en-US" altLang="zh-CN" sz="100">
                      <a:solidFill>
                        <a:schemeClr val="tx1"/>
                      </a:solidFill>
                    </a:rPr>
                    <a:t> </a:t>
                  </a:r>
                  <a:r>
                    <a:rPr lang="en-US" altLang="zh-CN" sz="1100">
                      <a:solidFill>
                        <a:schemeClr val="tx1"/>
                      </a:solidFill>
                    </a:rPr>
                    <a:t>text </a:t>
                  </a: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here.</a:t>
                  </a:r>
                </a:p>
                <a:p>
                  <a:pPr lvl="0">
                    <a:lnSpc>
                      <a:spcPct val="150000"/>
                    </a:lnSpc>
                  </a:pPr>
                  <a:r>
                    <a:rPr lang="en-US" altLang="zh-CN" sz="1100" dirty="0">
                      <a:solidFill>
                        <a:schemeClr val="tx1"/>
                      </a:solidFill>
                    </a:rPr>
                    <a:t>……</a:t>
                  </a:r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43981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 hidden="1">
            <a:extLst>
              <a:ext uri="{FF2B5EF4-FFF2-40B4-BE49-F238E27FC236}">
                <a16:creationId xmlns:a16="http://schemas.microsoft.com/office/drawing/2014/main" id="{A6A819F1-33AF-45D7-8BF6-2B0A9769C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69869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47" imgH="348" progId="TCLayout.ActiveDocument.1">
                  <p:embed/>
                </p:oleObj>
              </mc:Choice>
              <mc:Fallback>
                <p:oleObj name="think-cell Slide" r:id="rId4" imgW="347" imgH="348" progId="TCLayout.ActiveDocument.1">
                  <p:embed/>
                  <p:pic>
                    <p:nvPicPr>
                      <p:cNvPr id="3" name="对象 2" hidden="1">
                        <a:extLst>
                          <a:ext uri="{FF2B5EF4-FFF2-40B4-BE49-F238E27FC236}">
                            <a16:creationId xmlns:a16="http://schemas.microsoft.com/office/drawing/2014/main" id="{A6A819F1-33AF-45D7-8BF6-2B0A9769CA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 hidden="1">
            <a:extLst>
              <a:ext uri="{FF2B5EF4-FFF2-40B4-BE49-F238E27FC236}">
                <a16:creationId xmlns:a16="http://schemas.microsoft.com/office/drawing/2014/main" id="{FF51F16D-1BAD-46EE-A6F4-B8B94C9DF628}"/>
              </a:ext>
            </a:extLst>
          </p:cNvPr>
          <p:cNvSpPr/>
          <p:nvPr/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400" dirty="0">
              <a:latin typeface="Arial" panose="020B0604020202020204" pitchFamily="34" charset="0"/>
              <a:ea typeface="微软雅黑" panose="020B0503020204020204" pitchFamily="34" charset="-122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8000" dirty="0"/>
              <a:t>THANKS!</a:t>
            </a:r>
            <a:br>
              <a:rPr lang="en-US" altLang="zh-CN" dirty="0"/>
            </a:br>
            <a:r>
              <a:rPr lang="en-US" altLang="zh-CN" b="0"/>
              <a:t>And Y</a:t>
            </a:r>
            <a:r>
              <a:rPr lang="en-US" altLang="zh-CN" sz="100" b="0"/>
              <a:t> </a:t>
            </a:r>
            <a:r>
              <a:rPr lang="en-US" altLang="zh-CN" b="0"/>
              <a:t>our </a:t>
            </a:r>
            <a:r>
              <a:rPr lang="en-US" altLang="zh-CN" b="0" dirty="0"/>
              <a:t>Slogan Here</a:t>
            </a:r>
            <a:endParaRPr lang="zh-CN" altLang="en-US" b="0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altLang="zh-CN"/>
              <a:t>www.</a:t>
            </a:r>
            <a:r>
              <a:rPr lang="en-US" altLang="zh-CN" sz="100"/>
              <a:t> </a:t>
            </a:r>
            <a:r>
              <a:rPr lang="en-US" altLang="zh-CN"/>
              <a:t>islide.cc</a:t>
            </a:r>
            <a:endParaRPr lang="en-US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/>
              <a:t>Speaker</a:t>
            </a:r>
            <a:r>
              <a:rPr lang="en-US" altLang="zh-CN" sz="100"/>
              <a:t> </a:t>
            </a:r>
            <a:r>
              <a:rPr lang="en-US" altLang="zh-CN"/>
              <a:t> name and title</a:t>
            </a:r>
            <a:endParaRPr lang="en-US" altLang="zh-CN" dirty="0"/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1022814" y="2128462"/>
            <a:ext cx="4460537" cy="691252"/>
            <a:chOff x="1101012" y="2911151"/>
            <a:chExt cx="9573211" cy="1483567"/>
          </a:xfrm>
        </p:grpSpPr>
        <p:sp>
          <p:nvSpPr>
            <p:cNvPr id="2" name="椭圆 1"/>
            <p:cNvSpPr/>
            <p:nvPr/>
          </p:nvSpPr>
          <p:spPr>
            <a:xfrm>
              <a:off x="5551715" y="3069771"/>
              <a:ext cx="643813" cy="64381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7" name="椭圆 6"/>
            <p:cNvSpPr/>
            <p:nvPr/>
          </p:nvSpPr>
          <p:spPr>
            <a:xfrm>
              <a:off x="6447454" y="3069771"/>
              <a:ext cx="643813" cy="643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8" name="椭圆 7"/>
            <p:cNvSpPr/>
            <p:nvPr/>
          </p:nvSpPr>
          <p:spPr>
            <a:xfrm>
              <a:off x="7343193" y="3069771"/>
              <a:ext cx="643813" cy="64381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9" name="椭圆 8"/>
            <p:cNvSpPr/>
            <p:nvPr/>
          </p:nvSpPr>
          <p:spPr>
            <a:xfrm>
              <a:off x="8238932" y="3069771"/>
              <a:ext cx="643813" cy="6438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0" name="椭圆 9"/>
            <p:cNvSpPr/>
            <p:nvPr/>
          </p:nvSpPr>
          <p:spPr>
            <a:xfrm>
              <a:off x="9134671" y="3069771"/>
              <a:ext cx="643813" cy="64381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1" name="椭圆 10"/>
            <p:cNvSpPr/>
            <p:nvPr/>
          </p:nvSpPr>
          <p:spPr>
            <a:xfrm>
              <a:off x="10030410" y="3069771"/>
              <a:ext cx="643813" cy="6438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2" name="椭圆 11"/>
            <p:cNvSpPr/>
            <p:nvPr/>
          </p:nvSpPr>
          <p:spPr>
            <a:xfrm>
              <a:off x="1101012" y="3069771"/>
              <a:ext cx="643813" cy="64381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3" name="椭圆 12"/>
            <p:cNvSpPr/>
            <p:nvPr/>
          </p:nvSpPr>
          <p:spPr>
            <a:xfrm>
              <a:off x="1996751" y="3069771"/>
              <a:ext cx="643813" cy="6438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4" name="椭圆 13"/>
            <p:cNvSpPr/>
            <p:nvPr/>
          </p:nvSpPr>
          <p:spPr>
            <a:xfrm>
              <a:off x="2892490" y="3069771"/>
              <a:ext cx="643813" cy="64381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15" name="椭圆 14"/>
            <p:cNvSpPr/>
            <p:nvPr/>
          </p:nvSpPr>
          <p:spPr>
            <a:xfrm>
              <a:off x="3788229" y="3069771"/>
              <a:ext cx="643813" cy="6438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cxnSp>
          <p:nvCxnSpPr>
            <p:cNvPr id="4" name="直接连接符 3"/>
            <p:cNvCxnSpPr/>
            <p:nvPr/>
          </p:nvCxnSpPr>
          <p:spPr>
            <a:xfrm>
              <a:off x="4982546" y="2911151"/>
              <a:ext cx="0" cy="148356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660400" y="1512849"/>
            <a:ext cx="5852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主题</a:t>
            </a:r>
            <a:r>
              <a:rPr lang="zh-CN" altLang="en-US" sz="1200"/>
              <a:t>色彩 </a:t>
            </a:r>
            <a:r>
              <a:rPr lang="zh-CN" altLang="en-US" sz="100"/>
              <a:t> </a:t>
            </a:r>
            <a:r>
              <a:rPr lang="en-US" altLang="zh-CN" sz="1200"/>
              <a:t>THEME </a:t>
            </a:r>
            <a:r>
              <a:rPr lang="en-US" altLang="zh-CN" sz="1200" dirty="0"/>
              <a:t>COLORS</a:t>
            </a:r>
            <a:endParaRPr lang="zh-CN" altLang="en-US" sz="1200" dirty="0"/>
          </a:p>
        </p:txBody>
      </p:sp>
      <p:cxnSp>
        <p:nvCxnSpPr>
          <p:cNvPr id="20" name="直接连接符 19"/>
          <p:cNvCxnSpPr/>
          <p:nvPr/>
        </p:nvCxnSpPr>
        <p:spPr>
          <a:xfrm>
            <a:off x="669931" y="1843079"/>
            <a:ext cx="5852175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69929" y="2689501"/>
            <a:ext cx="216144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800"/>
            </a:lvl1pPr>
          </a:lstStyle>
          <a:p>
            <a:r>
              <a:rPr lang="zh-CN" altLang="en-US" dirty="0"/>
              <a:t>文字</a:t>
            </a:r>
            <a:r>
              <a:rPr lang="en-US" altLang="zh-CN" dirty="0"/>
              <a:t>/</a:t>
            </a:r>
            <a:r>
              <a:rPr lang="zh-CN" altLang="en-US"/>
              <a:t>背景 </a:t>
            </a:r>
            <a:r>
              <a:rPr lang="en-US" altLang="zh-CN"/>
              <a:t>T</a:t>
            </a:r>
            <a:r>
              <a:rPr lang="en-US" altLang="zh-CN" sz="100"/>
              <a:t> </a:t>
            </a:r>
            <a:r>
              <a:rPr lang="en-US" altLang="zh-CN"/>
              <a:t>ext</a:t>
            </a:r>
            <a:r>
              <a:rPr lang="en-US" altLang="zh-CN" dirty="0"/>
              <a:t>/Background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2841871" y="2689501"/>
            <a:ext cx="28766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" dirty="0"/>
              <a:t>填充色 </a:t>
            </a:r>
            <a:r>
              <a:rPr lang="en-US" altLang="zh-CN" sz="800"/>
              <a:t>Fill </a:t>
            </a:r>
            <a:r>
              <a:rPr lang="en-US" altLang="zh-CN" sz="100"/>
              <a:t> </a:t>
            </a:r>
            <a:r>
              <a:rPr lang="en-US" altLang="zh-CN" sz="800"/>
              <a:t>Colors</a:t>
            </a:r>
            <a:endParaRPr lang="zh-CN" altLang="en-US" sz="800" dirty="0"/>
          </a:p>
        </p:txBody>
      </p:sp>
      <p:sp>
        <p:nvSpPr>
          <p:cNvPr id="25" name="文本框 24"/>
          <p:cNvSpPr txBox="1"/>
          <p:nvPr/>
        </p:nvSpPr>
        <p:spPr>
          <a:xfrm>
            <a:off x="660400" y="3943133"/>
            <a:ext cx="5852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主题</a:t>
            </a:r>
            <a:r>
              <a:rPr lang="zh-CN" altLang="en-US" sz="1200"/>
              <a:t>字体 </a:t>
            </a:r>
            <a:r>
              <a:rPr lang="en-US" altLang="zh-CN" sz="1200"/>
              <a:t>THEME</a:t>
            </a:r>
            <a:r>
              <a:rPr lang="en-US" altLang="zh-CN" sz="100"/>
              <a:t> </a:t>
            </a:r>
            <a:r>
              <a:rPr lang="en-US" altLang="zh-CN" sz="1200"/>
              <a:t> </a:t>
            </a:r>
            <a:r>
              <a:rPr lang="en-US" altLang="zh-CN" sz="1200" dirty="0"/>
              <a:t>FONTS</a:t>
            </a:r>
            <a:endParaRPr lang="zh-CN" altLang="en-US" sz="1200" dirty="0"/>
          </a:p>
        </p:txBody>
      </p:sp>
      <p:cxnSp>
        <p:nvCxnSpPr>
          <p:cNvPr id="26" name="直接连接符 25"/>
          <p:cNvCxnSpPr/>
          <p:nvPr/>
        </p:nvCxnSpPr>
        <p:spPr>
          <a:xfrm>
            <a:off x="669931" y="4273363"/>
            <a:ext cx="5852175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660400" y="4407104"/>
            <a:ext cx="5048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/>
              <a:t>中文字体：微软雅黑  </a:t>
            </a:r>
            <a:r>
              <a:rPr lang="en-US" altLang="zh-CN" sz="800" dirty="0"/>
              <a:t>East Asian Font: Microsoft </a:t>
            </a:r>
            <a:r>
              <a:rPr lang="en-US" altLang="zh-CN" sz="800" dirty="0" err="1"/>
              <a:t>YaHei</a:t>
            </a:r>
            <a:endParaRPr lang="en-US" altLang="zh-CN" sz="800" dirty="0"/>
          </a:p>
          <a:p>
            <a:endParaRPr lang="en-US" altLang="zh-CN" sz="800" dirty="0"/>
          </a:p>
          <a:p>
            <a:r>
              <a:rPr lang="zh-CN" altLang="en-US" sz="800" dirty="0"/>
              <a:t>英文</a:t>
            </a:r>
            <a:r>
              <a:rPr lang="zh-CN" altLang="en-US" sz="800"/>
              <a:t>字体：</a:t>
            </a:r>
            <a:r>
              <a:rPr lang="zh-CN" altLang="en-US" sz="100"/>
              <a:t> </a:t>
            </a:r>
            <a:r>
              <a:rPr lang="en-US" altLang="zh-CN" sz="800"/>
              <a:t>Arial  </a:t>
            </a:r>
            <a:r>
              <a:rPr lang="en-US" altLang="zh-CN" sz="800" dirty="0"/>
              <a:t>Latin Font: Arial</a:t>
            </a:r>
            <a:endParaRPr lang="zh-CN" altLang="en-US" sz="800" dirty="0"/>
          </a:p>
        </p:txBody>
      </p:sp>
      <p:sp>
        <p:nvSpPr>
          <p:cNvPr id="32" name="文本框 31"/>
          <p:cNvSpPr txBox="1"/>
          <p:nvPr/>
        </p:nvSpPr>
        <p:spPr>
          <a:xfrm>
            <a:off x="6959600" y="1512850"/>
            <a:ext cx="45593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预设参考线（</a:t>
            </a:r>
            <a:r>
              <a:rPr lang="en-US" altLang="zh-CN" sz="1200" dirty="0"/>
              <a:t>2016</a:t>
            </a:r>
            <a:r>
              <a:rPr lang="zh-CN" altLang="en-US" sz="1200" dirty="0"/>
              <a:t>版本及以上）</a:t>
            </a:r>
            <a:r>
              <a:rPr lang="en-US" altLang="zh-CN" sz="1200" dirty="0"/>
              <a:t> GUIDES (</a:t>
            </a:r>
            <a:r>
              <a:rPr lang="en-US" altLang="zh-CN" sz="1200"/>
              <a:t>Office </a:t>
            </a:r>
            <a:r>
              <a:rPr lang="en-US" altLang="zh-CN" sz="100"/>
              <a:t> </a:t>
            </a:r>
            <a:r>
              <a:rPr lang="en-US" altLang="zh-CN" sz="1200"/>
              <a:t>2016 </a:t>
            </a:r>
            <a:r>
              <a:rPr lang="en-US" altLang="zh-CN" sz="1200" dirty="0"/>
              <a:t>and later)</a:t>
            </a:r>
            <a:endParaRPr lang="zh-CN" altLang="en-US" sz="1200" dirty="0"/>
          </a:p>
        </p:txBody>
      </p:sp>
      <p:cxnSp>
        <p:nvCxnSpPr>
          <p:cNvPr id="33" name="直接连接符 32"/>
          <p:cNvCxnSpPr/>
          <p:nvPr/>
        </p:nvCxnSpPr>
        <p:spPr>
          <a:xfrm>
            <a:off x="6959600" y="1843079"/>
            <a:ext cx="4559300" cy="0"/>
          </a:xfrm>
          <a:prstGeom prst="line">
            <a:avLst/>
          </a:prstGeom>
          <a:ln>
            <a:solidFill>
              <a:srgbClr val="BFBF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8681F2F-E8A9-44CF-AC1F-76EC4E7757F0}"/>
              </a:ext>
            </a:extLst>
          </p:cNvPr>
          <p:cNvGrpSpPr/>
          <p:nvPr/>
        </p:nvGrpSpPr>
        <p:grpSpPr>
          <a:xfrm>
            <a:off x="6959600" y="2103062"/>
            <a:ext cx="4559300" cy="2807437"/>
            <a:chOff x="7069136" y="2204131"/>
            <a:chExt cx="4449763" cy="2731768"/>
          </a:xfrm>
        </p:grpSpPr>
        <p:sp>
          <p:nvSpPr>
            <p:cNvPr id="35" name="矩形 34"/>
            <p:cNvSpPr/>
            <p:nvPr/>
          </p:nvSpPr>
          <p:spPr>
            <a:xfrm>
              <a:off x="7069136" y="2240063"/>
              <a:ext cx="4449763" cy="2502992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7332272" y="2204131"/>
              <a:ext cx="0" cy="2731768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/>
            <p:cNvCxnSpPr/>
            <p:nvPr/>
          </p:nvCxnSpPr>
          <p:spPr>
            <a:xfrm>
              <a:off x="11279121" y="2204131"/>
              <a:ext cx="0" cy="2731768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/>
            <p:cNvCxnSpPr/>
            <p:nvPr/>
          </p:nvCxnSpPr>
          <p:spPr>
            <a:xfrm>
              <a:off x="7069136" y="2667250"/>
              <a:ext cx="4449763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7069136" y="2746566"/>
              <a:ext cx="4449763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7069136" y="4443013"/>
              <a:ext cx="4449763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/>
            <p:cNvCxnSpPr/>
            <p:nvPr/>
          </p:nvCxnSpPr>
          <p:spPr>
            <a:xfrm>
              <a:off x="7069136" y="4517658"/>
              <a:ext cx="4449763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/>
            <p:nvPr/>
          </p:nvCxnSpPr>
          <p:spPr>
            <a:xfrm>
              <a:off x="7332271" y="2741895"/>
              <a:ext cx="3946849" cy="1701118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矩形 46"/>
          <p:cNvSpPr/>
          <p:nvPr/>
        </p:nvSpPr>
        <p:spPr>
          <a:xfrm>
            <a:off x="6959600" y="4822368"/>
            <a:ext cx="455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/>
              <a:t>ALT+F9 </a:t>
            </a:r>
            <a:r>
              <a:rPr lang="zh-CN" altLang="en-US" sz="800" dirty="0"/>
              <a:t>开启和查看本主题预设的参考线</a:t>
            </a:r>
            <a:endParaRPr lang="en-US" altLang="zh-CN" sz="800" dirty="0"/>
          </a:p>
          <a:p>
            <a:r>
              <a:rPr lang="en-US" altLang="zh-CN" sz="800"/>
              <a:t>Press Al</a:t>
            </a:r>
            <a:r>
              <a:rPr lang="en-US" altLang="zh-CN" sz="100"/>
              <a:t> </a:t>
            </a:r>
            <a:r>
              <a:rPr lang="en-US" altLang="zh-CN" sz="800"/>
              <a:t>t </a:t>
            </a:r>
            <a:r>
              <a:rPr lang="en-US" altLang="zh-CN" sz="800" dirty="0"/>
              <a:t>+ F9 to</a:t>
            </a:r>
            <a:r>
              <a:rPr lang="zh-CN" altLang="en-US" sz="800" dirty="0"/>
              <a:t> </a:t>
            </a:r>
            <a:r>
              <a:rPr lang="en-US" altLang="zh-CN" sz="800" dirty="0"/>
              <a:t>show/hide guides</a:t>
            </a:r>
          </a:p>
          <a:p>
            <a:endParaRPr lang="zh-CN" altLang="en-US" sz="800" dirty="0"/>
          </a:p>
        </p:txBody>
      </p:sp>
      <p:sp>
        <p:nvSpPr>
          <p:cNvPr id="48" name="标题 1">
            <a:extLst>
              <a:ext uri="{FF2B5EF4-FFF2-40B4-BE49-F238E27FC236}">
                <a16:creationId xmlns:a16="http://schemas.microsoft.com/office/drawing/2014/main" id="{A063C456-63D9-49D6-A680-AB5AA5CB4C15}"/>
              </a:ext>
            </a:extLst>
          </p:cNvPr>
          <p:cNvSpPr txBox="1">
            <a:spLocks/>
          </p:cNvSpPr>
          <p:nvPr/>
        </p:nvSpPr>
        <p:spPr>
          <a:xfrm>
            <a:off x="660400" y="-1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309"/>
            <a:r>
              <a:rPr lang="zh-CN" altLang="en-US" sz="2800" b="1" dirty="0"/>
              <a:t>设计标准 </a:t>
            </a:r>
            <a:r>
              <a:rPr lang="en-US" altLang="zh-CN" sz="2800" b="1"/>
              <a:t>Design Crit</a:t>
            </a:r>
            <a:r>
              <a:rPr lang="en-US" altLang="zh-CN" sz="100" b="1"/>
              <a:t> </a:t>
            </a:r>
            <a:r>
              <a:rPr lang="en-US" altLang="zh-CN" sz="2800" b="1"/>
              <a:t>eria</a:t>
            </a:r>
            <a:endParaRPr lang="zh-CN" alt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57789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HOWCASE" val="a12b4078-49ce-411b-80d8-5832da8073d9"/>
  <p:tag name="ISLIDE.TEMPLATE" val="#34376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20724;#64744;#64601;#407065;#180080;#393566;#407160;#383144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190589;#259227;#184487;#184280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603545;"/>
  <p:tag name="ISLIDE.ICON" val="#368913;#164960;#180367;#40868;#86489;#69376;#41574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50490;#175378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22076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1375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EMPLATE" val="https://www.islide.cc;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3499"/>
      </a:accent1>
      <a:accent2>
        <a:srgbClr val="0089E2"/>
      </a:accent2>
      <a:accent3>
        <a:srgbClr val="FFA933"/>
      </a:accent3>
      <a:accent4>
        <a:srgbClr val="3B7BA5"/>
      </a:accent4>
      <a:accent5>
        <a:srgbClr val="8E8D88"/>
      </a:accent5>
      <a:accent6>
        <a:srgbClr val="ACACAC"/>
      </a:accent6>
      <a:hlink>
        <a:srgbClr val="016CA2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主题5" id="{B8EDB911-D765-4A7B-BBC7-40DBB672FBA6}" vid="{AECAB1C0-5DF6-436C-85E8-20094DBE11C0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10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1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1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ppt/theme/themeOverride13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4"/>
    </a:dk2>
    <a:lt2>
      <a:srgbClr val="F0F0F0"/>
    </a:lt2>
    <a:accent1>
      <a:srgbClr val="003499"/>
    </a:accent1>
    <a:accent2>
      <a:srgbClr val="0089E2"/>
    </a:accent2>
    <a:accent3>
      <a:srgbClr val="FFA933"/>
    </a:accent3>
    <a:accent4>
      <a:srgbClr val="3B7BA5"/>
    </a:accent4>
    <a:accent5>
      <a:srgbClr val="8E8D88"/>
    </a:accent5>
    <a:accent6>
      <a:srgbClr val="ACACAC"/>
    </a:accent6>
    <a:hlink>
      <a:srgbClr val="016CA2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119</TotalTime>
  <Words>2270</Words>
  <Application>Microsoft Office PowerPoint</Application>
  <PresentationFormat>宽屏</PresentationFormat>
  <Paragraphs>593</Paragraphs>
  <Slides>39</Slides>
  <Notes>0</Notes>
  <HiddenSlides>1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6" baseType="lpstr">
      <vt:lpstr>-apple-system</vt:lpstr>
      <vt:lpstr>等线</vt:lpstr>
      <vt:lpstr>Arial</vt:lpstr>
      <vt:lpstr>Calibri</vt:lpstr>
      <vt:lpstr>Impact</vt:lpstr>
      <vt:lpstr>主题5</vt:lpstr>
      <vt:lpstr>think-cell Slide</vt:lpstr>
      <vt:lpstr>ISLIDE®  POWE RPOINT STANDARD  TEMPLATE</vt:lpstr>
      <vt:lpstr>PowerPoint 演示文稿</vt:lpstr>
      <vt:lpstr>Section Header H ere</vt:lpstr>
      <vt:lpstr>PowerPoint 演示文稿</vt:lpstr>
      <vt:lpstr>例子</vt:lpstr>
      <vt:lpstr>两种区别</vt:lpstr>
      <vt:lpstr>体育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Section Header He 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Sec tion Header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Secti on Header Here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Section Header H ere</vt:lpstr>
      <vt:lpstr>PowerPoint 演示文稿</vt:lpstr>
      <vt:lpstr>PowerPoint 演示文稿</vt:lpstr>
      <vt:lpstr>PowerPoint 演示文稿</vt:lpstr>
      <vt:lpstr>PowerPoint 演示文稿</vt:lpstr>
      <vt:lpstr>THANKS! And Y our Slogan Here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姚 哲宇</cp:lastModifiedBy>
  <cp:revision>2</cp:revision>
  <cp:lastPrinted>2019-12-17T16:00:00Z</cp:lastPrinted>
  <dcterms:created xsi:type="dcterms:W3CDTF">2019-12-17T16:00:00Z</dcterms:created>
  <dcterms:modified xsi:type="dcterms:W3CDTF">2021-05-31T15:04:03Z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</Properties>
</file>