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0" r:id="rId2"/>
    <p:sldId id="281" r:id="rId3"/>
  </p:sldIdLst>
  <p:sldSz cx="9144000" cy="6858000" type="screen4x3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FFFFFF"/>
    <a:srgbClr val="FF8557"/>
    <a:srgbClr val="48ADFF"/>
    <a:srgbClr val="B3DCFF"/>
    <a:srgbClr val="A20000"/>
    <a:srgbClr val="A40000"/>
    <a:srgbClr val="9E0000"/>
    <a:srgbClr val="C7450B"/>
    <a:srgbClr val="E24E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12" autoAdjust="0"/>
    <p:restoredTop sz="96182" autoAdjust="0"/>
  </p:normalViewPr>
  <p:slideViewPr>
    <p:cSldViewPr snapToGrid="0">
      <p:cViewPr>
        <p:scale>
          <a:sx n="186" d="100"/>
          <a:sy n="186" d="100"/>
        </p:scale>
        <p:origin x="-920" y="-9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2020/11/9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2020/11/9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71F91E70-FFDC-4107-B515-8FA3F8A333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2989" y="2647758"/>
            <a:ext cx="3912091" cy="4210241"/>
          </a:xfrm>
          <a:prstGeom prst="rect">
            <a:avLst/>
          </a:prstGeom>
        </p:spPr>
      </p:pic>
      <p:sp>
        <p:nvSpPr>
          <p:cNvPr id="163" name="îśḷíḓê">
            <a:extLst>
              <a:ext uri="{FF2B5EF4-FFF2-40B4-BE49-F238E27FC236}">
                <a16:creationId xmlns:a16="http://schemas.microsoft.com/office/drawing/2014/main" id="{BAB16AB9-0967-4E02-8180-A9D8A5413140}"/>
              </a:ext>
            </a:extLst>
          </p:cNvPr>
          <p:cNvSpPr/>
          <p:nvPr userDrawn="1"/>
        </p:nvSpPr>
        <p:spPr>
          <a:xfrm>
            <a:off x="0" y="1537549"/>
            <a:ext cx="6116444" cy="5320452"/>
          </a:xfrm>
          <a:custGeom>
            <a:avLst/>
            <a:gdLst>
              <a:gd name="connsiteX0" fmla="*/ 0 w 9518650"/>
              <a:gd name="connsiteY0" fmla="*/ 0 h 5823294"/>
              <a:gd name="connsiteX1" fmla="*/ 171050 w 9518650"/>
              <a:gd name="connsiteY1" fmla="*/ 302175 h 5823294"/>
              <a:gd name="connsiteX2" fmla="*/ 598686 w 9518650"/>
              <a:gd name="connsiteY2" fmla="*/ 812938 h 5823294"/>
              <a:gd name="connsiteX3" fmla="*/ 2662470 w 9518650"/>
              <a:gd name="connsiteY3" fmla="*/ 1431577 h 5823294"/>
              <a:gd name="connsiteX4" fmla="*/ 5459729 w 9518650"/>
              <a:gd name="connsiteY4" fmla="*/ 4177139 h 5823294"/>
              <a:gd name="connsiteX5" fmla="*/ 7655526 w 9518650"/>
              <a:gd name="connsiteY5" fmla="*/ 4121668 h 5823294"/>
              <a:gd name="connsiteX6" fmla="*/ 9518650 w 9518650"/>
              <a:gd name="connsiteY6" fmla="*/ 4796830 h 5823294"/>
              <a:gd name="connsiteX7" fmla="*/ 8946656 w 9518650"/>
              <a:gd name="connsiteY7" fmla="*/ 5787554 h 5823294"/>
              <a:gd name="connsiteX8" fmla="*/ 8926021 w 9518650"/>
              <a:gd name="connsiteY8" fmla="*/ 5823294 h 5823294"/>
              <a:gd name="connsiteX9" fmla="*/ 0 w 9518650"/>
              <a:gd name="connsiteY9" fmla="*/ 5823294 h 5823294"/>
              <a:gd name="connsiteX0" fmla="*/ 0 w 8946656"/>
              <a:gd name="connsiteY0" fmla="*/ 0 h 5823294"/>
              <a:gd name="connsiteX1" fmla="*/ 171050 w 8946656"/>
              <a:gd name="connsiteY1" fmla="*/ 302175 h 5823294"/>
              <a:gd name="connsiteX2" fmla="*/ 598686 w 8946656"/>
              <a:gd name="connsiteY2" fmla="*/ 812938 h 5823294"/>
              <a:gd name="connsiteX3" fmla="*/ 2662470 w 8946656"/>
              <a:gd name="connsiteY3" fmla="*/ 1431577 h 5823294"/>
              <a:gd name="connsiteX4" fmla="*/ 5459729 w 8946656"/>
              <a:gd name="connsiteY4" fmla="*/ 4177139 h 5823294"/>
              <a:gd name="connsiteX5" fmla="*/ 7655526 w 8946656"/>
              <a:gd name="connsiteY5" fmla="*/ 4121668 h 5823294"/>
              <a:gd name="connsiteX6" fmla="*/ 8946656 w 8946656"/>
              <a:gd name="connsiteY6" fmla="*/ 5787554 h 5823294"/>
              <a:gd name="connsiteX7" fmla="*/ 8926021 w 8946656"/>
              <a:gd name="connsiteY7" fmla="*/ 5823294 h 5823294"/>
              <a:gd name="connsiteX8" fmla="*/ 0 w 8946656"/>
              <a:gd name="connsiteY8" fmla="*/ 5823294 h 5823294"/>
              <a:gd name="connsiteX9" fmla="*/ 0 w 8946656"/>
              <a:gd name="connsiteY9" fmla="*/ 0 h 5823294"/>
              <a:gd name="connsiteX0" fmla="*/ 0 w 8946656"/>
              <a:gd name="connsiteY0" fmla="*/ 0 h 5823294"/>
              <a:gd name="connsiteX1" fmla="*/ 171050 w 8946656"/>
              <a:gd name="connsiteY1" fmla="*/ 302175 h 5823294"/>
              <a:gd name="connsiteX2" fmla="*/ 598686 w 8946656"/>
              <a:gd name="connsiteY2" fmla="*/ 812938 h 5823294"/>
              <a:gd name="connsiteX3" fmla="*/ 2662470 w 8946656"/>
              <a:gd name="connsiteY3" fmla="*/ 1431577 h 5823294"/>
              <a:gd name="connsiteX4" fmla="*/ 5459729 w 8946656"/>
              <a:gd name="connsiteY4" fmla="*/ 4177139 h 5823294"/>
              <a:gd name="connsiteX5" fmla="*/ 7712676 w 8946656"/>
              <a:gd name="connsiteY5" fmla="*/ 4559818 h 5823294"/>
              <a:gd name="connsiteX6" fmla="*/ 8946656 w 8946656"/>
              <a:gd name="connsiteY6" fmla="*/ 5787554 h 5823294"/>
              <a:gd name="connsiteX7" fmla="*/ 8926021 w 8946656"/>
              <a:gd name="connsiteY7" fmla="*/ 5823294 h 5823294"/>
              <a:gd name="connsiteX8" fmla="*/ 0 w 8946656"/>
              <a:gd name="connsiteY8" fmla="*/ 5823294 h 5823294"/>
              <a:gd name="connsiteX9" fmla="*/ 0 w 8946656"/>
              <a:gd name="connsiteY9" fmla="*/ 0 h 5823294"/>
              <a:gd name="connsiteX0" fmla="*/ 0 w 9360377"/>
              <a:gd name="connsiteY0" fmla="*/ 0 h 5823294"/>
              <a:gd name="connsiteX1" fmla="*/ 171050 w 9360377"/>
              <a:gd name="connsiteY1" fmla="*/ 302175 h 5823294"/>
              <a:gd name="connsiteX2" fmla="*/ 598686 w 9360377"/>
              <a:gd name="connsiteY2" fmla="*/ 812938 h 5823294"/>
              <a:gd name="connsiteX3" fmla="*/ 2662470 w 9360377"/>
              <a:gd name="connsiteY3" fmla="*/ 1431577 h 5823294"/>
              <a:gd name="connsiteX4" fmla="*/ 5459729 w 9360377"/>
              <a:gd name="connsiteY4" fmla="*/ 4177139 h 5823294"/>
              <a:gd name="connsiteX5" fmla="*/ 7712676 w 9360377"/>
              <a:gd name="connsiteY5" fmla="*/ 4559818 h 5823294"/>
              <a:gd name="connsiteX6" fmla="*/ 8926021 w 9360377"/>
              <a:gd name="connsiteY6" fmla="*/ 5823294 h 5823294"/>
              <a:gd name="connsiteX7" fmla="*/ 0 w 9360377"/>
              <a:gd name="connsiteY7" fmla="*/ 5823294 h 5823294"/>
              <a:gd name="connsiteX8" fmla="*/ 0 w 9360377"/>
              <a:gd name="connsiteY8" fmla="*/ 0 h 5823294"/>
              <a:gd name="connsiteX0" fmla="*/ 0 w 8926021"/>
              <a:gd name="connsiteY0" fmla="*/ 0 h 5823294"/>
              <a:gd name="connsiteX1" fmla="*/ 171050 w 8926021"/>
              <a:gd name="connsiteY1" fmla="*/ 302175 h 5823294"/>
              <a:gd name="connsiteX2" fmla="*/ 598686 w 8926021"/>
              <a:gd name="connsiteY2" fmla="*/ 812938 h 5823294"/>
              <a:gd name="connsiteX3" fmla="*/ 2662470 w 8926021"/>
              <a:gd name="connsiteY3" fmla="*/ 1431577 h 5823294"/>
              <a:gd name="connsiteX4" fmla="*/ 5459729 w 8926021"/>
              <a:gd name="connsiteY4" fmla="*/ 4177139 h 5823294"/>
              <a:gd name="connsiteX5" fmla="*/ 7712676 w 8926021"/>
              <a:gd name="connsiteY5" fmla="*/ 4559818 h 5823294"/>
              <a:gd name="connsiteX6" fmla="*/ 8926021 w 8926021"/>
              <a:gd name="connsiteY6" fmla="*/ 5823294 h 5823294"/>
              <a:gd name="connsiteX7" fmla="*/ 0 w 8926021"/>
              <a:gd name="connsiteY7" fmla="*/ 5823294 h 5823294"/>
              <a:gd name="connsiteX8" fmla="*/ 0 w 8926021"/>
              <a:gd name="connsiteY8" fmla="*/ 0 h 5823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26021" h="5823294">
                <a:moveTo>
                  <a:pt x="0" y="0"/>
                </a:moveTo>
                <a:lnTo>
                  <a:pt x="171050" y="302175"/>
                </a:lnTo>
                <a:cubicBezTo>
                  <a:pt x="293150" y="500603"/>
                  <a:pt x="429524" y="679784"/>
                  <a:pt x="598686" y="812938"/>
                </a:cubicBezTo>
                <a:cubicBezTo>
                  <a:pt x="1160292" y="1253786"/>
                  <a:pt x="2015248" y="1139020"/>
                  <a:pt x="2662470" y="1431577"/>
                </a:cubicBezTo>
                <a:cubicBezTo>
                  <a:pt x="3842310" y="1965734"/>
                  <a:pt x="4618028" y="3655765"/>
                  <a:pt x="5459729" y="4177139"/>
                </a:cubicBezTo>
                <a:cubicBezTo>
                  <a:pt x="6301430" y="4698513"/>
                  <a:pt x="7134961" y="4285459"/>
                  <a:pt x="7712676" y="4559818"/>
                </a:cubicBezTo>
                <a:cubicBezTo>
                  <a:pt x="8290391" y="4834177"/>
                  <a:pt x="8766489" y="5330492"/>
                  <a:pt x="8926021" y="5823294"/>
                </a:cubicBezTo>
                <a:lnTo>
                  <a:pt x="0" y="5823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801" name="副标题 9800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72075" y="1989119"/>
            <a:ext cx="3467101" cy="558799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 hasCustomPrompt="1"/>
          </p:nvPr>
        </p:nvSpPr>
        <p:spPr>
          <a:xfrm>
            <a:off x="5534025" y="3077029"/>
            <a:ext cx="3105151" cy="2007827"/>
          </a:xfrm>
        </p:spPr>
        <p:txBody>
          <a:bodyPr anchor="b">
            <a:normAutofit/>
          </a:bodyPr>
          <a:lstStyle>
            <a:lvl1pPr algn="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486525" y="5527023"/>
            <a:ext cx="2152651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050" b="0">
                <a:solidFill>
                  <a:schemeClr val="accent6">
                    <a:lumMod val="50000"/>
                  </a:schemeClr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486525" y="5823294"/>
            <a:ext cx="2152651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050" b="0">
                <a:solidFill>
                  <a:schemeClr val="accent6">
                    <a:lumMod val="50000"/>
                  </a:schemeClr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ED97CD60-92DF-4E38-9D73-DF5E8E723B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164" y="2253950"/>
            <a:ext cx="4976573" cy="398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775651" y="2698562"/>
            <a:ext cx="2933612" cy="895350"/>
          </a:xfrm>
        </p:spPr>
        <p:txBody>
          <a:bodyPr anchor="b">
            <a:normAutofit/>
          </a:bodyPr>
          <a:lstStyle>
            <a:lvl1pPr algn="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776488" y="3593913"/>
            <a:ext cx="2933612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825">
                <a:solidFill>
                  <a:schemeClr val="accent6">
                    <a:lumMod val="50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iŝľiďê">
            <a:extLst>
              <a:ext uri="{FF2B5EF4-FFF2-40B4-BE49-F238E27FC236}">
                <a16:creationId xmlns:a16="http://schemas.microsoft.com/office/drawing/2014/main" id="{F5022FB9-E2A2-4D2A-A940-5C17638CA9CE}"/>
              </a:ext>
            </a:extLst>
          </p:cNvPr>
          <p:cNvSpPr>
            <a:spLocks/>
          </p:cNvSpPr>
          <p:nvPr userDrawn="1"/>
        </p:nvSpPr>
        <p:spPr bwMode="auto">
          <a:xfrm>
            <a:off x="2745" y="3990960"/>
            <a:ext cx="9138512" cy="2867041"/>
          </a:xfrm>
          <a:custGeom>
            <a:avLst/>
            <a:gdLst>
              <a:gd name="T0" fmla="*/ 0 w 4103"/>
              <a:gd name="T1" fmla="*/ 95 h 653"/>
              <a:gd name="T2" fmla="*/ 831 w 4103"/>
              <a:gd name="T3" fmla="*/ 321 h 653"/>
              <a:gd name="T4" fmla="*/ 1537 w 4103"/>
              <a:gd name="T5" fmla="*/ 208 h 653"/>
              <a:gd name="T6" fmla="*/ 2815 w 4103"/>
              <a:gd name="T7" fmla="*/ 431 h 653"/>
              <a:gd name="T8" fmla="*/ 3446 w 4103"/>
              <a:gd name="T9" fmla="*/ 170 h 653"/>
              <a:gd name="T10" fmla="*/ 4103 w 4103"/>
              <a:gd name="T11" fmla="*/ 91 h 653"/>
              <a:gd name="T12" fmla="*/ 4103 w 4103"/>
              <a:gd name="T13" fmla="*/ 653 h 653"/>
              <a:gd name="T14" fmla="*/ 0 w 4103"/>
              <a:gd name="T15" fmla="*/ 653 h 653"/>
              <a:gd name="T16" fmla="*/ 0 w 4103"/>
              <a:gd name="T17" fmla="*/ 95 h 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03" h="653">
                <a:moveTo>
                  <a:pt x="0" y="95"/>
                </a:moveTo>
                <a:cubicBezTo>
                  <a:pt x="286" y="60"/>
                  <a:pt x="544" y="293"/>
                  <a:pt x="831" y="321"/>
                </a:cubicBezTo>
                <a:cubicBezTo>
                  <a:pt x="1069" y="344"/>
                  <a:pt x="1299" y="224"/>
                  <a:pt x="1537" y="208"/>
                </a:cubicBezTo>
                <a:cubicBezTo>
                  <a:pt x="1971" y="179"/>
                  <a:pt x="2384" y="491"/>
                  <a:pt x="2815" y="431"/>
                </a:cubicBezTo>
                <a:cubicBezTo>
                  <a:pt x="3040" y="399"/>
                  <a:pt x="3240" y="269"/>
                  <a:pt x="3446" y="170"/>
                </a:cubicBezTo>
                <a:cubicBezTo>
                  <a:pt x="3653" y="70"/>
                  <a:pt x="3893" y="0"/>
                  <a:pt x="4103" y="91"/>
                </a:cubicBezTo>
                <a:cubicBezTo>
                  <a:pt x="4103" y="653"/>
                  <a:pt x="4103" y="653"/>
                  <a:pt x="4103" y="653"/>
                </a:cubicBezTo>
                <a:cubicBezTo>
                  <a:pt x="0" y="653"/>
                  <a:pt x="0" y="653"/>
                  <a:pt x="0" y="653"/>
                </a:cubicBezTo>
                <a:lnTo>
                  <a:pt x="0" y="95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en-ID" sz="1350">
              <a:solidFill>
                <a:schemeClr val="lt1"/>
              </a:solidFill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9803166-B7CA-4A2C-BC10-25D800FBBDA6}"/>
              </a:ext>
            </a:extLst>
          </p:cNvPr>
          <p:cNvCxnSpPr>
            <a:cxnSpLocks/>
          </p:cNvCxnSpPr>
          <p:nvPr userDrawn="1"/>
        </p:nvCxnSpPr>
        <p:spPr>
          <a:xfrm>
            <a:off x="3874559" y="3035474"/>
            <a:ext cx="0" cy="95548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形 6">
            <a:extLst>
              <a:ext uri="{FF2B5EF4-FFF2-40B4-BE49-F238E27FC236}">
                <a16:creationId xmlns:a16="http://schemas.microsoft.com/office/drawing/2014/main" id="{F9128C65-EDE9-4719-B424-6D8D45E70D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3037" y="2220652"/>
            <a:ext cx="1588272" cy="392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2444" y="1130300"/>
            <a:ext cx="8137922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CFB68E68-B077-4E62-8F5C-99E1B4BF2B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254738" y="2647758"/>
            <a:ext cx="3912091" cy="4210241"/>
          </a:xfrm>
          <a:prstGeom prst="rect">
            <a:avLst/>
          </a:prstGeom>
        </p:spPr>
      </p:pic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504825" y="2112486"/>
            <a:ext cx="3228975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04825" y="4418722"/>
            <a:ext cx="3228975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050" smtClean="0">
                <a:solidFill>
                  <a:schemeClr val="tx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827" y="4122451"/>
            <a:ext cx="32289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05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5" name="iṣlïḑê">
            <a:extLst>
              <a:ext uri="{FF2B5EF4-FFF2-40B4-BE49-F238E27FC236}">
                <a16:creationId xmlns:a16="http://schemas.microsoft.com/office/drawing/2014/main" id="{75FD674D-5BA2-47FC-88F4-5FCC96A05168}"/>
              </a:ext>
            </a:extLst>
          </p:cNvPr>
          <p:cNvSpPr/>
          <p:nvPr userDrawn="1"/>
        </p:nvSpPr>
        <p:spPr>
          <a:xfrm flipH="1">
            <a:off x="2449485" y="1034707"/>
            <a:ext cx="6694516" cy="5823294"/>
          </a:xfrm>
          <a:custGeom>
            <a:avLst/>
            <a:gdLst>
              <a:gd name="connsiteX0" fmla="*/ 0 w 9518650"/>
              <a:gd name="connsiteY0" fmla="*/ 0 h 5823294"/>
              <a:gd name="connsiteX1" fmla="*/ 171050 w 9518650"/>
              <a:gd name="connsiteY1" fmla="*/ 302175 h 5823294"/>
              <a:gd name="connsiteX2" fmla="*/ 598686 w 9518650"/>
              <a:gd name="connsiteY2" fmla="*/ 812938 h 5823294"/>
              <a:gd name="connsiteX3" fmla="*/ 2662470 w 9518650"/>
              <a:gd name="connsiteY3" fmla="*/ 1431577 h 5823294"/>
              <a:gd name="connsiteX4" fmla="*/ 5459729 w 9518650"/>
              <a:gd name="connsiteY4" fmla="*/ 4177139 h 5823294"/>
              <a:gd name="connsiteX5" fmla="*/ 7655526 w 9518650"/>
              <a:gd name="connsiteY5" fmla="*/ 4121668 h 5823294"/>
              <a:gd name="connsiteX6" fmla="*/ 9518650 w 9518650"/>
              <a:gd name="connsiteY6" fmla="*/ 4796830 h 5823294"/>
              <a:gd name="connsiteX7" fmla="*/ 8946656 w 9518650"/>
              <a:gd name="connsiteY7" fmla="*/ 5787554 h 5823294"/>
              <a:gd name="connsiteX8" fmla="*/ 8926021 w 9518650"/>
              <a:gd name="connsiteY8" fmla="*/ 5823294 h 5823294"/>
              <a:gd name="connsiteX9" fmla="*/ 0 w 9518650"/>
              <a:gd name="connsiteY9" fmla="*/ 5823294 h 5823294"/>
              <a:gd name="connsiteX0" fmla="*/ 0 w 8946656"/>
              <a:gd name="connsiteY0" fmla="*/ 0 h 5823294"/>
              <a:gd name="connsiteX1" fmla="*/ 171050 w 8946656"/>
              <a:gd name="connsiteY1" fmla="*/ 302175 h 5823294"/>
              <a:gd name="connsiteX2" fmla="*/ 598686 w 8946656"/>
              <a:gd name="connsiteY2" fmla="*/ 812938 h 5823294"/>
              <a:gd name="connsiteX3" fmla="*/ 2662470 w 8946656"/>
              <a:gd name="connsiteY3" fmla="*/ 1431577 h 5823294"/>
              <a:gd name="connsiteX4" fmla="*/ 5459729 w 8946656"/>
              <a:gd name="connsiteY4" fmla="*/ 4177139 h 5823294"/>
              <a:gd name="connsiteX5" fmla="*/ 7655526 w 8946656"/>
              <a:gd name="connsiteY5" fmla="*/ 4121668 h 5823294"/>
              <a:gd name="connsiteX6" fmla="*/ 8946656 w 8946656"/>
              <a:gd name="connsiteY6" fmla="*/ 5787554 h 5823294"/>
              <a:gd name="connsiteX7" fmla="*/ 8926021 w 8946656"/>
              <a:gd name="connsiteY7" fmla="*/ 5823294 h 5823294"/>
              <a:gd name="connsiteX8" fmla="*/ 0 w 8946656"/>
              <a:gd name="connsiteY8" fmla="*/ 5823294 h 5823294"/>
              <a:gd name="connsiteX9" fmla="*/ 0 w 8946656"/>
              <a:gd name="connsiteY9" fmla="*/ 0 h 5823294"/>
              <a:gd name="connsiteX0" fmla="*/ 0 w 8946656"/>
              <a:gd name="connsiteY0" fmla="*/ 0 h 5823294"/>
              <a:gd name="connsiteX1" fmla="*/ 171050 w 8946656"/>
              <a:gd name="connsiteY1" fmla="*/ 302175 h 5823294"/>
              <a:gd name="connsiteX2" fmla="*/ 598686 w 8946656"/>
              <a:gd name="connsiteY2" fmla="*/ 812938 h 5823294"/>
              <a:gd name="connsiteX3" fmla="*/ 2662470 w 8946656"/>
              <a:gd name="connsiteY3" fmla="*/ 1431577 h 5823294"/>
              <a:gd name="connsiteX4" fmla="*/ 5459729 w 8946656"/>
              <a:gd name="connsiteY4" fmla="*/ 4177139 h 5823294"/>
              <a:gd name="connsiteX5" fmla="*/ 7712676 w 8946656"/>
              <a:gd name="connsiteY5" fmla="*/ 4559818 h 5823294"/>
              <a:gd name="connsiteX6" fmla="*/ 8946656 w 8946656"/>
              <a:gd name="connsiteY6" fmla="*/ 5787554 h 5823294"/>
              <a:gd name="connsiteX7" fmla="*/ 8926021 w 8946656"/>
              <a:gd name="connsiteY7" fmla="*/ 5823294 h 5823294"/>
              <a:gd name="connsiteX8" fmla="*/ 0 w 8946656"/>
              <a:gd name="connsiteY8" fmla="*/ 5823294 h 5823294"/>
              <a:gd name="connsiteX9" fmla="*/ 0 w 8946656"/>
              <a:gd name="connsiteY9" fmla="*/ 0 h 5823294"/>
              <a:gd name="connsiteX0" fmla="*/ 0 w 9360377"/>
              <a:gd name="connsiteY0" fmla="*/ 0 h 5823294"/>
              <a:gd name="connsiteX1" fmla="*/ 171050 w 9360377"/>
              <a:gd name="connsiteY1" fmla="*/ 302175 h 5823294"/>
              <a:gd name="connsiteX2" fmla="*/ 598686 w 9360377"/>
              <a:gd name="connsiteY2" fmla="*/ 812938 h 5823294"/>
              <a:gd name="connsiteX3" fmla="*/ 2662470 w 9360377"/>
              <a:gd name="connsiteY3" fmla="*/ 1431577 h 5823294"/>
              <a:gd name="connsiteX4" fmla="*/ 5459729 w 9360377"/>
              <a:gd name="connsiteY4" fmla="*/ 4177139 h 5823294"/>
              <a:gd name="connsiteX5" fmla="*/ 7712676 w 9360377"/>
              <a:gd name="connsiteY5" fmla="*/ 4559818 h 5823294"/>
              <a:gd name="connsiteX6" fmla="*/ 8926021 w 9360377"/>
              <a:gd name="connsiteY6" fmla="*/ 5823294 h 5823294"/>
              <a:gd name="connsiteX7" fmla="*/ 0 w 9360377"/>
              <a:gd name="connsiteY7" fmla="*/ 5823294 h 5823294"/>
              <a:gd name="connsiteX8" fmla="*/ 0 w 9360377"/>
              <a:gd name="connsiteY8" fmla="*/ 0 h 5823294"/>
              <a:gd name="connsiteX0" fmla="*/ 0 w 8926021"/>
              <a:gd name="connsiteY0" fmla="*/ 0 h 5823294"/>
              <a:gd name="connsiteX1" fmla="*/ 171050 w 8926021"/>
              <a:gd name="connsiteY1" fmla="*/ 302175 h 5823294"/>
              <a:gd name="connsiteX2" fmla="*/ 598686 w 8926021"/>
              <a:gd name="connsiteY2" fmla="*/ 812938 h 5823294"/>
              <a:gd name="connsiteX3" fmla="*/ 2662470 w 8926021"/>
              <a:gd name="connsiteY3" fmla="*/ 1431577 h 5823294"/>
              <a:gd name="connsiteX4" fmla="*/ 5459729 w 8926021"/>
              <a:gd name="connsiteY4" fmla="*/ 4177139 h 5823294"/>
              <a:gd name="connsiteX5" fmla="*/ 7712676 w 8926021"/>
              <a:gd name="connsiteY5" fmla="*/ 4559818 h 5823294"/>
              <a:gd name="connsiteX6" fmla="*/ 8926021 w 8926021"/>
              <a:gd name="connsiteY6" fmla="*/ 5823294 h 5823294"/>
              <a:gd name="connsiteX7" fmla="*/ 0 w 8926021"/>
              <a:gd name="connsiteY7" fmla="*/ 5823294 h 5823294"/>
              <a:gd name="connsiteX8" fmla="*/ 0 w 8926021"/>
              <a:gd name="connsiteY8" fmla="*/ 0 h 5823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26021" h="5823294">
                <a:moveTo>
                  <a:pt x="0" y="0"/>
                </a:moveTo>
                <a:lnTo>
                  <a:pt x="171050" y="302175"/>
                </a:lnTo>
                <a:cubicBezTo>
                  <a:pt x="293150" y="500603"/>
                  <a:pt x="429524" y="679784"/>
                  <a:pt x="598686" y="812938"/>
                </a:cubicBezTo>
                <a:cubicBezTo>
                  <a:pt x="1160292" y="1253786"/>
                  <a:pt x="2015248" y="1139020"/>
                  <a:pt x="2662470" y="1431577"/>
                </a:cubicBezTo>
                <a:cubicBezTo>
                  <a:pt x="3842310" y="1965734"/>
                  <a:pt x="4618028" y="3655765"/>
                  <a:pt x="5459729" y="4177139"/>
                </a:cubicBezTo>
                <a:cubicBezTo>
                  <a:pt x="6301430" y="4698513"/>
                  <a:pt x="7134961" y="4285459"/>
                  <a:pt x="7712676" y="4559818"/>
                </a:cubicBezTo>
                <a:cubicBezTo>
                  <a:pt x="8290391" y="4834177"/>
                  <a:pt x="8766489" y="5330492"/>
                  <a:pt x="8926021" y="5823294"/>
                </a:cubicBezTo>
                <a:lnTo>
                  <a:pt x="0" y="5823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3B35B18B-BA2F-4306-9057-A50B1475EE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192259" y="1989119"/>
            <a:ext cx="5446914" cy="435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2444" y="2"/>
            <a:ext cx="8137922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2444" y="1028700"/>
            <a:ext cx="8137922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51299" y="6240464"/>
            <a:ext cx="1041402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443" y="6240464"/>
            <a:ext cx="310515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49" y="6240464"/>
            <a:ext cx="218241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>
          <p15:clr>
            <a:srgbClr val="F26B43"/>
          </p15:clr>
        </p15:guide>
        <p15:guide id="2" pos="5443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file:////var/folders/jc/1kss5ym96hj_5xmcx_xwh5x40000gn/T/com.microsoft.Powerpoint/converted_emf.emf" TargetMode="Externa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任意形状 238">
            <a:extLst>
              <a:ext uri="{FF2B5EF4-FFF2-40B4-BE49-F238E27FC236}">
                <a16:creationId xmlns:a16="http://schemas.microsoft.com/office/drawing/2014/main" id="{2C47ECEF-A2C3-6E44-B7A9-DE3C1297BBE8}"/>
              </a:ext>
            </a:extLst>
          </p:cNvPr>
          <p:cNvSpPr/>
          <p:nvPr/>
        </p:nvSpPr>
        <p:spPr>
          <a:xfrm>
            <a:off x="1367930" y="6085216"/>
            <a:ext cx="3835483" cy="593756"/>
          </a:xfrm>
          <a:custGeom>
            <a:avLst/>
            <a:gdLst>
              <a:gd name="connsiteX0" fmla="*/ 0 w 3835483"/>
              <a:gd name="connsiteY0" fmla="*/ 0 h 593756"/>
              <a:gd name="connsiteX1" fmla="*/ 3835484 w 3835483"/>
              <a:gd name="connsiteY1" fmla="*/ 0 h 593756"/>
              <a:gd name="connsiteX2" fmla="*/ 3835484 w 3835483"/>
              <a:gd name="connsiteY2" fmla="*/ 593756 h 593756"/>
              <a:gd name="connsiteX3" fmla="*/ 0 w 3835483"/>
              <a:gd name="connsiteY3" fmla="*/ 593756 h 59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5483" h="593756">
                <a:moveTo>
                  <a:pt x="0" y="0"/>
                </a:moveTo>
                <a:lnTo>
                  <a:pt x="3835484" y="0"/>
                </a:lnTo>
                <a:lnTo>
                  <a:pt x="3835484" y="593756"/>
                </a:lnTo>
                <a:lnTo>
                  <a:pt x="0" y="593756"/>
                </a:lnTo>
                <a:close/>
              </a:path>
            </a:pathLst>
          </a:custGeom>
          <a:noFill/>
          <a:ln w="114546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95FBC6F-93A1-E64C-80FE-66685A569D1E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172146A2-7CBC-CF4E-9E90-5FB9B00D2A1C}"/>
              </a:ext>
            </a:extLst>
          </p:cNvPr>
          <p:cNvGrpSpPr>
            <a:grpSpLocks noChangeAspect="1"/>
          </p:cNvGrpSpPr>
          <p:nvPr/>
        </p:nvGrpSpPr>
        <p:grpSpPr>
          <a:xfrm>
            <a:off x="1011816" y="2358706"/>
            <a:ext cx="7118527" cy="2387032"/>
            <a:chOff x="1349087" y="1960870"/>
            <a:chExt cx="9491371" cy="3182713"/>
          </a:xfrm>
        </p:grpSpPr>
        <p:grpSp>
          <p:nvGrpSpPr>
            <p:cNvPr id="208" name="组合 207">
              <a:extLst>
                <a:ext uri="{FF2B5EF4-FFF2-40B4-BE49-F238E27FC236}">
                  <a16:creationId xmlns:a16="http://schemas.microsoft.com/office/drawing/2014/main" id="{C84EDCE4-6B7E-F545-8B64-8F165B5D686F}"/>
                </a:ext>
              </a:extLst>
            </p:cNvPr>
            <p:cNvGrpSpPr/>
            <p:nvPr/>
          </p:nvGrpSpPr>
          <p:grpSpPr>
            <a:xfrm>
              <a:off x="4496554" y="1960870"/>
              <a:ext cx="3198891" cy="3182713"/>
              <a:chOff x="1499619" y="2120525"/>
              <a:chExt cx="3198891" cy="3182709"/>
            </a:xfrm>
          </p:grpSpPr>
          <p:sp>
            <p:nvSpPr>
              <p:cNvPr id="229" name="圆角矩形 228">
                <a:extLst>
                  <a:ext uri="{FF2B5EF4-FFF2-40B4-BE49-F238E27FC236}">
                    <a16:creationId xmlns:a16="http://schemas.microsoft.com/office/drawing/2014/main" id="{3FFC4C11-0E61-974F-B1AD-71EAA8E2338E}"/>
                  </a:ext>
                </a:extLst>
              </p:cNvPr>
              <p:cNvSpPr/>
              <p:nvPr/>
            </p:nvSpPr>
            <p:spPr>
              <a:xfrm rot="18900000">
                <a:off x="1499619" y="2508784"/>
                <a:ext cx="2211157" cy="82503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95000"/>
                    </a:schemeClr>
                  </a:gs>
                  <a:gs pos="80000">
                    <a:schemeClr val="bg1">
                      <a:lumMod val="95000"/>
                      <a:alpha val="0"/>
                    </a:schemeClr>
                  </a:gs>
                </a:gsLst>
                <a:lin ang="10800000" scaled="0"/>
              </a:gradFill>
              <a:ln w="1270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圆角矩形 229">
                <a:extLst>
                  <a:ext uri="{FF2B5EF4-FFF2-40B4-BE49-F238E27FC236}">
                    <a16:creationId xmlns:a16="http://schemas.microsoft.com/office/drawing/2014/main" id="{0E48AC19-95F4-5E43-88FA-E6058F433EA4}"/>
                  </a:ext>
                </a:extLst>
              </p:cNvPr>
              <p:cNvSpPr/>
              <p:nvPr/>
            </p:nvSpPr>
            <p:spPr>
              <a:xfrm rot="2700000" flipV="1">
                <a:off x="2785801" y="2813585"/>
                <a:ext cx="2211157" cy="82503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95000"/>
                    </a:schemeClr>
                  </a:gs>
                  <a:gs pos="80000">
                    <a:schemeClr val="bg1">
                      <a:lumMod val="95000"/>
                      <a:alpha val="0"/>
                    </a:schemeClr>
                  </a:gs>
                </a:gsLst>
                <a:lin ang="10800000" scaled="0"/>
              </a:gradFill>
              <a:ln w="1270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圆角矩形 230">
                <a:extLst>
                  <a:ext uri="{FF2B5EF4-FFF2-40B4-BE49-F238E27FC236}">
                    <a16:creationId xmlns:a16="http://schemas.microsoft.com/office/drawing/2014/main" id="{6C428DC3-DFD7-064F-876D-72854948F6A9}"/>
                  </a:ext>
                </a:extLst>
              </p:cNvPr>
              <p:cNvSpPr/>
              <p:nvPr/>
            </p:nvSpPr>
            <p:spPr>
              <a:xfrm rot="18900000" flipH="1" flipV="1">
                <a:off x="2487353" y="4089938"/>
                <a:ext cx="2211157" cy="82503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95000"/>
                    </a:schemeClr>
                  </a:gs>
                  <a:gs pos="80000">
                    <a:schemeClr val="bg1">
                      <a:lumMod val="95000"/>
                      <a:alpha val="0"/>
                    </a:schemeClr>
                  </a:gs>
                </a:gsLst>
                <a:lin ang="10800000" scaled="0"/>
              </a:gradFill>
              <a:ln w="1270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2" name="圆角矩形 231">
                <a:extLst>
                  <a:ext uri="{FF2B5EF4-FFF2-40B4-BE49-F238E27FC236}">
                    <a16:creationId xmlns:a16="http://schemas.microsoft.com/office/drawing/2014/main" id="{D7F6B826-A8ED-D148-A242-63B26E54BF85}"/>
                  </a:ext>
                </a:extLst>
              </p:cNvPr>
              <p:cNvSpPr/>
              <p:nvPr/>
            </p:nvSpPr>
            <p:spPr>
              <a:xfrm rot="2700000" flipH="1" flipV="1">
                <a:off x="1201170" y="3785137"/>
                <a:ext cx="2211157" cy="82503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95000"/>
                    </a:schemeClr>
                  </a:gs>
                  <a:gs pos="80000">
                    <a:schemeClr val="bg1">
                      <a:lumMod val="95000"/>
                      <a:alpha val="0"/>
                    </a:schemeClr>
                  </a:gs>
                </a:gsLst>
                <a:lin ang="10800000" scaled="0"/>
              </a:gradFill>
              <a:ln w="1270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9" name="组合 208">
              <a:extLst>
                <a:ext uri="{FF2B5EF4-FFF2-40B4-BE49-F238E27FC236}">
                  <a16:creationId xmlns:a16="http://schemas.microsoft.com/office/drawing/2014/main" id="{7E36F597-596B-6E45-BA72-81453F88E7EA}"/>
                </a:ext>
              </a:extLst>
            </p:cNvPr>
            <p:cNvGrpSpPr/>
            <p:nvPr/>
          </p:nvGrpSpPr>
          <p:grpSpPr>
            <a:xfrm>
              <a:off x="5795638" y="1997202"/>
              <a:ext cx="581503" cy="581501"/>
              <a:chOff x="6844265" y="4734713"/>
              <a:chExt cx="410200" cy="410198"/>
            </a:xfrm>
          </p:grpSpPr>
          <p:sp>
            <p:nvSpPr>
              <p:cNvPr id="227" name="椭圆 226">
                <a:extLst>
                  <a:ext uri="{FF2B5EF4-FFF2-40B4-BE49-F238E27FC236}">
                    <a16:creationId xmlns:a16="http://schemas.microsoft.com/office/drawing/2014/main" id="{84C467D4-ABA9-A642-9B2D-D003EC37D28C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任意多边形 26">
                <a:extLst>
                  <a:ext uri="{FF2B5EF4-FFF2-40B4-BE49-F238E27FC236}">
                    <a16:creationId xmlns:a16="http://schemas.microsoft.com/office/drawing/2014/main" id="{944F3491-F64E-8A4E-B13F-F89170EAB67F}"/>
                  </a:ext>
                </a:extLst>
              </p:cNvPr>
              <p:cNvSpPr/>
              <p:nvPr/>
            </p:nvSpPr>
            <p:spPr>
              <a:xfrm>
                <a:off x="6968172" y="4857161"/>
                <a:ext cx="162386" cy="178001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A92AA5B5-ECAE-8043-BAFF-09AD523AF728}"/>
                </a:ext>
              </a:extLst>
            </p:cNvPr>
            <p:cNvGrpSpPr/>
            <p:nvPr/>
          </p:nvGrpSpPr>
          <p:grpSpPr>
            <a:xfrm>
              <a:off x="5803258" y="4525750"/>
              <a:ext cx="581503" cy="581501"/>
              <a:chOff x="6844265" y="4734713"/>
              <a:chExt cx="410200" cy="410198"/>
            </a:xfrm>
          </p:grpSpPr>
          <p:sp>
            <p:nvSpPr>
              <p:cNvPr id="225" name="椭圆 224">
                <a:extLst>
                  <a:ext uri="{FF2B5EF4-FFF2-40B4-BE49-F238E27FC236}">
                    <a16:creationId xmlns:a16="http://schemas.microsoft.com/office/drawing/2014/main" id="{D9BCFB19-3DA6-5F46-A81A-F62BD862711F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任意多边形 29">
                <a:extLst>
                  <a:ext uri="{FF2B5EF4-FFF2-40B4-BE49-F238E27FC236}">
                    <a16:creationId xmlns:a16="http://schemas.microsoft.com/office/drawing/2014/main" id="{5C21AAAE-A7C3-2244-954F-1A6F20888120}"/>
                  </a:ext>
                </a:extLst>
              </p:cNvPr>
              <p:cNvSpPr/>
              <p:nvPr/>
            </p:nvSpPr>
            <p:spPr>
              <a:xfrm>
                <a:off x="6960365" y="4868892"/>
                <a:ext cx="178001" cy="148188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57272A10-3C7C-1B4E-A74D-EFE43A407824}"/>
                </a:ext>
              </a:extLst>
            </p:cNvPr>
            <p:cNvGrpSpPr/>
            <p:nvPr/>
          </p:nvGrpSpPr>
          <p:grpSpPr>
            <a:xfrm>
              <a:off x="4528674" y="3298046"/>
              <a:ext cx="581503" cy="581501"/>
              <a:chOff x="6844265" y="4734713"/>
              <a:chExt cx="410200" cy="410198"/>
            </a:xfrm>
          </p:grpSpPr>
          <p:sp>
            <p:nvSpPr>
              <p:cNvPr id="223" name="椭圆 222">
                <a:extLst>
                  <a:ext uri="{FF2B5EF4-FFF2-40B4-BE49-F238E27FC236}">
                    <a16:creationId xmlns:a16="http://schemas.microsoft.com/office/drawing/2014/main" id="{8E2DE9D6-3D24-5746-A373-FD266D0FEA64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任意多边形 32">
                <a:extLst>
                  <a:ext uri="{FF2B5EF4-FFF2-40B4-BE49-F238E27FC236}">
                    <a16:creationId xmlns:a16="http://schemas.microsoft.com/office/drawing/2014/main" id="{1E7D9AFB-1A89-594E-AF0B-A5DA404BA0A6}"/>
                  </a:ext>
                </a:extLst>
              </p:cNvPr>
              <p:cNvSpPr/>
              <p:nvPr/>
            </p:nvSpPr>
            <p:spPr>
              <a:xfrm>
                <a:off x="6960365" y="4875291"/>
                <a:ext cx="178001" cy="141741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BD2B8644-1429-E44D-94EC-B24950864BD5}"/>
                </a:ext>
              </a:extLst>
            </p:cNvPr>
            <p:cNvGrpSpPr/>
            <p:nvPr/>
          </p:nvGrpSpPr>
          <p:grpSpPr>
            <a:xfrm>
              <a:off x="7084563" y="3246370"/>
              <a:ext cx="581503" cy="581501"/>
              <a:chOff x="6844265" y="4734713"/>
              <a:chExt cx="410200" cy="410198"/>
            </a:xfrm>
          </p:grpSpPr>
          <p:sp>
            <p:nvSpPr>
              <p:cNvPr id="221" name="椭圆 220">
                <a:extLst>
                  <a:ext uri="{FF2B5EF4-FFF2-40B4-BE49-F238E27FC236}">
                    <a16:creationId xmlns:a16="http://schemas.microsoft.com/office/drawing/2014/main" id="{0FF691F0-FD6F-9E48-BD2D-3158C49CC492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6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2" name="任意多边形 35">
                <a:extLst>
                  <a:ext uri="{FF2B5EF4-FFF2-40B4-BE49-F238E27FC236}">
                    <a16:creationId xmlns:a16="http://schemas.microsoft.com/office/drawing/2014/main" id="{FA8E0E9B-DC20-1547-AAD9-87C4D83C9AB4}"/>
                  </a:ext>
                </a:extLst>
              </p:cNvPr>
              <p:cNvSpPr/>
              <p:nvPr/>
            </p:nvSpPr>
            <p:spPr>
              <a:xfrm>
                <a:off x="6960365" y="4855582"/>
                <a:ext cx="178001" cy="162108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DF6B6838-15D5-5A40-AC11-EE42A8BE380A}"/>
                </a:ext>
              </a:extLst>
            </p:cNvPr>
            <p:cNvSpPr txBox="1"/>
            <p:nvPr/>
          </p:nvSpPr>
          <p:spPr>
            <a:xfrm>
              <a:off x="1351543" y="2732645"/>
              <a:ext cx="2479539" cy="575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Unified fonts make reading more </a:t>
              </a:r>
              <a:r>
                <a:rPr lang="en-US" altLang="zh-CN" sz="9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fluent.Copy</a:t>
              </a: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paste fonts. Choose the only </a:t>
              </a:r>
              <a:r>
                <a:rPr lang="en-US" altLang="zh-CN" sz="9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optio</a:t>
              </a: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to retain text……</a:t>
              </a:r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F6A76F7E-6205-3C4A-BD38-EDF4385CC6F5}"/>
                </a:ext>
              </a:extLst>
            </p:cNvPr>
            <p:cNvSpPr txBox="1"/>
            <p:nvPr/>
          </p:nvSpPr>
          <p:spPr>
            <a:xfrm>
              <a:off x="8359931" y="2710525"/>
              <a:ext cx="2479539" cy="575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Unified fonts make reading more </a:t>
              </a:r>
              <a:r>
                <a:rPr lang="en-US" altLang="zh-CN" sz="9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fluent.Copy</a:t>
              </a: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paste fonts. Choose the only </a:t>
              </a:r>
              <a:r>
                <a:rPr lang="en-US" altLang="zh-CN" sz="9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optio</a:t>
              </a: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to retain text……</a:t>
              </a: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88EAEE90-2B30-1B49-99D7-6781484AF4B1}"/>
                </a:ext>
              </a:extLst>
            </p:cNvPr>
            <p:cNvSpPr txBox="1"/>
            <p:nvPr/>
          </p:nvSpPr>
          <p:spPr>
            <a:xfrm>
              <a:off x="8360919" y="4079767"/>
              <a:ext cx="2479539" cy="575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Unified fonts make reading more </a:t>
              </a:r>
              <a:r>
                <a:rPr lang="en-US" altLang="zh-CN" sz="9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fluent.Copy</a:t>
              </a: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paste fonts. Choose the only </a:t>
              </a:r>
              <a:r>
                <a:rPr lang="en-US" altLang="zh-CN" sz="9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optio</a:t>
              </a: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to retain text……</a:t>
              </a:r>
            </a:p>
          </p:txBody>
        </p: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16C75832-B990-DD4E-A82A-2E7913868E83}"/>
                </a:ext>
              </a:extLst>
            </p:cNvPr>
            <p:cNvSpPr txBox="1"/>
            <p:nvPr/>
          </p:nvSpPr>
          <p:spPr>
            <a:xfrm>
              <a:off x="1349087" y="4101831"/>
              <a:ext cx="2479539" cy="575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Unified fonts make reading more </a:t>
              </a:r>
              <a:r>
                <a:rPr lang="en-US" altLang="zh-CN" sz="9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fluent.Copy</a:t>
              </a: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paste fonts. Choose the only </a:t>
              </a:r>
              <a:r>
                <a:rPr lang="en-US" altLang="zh-CN" sz="9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optio</a:t>
              </a: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to retain text……</a:t>
              </a:r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CA9C4016-2888-CD41-AC74-6F9121815475}"/>
                </a:ext>
              </a:extLst>
            </p:cNvPr>
            <p:cNvSpPr txBox="1"/>
            <p:nvPr/>
          </p:nvSpPr>
          <p:spPr>
            <a:xfrm>
              <a:off x="2655734" y="2371972"/>
              <a:ext cx="1173517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 b="1" dirty="0">
                  <a:gradFill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60000">
                        <a:schemeClr val="accent2"/>
                      </a:gs>
                    </a:gsLst>
                    <a:lin ang="2700000" scaled="0"/>
                  </a:gradFill>
                </a:rPr>
                <a:t>Text here</a:t>
              </a:r>
              <a:endParaRPr lang="zh-CN" altLang="en-US" sz="1600" b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</a:endParaRPr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5E11D741-E8D2-C143-85D1-62611F1D42F1}"/>
                </a:ext>
              </a:extLst>
            </p:cNvPr>
            <p:cNvSpPr txBox="1"/>
            <p:nvPr/>
          </p:nvSpPr>
          <p:spPr>
            <a:xfrm>
              <a:off x="8359931" y="3741212"/>
              <a:ext cx="1076883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gradFill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60000">
                        <a:schemeClr val="accent3"/>
                      </a:gs>
                    </a:gsLst>
                    <a:lin ang="2700000" scaled="0"/>
                  </a:gradFill>
                </a:rPr>
                <a:t>Text here</a:t>
              </a:r>
              <a:endParaRPr lang="zh-CN" altLang="en-US" sz="1600" b="1" dirty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</a:endParaRPr>
            </a:p>
          </p:txBody>
        </p:sp>
        <p:sp>
          <p:nvSpPr>
            <p:cNvPr id="219" name="文本框 218">
              <a:extLst>
                <a:ext uri="{FF2B5EF4-FFF2-40B4-BE49-F238E27FC236}">
                  <a16:creationId xmlns:a16="http://schemas.microsoft.com/office/drawing/2014/main" id="{EBA94973-FC30-2A4B-9B52-C9D0B226E83E}"/>
                </a:ext>
              </a:extLst>
            </p:cNvPr>
            <p:cNvSpPr txBox="1"/>
            <p:nvPr/>
          </p:nvSpPr>
          <p:spPr>
            <a:xfrm>
              <a:off x="2721797" y="3763277"/>
              <a:ext cx="1106829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 b="1" dirty="0"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60000">
                        <a:schemeClr val="accent4"/>
                      </a:gs>
                    </a:gsLst>
                    <a:lin ang="2700000" scaled="0"/>
                  </a:gradFill>
                </a:rPr>
                <a:t>Text here</a:t>
              </a:r>
              <a:endParaRPr lang="zh-CN" altLang="en-US" sz="1600" b="1" dirty="0"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0000">
                      <a:schemeClr val="accent4"/>
                    </a:gs>
                  </a:gsLst>
                  <a:lin ang="2700000" scaled="0"/>
                </a:gradFill>
              </a:endParaRPr>
            </a:p>
          </p:txBody>
        </p:sp>
        <p:sp>
          <p:nvSpPr>
            <p:cNvPr id="220" name="文本框 219">
              <a:extLst>
                <a:ext uri="{FF2B5EF4-FFF2-40B4-BE49-F238E27FC236}">
                  <a16:creationId xmlns:a16="http://schemas.microsoft.com/office/drawing/2014/main" id="{AB26E6B7-1886-9F48-AB30-EB19D965FE4E}"/>
                </a:ext>
              </a:extLst>
            </p:cNvPr>
            <p:cNvSpPr txBox="1"/>
            <p:nvPr/>
          </p:nvSpPr>
          <p:spPr>
            <a:xfrm>
              <a:off x="8360772" y="2371969"/>
              <a:ext cx="1238928" cy="7797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gradFill>
                    <a:gsLst>
                      <a:gs pos="0">
                        <a:schemeClr val="accent1">
                          <a:lumMod val="20000"/>
                          <a:lumOff val="8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</a:rPr>
                <a:t>Text here</a:t>
              </a:r>
              <a:endParaRPr lang="zh-CN" altLang="en-US" sz="1600" b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967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confont-11119-5238510">
            <a:extLst>
              <a:ext uri="{FF2B5EF4-FFF2-40B4-BE49-F238E27FC236}">
                <a16:creationId xmlns:a16="http://schemas.microsoft.com/office/drawing/2014/main" id="{A3CEA2A6-9465-DC41-8642-CDC785EFE8A7}"/>
              </a:ext>
            </a:extLst>
          </p:cNvPr>
          <p:cNvSpPr>
            <a:spLocks noChangeAspect="1"/>
          </p:cNvSpPr>
          <p:nvPr/>
        </p:nvSpPr>
        <p:spPr>
          <a:xfrm>
            <a:off x="2948475" y="1611617"/>
            <a:ext cx="606979" cy="609685"/>
          </a:xfrm>
          <a:custGeom>
            <a:avLst/>
            <a:gdLst>
              <a:gd name="connsiteX0" fmla="*/ 110707 w 606760"/>
              <a:gd name="connsiteY0" fmla="*/ 455582 h 609465"/>
              <a:gd name="connsiteX1" fmla="*/ 139574 w 606760"/>
              <a:gd name="connsiteY1" fmla="*/ 455582 h 609465"/>
              <a:gd name="connsiteX2" fmla="*/ 139574 w 606760"/>
              <a:gd name="connsiteY2" fmla="*/ 507487 h 609465"/>
              <a:gd name="connsiteX3" fmla="*/ 110707 w 606760"/>
              <a:gd name="connsiteY3" fmla="*/ 507487 h 609465"/>
              <a:gd name="connsiteX4" fmla="*/ 110707 w 606760"/>
              <a:gd name="connsiteY4" fmla="*/ 376628 h 609465"/>
              <a:gd name="connsiteX5" fmla="*/ 139574 w 606760"/>
              <a:gd name="connsiteY5" fmla="*/ 376628 h 609465"/>
              <a:gd name="connsiteX6" fmla="*/ 139574 w 606760"/>
              <a:gd name="connsiteY6" fmla="*/ 428534 h 609465"/>
              <a:gd name="connsiteX7" fmla="*/ 110707 w 606760"/>
              <a:gd name="connsiteY7" fmla="*/ 428534 h 609465"/>
              <a:gd name="connsiteX8" fmla="*/ 447510 w 606760"/>
              <a:gd name="connsiteY8" fmla="*/ 350074 h 609465"/>
              <a:gd name="connsiteX9" fmla="*/ 395459 w 606760"/>
              <a:gd name="connsiteY9" fmla="*/ 402172 h 609465"/>
              <a:gd name="connsiteX10" fmla="*/ 447510 w 606760"/>
              <a:gd name="connsiteY10" fmla="*/ 454221 h 609465"/>
              <a:gd name="connsiteX11" fmla="*/ 576472 w 606760"/>
              <a:gd name="connsiteY11" fmla="*/ 454221 h 609465"/>
              <a:gd name="connsiteX12" fmla="*/ 576520 w 606760"/>
              <a:gd name="connsiteY12" fmla="*/ 454221 h 609465"/>
              <a:gd name="connsiteX13" fmla="*/ 576520 w 606760"/>
              <a:gd name="connsiteY13" fmla="*/ 350074 h 609465"/>
              <a:gd name="connsiteX14" fmla="*/ 110707 w 606760"/>
              <a:gd name="connsiteY14" fmla="*/ 297579 h 609465"/>
              <a:gd name="connsiteX15" fmla="*/ 139574 w 606760"/>
              <a:gd name="connsiteY15" fmla="*/ 297579 h 609465"/>
              <a:gd name="connsiteX16" fmla="*/ 139574 w 606760"/>
              <a:gd name="connsiteY16" fmla="*/ 349484 h 609465"/>
              <a:gd name="connsiteX17" fmla="*/ 110707 w 606760"/>
              <a:gd name="connsiteY17" fmla="*/ 349484 h 609465"/>
              <a:gd name="connsiteX18" fmla="*/ 53623 w 606760"/>
              <a:gd name="connsiteY18" fmla="*/ 225165 h 609465"/>
              <a:gd name="connsiteX19" fmla="*/ 30336 w 606760"/>
              <a:gd name="connsiteY19" fmla="*/ 248404 h 609465"/>
              <a:gd name="connsiteX20" fmla="*/ 30336 w 606760"/>
              <a:gd name="connsiteY20" fmla="*/ 555939 h 609465"/>
              <a:gd name="connsiteX21" fmla="*/ 53623 w 606760"/>
              <a:gd name="connsiteY21" fmla="*/ 579226 h 609465"/>
              <a:gd name="connsiteX22" fmla="*/ 110770 w 606760"/>
              <a:gd name="connsiteY22" fmla="*/ 579226 h 609465"/>
              <a:gd name="connsiteX23" fmla="*/ 110770 w 606760"/>
              <a:gd name="connsiteY23" fmla="*/ 534748 h 609465"/>
              <a:gd name="connsiteX24" fmla="*/ 139582 w 606760"/>
              <a:gd name="connsiteY24" fmla="*/ 534748 h 609465"/>
              <a:gd name="connsiteX25" fmla="*/ 139582 w 606760"/>
              <a:gd name="connsiteY25" fmla="*/ 579226 h 609465"/>
              <a:gd name="connsiteX26" fmla="*/ 553233 w 606760"/>
              <a:gd name="connsiteY26" fmla="*/ 579226 h 609465"/>
              <a:gd name="connsiteX27" fmla="*/ 576520 w 606760"/>
              <a:gd name="connsiteY27" fmla="*/ 555939 h 609465"/>
              <a:gd name="connsiteX28" fmla="*/ 576520 w 606760"/>
              <a:gd name="connsiteY28" fmla="*/ 484651 h 609465"/>
              <a:gd name="connsiteX29" fmla="*/ 447510 w 606760"/>
              <a:gd name="connsiteY29" fmla="*/ 484651 h 609465"/>
              <a:gd name="connsiteX30" fmla="*/ 365075 w 606760"/>
              <a:gd name="connsiteY30" fmla="*/ 402219 h 609465"/>
              <a:gd name="connsiteX31" fmla="*/ 447510 w 606760"/>
              <a:gd name="connsiteY31" fmla="*/ 319787 h 609465"/>
              <a:gd name="connsiteX32" fmla="*/ 447510 w 606760"/>
              <a:gd name="connsiteY32" fmla="*/ 319740 h 609465"/>
              <a:gd name="connsiteX33" fmla="*/ 576472 w 606760"/>
              <a:gd name="connsiteY33" fmla="*/ 319740 h 609465"/>
              <a:gd name="connsiteX34" fmla="*/ 576472 w 606760"/>
              <a:gd name="connsiteY34" fmla="*/ 248404 h 609465"/>
              <a:gd name="connsiteX35" fmla="*/ 553185 w 606760"/>
              <a:gd name="connsiteY35" fmla="*/ 225165 h 609465"/>
              <a:gd name="connsiteX36" fmla="*/ 139582 w 606760"/>
              <a:gd name="connsiteY36" fmla="*/ 225165 h 609465"/>
              <a:gd name="connsiteX37" fmla="*/ 139582 w 606760"/>
              <a:gd name="connsiteY37" fmla="*/ 270500 h 609465"/>
              <a:gd name="connsiteX38" fmla="*/ 110770 w 606760"/>
              <a:gd name="connsiteY38" fmla="*/ 270500 h 609465"/>
              <a:gd name="connsiteX39" fmla="*/ 110770 w 606760"/>
              <a:gd name="connsiteY39" fmla="*/ 225165 h 609465"/>
              <a:gd name="connsiteX40" fmla="*/ 400643 w 606760"/>
              <a:gd name="connsiteY40" fmla="*/ 44783 h 609465"/>
              <a:gd name="connsiteX41" fmla="*/ 383029 w 606760"/>
              <a:gd name="connsiteY41" fmla="*/ 47111 h 609465"/>
              <a:gd name="connsiteX42" fmla="*/ 143725 w 606760"/>
              <a:gd name="connsiteY42" fmla="*/ 185259 h 609465"/>
              <a:gd name="connsiteX43" fmla="*/ 489609 w 606760"/>
              <a:gd name="connsiteY43" fmla="*/ 185259 h 609465"/>
              <a:gd name="connsiteX44" fmla="*/ 414793 w 606760"/>
              <a:gd name="connsiteY44" fmla="*/ 55635 h 609465"/>
              <a:gd name="connsiteX45" fmla="*/ 400643 w 606760"/>
              <a:gd name="connsiteY45" fmla="*/ 44783 h 609465"/>
              <a:gd name="connsiteX46" fmla="*/ 213826 w 606760"/>
              <a:gd name="connsiteY46" fmla="*/ 30634 h 609465"/>
              <a:gd name="connsiteX47" fmla="*/ 198539 w 606760"/>
              <a:gd name="connsiteY47" fmla="*/ 39729 h 609465"/>
              <a:gd name="connsiteX48" fmla="*/ 92245 w 606760"/>
              <a:gd name="connsiteY48" fmla="*/ 179973 h 609465"/>
              <a:gd name="connsiteX49" fmla="*/ 278688 w 606760"/>
              <a:gd name="connsiteY49" fmla="*/ 72397 h 609465"/>
              <a:gd name="connsiteX50" fmla="*/ 230827 w 606760"/>
              <a:gd name="connsiteY50" fmla="*/ 34729 h 609465"/>
              <a:gd name="connsiteX51" fmla="*/ 213826 w 606760"/>
              <a:gd name="connsiteY51" fmla="*/ 30634 h 609465"/>
              <a:gd name="connsiteX52" fmla="*/ 209444 w 606760"/>
              <a:gd name="connsiteY52" fmla="*/ 585 h 609465"/>
              <a:gd name="connsiteX53" fmla="*/ 249209 w 606760"/>
              <a:gd name="connsiteY53" fmla="*/ 10633 h 609465"/>
              <a:gd name="connsiteX54" fmla="*/ 306928 w 606760"/>
              <a:gd name="connsiteY54" fmla="*/ 56063 h 609465"/>
              <a:gd name="connsiteX55" fmla="*/ 367837 w 606760"/>
              <a:gd name="connsiteY55" fmla="*/ 20824 h 609465"/>
              <a:gd name="connsiteX56" fmla="*/ 441033 w 606760"/>
              <a:gd name="connsiteY56" fmla="*/ 40444 h 609465"/>
              <a:gd name="connsiteX57" fmla="*/ 530135 w 606760"/>
              <a:gd name="connsiteY57" fmla="*/ 194830 h 609465"/>
              <a:gd name="connsiteX58" fmla="*/ 553185 w 606760"/>
              <a:gd name="connsiteY58" fmla="*/ 194830 h 609465"/>
              <a:gd name="connsiteX59" fmla="*/ 606760 w 606760"/>
              <a:gd name="connsiteY59" fmla="*/ 248404 h 609465"/>
              <a:gd name="connsiteX60" fmla="*/ 606760 w 606760"/>
              <a:gd name="connsiteY60" fmla="*/ 555892 h 609465"/>
              <a:gd name="connsiteX61" fmla="*/ 553185 w 606760"/>
              <a:gd name="connsiteY61" fmla="*/ 609465 h 609465"/>
              <a:gd name="connsiteX62" fmla="*/ 53575 w 606760"/>
              <a:gd name="connsiteY62" fmla="*/ 609465 h 609465"/>
              <a:gd name="connsiteX63" fmla="*/ 0 w 606760"/>
              <a:gd name="connsiteY63" fmla="*/ 555892 h 609465"/>
              <a:gd name="connsiteX64" fmla="*/ 0 w 606760"/>
              <a:gd name="connsiteY64" fmla="*/ 248404 h 609465"/>
              <a:gd name="connsiteX65" fmla="*/ 41908 w 606760"/>
              <a:gd name="connsiteY65" fmla="*/ 196164 h 609465"/>
              <a:gd name="connsiteX66" fmla="*/ 174347 w 606760"/>
              <a:gd name="connsiteY66" fmla="*/ 21443 h 609465"/>
              <a:gd name="connsiteX67" fmla="*/ 209444 w 606760"/>
              <a:gd name="connsiteY67" fmla="*/ 585 h 609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606760" h="609465">
                <a:moveTo>
                  <a:pt x="110707" y="455582"/>
                </a:moveTo>
                <a:lnTo>
                  <a:pt x="139574" y="455582"/>
                </a:lnTo>
                <a:lnTo>
                  <a:pt x="139574" y="507487"/>
                </a:lnTo>
                <a:lnTo>
                  <a:pt x="110707" y="507487"/>
                </a:lnTo>
                <a:close/>
                <a:moveTo>
                  <a:pt x="110707" y="376628"/>
                </a:moveTo>
                <a:lnTo>
                  <a:pt x="139574" y="376628"/>
                </a:lnTo>
                <a:lnTo>
                  <a:pt x="139574" y="428534"/>
                </a:lnTo>
                <a:lnTo>
                  <a:pt x="110707" y="428534"/>
                </a:lnTo>
                <a:close/>
                <a:moveTo>
                  <a:pt x="447510" y="350074"/>
                </a:moveTo>
                <a:cubicBezTo>
                  <a:pt x="418841" y="350074"/>
                  <a:pt x="395459" y="373409"/>
                  <a:pt x="395459" y="402172"/>
                </a:cubicBezTo>
                <a:cubicBezTo>
                  <a:pt x="395459" y="430840"/>
                  <a:pt x="418794" y="454221"/>
                  <a:pt x="447510" y="454221"/>
                </a:cubicBezTo>
                <a:lnTo>
                  <a:pt x="576472" y="454221"/>
                </a:lnTo>
                <a:lnTo>
                  <a:pt x="576520" y="454221"/>
                </a:lnTo>
                <a:lnTo>
                  <a:pt x="576520" y="350074"/>
                </a:lnTo>
                <a:close/>
                <a:moveTo>
                  <a:pt x="110707" y="297579"/>
                </a:moveTo>
                <a:lnTo>
                  <a:pt x="139574" y="297579"/>
                </a:lnTo>
                <a:lnTo>
                  <a:pt x="139574" y="349484"/>
                </a:lnTo>
                <a:lnTo>
                  <a:pt x="110707" y="349484"/>
                </a:lnTo>
                <a:close/>
                <a:moveTo>
                  <a:pt x="53623" y="225165"/>
                </a:moveTo>
                <a:cubicBezTo>
                  <a:pt x="40765" y="225165"/>
                  <a:pt x="30336" y="235546"/>
                  <a:pt x="30336" y="248404"/>
                </a:cubicBezTo>
                <a:lnTo>
                  <a:pt x="30336" y="555939"/>
                </a:lnTo>
                <a:cubicBezTo>
                  <a:pt x="30336" y="568797"/>
                  <a:pt x="40765" y="579226"/>
                  <a:pt x="53623" y="579226"/>
                </a:cubicBezTo>
                <a:lnTo>
                  <a:pt x="110770" y="579226"/>
                </a:lnTo>
                <a:lnTo>
                  <a:pt x="110770" y="534748"/>
                </a:lnTo>
                <a:lnTo>
                  <a:pt x="139582" y="534748"/>
                </a:lnTo>
                <a:lnTo>
                  <a:pt x="139582" y="579226"/>
                </a:lnTo>
                <a:lnTo>
                  <a:pt x="553233" y="579226"/>
                </a:lnTo>
                <a:cubicBezTo>
                  <a:pt x="566091" y="579226"/>
                  <a:pt x="576520" y="568797"/>
                  <a:pt x="576520" y="555939"/>
                </a:cubicBezTo>
                <a:lnTo>
                  <a:pt x="576520" y="484651"/>
                </a:lnTo>
                <a:lnTo>
                  <a:pt x="447510" y="484651"/>
                </a:lnTo>
                <a:cubicBezTo>
                  <a:pt x="402078" y="484651"/>
                  <a:pt x="365075" y="447697"/>
                  <a:pt x="365075" y="402219"/>
                </a:cubicBezTo>
                <a:cubicBezTo>
                  <a:pt x="365075" y="356741"/>
                  <a:pt x="402126" y="319787"/>
                  <a:pt x="447510" y="319787"/>
                </a:cubicBezTo>
                <a:lnTo>
                  <a:pt x="447510" y="319740"/>
                </a:lnTo>
                <a:lnTo>
                  <a:pt x="576472" y="319740"/>
                </a:lnTo>
                <a:lnTo>
                  <a:pt x="576472" y="248404"/>
                </a:lnTo>
                <a:cubicBezTo>
                  <a:pt x="576472" y="235546"/>
                  <a:pt x="566043" y="225165"/>
                  <a:pt x="553185" y="225165"/>
                </a:cubicBezTo>
                <a:lnTo>
                  <a:pt x="139582" y="225165"/>
                </a:lnTo>
                <a:lnTo>
                  <a:pt x="139582" y="270500"/>
                </a:lnTo>
                <a:lnTo>
                  <a:pt x="110770" y="270500"/>
                </a:lnTo>
                <a:lnTo>
                  <a:pt x="110770" y="225165"/>
                </a:lnTo>
                <a:close/>
                <a:moveTo>
                  <a:pt x="400643" y="44783"/>
                </a:moveTo>
                <a:cubicBezTo>
                  <a:pt x="394887" y="43241"/>
                  <a:pt x="388554" y="43896"/>
                  <a:pt x="383029" y="47111"/>
                </a:cubicBezTo>
                <a:lnTo>
                  <a:pt x="143725" y="185259"/>
                </a:lnTo>
                <a:lnTo>
                  <a:pt x="489609" y="185259"/>
                </a:lnTo>
                <a:lnTo>
                  <a:pt x="414793" y="55635"/>
                </a:lnTo>
                <a:cubicBezTo>
                  <a:pt x="411579" y="50063"/>
                  <a:pt x="406400" y="46325"/>
                  <a:pt x="400643" y="44783"/>
                </a:cubicBezTo>
                <a:close/>
                <a:moveTo>
                  <a:pt x="213826" y="30634"/>
                </a:moveTo>
                <a:cubicBezTo>
                  <a:pt x="207730" y="31539"/>
                  <a:pt x="202253" y="34729"/>
                  <a:pt x="198539" y="39729"/>
                </a:cubicBezTo>
                <a:lnTo>
                  <a:pt x="92245" y="179973"/>
                </a:lnTo>
                <a:lnTo>
                  <a:pt x="278688" y="72397"/>
                </a:lnTo>
                <a:lnTo>
                  <a:pt x="230827" y="34729"/>
                </a:lnTo>
                <a:cubicBezTo>
                  <a:pt x="226112" y="31300"/>
                  <a:pt x="219969" y="29729"/>
                  <a:pt x="213826" y="30634"/>
                </a:cubicBezTo>
                <a:close/>
                <a:moveTo>
                  <a:pt x="209444" y="585"/>
                </a:moveTo>
                <a:cubicBezTo>
                  <a:pt x="223541" y="-1510"/>
                  <a:pt x="237732" y="2061"/>
                  <a:pt x="249209" y="10633"/>
                </a:cubicBezTo>
                <a:lnTo>
                  <a:pt x="306928" y="56063"/>
                </a:lnTo>
                <a:lnTo>
                  <a:pt x="367837" y="20824"/>
                </a:lnTo>
                <a:cubicBezTo>
                  <a:pt x="393411" y="6061"/>
                  <a:pt x="426270" y="14871"/>
                  <a:pt x="441033" y="40444"/>
                </a:cubicBezTo>
                <a:lnTo>
                  <a:pt x="530135" y="194830"/>
                </a:lnTo>
                <a:lnTo>
                  <a:pt x="553185" y="194830"/>
                </a:lnTo>
                <a:cubicBezTo>
                  <a:pt x="582759" y="194830"/>
                  <a:pt x="606808" y="218879"/>
                  <a:pt x="606760" y="248404"/>
                </a:cubicBezTo>
                <a:lnTo>
                  <a:pt x="606760" y="555892"/>
                </a:lnTo>
                <a:cubicBezTo>
                  <a:pt x="606760" y="585417"/>
                  <a:pt x="582711" y="609465"/>
                  <a:pt x="553185" y="609465"/>
                </a:cubicBezTo>
                <a:lnTo>
                  <a:pt x="53575" y="609465"/>
                </a:lnTo>
                <a:cubicBezTo>
                  <a:pt x="24049" y="609465"/>
                  <a:pt x="0" y="585417"/>
                  <a:pt x="0" y="555892"/>
                </a:cubicBezTo>
                <a:lnTo>
                  <a:pt x="0" y="248404"/>
                </a:lnTo>
                <a:cubicBezTo>
                  <a:pt x="0" y="222879"/>
                  <a:pt x="17954" y="201497"/>
                  <a:pt x="41908" y="196164"/>
                </a:cubicBezTo>
                <a:lnTo>
                  <a:pt x="174347" y="21443"/>
                </a:lnTo>
                <a:cubicBezTo>
                  <a:pt x="182776" y="10109"/>
                  <a:pt x="195253" y="2633"/>
                  <a:pt x="209444" y="5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confont-1033-827631">
            <a:extLst>
              <a:ext uri="{FF2B5EF4-FFF2-40B4-BE49-F238E27FC236}">
                <a16:creationId xmlns:a16="http://schemas.microsoft.com/office/drawing/2014/main" id="{F39188A3-81CE-134F-8A62-9E55724BB113}"/>
              </a:ext>
            </a:extLst>
          </p:cNvPr>
          <p:cNvSpPr>
            <a:spLocks noChangeAspect="1"/>
          </p:cNvSpPr>
          <p:nvPr/>
        </p:nvSpPr>
        <p:spPr>
          <a:xfrm>
            <a:off x="4292009" y="1611617"/>
            <a:ext cx="559981" cy="609685"/>
          </a:xfrm>
          <a:custGeom>
            <a:avLst/>
            <a:gdLst>
              <a:gd name="T0" fmla="*/ 5070 w 10139"/>
              <a:gd name="T1" fmla="*/ 0 h 11038"/>
              <a:gd name="T2" fmla="*/ 7339 w 10139"/>
              <a:gd name="T3" fmla="*/ 939 h 11038"/>
              <a:gd name="T4" fmla="*/ 8278 w 10139"/>
              <a:gd name="T5" fmla="*/ 3208 h 11038"/>
              <a:gd name="T6" fmla="*/ 7339 w 10139"/>
              <a:gd name="T7" fmla="*/ 5477 h 11038"/>
              <a:gd name="T8" fmla="*/ 6863 w 10139"/>
              <a:gd name="T9" fmla="*/ 5869 h 11038"/>
              <a:gd name="T10" fmla="*/ 8653 w 10139"/>
              <a:gd name="T11" fmla="*/ 7025 h 11038"/>
              <a:gd name="T12" fmla="*/ 10139 w 10139"/>
              <a:gd name="T13" fmla="*/ 10601 h 11038"/>
              <a:gd name="T14" fmla="*/ 9702 w 10139"/>
              <a:gd name="T15" fmla="*/ 11038 h 11038"/>
              <a:gd name="T16" fmla="*/ 9266 w 10139"/>
              <a:gd name="T17" fmla="*/ 10601 h 11038"/>
              <a:gd name="T18" fmla="*/ 8038 w 10139"/>
              <a:gd name="T19" fmla="*/ 7642 h 11038"/>
              <a:gd name="T20" fmla="*/ 5075 w 10139"/>
              <a:gd name="T21" fmla="*/ 6417 h 11038"/>
              <a:gd name="T22" fmla="*/ 5070 w 10139"/>
              <a:gd name="T23" fmla="*/ 6417 h 11038"/>
              <a:gd name="T24" fmla="*/ 5070 w 10139"/>
              <a:gd name="T25" fmla="*/ 6417 h 11038"/>
              <a:gd name="T26" fmla="*/ 5065 w 10139"/>
              <a:gd name="T27" fmla="*/ 6417 h 11038"/>
              <a:gd name="T28" fmla="*/ 2101 w 10139"/>
              <a:gd name="T29" fmla="*/ 7642 h 11038"/>
              <a:gd name="T30" fmla="*/ 874 w 10139"/>
              <a:gd name="T31" fmla="*/ 10601 h 11038"/>
              <a:gd name="T32" fmla="*/ 437 w 10139"/>
              <a:gd name="T33" fmla="*/ 11038 h 11038"/>
              <a:gd name="T34" fmla="*/ 0 w 10139"/>
              <a:gd name="T35" fmla="*/ 10601 h 11038"/>
              <a:gd name="T36" fmla="*/ 1487 w 10139"/>
              <a:gd name="T37" fmla="*/ 7025 h 11038"/>
              <a:gd name="T38" fmla="*/ 3277 w 10139"/>
              <a:gd name="T39" fmla="*/ 5869 h 11038"/>
              <a:gd name="T40" fmla="*/ 2801 w 10139"/>
              <a:gd name="T41" fmla="*/ 5477 h 11038"/>
              <a:gd name="T42" fmla="*/ 1861 w 10139"/>
              <a:gd name="T43" fmla="*/ 3208 h 11038"/>
              <a:gd name="T44" fmla="*/ 2801 w 10139"/>
              <a:gd name="T45" fmla="*/ 939 h 11038"/>
              <a:gd name="T46" fmla="*/ 5070 w 10139"/>
              <a:gd name="T47" fmla="*/ 0 h 11038"/>
              <a:gd name="T48" fmla="*/ 6721 w 10139"/>
              <a:gd name="T49" fmla="*/ 1557 h 11038"/>
              <a:gd name="T50" fmla="*/ 5070 w 10139"/>
              <a:gd name="T51" fmla="*/ 873 h 11038"/>
              <a:gd name="T52" fmla="*/ 3419 w 10139"/>
              <a:gd name="T53" fmla="*/ 1557 h 11038"/>
              <a:gd name="T54" fmla="*/ 2735 w 10139"/>
              <a:gd name="T55" fmla="*/ 3208 h 11038"/>
              <a:gd name="T56" fmla="*/ 3419 w 10139"/>
              <a:gd name="T57" fmla="*/ 4859 h 11038"/>
              <a:gd name="T58" fmla="*/ 5065 w 10139"/>
              <a:gd name="T59" fmla="*/ 5543 h 11038"/>
              <a:gd name="T60" fmla="*/ 5070 w 10139"/>
              <a:gd name="T61" fmla="*/ 5543 h 11038"/>
              <a:gd name="T62" fmla="*/ 5070 w 10139"/>
              <a:gd name="T63" fmla="*/ 5543 h 11038"/>
              <a:gd name="T64" fmla="*/ 5075 w 10139"/>
              <a:gd name="T65" fmla="*/ 5543 h 11038"/>
              <a:gd name="T66" fmla="*/ 6721 w 10139"/>
              <a:gd name="T67" fmla="*/ 4859 h 11038"/>
              <a:gd name="T68" fmla="*/ 7405 w 10139"/>
              <a:gd name="T69" fmla="*/ 3208 h 11038"/>
              <a:gd name="T70" fmla="*/ 6721 w 10139"/>
              <a:gd name="T71" fmla="*/ 1557 h 11038"/>
              <a:gd name="T72" fmla="*/ 6721 w 10139"/>
              <a:gd name="T73" fmla="*/ 1557 h 110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139" h="11038">
                <a:moveTo>
                  <a:pt x="5070" y="0"/>
                </a:moveTo>
                <a:cubicBezTo>
                  <a:pt x="5956" y="0"/>
                  <a:pt x="6758" y="359"/>
                  <a:pt x="7339" y="939"/>
                </a:cubicBezTo>
                <a:cubicBezTo>
                  <a:pt x="7919" y="1520"/>
                  <a:pt x="8278" y="2322"/>
                  <a:pt x="8278" y="3208"/>
                </a:cubicBezTo>
                <a:cubicBezTo>
                  <a:pt x="8278" y="4094"/>
                  <a:pt x="7919" y="4896"/>
                  <a:pt x="7339" y="5477"/>
                </a:cubicBezTo>
                <a:cubicBezTo>
                  <a:pt x="7193" y="5622"/>
                  <a:pt x="7034" y="5754"/>
                  <a:pt x="6863" y="5869"/>
                </a:cubicBezTo>
                <a:cubicBezTo>
                  <a:pt x="7541" y="6125"/>
                  <a:pt x="8149" y="6522"/>
                  <a:pt x="8653" y="7025"/>
                </a:cubicBezTo>
                <a:cubicBezTo>
                  <a:pt x="9571" y="7941"/>
                  <a:pt x="10139" y="9206"/>
                  <a:pt x="10139" y="10601"/>
                </a:cubicBezTo>
                <a:cubicBezTo>
                  <a:pt x="10139" y="10842"/>
                  <a:pt x="9944" y="11038"/>
                  <a:pt x="9702" y="11038"/>
                </a:cubicBezTo>
                <a:cubicBezTo>
                  <a:pt x="9461" y="11038"/>
                  <a:pt x="9266" y="10842"/>
                  <a:pt x="9266" y="10601"/>
                </a:cubicBezTo>
                <a:cubicBezTo>
                  <a:pt x="9266" y="9445"/>
                  <a:pt x="8796" y="8399"/>
                  <a:pt x="8038" y="7642"/>
                </a:cubicBezTo>
                <a:cubicBezTo>
                  <a:pt x="7280" y="6886"/>
                  <a:pt x="6233" y="6418"/>
                  <a:pt x="5075" y="6417"/>
                </a:cubicBezTo>
                <a:lnTo>
                  <a:pt x="5070" y="6417"/>
                </a:lnTo>
                <a:lnTo>
                  <a:pt x="5070" y="6417"/>
                </a:lnTo>
                <a:lnTo>
                  <a:pt x="5065" y="6417"/>
                </a:lnTo>
                <a:cubicBezTo>
                  <a:pt x="3907" y="6418"/>
                  <a:pt x="2859" y="6886"/>
                  <a:pt x="2101" y="7642"/>
                </a:cubicBezTo>
                <a:cubicBezTo>
                  <a:pt x="1343" y="8399"/>
                  <a:pt x="874" y="9445"/>
                  <a:pt x="874" y="10601"/>
                </a:cubicBezTo>
                <a:cubicBezTo>
                  <a:pt x="874" y="10842"/>
                  <a:pt x="678" y="11038"/>
                  <a:pt x="437" y="11038"/>
                </a:cubicBezTo>
                <a:cubicBezTo>
                  <a:pt x="196" y="11038"/>
                  <a:pt x="0" y="10842"/>
                  <a:pt x="0" y="10601"/>
                </a:cubicBezTo>
                <a:cubicBezTo>
                  <a:pt x="0" y="9206"/>
                  <a:pt x="569" y="7941"/>
                  <a:pt x="1487" y="7025"/>
                </a:cubicBezTo>
                <a:cubicBezTo>
                  <a:pt x="1990" y="6522"/>
                  <a:pt x="2599" y="6125"/>
                  <a:pt x="3277" y="5869"/>
                </a:cubicBezTo>
                <a:cubicBezTo>
                  <a:pt x="3106" y="5754"/>
                  <a:pt x="2947" y="5622"/>
                  <a:pt x="2801" y="5477"/>
                </a:cubicBezTo>
                <a:cubicBezTo>
                  <a:pt x="2221" y="4896"/>
                  <a:pt x="1861" y="4094"/>
                  <a:pt x="1861" y="3208"/>
                </a:cubicBezTo>
                <a:cubicBezTo>
                  <a:pt x="1861" y="2322"/>
                  <a:pt x="2221" y="1520"/>
                  <a:pt x="2801" y="939"/>
                </a:cubicBezTo>
                <a:cubicBezTo>
                  <a:pt x="3382" y="359"/>
                  <a:pt x="4184" y="0"/>
                  <a:pt x="5070" y="0"/>
                </a:cubicBezTo>
                <a:close/>
                <a:moveTo>
                  <a:pt x="6721" y="1557"/>
                </a:moveTo>
                <a:cubicBezTo>
                  <a:pt x="6298" y="1135"/>
                  <a:pt x="5715" y="873"/>
                  <a:pt x="5070" y="873"/>
                </a:cubicBezTo>
                <a:cubicBezTo>
                  <a:pt x="4425" y="873"/>
                  <a:pt x="3841" y="1135"/>
                  <a:pt x="3419" y="1557"/>
                </a:cubicBezTo>
                <a:cubicBezTo>
                  <a:pt x="2996" y="1980"/>
                  <a:pt x="2735" y="2563"/>
                  <a:pt x="2735" y="3208"/>
                </a:cubicBezTo>
                <a:cubicBezTo>
                  <a:pt x="2735" y="3853"/>
                  <a:pt x="2996" y="4436"/>
                  <a:pt x="3419" y="4859"/>
                </a:cubicBezTo>
                <a:cubicBezTo>
                  <a:pt x="3840" y="5280"/>
                  <a:pt x="4422" y="5541"/>
                  <a:pt x="5065" y="5543"/>
                </a:cubicBezTo>
                <a:lnTo>
                  <a:pt x="5070" y="5543"/>
                </a:lnTo>
                <a:lnTo>
                  <a:pt x="5070" y="5543"/>
                </a:lnTo>
                <a:lnTo>
                  <a:pt x="5075" y="5543"/>
                </a:lnTo>
                <a:cubicBezTo>
                  <a:pt x="5718" y="5541"/>
                  <a:pt x="6299" y="5280"/>
                  <a:pt x="6721" y="4859"/>
                </a:cubicBezTo>
                <a:cubicBezTo>
                  <a:pt x="7143" y="4436"/>
                  <a:pt x="7405" y="3853"/>
                  <a:pt x="7405" y="3208"/>
                </a:cubicBezTo>
                <a:cubicBezTo>
                  <a:pt x="7405" y="2563"/>
                  <a:pt x="7143" y="1980"/>
                  <a:pt x="6721" y="1557"/>
                </a:cubicBezTo>
                <a:close/>
                <a:moveTo>
                  <a:pt x="6721" y="1557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pad-reverse_65754">
            <a:extLst>
              <a:ext uri="{FF2B5EF4-FFF2-40B4-BE49-F238E27FC236}">
                <a16:creationId xmlns:a16="http://schemas.microsoft.com/office/drawing/2014/main" id="{B15C3FB1-5C87-6848-822B-2877B805EC40}"/>
              </a:ext>
            </a:extLst>
          </p:cNvPr>
          <p:cNvSpPr>
            <a:spLocks noChangeAspect="1"/>
          </p:cNvSpPr>
          <p:nvPr/>
        </p:nvSpPr>
        <p:spPr>
          <a:xfrm>
            <a:off x="5441994" y="1611616"/>
            <a:ext cx="432573" cy="609685"/>
          </a:xfrm>
          <a:custGeom>
            <a:avLst/>
            <a:gdLst>
              <a:gd name="T0" fmla="*/ 121763 h 600884"/>
              <a:gd name="T1" fmla="*/ 121763 h 600884"/>
              <a:gd name="T2" fmla="*/ 121763 h 600884"/>
              <a:gd name="T3" fmla="*/ 121763 h 600884"/>
              <a:gd name="T4" fmla="*/ 121763 h 600884"/>
              <a:gd name="T5" fmla="*/ 121763 h 600884"/>
              <a:gd name="T6" fmla="*/ 121763 h 600884"/>
              <a:gd name="T7" fmla="*/ 121763 h 600884"/>
              <a:gd name="T8" fmla="*/ 121763 h 600884"/>
              <a:gd name="T9" fmla="*/ 121763 h 600884"/>
              <a:gd name="T10" fmla="*/ 121763 h 600884"/>
              <a:gd name="T11" fmla="*/ 121763 h 600884"/>
              <a:gd name="T12" fmla="*/ 121763 h 600884"/>
              <a:gd name="T13" fmla="*/ 121763 h 600884"/>
              <a:gd name="T14" fmla="*/ 121763 h 600884"/>
              <a:gd name="T15" fmla="*/ 121763 h 600884"/>
              <a:gd name="T16" fmla="*/ 121763 h 600884"/>
              <a:gd name="T17" fmla="*/ 121763 h 600884"/>
              <a:gd name="T18" fmla="*/ 121763 h 600884"/>
              <a:gd name="T19" fmla="*/ 121763 h 600884"/>
              <a:gd name="T20" fmla="*/ 121763 h 600884"/>
              <a:gd name="T21" fmla="*/ 121763 h 600884"/>
              <a:gd name="T22" fmla="*/ 121763 h 600884"/>
              <a:gd name="T23" fmla="*/ 121763 h 600884"/>
              <a:gd name="T24" fmla="*/ 121763 h 600884"/>
              <a:gd name="T25" fmla="*/ 121763 h 600884"/>
              <a:gd name="T26" fmla="*/ 121763 h 600884"/>
              <a:gd name="T27" fmla="*/ 121763 h 600884"/>
              <a:gd name="T28" fmla="*/ 121763 h 600884"/>
              <a:gd name="T29" fmla="*/ 121763 h 600884"/>
              <a:gd name="T30" fmla="*/ 121763 h 600884"/>
              <a:gd name="T31" fmla="*/ 121763 h 600884"/>
              <a:gd name="T32" fmla="*/ 121763 h 600884"/>
              <a:gd name="T33" fmla="*/ 121763 h 600884"/>
              <a:gd name="T34" fmla="*/ 121763 h 600884"/>
              <a:gd name="T35" fmla="*/ 121763 h 600884"/>
              <a:gd name="T36" fmla="*/ 121763 h 600884"/>
              <a:gd name="T37" fmla="*/ 121763 h 600884"/>
              <a:gd name="T38" fmla="*/ 121763 h 600884"/>
              <a:gd name="T39" fmla="*/ 121763 h 600884"/>
              <a:gd name="T40" fmla="*/ 121763 h 600884"/>
              <a:gd name="T41" fmla="*/ 121763 h 600884"/>
              <a:gd name="T42" fmla="*/ 121763 h 600884"/>
              <a:gd name="T43" fmla="*/ 121763 h 600884"/>
              <a:gd name="T44" fmla="*/ 121763 h 600884"/>
              <a:gd name="T45" fmla="*/ 121763 h 600884"/>
              <a:gd name="T46" fmla="*/ 121763 h 600884"/>
              <a:gd name="T47" fmla="*/ 121763 h 600884"/>
              <a:gd name="T48" fmla="*/ 121763 h 600884"/>
              <a:gd name="T49" fmla="*/ 121763 h 600884"/>
              <a:gd name="T50" fmla="*/ 121763 h 600884"/>
              <a:gd name="T51" fmla="*/ 121763 h 600884"/>
              <a:gd name="T52" fmla="*/ 121763 h 600884"/>
              <a:gd name="T53" fmla="*/ 121763 h 600884"/>
              <a:gd name="T54" fmla="*/ 121763 h 600884"/>
              <a:gd name="T55" fmla="*/ 121763 h 600884"/>
              <a:gd name="T56" fmla="*/ 121763 h 600884"/>
              <a:gd name="T57" fmla="*/ 121763 h 600884"/>
              <a:gd name="T58" fmla="*/ 121763 h 600884"/>
              <a:gd name="T59" fmla="*/ 121763 h 600884"/>
              <a:gd name="T60" fmla="*/ 121763 h 600884"/>
              <a:gd name="T61" fmla="*/ 121763 h 600884"/>
              <a:gd name="T62" fmla="*/ 121763 h 600884"/>
              <a:gd name="T63" fmla="*/ 121763 h 600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87" h="1393">
                <a:moveTo>
                  <a:pt x="940" y="0"/>
                </a:moveTo>
                <a:lnTo>
                  <a:pt x="47" y="0"/>
                </a:lnTo>
                <a:cubicBezTo>
                  <a:pt x="21" y="0"/>
                  <a:pt x="0" y="21"/>
                  <a:pt x="0" y="47"/>
                </a:cubicBezTo>
                <a:lnTo>
                  <a:pt x="0" y="1347"/>
                </a:lnTo>
                <a:cubicBezTo>
                  <a:pt x="0" y="1372"/>
                  <a:pt x="21" y="1393"/>
                  <a:pt x="47" y="1393"/>
                </a:cubicBezTo>
                <a:lnTo>
                  <a:pt x="940" y="1393"/>
                </a:lnTo>
                <a:cubicBezTo>
                  <a:pt x="966" y="1393"/>
                  <a:pt x="987" y="1372"/>
                  <a:pt x="987" y="1347"/>
                </a:cubicBezTo>
                <a:lnTo>
                  <a:pt x="987" y="47"/>
                </a:lnTo>
                <a:cubicBezTo>
                  <a:pt x="987" y="21"/>
                  <a:pt x="966" y="0"/>
                  <a:pt x="940" y="0"/>
                </a:cubicBezTo>
                <a:close/>
                <a:moveTo>
                  <a:pt x="507" y="588"/>
                </a:moveTo>
                <a:cubicBezTo>
                  <a:pt x="516" y="577"/>
                  <a:pt x="532" y="569"/>
                  <a:pt x="545" y="569"/>
                </a:cubicBezTo>
                <a:cubicBezTo>
                  <a:pt x="546" y="584"/>
                  <a:pt x="540" y="599"/>
                  <a:pt x="531" y="610"/>
                </a:cubicBezTo>
                <a:cubicBezTo>
                  <a:pt x="522" y="620"/>
                  <a:pt x="508" y="629"/>
                  <a:pt x="493" y="628"/>
                </a:cubicBezTo>
                <a:cubicBezTo>
                  <a:pt x="491" y="613"/>
                  <a:pt x="499" y="598"/>
                  <a:pt x="507" y="588"/>
                </a:cubicBezTo>
                <a:close/>
                <a:moveTo>
                  <a:pt x="119" y="126"/>
                </a:moveTo>
                <a:cubicBezTo>
                  <a:pt x="100" y="126"/>
                  <a:pt x="84" y="110"/>
                  <a:pt x="84" y="90"/>
                </a:cubicBezTo>
                <a:cubicBezTo>
                  <a:pt x="84" y="70"/>
                  <a:pt x="100" y="54"/>
                  <a:pt x="119" y="54"/>
                </a:cubicBezTo>
                <a:cubicBezTo>
                  <a:pt x="139" y="54"/>
                  <a:pt x="155" y="70"/>
                  <a:pt x="155" y="90"/>
                </a:cubicBezTo>
                <a:cubicBezTo>
                  <a:pt x="155" y="110"/>
                  <a:pt x="139" y="126"/>
                  <a:pt x="119" y="126"/>
                </a:cubicBezTo>
                <a:close/>
                <a:moveTo>
                  <a:pt x="580" y="793"/>
                </a:moveTo>
                <a:cubicBezTo>
                  <a:pt x="569" y="808"/>
                  <a:pt x="558" y="824"/>
                  <a:pt x="541" y="824"/>
                </a:cubicBezTo>
                <a:cubicBezTo>
                  <a:pt x="524" y="824"/>
                  <a:pt x="518" y="814"/>
                  <a:pt x="499" y="814"/>
                </a:cubicBezTo>
                <a:cubicBezTo>
                  <a:pt x="479" y="814"/>
                  <a:pt x="473" y="824"/>
                  <a:pt x="457" y="824"/>
                </a:cubicBezTo>
                <a:cubicBezTo>
                  <a:pt x="440" y="825"/>
                  <a:pt x="427" y="808"/>
                  <a:pt x="416" y="792"/>
                </a:cubicBezTo>
                <a:cubicBezTo>
                  <a:pt x="395" y="760"/>
                  <a:pt x="378" y="702"/>
                  <a:pt x="400" y="663"/>
                </a:cubicBezTo>
                <a:cubicBezTo>
                  <a:pt x="411" y="644"/>
                  <a:pt x="431" y="632"/>
                  <a:pt x="453" y="631"/>
                </a:cubicBezTo>
                <a:cubicBezTo>
                  <a:pt x="470" y="631"/>
                  <a:pt x="485" y="642"/>
                  <a:pt x="495" y="642"/>
                </a:cubicBezTo>
                <a:cubicBezTo>
                  <a:pt x="505" y="642"/>
                  <a:pt x="524" y="629"/>
                  <a:pt x="544" y="631"/>
                </a:cubicBezTo>
                <a:cubicBezTo>
                  <a:pt x="553" y="631"/>
                  <a:pt x="576" y="634"/>
                  <a:pt x="591" y="656"/>
                </a:cubicBezTo>
                <a:cubicBezTo>
                  <a:pt x="590" y="657"/>
                  <a:pt x="563" y="672"/>
                  <a:pt x="563" y="705"/>
                </a:cubicBezTo>
                <a:cubicBezTo>
                  <a:pt x="564" y="743"/>
                  <a:pt x="597" y="756"/>
                  <a:pt x="598" y="756"/>
                </a:cubicBezTo>
                <a:cubicBezTo>
                  <a:pt x="597" y="757"/>
                  <a:pt x="592" y="775"/>
                  <a:pt x="580" y="7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confont-10734-5171790">
            <a:extLst>
              <a:ext uri="{FF2B5EF4-FFF2-40B4-BE49-F238E27FC236}">
                <a16:creationId xmlns:a16="http://schemas.microsoft.com/office/drawing/2014/main" id="{014863DA-2DDE-C744-9C5C-58E12BC4F47D}"/>
              </a:ext>
            </a:extLst>
          </p:cNvPr>
          <p:cNvSpPr>
            <a:spLocks noChangeAspect="1"/>
          </p:cNvSpPr>
          <p:nvPr/>
        </p:nvSpPr>
        <p:spPr>
          <a:xfrm>
            <a:off x="6577221" y="1655156"/>
            <a:ext cx="609685" cy="522603"/>
          </a:xfrm>
          <a:custGeom>
            <a:avLst/>
            <a:gdLst>
              <a:gd name="connsiteX0" fmla="*/ 369644 w 533400"/>
              <a:gd name="connsiteY0" fmla="*/ 294724 h 457214"/>
              <a:gd name="connsiteX1" fmla="*/ 384500 w 533400"/>
              <a:gd name="connsiteY1" fmla="*/ 309581 h 457214"/>
              <a:gd name="connsiteX2" fmla="*/ 384500 w 533400"/>
              <a:gd name="connsiteY2" fmla="*/ 398861 h 457214"/>
              <a:gd name="connsiteX3" fmla="*/ 369644 w 533400"/>
              <a:gd name="connsiteY3" fmla="*/ 413765 h 457214"/>
              <a:gd name="connsiteX4" fmla="*/ 354740 w 533400"/>
              <a:gd name="connsiteY4" fmla="*/ 398861 h 457214"/>
              <a:gd name="connsiteX5" fmla="*/ 354740 w 533400"/>
              <a:gd name="connsiteY5" fmla="*/ 309581 h 457214"/>
              <a:gd name="connsiteX6" fmla="*/ 369644 w 533400"/>
              <a:gd name="connsiteY6" fmla="*/ 294724 h 457214"/>
              <a:gd name="connsiteX7" fmla="*/ 163704 w 533400"/>
              <a:gd name="connsiteY7" fmla="*/ 293534 h 457214"/>
              <a:gd name="connsiteX8" fmla="*/ 178560 w 533400"/>
              <a:gd name="connsiteY8" fmla="*/ 308390 h 457214"/>
              <a:gd name="connsiteX9" fmla="*/ 178560 w 533400"/>
              <a:gd name="connsiteY9" fmla="*/ 397671 h 457214"/>
              <a:gd name="connsiteX10" fmla="*/ 163704 w 533400"/>
              <a:gd name="connsiteY10" fmla="*/ 412575 h 457214"/>
              <a:gd name="connsiteX11" fmla="*/ 148800 w 533400"/>
              <a:gd name="connsiteY11" fmla="*/ 397671 h 457214"/>
              <a:gd name="connsiteX12" fmla="*/ 148800 w 533400"/>
              <a:gd name="connsiteY12" fmla="*/ 308390 h 457214"/>
              <a:gd name="connsiteX13" fmla="*/ 163704 w 533400"/>
              <a:gd name="connsiteY13" fmla="*/ 293534 h 457214"/>
              <a:gd name="connsiteX14" fmla="*/ 444103 w 533400"/>
              <a:gd name="connsiteY14" fmla="*/ 278615 h 457214"/>
              <a:gd name="connsiteX15" fmla="*/ 444103 w 533400"/>
              <a:gd name="connsiteY15" fmla="*/ 427447 h 457214"/>
              <a:gd name="connsiteX16" fmla="*/ 503635 w 533400"/>
              <a:gd name="connsiteY16" fmla="*/ 367914 h 457214"/>
              <a:gd name="connsiteX17" fmla="*/ 503635 w 533400"/>
              <a:gd name="connsiteY17" fmla="*/ 338148 h 457214"/>
              <a:gd name="connsiteX18" fmla="*/ 444103 w 533400"/>
              <a:gd name="connsiteY18" fmla="*/ 278615 h 457214"/>
              <a:gd name="connsiteX19" fmla="*/ 89297 w 533400"/>
              <a:gd name="connsiteY19" fmla="*/ 278615 h 457214"/>
              <a:gd name="connsiteX20" fmla="*/ 29765 w 533400"/>
              <a:gd name="connsiteY20" fmla="*/ 338148 h 457214"/>
              <a:gd name="connsiteX21" fmla="*/ 29765 w 533400"/>
              <a:gd name="connsiteY21" fmla="*/ 367914 h 457214"/>
              <a:gd name="connsiteX22" fmla="*/ 89297 w 533400"/>
              <a:gd name="connsiteY22" fmla="*/ 427447 h 457214"/>
              <a:gd name="connsiteX23" fmla="*/ 266700 w 533400"/>
              <a:gd name="connsiteY23" fmla="*/ 0 h 457214"/>
              <a:gd name="connsiteX24" fmla="*/ 392144 w 533400"/>
              <a:gd name="connsiteY24" fmla="*/ 51960 h 457214"/>
              <a:gd name="connsiteX25" fmla="*/ 444103 w 533400"/>
              <a:gd name="connsiteY25" fmla="*/ 177409 h 457214"/>
              <a:gd name="connsiteX26" fmla="*/ 444103 w 533400"/>
              <a:gd name="connsiteY26" fmla="*/ 248848 h 457214"/>
              <a:gd name="connsiteX27" fmla="*/ 533400 w 533400"/>
              <a:gd name="connsiteY27" fmla="*/ 338148 h 457214"/>
              <a:gd name="connsiteX28" fmla="*/ 533400 w 533400"/>
              <a:gd name="connsiteY28" fmla="*/ 367914 h 457214"/>
              <a:gd name="connsiteX29" fmla="*/ 444103 w 533400"/>
              <a:gd name="connsiteY29" fmla="*/ 457214 h 457214"/>
              <a:gd name="connsiteX30" fmla="*/ 435197 w 533400"/>
              <a:gd name="connsiteY30" fmla="*/ 457214 h 457214"/>
              <a:gd name="connsiteX31" fmla="*/ 414338 w 533400"/>
              <a:gd name="connsiteY31" fmla="*/ 436401 h 457214"/>
              <a:gd name="connsiteX32" fmla="*/ 414338 w 533400"/>
              <a:gd name="connsiteY32" fmla="*/ 177409 h 457214"/>
              <a:gd name="connsiteX33" fmla="*/ 371094 w 533400"/>
              <a:gd name="connsiteY33" fmla="*/ 73011 h 457214"/>
              <a:gd name="connsiteX34" fmla="*/ 266700 w 533400"/>
              <a:gd name="connsiteY34" fmla="*/ 29767 h 457214"/>
              <a:gd name="connsiteX35" fmla="*/ 162306 w 533400"/>
              <a:gd name="connsiteY35" fmla="*/ 73011 h 457214"/>
              <a:gd name="connsiteX36" fmla="*/ 119062 w 533400"/>
              <a:gd name="connsiteY36" fmla="*/ 177409 h 457214"/>
              <a:gd name="connsiteX37" fmla="*/ 119062 w 533400"/>
              <a:gd name="connsiteY37" fmla="*/ 436401 h 457214"/>
              <a:gd name="connsiteX38" fmla="*/ 98250 w 533400"/>
              <a:gd name="connsiteY38" fmla="*/ 457214 h 457214"/>
              <a:gd name="connsiteX39" fmla="*/ 89297 w 533400"/>
              <a:gd name="connsiteY39" fmla="*/ 457214 h 457214"/>
              <a:gd name="connsiteX40" fmla="*/ 0 w 533400"/>
              <a:gd name="connsiteY40" fmla="*/ 367914 h 457214"/>
              <a:gd name="connsiteX41" fmla="*/ 0 w 533400"/>
              <a:gd name="connsiteY41" fmla="*/ 338148 h 457214"/>
              <a:gd name="connsiteX42" fmla="*/ 89297 w 533400"/>
              <a:gd name="connsiteY42" fmla="*/ 248848 h 457214"/>
              <a:gd name="connsiteX43" fmla="*/ 89297 w 533400"/>
              <a:gd name="connsiteY43" fmla="*/ 177409 h 457214"/>
              <a:gd name="connsiteX44" fmla="*/ 141256 w 533400"/>
              <a:gd name="connsiteY44" fmla="*/ 51960 h 457214"/>
              <a:gd name="connsiteX45" fmla="*/ 266700 w 533400"/>
              <a:gd name="connsiteY45" fmla="*/ 0 h 457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33400" h="457214">
                <a:moveTo>
                  <a:pt x="369644" y="294724"/>
                </a:moveTo>
                <a:cubicBezTo>
                  <a:pt x="377834" y="294724"/>
                  <a:pt x="384500" y="301343"/>
                  <a:pt x="384500" y="309581"/>
                </a:cubicBezTo>
                <a:lnTo>
                  <a:pt x="384500" y="398861"/>
                </a:lnTo>
                <a:cubicBezTo>
                  <a:pt x="384500" y="407099"/>
                  <a:pt x="377834" y="413765"/>
                  <a:pt x="369644" y="413765"/>
                </a:cubicBezTo>
                <a:cubicBezTo>
                  <a:pt x="361406" y="413765"/>
                  <a:pt x="354740" y="407099"/>
                  <a:pt x="354740" y="398861"/>
                </a:cubicBezTo>
                <a:lnTo>
                  <a:pt x="354740" y="309581"/>
                </a:lnTo>
                <a:cubicBezTo>
                  <a:pt x="354740" y="301343"/>
                  <a:pt x="361406" y="294724"/>
                  <a:pt x="369644" y="294724"/>
                </a:cubicBezTo>
                <a:close/>
                <a:moveTo>
                  <a:pt x="163704" y="293534"/>
                </a:moveTo>
                <a:cubicBezTo>
                  <a:pt x="171894" y="293534"/>
                  <a:pt x="178560" y="300153"/>
                  <a:pt x="178560" y="308390"/>
                </a:cubicBezTo>
                <a:lnTo>
                  <a:pt x="178560" y="397671"/>
                </a:lnTo>
                <a:cubicBezTo>
                  <a:pt x="178560" y="405908"/>
                  <a:pt x="171894" y="412575"/>
                  <a:pt x="163704" y="412575"/>
                </a:cubicBezTo>
                <a:cubicBezTo>
                  <a:pt x="155467" y="412575"/>
                  <a:pt x="148800" y="405908"/>
                  <a:pt x="148800" y="397671"/>
                </a:cubicBezTo>
                <a:lnTo>
                  <a:pt x="148800" y="308390"/>
                </a:lnTo>
                <a:cubicBezTo>
                  <a:pt x="148800" y="300153"/>
                  <a:pt x="155467" y="293534"/>
                  <a:pt x="163704" y="293534"/>
                </a:cubicBezTo>
                <a:close/>
                <a:moveTo>
                  <a:pt x="444103" y="278615"/>
                </a:moveTo>
                <a:lnTo>
                  <a:pt x="444103" y="427447"/>
                </a:lnTo>
                <a:cubicBezTo>
                  <a:pt x="476917" y="427447"/>
                  <a:pt x="503635" y="400729"/>
                  <a:pt x="503635" y="367914"/>
                </a:cubicBezTo>
                <a:lnTo>
                  <a:pt x="503635" y="338148"/>
                </a:lnTo>
                <a:cubicBezTo>
                  <a:pt x="503635" y="305333"/>
                  <a:pt x="476917" y="278615"/>
                  <a:pt x="444103" y="278615"/>
                </a:cubicBezTo>
                <a:close/>
                <a:moveTo>
                  <a:pt x="89297" y="278615"/>
                </a:moveTo>
                <a:cubicBezTo>
                  <a:pt x="56483" y="278615"/>
                  <a:pt x="29765" y="305333"/>
                  <a:pt x="29765" y="338148"/>
                </a:cubicBezTo>
                <a:lnTo>
                  <a:pt x="29765" y="367914"/>
                </a:lnTo>
                <a:cubicBezTo>
                  <a:pt x="29765" y="400729"/>
                  <a:pt x="56483" y="427447"/>
                  <a:pt x="89297" y="427447"/>
                </a:cubicBezTo>
                <a:close/>
                <a:moveTo>
                  <a:pt x="266700" y="0"/>
                </a:moveTo>
                <a:cubicBezTo>
                  <a:pt x="314087" y="0"/>
                  <a:pt x="358616" y="18431"/>
                  <a:pt x="392144" y="51960"/>
                </a:cubicBezTo>
                <a:cubicBezTo>
                  <a:pt x="425672" y="85489"/>
                  <a:pt x="444103" y="130020"/>
                  <a:pt x="444103" y="177409"/>
                </a:cubicBezTo>
                <a:lnTo>
                  <a:pt x="444103" y="248848"/>
                </a:lnTo>
                <a:cubicBezTo>
                  <a:pt x="493443" y="248848"/>
                  <a:pt x="533400" y="288807"/>
                  <a:pt x="533400" y="338148"/>
                </a:cubicBezTo>
                <a:lnTo>
                  <a:pt x="533400" y="367914"/>
                </a:lnTo>
                <a:cubicBezTo>
                  <a:pt x="533400" y="417255"/>
                  <a:pt x="493443" y="457214"/>
                  <a:pt x="444103" y="457214"/>
                </a:cubicBezTo>
                <a:lnTo>
                  <a:pt x="435197" y="457214"/>
                </a:lnTo>
                <a:cubicBezTo>
                  <a:pt x="423672" y="457214"/>
                  <a:pt x="414338" y="447879"/>
                  <a:pt x="414338" y="436401"/>
                </a:cubicBezTo>
                <a:lnTo>
                  <a:pt x="414338" y="177409"/>
                </a:lnTo>
                <a:cubicBezTo>
                  <a:pt x="414338" y="137974"/>
                  <a:pt x="399002" y="100873"/>
                  <a:pt x="371094" y="73011"/>
                </a:cubicBezTo>
                <a:cubicBezTo>
                  <a:pt x="343234" y="45102"/>
                  <a:pt x="306134" y="29767"/>
                  <a:pt x="266700" y="29767"/>
                </a:cubicBezTo>
                <a:cubicBezTo>
                  <a:pt x="227267" y="29767"/>
                  <a:pt x="190167" y="45102"/>
                  <a:pt x="162306" y="73011"/>
                </a:cubicBezTo>
                <a:cubicBezTo>
                  <a:pt x="134398" y="100873"/>
                  <a:pt x="119062" y="137974"/>
                  <a:pt x="119062" y="177409"/>
                </a:cubicBezTo>
                <a:lnTo>
                  <a:pt x="119062" y="436401"/>
                </a:lnTo>
                <a:cubicBezTo>
                  <a:pt x="119062" y="447879"/>
                  <a:pt x="109728" y="457214"/>
                  <a:pt x="98250" y="457214"/>
                </a:cubicBezTo>
                <a:lnTo>
                  <a:pt x="89297" y="457214"/>
                </a:lnTo>
                <a:cubicBezTo>
                  <a:pt x="39957" y="457214"/>
                  <a:pt x="0" y="417255"/>
                  <a:pt x="0" y="367914"/>
                </a:cubicBezTo>
                <a:lnTo>
                  <a:pt x="0" y="338148"/>
                </a:lnTo>
                <a:cubicBezTo>
                  <a:pt x="0" y="288807"/>
                  <a:pt x="39957" y="248848"/>
                  <a:pt x="89297" y="248848"/>
                </a:cubicBezTo>
                <a:lnTo>
                  <a:pt x="89297" y="177409"/>
                </a:lnTo>
                <a:cubicBezTo>
                  <a:pt x="89297" y="130020"/>
                  <a:pt x="107728" y="85489"/>
                  <a:pt x="141256" y="51960"/>
                </a:cubicBezTo>
                <a:cubicBezTo>
                  <a:pt x="174784" y="18431"/>
                  <a:pt x="219313" y="0"/>
                  <a:pt x="2667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confont-10144-4983137">
            <a:extLst>
              <a:ext uri="{FF2B5EF4-FFF2-40B4-BE49-F238E27FC236}">
                <a16:creationId xmlns:a16="http://schemas.microsoft.com/office/drawing/2014/main" id="{5372C2E1-9F12-924C-B380-73A63D923C81}"/>
              </a:ext>
            </a:extLst>
          </p:cNvPr>
          <p:cNvSpPr>
            <a:spLocks noChangeAspect="1"/>
          </p:cNvSpPr>
          <p:nvPr/>
        </p:nvSpPr>
        <p:spPr>
          <a:xfrm>
            <a:off x="1799313" y="2819315"/>
            <a:ext cx="526736" cy="609685"/>
          </a:xfrm>
          <a:custGeom>
            <a:avLst/>
            <a:gdLst>
              <a:gd name="T0" fmla="*/ 4748 w 9708"/>
              <a:gd name="T1" fmla="*/ 0 h 11239"/>
              <a:gd name="T2" fmla="*/ 0 w 9708"/>
              <a:gd name="T3" fmla="*/ 948 h 11239"/>
              <a:gd name="T4" fmla="*/ 0 w 9708"/>
              <a:gd name="T5" fmla="*/ 6676 h 11239"/>
              <a:gd name="T6" fmla="*/ 258 w 9708"/>
              <a:gd name="T7" fmla="*/ 7700 h 11239"/>
              <a:gd name="T8" fmla="*/ 933 w 9708"/>
              <a:gd name="T9" fmla="*/ 8690 h 11239"/>
              <a:gd name="T10" fmla="*/ 1883 w 9708"/>
              <a:gd name="T11" fmla="*/ 9596 h 11239"/>
              <a:gd name="T12" fmla="*/ 2966 w 9708"/>
              <a:gd name="T13" fmla="*/ 10359 h 11239"/>
              <a:gd name="T14" fmla="*/ 4030 w 9708"/>
              <a:gd name="T15" fmla="*/ 10915 h 11239"/>
              <a:gd name="T16" fmla="*/ 4698 w 9708"/>
              <a:gd name="T17" fmla="*/ 11219 h 11239"/>
              <a:gd name="T18" fmla="*/ 4807 w 9708"/>
              <a:gd name="T19" fmla="*/ 11239 h 11239"/>
              <a:gd name="T20" fmla="*/ 4927 w 9708"/>
              <a:gd name="T21" fmla="*/ 11219 h 11239"/>
              <a:gd name="T22" fmla="*/ 5806 w 9708"/>
              <a:gd name="T23" fmla="*/ 10915 h 11239"/>
              <a:gd name="T24" fmla="*/ 6840 w 9708"/>
              <a:gd name="T25" fmla="*/ 10359 h 11239"/>
              <a:gd name="T26" fmla="*/ 7888 w 9708"/>
              <a:gd name="T27" fmla="*/ 9596 h 11239"/>
              <a:gd name="T28" fmla="*/ 8808 w 9708"/>
              <a:gd name="T29" fmla="*/ 8690 h 11239"/>
              <a:gd name="T30" fmla="*/ 9459 w 9708"/>
              <a:gd name="T31" fmla="*/ 7700 h 11239"/>
              <a:gd name="T32" fmla="*/ 9708 w 9708"/>
              <a:gd name="T33" fmla="*/ 6676 h 11239"/>
              <a:gd name="T34" fmla="*/ 9708 w 9708"/>
              <a:gd name="T35" fmla="*/ 948 h 11239"/>
              <a:gd name="T36" fmla="*/ 4748 w 9708"/>
              <a:gd name="T37" fmla="*/ 0 h 11239"/>
              <a:gd name="T38" fmla="*/ 8993 w 9708"/>
              <a:gd name="T39" fmla="*/ 6324 h 11239"/>
              <a:gd name="T40" fmla="*/ 8323 w 9708"/>
              <a:gd name="T41" fmla="*/ 8094 h 11239"/>
              <a:gd name="T42" fmla="*/ 7490 w 9708"/>
              <a:gd name="T43" fmla="*/ 8922 h 11239"/>
              <a:gd name="T44" fmla="*/ 6540 w 9708"/>
              <a:gd name="T45" fmla="*/ 9619 h 11239"/>
              <a:gd name="T46" fmla="*/ 5605 w 9708"/>
              <a:gd name="T47" fmla="*/ 10126 h 11239"/>
              <a:gd name="T48" fmla="*/ 4915 w 9708"/>
              <a:gd name="T49" fmla="*/ 10308 h 11239"/>
              <a:gd name="T50" fmla="*/ 4807 w 9708"/>
              <a:gd name="T51" fmla="*/ 10326 h 11239"/>
              <a:gd name="T52" fmla="*/ 4708 w 9708"/>
              <a:gd name="T53" fmla="*/ 10308 h 11239"/>
              <a:gd name="T54" fmla="*/ 4219 w 9708"/>
              <a:gd name="T55" fmla="*/ 10126 h 11239"/>
              <a:gd name="T56" fmla="*/ 3256 w 9708"/>
              <a:gd name="T57" fmla="*/ 9618 h 11239"/>
              <a:gd name="T58" fmla="*/ 2257 w 9708"/>
              <a:gd name="T59" fmla="*/ 8939 h 11239"/>
              <a:gd name="T60" fmla="*/ 1397 w 9708"/>
              <a:gd name="T61" fmla="*/ 8111 h 11239"/>
              <a:gd name="T62" fmla="*/ 713 w 9708"/>
              <a:gd name="T63" fmla="*/ 6793 h 11239"/>
              <a:gd name="T64" fmla="*/ 713 w 9708"/>
              <a:gd name="T65" fmla="*/ 1630 h 11239"/>
              <a:gd name="T66" fmla="*/ 4753 w 9708"/>
              <a:gd name="T67" fmla="*/ 720 h 11239"/>
              <a:gd name="T68" fmla="*/ 8992 w 9708"/>
              <a:gd name="T69" fmla="*/ 1630 h 11239"/>
              <a:gd name="T70" fmla="*/ 8993 w 9708"/>
              <a:gd name="T71" fmla="*/ 6324 h 11239"/>
              <a:gd name="T72" fmla="*/ 4725 w 9708"/>
              <a:gd name="T73" fmla="*/ 5403 h 11239"/>
              <a:gd name="T74" fmla="*/ 4725 w 9708"/>
              <a:gd name="T75" fmla="*/ 9667 h 11239"/>
              <a:gd name="T76" fmla="*/ 6571 w 9708"/>
              <a:gd name="T77" fmla="*/ 8926 h 11239"/>
              <a:gd name="T78" fmla="*/ 8548 w 9708"/>
              <a:gd name="T79" fmla="*/ 5402 h 11239"/>
              <a:gd name="T80" fmla="*/ 4725 w 9708"/>
              <a:gd name="T81" fmla="*/ 5402 h 11239"/>
              <a:gd name="T82" fmla="*/ 4725 w 9708"/>
              <a:gd name="T83" fmla="*/ 5403 h 11239"/>
              <a:gd name="T84" fmla="*/ 1281 w 9708"/>
              <a:gd name="T85" fmla="*/ 1923 h 11239"/>
              <a:gd name="T86" fmla="*/ 1281 w 9708"/>
              <a:gd name="T87" fmla="*/ 5453 h 11239"/>
              <a:gd name="T88" fmla="*/ 4770 w 9708"/>
              <a:gd name="T89" fmla="*/ 5453 h 11239"/>
              <a:gd name="T90" fmla="*/ 4770 w 9708"/>
              <a:gd name="T91" fmla="*/ 1273 h 11239"/>
              <a:gd name="T92" fmla="*/ 1281 w 9708"/>
              <a:gd name="T93" fmla="*/ 1923 h 11239"/>
              <a:gd name="T94" fmla="*/ 1281 w 9708"/>
              <a:gd name="T95" fmla="*/ 1923 h 11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9708" h="11239">
                <a:moveTo>
                  <a:pt x="4748" y="0"/>
                </a:moveTo>
                <a:lnTo>
                  <a:pt x="0" y="948"/>
                </a:lnTo>
                <a:lnTo>
                  <a:pt x="0" y="6676"/>
                </a:lnTo>
                <a:cubicBezTo>
                  <a:pt x="4" y="7033"/>
                  <a:pt x="92" y="7384"/>
                  <a:pt x="258" y="7700"/>
                </a:cubicBezTo>
                <a:cubicBezTo>
                  <a:pt x="441" y="8057"/>
                  <a:pt x="668" y="8389"/>
                  <a:pt x="933" y="8690"/>
                </a:cubicBezTo>
                <a:cubicBezTo>
                  <a:pt x="1223" y="9019"/>
                  <a:pt x="1540" y="9322"/>
                  <a:pt x="1883" y="9596"/>
                </a:cubicBezTo>
                <a:cubicBezTo>
                  <a:pt x="2226" y="9875"/>
                  <a:pt x="2589" y="10129"/>
                  <a:pt x="2966" y="10359"/>
                </a:cubicBezTo>
                <a:cubicBezTo>
                  <a:pt x="3307" y="10569"/>
                  <a:pt x="3662" y="10754"/>
                  <a:pt x="4030" y="10915"/>
                </a:cubicBezTo>
                <a:cubicBezTo>
                  <a:pt x="4370" y="11062"/>
                  <a:pt x="4440" y="11164"/>
                  <a:pt x="4698" y="11219"/>
                </a:cubicBezTo>
                <a:lnTo>
                  <a:pt x="4807" y="11239"/>
                </a:lnTo>
                <a:lnTo>
                  <a:pt x="4927" y="11219"/>
                </a:lnTo>
                <a:cubicBezTo>
                  <a:pt x="5229" y="11147"/>
                  <a:pt x="5524" y="11045"/>
                  <a:pt x="5806" y="10915"/>
                </a:cubicBezTo>
                <a:cubicBezTo>
                  <a:pt x="6164" y="10755"/>
                  <a:pt x="6509" y="10569"/>
                  <a:pt x="6840" y="10359"/>
                </a:cubicBezTo>
                <a:cubicBezTo>
                  <a:pt x="7206" y="10127"/>
                  <a:pt x="7556" y="9873"/>
                  <a:pt x="7888" y="9596"/>
                </a:cubicBezTo>
                <a:cubicBezTo>
                  <a:pt x="8221" y="9322"/>
                  <a:pt x="8529" y="9019"/>
                  <a:pt x="8808" y="8690"/>
                </a:cubicBezTo>
                <a:cubicBezTo>
                  <a:pt x="9064" y="8387"/>
                  <a:pt x="9283" y="8056"/>
                  <a:pt x="9459" y="7700"/>
                </a:cubicBezTo>
                <a:cubicBezTo>
                  <a:pt x="9619" y="7382"/>
                  <a:pt x="9704" y="7032"/>
                  <a:pt x="9708" y="6676"/>
                </a:cubicBezTo>
                <a:lnTo>
                  <a:pt x="9708" y="948"/>
                </a:lnTo>
                <a:lnTo>
                  <a:pt x="4748" y="0"/>
                </a:lnTo>
                <a:close/>
                <a:moveTo>
                  <a:pt x="8993" y="6324"/>
                </a:moveTo>
                <a:cubicBezTo>
                  <a:pt x="9055" y="7169"/>
                  <a:pt x="8503" y="7877"/>
                  <a:pt x="8323" y="8094"/>
                </a:cubicBezTo>
                <a:cubicBezTo>
                  <a:pt x="8071" y="8394"/>
                  <a:pt x="7792" y="8672"/>
                  <a:pt x="7490" y="8922"/>
                </a:cubicBezTo>
                <a:cubicBezTo>
                  <a:pt x="7189" y="9174"/>
                  <a:pt x="6872" y="9407"/>
                  <a:pt x="6540" y="9619"/>
                </a:cubicBezTo>
                <a:cubicBezTo>
                  <a:pt x="6242" y="9811"/>
                  <a:pt x="5928" y="9980"/>
                  <a:pt x="5605" y="10126"/>
                </a:cubicBezTo>
                <a:cubicBezTo>
                  <a:pt x="5384" y="10217"/>
                  <a:pt x="5152" y="10278"/>
                  <a:pt x="4915" y="10308"/>
                </a:cubicBezTo>
                <a:lnTo>
                  <a:pt x="4807" y="10326"/>
                </a:lnTo>
                <a:lnTo>
                  <a:pt x="4708" y="10308"/>
                </a:lnTo>
                <a:cubicBezTo>
                  <a:pt x="4537" y="10273"/>
                  <a:pt x="4371" y="10212"/>
                  <a:pt x="4219" y="10126"/>
                </a:cubicBezTo>
                <a:cubicBezTo>
                  <a:pt x="3886" y="9979"/>
                  <a:pt x="3564" y="9810"/>
                  <a:pt x="3256" y="9618"/>
                </a:cubicBezTo>
                <a:cubicBezTo>
                  <a:pt x="2908" y="9414"/>
                  <a:pt x="2574" y="9188"/>
                  <a:pt x="2257" y="8939"/>
                </a:cubicBezTo>
                <a:cubicBezTo>
                  <a:pt x="1946" y="8689"/>
                  <a:pt x="1658" y="8412"/>
                  <a:pt x="1397" y="8111"/>
                </a:cubicBezTo>
                <a:cubicBezTo>
                  <a:pt x="1060" y="7737"/>
                  <a:pt x="824" y="7284"/>
                  <a:pt x="713" y="6793"/>
                </a:cubicBezTo>
                <a:lnTo>
                  <a:pt x="713" y="1630"/>
                </a:lnTo>
                <a:lnTo>
                  <a:pt x="4753" y="720"/>
                </a:lnTo>
                <a:lnTo>
                  <a:pt x="8992" y="1630"/>
                </a:lnTo>
                <a:lnTo>
                  <a:pt x="8993" y="6324"/>
                </a:lnTo>
                <a:close/>
                <a:moveTo>
                  <a:pt x="4725" y="5403"/>
                </a:moveTo>
                <a:lnTo>
                  <a:pt x="4725" y="9667"/>
                </a:lnTo>
                <a:cubicBezTo>
                  <a:pt x="4937" y="9617"/>
                  <a:pt x="6133" y="9165"/>
                  <a:pt x="6571" y="8926"/>
                </a:cubicBezTo>
                <a:cubicBezTo>
                  <a:pt x="9038" y="7577"/>
                  <a:pt x="8548" y="5402"/>
                  <a:pt x="8548" y="5402"/>
                </a:cubicBezTo>
                <a:lnTo>
                  <a:pt x="4725" y="5402"/>
                </a:lnTo>
                <a:lnTo>
                  <a:pt x="4725" y="5403"/>
                </a:lnTo>
                <a:close/>
                <a:moveTo>
                  <a:pt x="1281" y="1923"/>
                </a:moveTo>
                <a:lnTo>
                  <a:pt x="1281" y="5453"/>
                </a:lnTo>
                <a:lnTo>
                  <a:pt x="4770" y="5453"/>
                </a:lnTo>
                <a:lnTo>
                  <a:pt x="4770" y="1273"/>
                </a:lnTo>
                <a:lnTo>
                  <a:pt x="1281" y="1923"/>
                </a:lnTo>
                <a:close/>
                <a:moveTo>
                  <a:pt x="1281" y="1923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a-analytics-symbol_38930">
            <a:extLst>
              <a:ext uri="{FF2B5EF4-FFF2-40B4-BE49-F238E27FC236}">
                <a16:creationId xmlns:a16="http://schemas.microsoft.com/office/drawing/2014/main" id="{7CA7E49F-B69C-8C4A-90EA-39F550AA6419}"/>
              </a:ext>
            </a:extLst>
          </p:cNvPr>
          <p:cNvSpPr>
            <a:spLocks noChangeAspect="1"/>
          </p:cNvSpPr>
          <p:nvPr/>
        </p:nvSpPr>
        <p:spPr>
          <a:xfrm>
            <a:off x="2952728" y="2845097"/>
            <a:ext cx="602726" cy="609685"/>
          </a:xfrm>
          <a:custGeom>
            <a:avLst/>
            <a:gdLst>
              <a:gd name="connsiteX0" fmla="*/ 406296 w 593109"/>
              <a:gd name="connsiteY0" fmla="*/ 494611 h 599956"/>
              <a:gd name="connsiteX1" fmla="*/ 424800 w 593109"/>
              <a:gd name="connsiteY1" fmla="*/ 509218 h 599956"/>
              <a:gd name="connsiteX2" fmla="*/ 469124 w 593109"/>
              <a:gd name="connsiteY2" fmla="*/ 587839 h 599956"/>
              <a:gd name="connsiteX3" fmla="*/ 465681 w 593109"/>
              <a:gd name="connsiteY3" fmla="*/ 599869 h 599956"/>
              <a:gd name="connsiteX4" fmla="*/ 452341 w 593109"/>
              <a:gd name="connsiteY4" fmla="*/ 592136 h 599956"/>
              <a:gd name="connsiteX5" fmla="*/ 447177 w 593109"/>
              <a:gd name="connsiteY5" fmla="*/ 585262 h 599956"/>
              <a:gd name="connsiteX6" fmla="*/ 402853 w 593109"/>
              <a:gd name="connsiteY6" fmla="*/ 506640 h 599956"/>
              <a:gd name="connsiteX7" fmla="*/ 406296 w 593109"/>
              <a:gd name="connsiteY7" fmla="*/ 494611 h 599956"/>
              <a:gd name="connsiteX8" fmla="*/ 454019 w 593109"/>
              <a:gd name="connsiteY8" fmla="*/ 489472 h 599956"/>
              <a:gd name="connsiteX9" fmla="*/ 472517 w 593109"/>
              <a:gd name="connsiteY9" fmla="*/ 499355 h 599956"/>
              <a:gd name="connsiteX10" fmla="*/ 536185 w 593109"/>
              <a:gd name="connsiteY10" fmla="*/ 575413 h 599956"/>
              <a:gd name="connsiteX11" fmla="*/ 539196 w 593109"/>
              <a:gd name="connsiteY11" fmla="*/ 591741 h 599956"/>
              <a:gd name="connsiteX12" fmla="*/ 522849 w 593109"/>
              <a:gd name="connsiteY12" fmla="*/ 584436 h 599956"/>
              <a:gd name="connsiteX13" fmla="*/ 520698 w 593109"/>
              <a:gd name="connsiteY13" fmla="*/ 582288 h 599956"/>
              <a:gd name="connsiteX14" fmla="*/ 457461 w 593109"/>
              <a:gd name="connsiteY14" fmla="*/ 505801 h 599956"/>
              <a:gd name="connsiteX15" fmla="*/ 454019 w 593109"/>
              <a:gd name="connsiteY15" fmla="*/ 489472 h 599956"/>
              <a:gd name="connsiteX16" fmla="*/ 337216 w 593109"/>
              <a:gd name="connsiteY16" fmla="*/ 475939 h 599956"/>
              <a:gd name="connsiteX17" fmla="*/ 345174 w 593109"/>
              <a:gd name="connsiteY17" fmla="*/ 476583 h 599956"/>
              <a:gd name="connsiteX18" fmla="*/ 361522 w 593109"/>
              <a:gd name="connsiteY18" fmla="*/ 494629 h 599956"/>
              <a:gd name="connsiteX19" fmla="*/ 381311 w 593109"/>
              <a:gd name="connsiteY19" fmla="*/ 565520 h 599956"/>
              <a:gd name="connsiteX20" fmla="*/ 371847 w 593109"/>
              <a:gd name="connsiteY20" fmla="*/ 571965 h 599956"/>
              <a:gd name="connsiteX21" fmla="*/ 362813 w 593109"/>
              <a:gd name="connsiteY21" fmla="*/ 565090 h 599956"/>
              <a:gd name="connsiteX22" fmla="*/ 355499 w 593109"/>
              <a:gd name="connsiteY22" fmla="*/ 553920 h 599956"/>
              <a:gd name="connsiteX23" fmla="*/ 335710 w 593109"/>
              <a:gd name="connsiteY23" fmla="*/ 483028 h 599956"/>
              <a:gd name="connsiteX24" fmla="*/ 337216 w 593109"/>
              <a:gd name="connsiteY24" fmla="*/ 475939 h 599956"/>
              <a:gd name="connsiteX25" fmla="*/ 489242 w 593109"/>
              <a:gd name="connsiteY25" fmla="*/ 459255 h 599956"/>
              <a:gd name="connsiteX26" fmla="*/ 499195 w 593109"/>
              <a:gd name="connsiteY26" fmla="*/ 464998 h 599956"/>
              <a:gd name="connsiteX27" fmla="*/ 574083 w 593109"/>
              <a:gd name="connsiteY27" fmla="*/ 529842 h 599956"/>
              <a:gd name="connsiteX28" fmla="*/ 583552 w 593109"/>
              <a:gd name="connsiteY28" fmla="*/ 548308 h 599956"/>
              <a:gd name="connsiteX29" fmla="*/ 567197 w 593109"/>
              <a:gd name="connsiteY29" fmla="*/ 544872 h 599956"/>
              <a:gd name="connsiteX30" fmla="*/ 492308 w 593109"/>
              <a:gd name="connsiteY30" fmla="*/ 480028 h 599956"/>
              <a:gd name="connsiteX31" fmla="*/ 490156 w 593109"/>
              <a:gd name="connsiteY31" fmla="*/ 477881 h 599956"/>
              <a:gd name="connsiteX32" fmla="*/ 482840 w 593109"/>
              <a:gd name="connsiteY32" fmla="*/ 461563 h 599956"/>
              <a:gd name="connsiteX33" fmla="*/ 489242 w 593109"/>
              <a:gd name="connsiteY33" fmla="*/ 459255 h 599956"/>
              <a:gd name="connsiteX34" fmla="*/ 268725 w 593109"/>
              <a:gd name="connsiteY34" fmla="*/ 432784 h 599956"/>
              <a:gd name="connsiteX35" fmla="*/ 278460 w 593109"/>
              <a:gd name="connsiteY35" fmla="*/ 437029 h 599956"/>
              <a:gd name="connsiteX36" fmla="*/ 290508 w 593109"/>
              <a:gd name="connsiteY36" fmla="*/ 455940 h 599956"/>
              <a:gd name="connsiteX37" fmla="*/ 283193 w 593109"/>
              <a:gd name="connsiteY37" fmla="*/ 510956 h 599956"/>
              <a:gd name="connsiteX38" fmla="*/ 268563 w 593109"/>
              <a:gd name="connsiteY38" fmla="*/ 510956 h 599956"/>
              <a:gd name="connsiteX39" fmla="*/ 264261 w 593109"/>
              <a:gd name="connsiteY39" fmla="*/ 507087 h 599956"/>
              <a:gd name="connsiteX40" fmla="*/ 256516 w 593109"/>
              <a:gd name="connsiteY40" fmla="*/ 492044 h 599956"/>
              <a:gd name="connsiteX41" fmla="*/ 263830 w 593109"/>
              <a:gd name="connsiteY41" fmla="*/ 436599 h 599956"/>
              <a:gd name="connsiteX42" fmla="*/ 268725 w 593109"/>
              <a:gd name="connsiteY42" fmla="*/ 432784 h 599956"/>
              <a:gd name="connsiteX43" fmla="*/ 492276 w 593109"/>
              <a:gd name="connsiteY43" fmla="*/ 408311 h 599956"/>
              <a:gd name="connsiteX44" fmla="*/ 501366 w 593109"/>
              <a:gd name="connsiteY44" fmla="*/ 410835 h 599956"/>
              <a:gd name="connsiteX45" fmla="*/ 578822 w 593109"/>
              <a:gd name="connsiteY45" fmla="*/ 456387 h 599956"/>
              <a:gd name="connsiteX46" fmla="*/ 593022 w 593109"/>
              <a:gd name="connsiteY46" fmla="*/ 475296 h 599956"/>
              <a:gd name="connsiteX47" fmla="*/ 580973 w 593109"/>
              <a:gd name="connsiteY47" fmla="*/ 478304 h 599956"/>
              <a:gd name="connsiteX48" fmla="*/ 503518 w 593109"/>
              <a:gd name="connsiteY48" fmla="*/ 432752 h 599956"/>
              <a:gd name="connsiteX49" fmla="*/ 496633 w 593109"/>
              <a:gd name="connsiteY49" fmla="*/ 427165 h 599956"/>
              <a:gd name="connsiteX50" fmla="*/ 489318 w 593109"/>
              <a:gd name="connsiteY50" fmla="*/ 413843 h 599956"/>
              <a:gd name="connsiteX51" fmla="*/ 492276 w 593109"/>
              <a:gd name="connsiteY51" fmla="*/ 408311 h 599956"/>
              <a:gd name="connsiteX52" fmla="*/ 203609 w 593109"/>
              <a:gd name="connsiteY52" fmla="*/ 374005 h 599956"/>
              <a:gd name="connsiteX53" fmla="*/ 213942 w 593109"/>
              <a:gd name="connsiteY53" fmla="*/ 380772 h 599956"/>
              <a:gd name="connsiteX54" fmla="*/ 219970 w 593109"/>
              <a:gd name="connsiteY54" fmla="*/ 398817 h 599956"/>
              <a:gd name="connsiteX55" fmla="*/ 186818 w 593109"/>
              <a:gd name="connsiteY55" fmla="*/ 431469 h 599956"/>
              <a:gd name="connsiteX56" fmla="*/ 169165 w 593109"/>
              <a:gd name="connsiteY56" fmla="*/ 424595 h 599956"/>
              <a:gd name="connsiteX57" fmla="*/ 162707 w 593109"/>
              <a:gd name="connsiteY57" fmla="*/ 406980 h 599956"/>
              <a:gd name="connsiteX58" fmla="*/ 195859 w 593109"/>
              <a:gd name="connsiteY58" fmla="*/ 374328 h 599956"/>
              <a:gd name="connsiteX59" fmla="*/ 203609 w 593109"/>
              <a:gd name="connsiteY59" fmla="*/ 374005 h 599956"/>
              <a:gd name="connsiteX60" fmla="*/ 479019 w 593109"/>
              <a:gd name="connsiteY60" fmla="*/ 342977 h 599956"/>
              <a:gd name="connsiteX61" fmla="*/ 549588 w 593109"/>
              <a:gd name="connsiteY61" fmla="*/ 364013 h 599956"/>
              <a:gd name="connsiteX62" fmla="*/ 567230 w 593109"/>
              <a:gd name="connsiteY62" fmla="*/ 380757 h 599956"/>
              <a:gd name="connsiteX63" fmla="*/ 560776 w 593109"/>
              <a:gd name="connsiteY63" fmla="*/ 390202 h 599956"/>
              <a:gd name="connsiteX64" fmla="*/ 489777 w 593109"/>
              <a:gd name="connsiteY64" fmla="*/ 369165 h 599956"/>
              <a:gd name="connsiteX65" fmla="*/ 478589 w 593109"/>
              <a:gd name="connsiteY65" fmla="*/ 361867 h 599956"/>
              <a:gd name="connsiteX66" fmla="*/ 472134 w 593109"/>
              <a:gd name="connsiteY66" fmla="*/ 352422 h 599956"/>
              <a:gd name="connsiteX67" fmla="*/ 479019 w 593109"/>
              <a:gd name="connsiteY67" fmla="*/ 342977 h 599956"/>
              <a:gd name="connsiteX68" fmla="*/ 140335 w 593109"/>
              <a:gd name="connsiteY68" fmla="*/ 302596 h 599956"/>
              <a:gd name="connsiteX69" fmla="*/ 158835 w 593109"/>
              <a:gd name="connsiteY69" fmla="*/ 315056 h 599956"/>
              <a:gd name="connsiteX70" fmla="*/ 158835 w 593109"/>
              <a:gd name="connsiteY70" fmla="*/ 329664 h 599956"/>
              <a:gd name="connsiteX71" fmla="*/ 103765 w 593109"/>
              <a:gd name="connsiteY71" fmla="*/ 335679 h 599956"/>
              <a:gd name="connsiteX72" fmla="*/ 88707 w 593109"/>
              <a:gd name="connsiteY72" fmla="*/ 327945 h 599956"/>
              <a:gd name="connsiteX73" fmla="*/ 84835 w 593109"/>
              <a:gd name="connsiteY73" fmla="*/ 323219 h 599956"/>
              <a:gd name="connsiteX74" fmla="*/ 84835 w 593109"/>
              <a:gd name="connsiteY74" fmla="*/ 309041 h 599956"/>
              <a:gd name="connsiteX75" fmla="*/ 319371 w 593109"/>
              <a:gd name="connsiteY75" fmla="*/ 281533 h 599956"/>
              <a:gd name="connsiteX76" fmla="*/ 298287 w 593109"/>
              <a:gd name="connsiteY76" fmla="*/ 302587 h 599956"/>
              <a:gd name="connsiteX77" fmla="*/ 319371 w 593109"/>
              <a:gd name="connsiteY77" fmla="*/ 324071 h 599956"/>
              <a:gd name="connsiteX78" fmla="*/ 340886 w 593109"/>
              <a:gd name="connsiteY78" fmla="*/ 302587 h 599956"/>
              <a:gd name="connsiteX79" fmla="*/ 319371 w 593109"/>
              <a:gd name="connsiteY79" fmla="*/ 281533 h 599956"/>
              <a:gd name="connsiteX80" fmla="*/ 489755 w 593109"/>
              <a:gd name="connsiteY80" fmla="*/ 264349 h 599956"/>
              <a:gd name="connsiteX81" fmla="*/ 508270 w 593109"/>
              <a:gd name="connsiteY81" fmla="*/ 276809 h 599956"/>
              <a:gd name="connsiteX82" fmla="*/ 508270 w 593109"/>
              <a:gd name="connsiteY82" fmla="*/ 290987 h 599956"/>
              <a:gd name="connsiteX83" fmla="*/ 452724 w 593109"/>
              <a:gd name="connsiteY83" fmla="*/ 297432 h 599956"/>
              <a:gd name="connsiteX84" fmla="*/ 437653 w 593109"/>
              <a:gd name="connsiteY84" fmla="*/ 289268 h 599956"/>
              <a:gd name="connsiteX85" fmla="*/ 434208 w 593109"/>
              <a:gd name="connsiteY85" fmla="*/ 284972 h 599956"/>
              <a:gd name="connsiteX86" fmla="*/ 434208 w 593109"/>
              <a:gd name="connsiteY86" fmla="*/ 270364 h 599956"/>
              <a:gd name="connsiteX87" fmla="*/ 32763 w 593109"/>
              <a:gd name="connsiteY87" fmla="*/ 209751 h 599956"/>
              <a:gd name="connsiteX88" fmla="*/ 103331 w 593109"/>
              <a:gd name="connsiteY88" fmla="*/ 230820 h 599956"/>
              <a:gd name="connsiteX89" fmla="*/ 120974 w 593109"/>
              <a:gd name="connsiteY89" fmla="*/ 247589 h 599956"/>
              <a:gd name="connsiteX90" fmla="*/ 114519 w 593109"/>
              <a:gd name="connsiteY90" fmla="*/ 257048 h 599956"/>
              <a:gd name="connsiteX91" fmla="*/ 43520 w 593109"/>
              <a:gd name="connsiteY91" fmla="*/ 235980 h 599956"/>
              <a:gd name="connsiteX92" fmla="*/ 32332 w 593109"/>
              <a:gd name="connsiteY92" fmla="*/ 228240 h 599956"/>
              <a:gd name="connsiteX93" fmla="*/ 25878 w 593109"/>
              <a:gd name="connsiteY93" fmla="*/ 219211 h 599956"/>
              <a:gd name="connsiteX94" fmla="*/ 32763 w 593109"/>
              <a:gd name="connsiteY94" fmla="*/ 209751 h 599956"/>
              <a:gd name="connsiteX95" fmla="*/ 191575 w 593109"/>
              <a:gd name="connsiteY95" fmla="*/ 175831 h 599956"/>
              <a:gd name="connsiteX96" fmla="*/ 170060 w 593109"/>
              <a:gd name="connsiteY96" fmla="*/ 197315 h 599956"/>
              <a:gd name="connsiteX97" fmla="*/ 191575 w 593109"/>
              <a:gd name="connsiteY97" fmla="*/ 218369 h 599956"/>
              <a:gd name="connsiteX98" fmla="*/ 212659 w 593109"/>
              <a:gd name="connsiteY98" fmla="*/ 197315 h 599956"/>
              <a:gd name="connsiteX99" fmla="*/ 191575 w 593109"/>
              <a:gd name="connsiteY99" fmla="*/ 175831 h 599956"/>
              <a:gd name="connsiteX100" fmla="*/ 541402 w 593109"/>
              <a:gd name="connsiteY100" fmla="*/ 146183 h 599956"/>
              <a:gd name="connsiteX101" fmla="*/ 519888 w 593109"/>
              <a:gd name="connsiteY101" fmla="*/ 167237 h 599956"/>
              <a:gd name="connsiteX102" fmla="*/ 541402 w 593109"/>
              <a:gd name="connsiteY102" fmla="*/ 188721 h 599956"/>
              <a:gd name="connsiteX103" fmla="*/ 562487 w 593109"/>
              <a:gd name="connsiteY103" fmla="*/ 167237 h 599956"/>
              <a:gd name="connsiteX104" fmla="*/ 541402 w 593109"/>
              <a:gd name="connsiteY104" fmla="*/ 146183 h 599956"/>
              <a:gd name="connsiteX105" fmla="*/ 3046 w 593109"/>
              <a:gd name="connsiteY105" fmla="*/ 119289 h 599956"/>
              <a:gd name="connsiteX106" fmla="*/ 12136 w 593109"/>
              <a:gd name="connsiteY106" fmla="*/ 121653 h 599956"/>
              <a:gd name="connsiteX107" fmla="*/ 89591 w 593109"/>
              <a:gd name="connsiteY107" fmla="*/ 167634 h 599956"/>
              <a:gd name="connsiteX108" fmla="*/ 103791 w 593109"/>
              <a:gd name="connsiteY108" fmla="*/ 186113 h 599956"/>
              <a:gd name="connsiteX109" fmla="*/ 91743 w 593109"/>
              <a:gd name="connsiteY109" fmla="*/ 189551 h 599956"/>
              <a:gd name="connsiteX110" fmla="*/ 14287 w 593109"/>
              <a:gd name="connsiteY110" fmla="*/ 143569 h 599956"/>
              <a:gd name="connsiteX111" fmla="*/ 7403 w 593109"/>
              <a:gd name="connsiteY111" fmla="*/ 138412 h 599956"/>
              <a:gd name="connsiteX112" fmla="*/ 87 w 593109"/>
              <a:gd name="connsiteY112" fmla="*/ 124661 h 599956"/>
              <a:gd name="connsiteX113" fmla="*/ 3046 w 593109"/>
              <a:gd name="connsiteY113" fmla="*/ 119289 h 599956"/>
              <a:gd name="connsiteX114" fmla="*/ 314806 w 593109"/>
              <a:gd name="connsiteY114" fmla="*/ 85126 h 599956"/>
              <a:gd name="connsiteX115" fmla="*/ 324543 w 593109"/>
              <a:gd name="connsiteY115" fmla="*/ 88994 h 599956"/>
              <a:gd name="connsiteX116" fmla="*/ 336593 w 593109"/>
              <a:gd name="connsiteY116" fmla="*/ 107907 h 599956"/>
              <a:gd name="connsiteX117" fmla="*/ 329277 w 593109"/>
              <a:gd name="connsiteY117" fmla="*/ 163357 h 599956"/>
              <a:gd name="connsiteX118" fmla="*/ 314645 w 593109"/>
              <a:gd name="connsiteY118" fmla="*/ 162927 h 599956"/>
              <a:gd name="connsiteX119" fmla="*/ 310341 w 593109"/>
              <a:gd name="connsiteY119" fmla="*/ 159059 h 599956"/>
              <a:gd name="connsiteX120" fmla="*/ 302595 w 593109"/>
              <a:gd name="connsiteY120" fmla="*/ 144014 h 599956"/>
              <a:gd name="connsiteX121" fmla="*/ 309911 w 593109"/>
              <a:gd name="connsiteY121" fmla="*/ 88994 h 599956"/>
              <a:gd name="connsiteX122" fmla="*/ 314806 w 593109"/>
              <a:gd name="connsiteY122" fmla="*/ 85126 h 599956"/>
              <a:gd name="connsiteX123" fmla="*/ 400697 w 593109"/>
              <a:gd name="connsiteY123" fmla="*/ 73996 h 599956"/>
              <a:gd name="connsiteX124" fmla="*/ 379612 w 593109"/>
              <a:gd name="connsiteY124" fmla="*/ 95051 h 599956"/>
              <a:gd name="connsiteX125" fmla="*/ 400697 w 593109"/>
              <a:gd name="connsiteY125" fmla="*/ 116105 h 599956"/>
              <a:gd name="connsiteX126" fmla="*/ 421781 w 593109"/>
              <a:gd name="connsiteY126" fmla="*/ 95051 h 599956"/>
              <a:gd name="connsiteX127" fmla="*/ 400697 w 593109"/>
              <a:gd name="connsiteY127" fmla="*/ 73996 h 599956"/>
              <a:gd name="connsiteX128" fmla="*/ 400697 w 593109"/>
              <a:gd name="connsiteY128" fmla="*/ 56809 h 599956"/>
              <a:gd name="connsiteX129" fmla="*/ 438993 w 593109"/>
              <a:gd name="connsiteY129" fmla="*/ 95051 h 599956"/>
              <a:gd name="connsiteX130" fmla="*/ 438562 w 593109"/>
              <a:gd name="connsiteY130" fmla="*/ 101066 h 599956"/>
              <a:gd name="connsiteX131" fmla="*/ 512573 w 593109"/>
              <a:gd name="connsiteY131" fmla="*/ 141886 h 599956"/>
              <a:gd name="connsiteX132" fmla="*/ 541402 w 593109"/>
              <a:gd name="connsiteY132" fmla="*/ 128996 h 599956"/>
              <a:gd name="connsiteX133" fmla="*/ 579698 w 593109"/>
              <a:gd name="connsiteY133" fmla="*/ 167237 h 599956"/>
              <a:gd name="connsiteX134" fmla="*/ 541402 w 593109"/>
              <a:gd name="connsiteY134" fmla="*/ 205909 h 599956"/>
              <a:gd name="connsiteX135" fmla="*/ 502676 w 593109"/>
              <a:gd name="connsiteY135" fmla="*/ 167237 h 599956"/>
              <a:gd name="connsiteX136" fmla="*/ 504397 w 593109"/>
              <a:gd name="connsiteY136" fmla="*/ 156925 h 599956"/>
              <a:gd name="connsiteX137" fmla="*/ 432108 w 593109"/>
              <a:gd name="connsiteY137" fmla="*/ 116965 h 599956"/>
              <a:gd name="connsiteX138" fmla="*/ 400697 w 593109"/>
              <a:gd name="connsiteY138" fmla="*/ 133293 h 599956"/>
              <a:gd name="connsiteX139" fmla="*/ 397254 w 593109"/>
              <a:gd name="connsiteY139" fmla="*/ 133293 h 599956"/>
              <a:gd name="connsiteX140" fmla="*/ 373588 w 593109"/>
              <a:gd name="connsiteY140" fmla="*/ 200323 h 599956"/>
              <a:gd name="connsiteX141" fmla="*/ 406290 w 593109"/>
              <a:gd name="connsiteY141" fmla="*/ 168526 h 599956"/>
              <a:gd name="connsiteX142" fmla="*/ 423932 w 593109"/>
              <a:gd name="connsiteY142" fmla="*/ 175401 h 599956"/>
              <a:gd name="connsiteX143" fmla="*/ 430387 w 593109"/>
              <a:gd name="connsiteY143" fmla="*/ 193018 h 599956"/>
              <a:gd name="connsiteX144" fmla="*/ 397254 w 593109"/>
              <a:gd name="connsiteY144" fmla="*/ 225674 h 599956"/>
              <a:gd name="connsiteX145" fmla="*/ 379182 w 593109"/>
              <a:gd name="connsiteY145" fmla="*/ 219229 h 599956"/>
              <a:gd name="connsiteX146" fmla="*/ 371867 w 593109"/>
              <a:gd name="connsiteY146" fmla="*/ 205909 h 599956"/>
              <a:gd name="connsiteX147" fmla="*/ 347340 w 593109"/>
              <a:gd name="connsiteY147" fmla="*/ 276376 h 599956"/>
              <a:gd name="connsiteX148" fmla="*/ 358098 w 593109"/>
              <a:gd name="connsiteY148" fmla="*/ 302587 h 599956"/>
              <a:gd name="connsiteX149" fmla="*/ 319371 w 593109"/>
              <a:gd name="connsiteY149" fmla="*/ 341258 h 599956"/>
              <a:gd name="connsiteX150" fmla="*/ 281075 w 593109"/>
              <a:gd name="connsiteY150" fmla="*/ 302587 h 599956"/>
              <a:gd name="connsiteX151" fmla="*/ 287099 w 593109"/>
              <a:gd name="connsiteY151" fmla="*/ 281962 h 599956"/>
              <a:gd name="connsiteX152" fmla="*/ 217392 w 593109"/>
              <a:gd name="connsiteY152" fmla="*/ 225244 h 599956"/>
              <a:gd name="connsiteX153" fmla="*/ 191575 w 593109"/>
              <a:gd name="connsiteY153" fmla="*/ 235557 h 599956"/>
              <a:gd name="connsiteX154" fmla="*/ 152848 w 593109"/>
              <a:gd name="connsiteY154" fmla="*/ 197315 h 599956"/>
              <a:gd name="connsiteX155" fmla="*/ 191575 w 593109"/>
              <a:gd name="connsiteY155" fmla="*/ 158644 h 599956"/>
              <a:gd name="connsiteX156" fmla="*/ 229871 w 593109"/>
              <a:gd name="connsiteY156" fmla="*/ 197315 h 599956"/>
              <a:gd name="connsiteX157" fmla="*/ 227289 w 593109"/>
              <a:gd name="connsiteY157" fmla="*/ 211065 h 599956"/>
              <a:gd name="connsiteX158" fmla="*/ 299578 w 593109"/>
              <a:gd name="connsiteY158" fmla="*/ 269931 h 599956"/>
              <a:gd name="connsiteX159" fmla="*/ 319371 w 593109"/>
              <a:gd name="connsiteY159" fmla="*/ 264345 h 599956"/>
              <a:gd name="connsiteX160" fmla="*/ 332280 w 593109"/>
              <a:gd name="connsiteY160" fmla="*/ 266494 h 599956"/>
              <a:gd name="connsiteX161" fmla="*/ 380903 w 593109"/>
              <a:gd name="connsiteY161" fmla="*/ 128136 h 599956"/>
              <a:gd name="connsiteX162" fmla="*/ 362401 w 593109"/>
              <a:gd name="connsiteY162" fmla="*/ 95051 h 599956"/>
              <a:gd name="connsiteX163" fmla="*/ 400697 w 593109"/>
              <a:gd name="connsiteY163" fmla="*/ 56809 h 599956"/>
              <a:gd name="connsiteX164" fmla="*/ 15953 w 593109"/>
              <a:gd name="connsiteY164" fmla="*/ 49503 h 599956"/>
              <a:gd name="connsiteX165" fmla="*/ 25899 w 593109"/>
              <a:gd name="connsiteY165" fmla="*/ 55089 h 599956"/>
              <a:gd name="connsiteX166" fmla="*/ 100731 w 593109"/>
              <a:gd name="connsiteY166" fmla="*/ 119982 h 599956"/>
              <a:gd name="connsiteX167" fmla="*/ 110192 w 593109"/>
              <a:gd name="connsiteY167" fmla="*/ 138891 h 599956"/>
              <a:gd name="connsiteX168" fmla="*/ 93850 w 593109"/>
              <a:gd name="connsiteY168" fmla="*/ 135024 h 599956"/>
              <a:gd name="connsiteX169" fmla="*/ 19018 w 593109"/>
              <a:gd name="connsiteY169" fmla="*/ 70131 h 599956"/>
              <a:gd name="connsiteX170" fmla="*/ 16867 w 593109"/>
              <a:gd name="connsiteY170" fmla="*/ 68412 h 599956"/>
              <a:gd name="connsiteX171" fmla="*/ 9556 w 593109"/>
              <a:gd name="connsiteY171" fmla="*/ 51651 h 599956"/>
              <a:gd name="connsiteX172" fmla="*/ 15953 w 593109"/>
              <a:gd name="connsiteY172" fmla="*/ 49503 h 599956"/>
              <a:gd name="connsiteX173" fmla="*/ 213304 w 593109"/>
              <a:gd name="connsiteY173" fmla="*/ 27669 h 599956"/>
              <a:gd name="connsiteX174" fmla="*/ 221262 w 593109"/>
              <a:gd name="connsiteY174" fmla="*/ 27991 h 599956"/>
              <a:gd name="connsiteX175" fmla="*/ 237610 w 593109"/>
              <a:gd name="connsiteY175" fmla="*/ 46036 h 599956"/>
              <a:gd name="connsiteX176" fmla="*/ 257399 w 593109"/>
              <a:gd name="connsiteY176" fmla="*/ 117358 h 599956"/>
              <a:gd name="connsiteX177" fmla="*/ 247935 w 593109"/>
              <a:gd name="connsiteY177" fmla="*/ 123373 h 599956"/>
              <a:gd name="connsiteX178" fmla="*/ 238901 w 593109"/>
              <a:gd name="connsiteY178" fmla="*/ 116928 h 599956"/>
              <a:gd name="connsiteX179" fmla="*/ 231587 w 593109"/>
              <a:gd name="connsiteY179" fmla="*/ 105328 h 599956"/>
              <a:gd name="connsiteX180" fmla="*/ 211798 w 593109"/>
              <a:gd name="connsiteY180" fmla="*/ 34436 h 599956"/>
              <a:gd name="connsiteX181" fmla="*/ 213304 w 593109"/>
              <a:gd name="connsiteY181" fmla="*/ 27669 h 599956"/>
              <a:gd name="connsiteX182" fmla="*/ 53842 w 593109"/>
              <a:gd name="connsiteY182" fmla="*/ 8215 h 599956"/>
              <a:gd name="connsiteX183" fmla="*/ 72340 w 593109"/>
              <a:gd name="connsiteY183" fmla="*/ 18098 h 599956"/>
              <a:gd name="connsiteX184" fmla="*/ 136008 w 593109"/>
              <a:gd name="connsiteY184" fmla="*/ 94156 h 599956"/>
              <a:gd name="connsiteX185" fmla="*/ 139019 w 593109"/>
              <a:gd name="connsiteY185" fmla="*/ 110484 h 599956"/>
              <a:gd name="connsiteX186" fmla="*/ 122242 w 593109"/>
              <a:gd name="connsiteY186" fmla="*/ 103179 h 599956"/>
              <a:gd name="connsiteX187" fmla="*/ 120521 w 593109"/>
              <a:gd name="connsiteY187" fmla="*/ 101031 h 599956"/>
              <a:gd name="connsiteX188" fmla="*/ 56853 w 593109"/>
              <a:gd name="connsiteY188" fmla="*/ 24543 h 599956"/>
              <a:gd name="connsiteX189" fmla="*/ 53842 w 593109"/>
              <a:gd name="connsiteY189" fmla="*/ 8215 h 599956"/>
              <a:gd name="connsiteX190" fmla="*/ 127428 w 593109"/>
              <a:gd name="connsiteY190" fmla="*/ 87 h 599956"/>
              <a:gd name="connsiteX191" fmla="*/ 145932 w 593109"/>
              <a:gd name="connsiteY191" fmla="*/ 14694 h 599956"/>
              <a:gd name="connsiteX192" fmla="*/ 190256 w 593109"/>
              <a:gd name="connsiteY192" fmla="*/ 93316 h 599956"/>
              <a:gd name="connsiteX193" fmla="*/ 186814 w 593109"/>
              <a:gd name="connsiteY193" fmla="*/ 105346 h 599956"/>
              <a:gd name="connsiteX194" fmla="*/ 173473 w 593109"/>
              <a:gd name="connsiteY194" fmla="*/ 97613 h 599956"/>
              <a:gd name="connsiteX195" fmla="*/ 168309 w 593109"/>
              <a:gd name="connsiteY195" fmla="*/ 90739 h 599956"/>
              <a:gd name="connsiteX196" fmla="*/ 123985 w 593109"/>
              <a:gd name="connsiteY196" fmla="*/ 12117 h 599956"/>
              <a:gd name="connsiteX197" fmla="*/ 127428 w 593109"/>
              <a:gd name="connsiteY197" fmla="*/ 87 h 59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593109" h="599956">
                <a:moveTo>
                  <a:pt x="406296" y="494611"/>
                </a:moveTo>
                <a:cubicBezTo>
                  <a:pt x="412320" y="495470"/>
                  <a:pt x="420927" y="501914"/>
                  <a:pt x="424800" y="509218"/>
                </a:cubicBezTo>
                <a:lnTo>
                  <a:pt x="469124" y="587839"/>
                </a:lnTo>
                <a:cubicBezTo>
                  <a:pt x="473427" y="595143"/>
                  <a:pt x="471706" y="600728"/>
                  <a:pt x="465681" y="599869"/>
                </a:cubicBezTo>
                <a:cubicBezTo>
                  <a:pt x="461808" y="599439"/>
                  <a:pt x="456644" y="596432"/>
                  <a:pt x="452341" y="592136"/>
                </a:cubicBezTo>
                <a:cubicBezTo>
                  <a:pt x="450189" y="589988"/>
                  <a:pt x="448468" y="587410"/>
                  <a:pt x="447177" y="585262"/>
                </a:cubicBezTo>
                <a:lnTo>
                  <a:pt x="402853" y="506640"/>
                </a:lnTo>
                <a:cubicBezTo>
                  <a:pt x="398980" y="499336"/>
                  <a:pt x="400271" y="493751"/>
                  <a:pt x="406296" y="494611"/>
                </a:cubicBezTo>
                <a:close/>
                <a:moveTo>
                  <a:pt x="454019" y="489472"/>
                </a:moveTo>
                <a:cubicBezTo>
                  <a:pt x="458321" y="487753"/>
                  <a:pt x="466495" y="492050"/>
                  <a:pt x="472517" y="499355"/>
                </a:cubicBezTo>
                <a:lnTo>
                  <a:pt x="536185" y="575413"/>
                </a:lnTo>
                <a:cubicBezTo>
                  <a:pt x="542208" y="582718"/>
                  <a:pt x="543498" y="590023"/>
                  <a:pt x="539196" y="591741"/>
                </a:cubicBezTo>
                <a:cubicBezTo>
                  <a:pt x="535325" y="593460"/>
                  <a:pt x="528442" y="590023"/>
                  <a:pt x="522849" y="584436"/>
                </a:cubicBezTo>
                <a:cubicBezTo>
                  <a:pt x="521989" y="583577"/>
                  <a:pt x="521128" y="582718"/>
                  <a:pt x="520698" y="582288"/>
                </a:cubicBezTo>
                <a:lnTo>
                  <a:pt x="457461" y="505801"/>
                </a:lnTo>
                <a:cubicBezTo>
                  <a:pt x="451438" y="498496"/>
                  <a:pt x="449717" y="491191"/>
                  <a:pt x="454019" y="489472"/>
                </a:cubicBezTo>
                <a:close/>
                <a:moveTo>
                  <a:pt x="337216" y="475939"/>
                </a:moveTo>
                <a:cubicBezTo>
                  <a:pt x="338937" y="474757"/>
                  <a:pt x="341733" y="474865"/>
                  <a:pt x="345174" y="476583"/>
                </a:cubicBezTo>
                <a:cubicBezTo>
                  <a:pt x="352488" y="479591"/>
                  <a:pt x="359801" y="487754"/>
                  <a:pt x="361522" y="494629"/>
                </a:cubicBezTo>
                <a:lnTo>
                  <a:pt x="381311" y="565520"/>
                </a:lnTo>
                <a:cubicBezTo>
                  <a:pt x="383032" y="571965"/>
                  <a:pt x="378730" y="574972"/>
                  <a:pt x="371847" y="571965"/>
                </a:cubicBezTo>
                <a:cubicBezTo>
                  <a:pt x="368405" y="570246"/>
                  <a:pt x="365394" y="568098"/>
                  <a:pt x="362813" y="565090"/>
                </a:cubicBezTo>
                <a:cubicBezTo>
                  <a:pt x="359371" y="561653"/>
                  <a:pt x="356360" y="557357"/>
                  <a:pt x="355499" y="553920"/>
                </a:cubicBezTo>
                <a:lnTo>
                  <a:pt x="335710" y="483028"/>
                </a:lnTo>
                <a:cubicBezTo>
                  <a:pt x="334850" y="479591"/>
                  <a:pt x="335495" y="477121"/>
                  <a:pt x="337216" y="475939"/>
                </a:cubicBezTo>
                <a:close/>
                <a:moveTo>
                  <a:pt x="489242" y="459255"/>
                </a:moveTo>
                <a:cubicBezTo>
                  <a:pt x="492201" y="459845"/>
                  <a:pt x="495751" y="461777"/>
                  <a:pt x="499195" y="464998"/>
                </a:cubicBezTo>
                <a:lnTo>
                  <a:pt x="574083" y="529842"/>
                </a:lnTo>
                <a:cubicBezTo>
                  <a:pt x="581400" y="535854"/>
                  <a:pt x="585273" y="544443"/>
                  <a:pt x="583552" y="548308"/>
                </a:cubicBezTo>
                <a:cubicBezTo>
                  <a:pt x="581400" y="552602"/>
                  <a:pt x="574083" y="550885"/>
                  <a:pt x="567197" y="544872"/>
                </a:cubicBezTo>
                <a:lnTo>
                  <a:pt x="492308" y="480028"/>
                </a:lnTo>
                <a:cubicBezTo>
                  <a:pt x="491448" y="479599"/>
                  <a:pt x="490587" y="478740"/>
                  <a:pt x="490156" y="477881"/>
                </a:cubicBezTo>
                <a:cubicBezTo>
                  <a:pt x="484131" y="472298"/>
                  <a:pt x="481118" y="464998"/>
                  <a:pt x="482840" y="461563"/>
                </a:cubicBezTo>
                <a:cubicBezTo>
                  <a:pt x="483916" y="459415"/>
                  <a:pt x="486283" y="458664"/>
                  <a:pt x="489242" y="459255"/>
                </a:cubicBezTo>
                <a:close/>
                <a:moveTo>
                  <a:pt x="268725" y="432784"/>
                </a:moveTo>
                <a:cubicBezTo>
                  <a:pt x="271360" y="432838"/>
                  <a:pt x="274803" y="434235"/>
                  <a:pt x="278460" y="437029"/>
                </a:cubicBezTo>
                <a:cubicBezTo>
                  <a:pt x="285775" y="442186"/>
                  <a:pt x="291368" y="450783"/>
                  <a:pt x="290508" y="455940"/>
                </a:cubicBezTo>
                <a:lnTo>
                  <a:pt x="283193" y="510956"/>
                </a:lnTo>
                <a:cubicBezTo>
                  <a:pt x="282332" y="516543"/>
                  <a:pt x="275878" y="516113"/>
                  <a:pt x="268563" y="510956"/>
                </a:cubicBezTo>
                <a:cubicBezTo>
                  <a:pt x="267273" y="509666"/>
                  <a:pt x="265551" y="508377"/>
                  <a:pt x="264261" y="507087"/>
                </a:cubicBezTo>
                <a:cubicBezTo>
                  <a:pt x="259097" y="501930"/>
                  <a:pt x="256085" y="495912"/>
                  <a:pt x="256516" y="492044"/>
                </a:cubicBezTo>
                <a:lnTo>
                  <a:pt x="263830" y="436599"/>
                </a:lnTo>
                <a:cubicBezTo>
                  <a:pt x="264261" y="434020"/>
                  <a:pt x="266089" y="432731"/>
                  <a:pt x="268725" y="432784"/>
                </a:cubicBezTo>
                <a:close/>
                <a:moveTo>
                  <a:pt x="492276" y="408311"/>
                </a:moveTo>
                <a:cubicBezTo>
                  <a:pt x="494482" y="407720"/>
                  <a:pt x="497709" y="408472"/>
                  <a:pt x="501366" y="410835"/>
                </a:cubicBezTo>
                <a:lnTo>
                  <a:pt x="578822" y="456387"/>
                </a:lnTo>
                <a:cubicBezTo>
                  <a:pt x="586137" y="460685"/>
                  <a:pt x="592591" y="469279"/>
                  <a:pt x="593022" y="475296"/>
                </a:cubicBezTo>
                <a:cubicBezTo>
                  <a:pt x="593882" y="481312"/>
                  <a:pt x="588288" y="482601"/>
                  <a:pt x="580973" y="478304"/>
                </a:cubicBezTo>
                <a:lnTo>
                  <a:pt x="503518" y="432752"/>
                </a:lnTo>
                <a:cubicBezTo>
                  <a:pt x="500936" y="431033"/>
                  <a:pt x="498785" y="429314"/>
                  <a:pt x="496633" y="427165"/>
                </a:cubicBezTo>
                <a:cubicBezTo>
                  <a:pt x="492760" y="422868"/>
                  <a:pt x="489748" y="417711"/>
                  <a:pt x="489318" y="413843"/>
                </a:cubicBezTo>
                <a:cubicBezTo>
                  <a:pt x="488887" y="410835"/>
                  <a:pt x="490071" y="408902"/>
                  <a:pt x="492276" y="408311"/>
                </a:cubicBezTo>
                <a:close/>
                <a:moveTo>
                  <a:pt x="203609" y="374005"/>
                </a:moveTo>
                <a:cubicBezTo>
                  <a:pt x="206838" y="375187"/>
                  <a:pt x="210498" y="377550"/>
                  <a:pt x="213942" y="380772"/>
                </a:cubicBezTo>
                <a:cubicBezTo>
                  <a:pt x="220400" y="387646"/>
                  <a:pt x="223414" y="395809"/>
                  <a:pt x="219970" y="398817"/>
                </a:cubicBezTo>
                <a:lnTo>
                  <a:pt x="186818" y="431469"/>
                </a:lnTo>
                <a:cubicBezTo>
                  <a:pt x="183804" y="434476"/>
                  <a:pt x="175623" y="431469"/>
                  <a:pt x="169165" y="424595"/>
                </a:cubicBezTo>
                <a:cubicBezTo>
                  <a:pt x="162277" y="417721"/>
                  <a:pt x="159693" y="409987"/>
                  <a:pt x="162707" y="406980"/>
                </a:cubicBezTo>
                <a:lnTo>
                  <a:pt x="195859" y="374328"/>
                </a:lnTo>
                <a:cubicBezTo>
                  <a:pt x="197582" y="372824"/>
                  <a:pt x="200380" y="372824"/>
                  <a:pt x="203609" y="374005"/>
                </a:cubicBezTo>
                <a:close/>
                <a:moveTo>
                  <a:pt x="479019" y="342977"/>
                </a:moveTo>
                <a:lnTo>
                  <a:pt x="549588" y="364013"/>
                </a:lnTo>
                <a:cubicBezTo>
                  <a:pt x="556042" y="366160"/>
                  <a:pt x="564218" y="373458"/>
                  <a:pt x="567230" y="380757"/>
                </a:cubicBezTo>
                <a:cubicBezTo>
                  <a:pt x="570242" y="388055"/>
                  <a:pt x="567230" y="392348"/>
                  <a:pt x="560776" y="390202"/>
                </a:cubicBezTo>
                <a:lnTo>
                  <a:pt x="489777" y="369165"/>
                </a:lnTo>
                <a:cubicBezTo>
                  <a:pt x="486334" y="367877"/>
                  <a:pt x="482031" y="365301"/>
                  <a:pt x="478589" y="361867"/>
                </a:cubicBezTo>
                <a:cubicBezTo>
                  <a:pt x="476007" y="358861"/>
                  <a:pt x="473425" y="355856"/>
                  <a:pt x="472134" y="352422"/>
                </a:cubicBezTo>
                <a:cubicBezTo>
                  <a:pt x="469122" y="345123"/>
                  <a:pt x="472134" y="341259"/>
                  <a:pt x="479019" y="342977"/>
                </a:cubicBezTo>
                <a:close/>
                <a:moveTo>
                  <a:pt x="140335" y="302596"/>
                </a:moveTo>
                <a:cubicBezTo>
                  <a:pt x="145498" y="302166"/>
                  <a:pt x="153673" y="307752"/>
                  <a:pt x="158835" y="315056"/>
                </a:cubicBezTo>
                <a:cubicBezTo>
                  <a:pt x="163998" y="322789"/>
                  <a:pt x="163998" y="329234"/>
                  <a:pt x="158835" y="329664"/>
                </a:cubicBezTo>
                <a:lnTo>
                  <a:pt x="103765" y="335679"/>
                </a:lnTo>
                <a:cubicBezTo>
                  <a:pt x="99463" y="336108"/>
                  <a:pt x="93439" y="333101"/>
                  <a:pt x="88707" y="327945"/>
                </a:cubicBezTo>
                <a:cubicBezTo>
                  <a:pt x="86986" y="326656"/>
                  <a:pt x="85695" y="324937"/>
                  <a:pt x="84835" y="323219"/>
                </a:cubicBezTo>
                <a:cubicBezTo>
                  <a:pt x="79672" y="315915"/>
                  <a:pt x="79672" y="309470"/>
                  <a:pt x="84835" y="309041"/>
                </a:cubicBezTo>
                <a:close/>
                <a:moveTo>
                  <a:pt x="319371" y="281533"/>
                </a:moveTo>
                <a:cubicBezTo>
                  <a:pt x="307753" y="281533"/>
                  <a:pt x="298287" y="290986"/>
                  <a:pt x="298287" y="302587"/>
                </a:cubicBezTo>
                <a:cubicBezTo>
                  <a:pt x="298287" y="314618"/>
                  <a:pt x="307753" y="324071"/>
                  <a:pt x="319371" y="324071"/>
                </a:cubicBezTo>
                <a:cubicBezTo>
                  <a:pt x="331420" y="324071"/>
                  <a:pt x="340886" y="314618"/>
                  <a:pt x="340886" y="302587"/>
                </a:cubicBezTo>
                <a:cubicBezTo>
                  <a:pt x="340886" y="290986"/>
                  <a:pt x="331420" y="281533"/>
                  <a:pt x="319371" y="281533"/>
                </a:cubicBezTo>
                <a:close/>
                <a:moveTo>
                  <a:pt x="489755" y="264349"/>
                </a:moveTo>
                <a:cubicBezTo>
                  <a:pt x="494922" y="263919"/>
                  <a:pt x="503103" y="269075"/>
                  <a:pt x="508270" y="276809"/>
                </a:cubicBezTo>
                <a:cubicBezTo>
                  <a:pt x="513437" y="284113"/>
                  <a:pt x="513437" y="290557"/>
                  <a:pt x="508270" y="290987"/>
                </a:cubicBezTo>
                <a:lnTo>
                  <a:pt x="452724" y="297432"/>
                </a:lnTo>
                <a:cubicBezTo>
                  <a:pt x="448848" y="297861"/>
                  <a:pt x="442820" y="294424"/>
                  <a:pt x="437653" y="289268"/>
                </a:cubicBezTo>
                <a:cubicBezTo>
                  <a:pt x="436361" y="287979"/>
                  <a:pt x="435070" y="286690"/>
                  <a:pt x="434208" y="284972"/>
                </a:cubicBezTo>
                <a:cubicBezTo>
                  <a:pt x="429041" y="277238"/>
                  <a:pt x="429041" y="270794"/>
                  <a:pt x="434208" y="270364"/>
                </a:cubicBezTo>
                <a:close/>
                <a:moveTo>
                  <a:pt x="32763" y="209751"/>
                </a:moveTo>
                <a:lnTo>
                  <a:pt x="103331" y="230820"/>
                </a:lnTo>
                <a:cubicBezTo>
                  <a:pt x="109786" y="232970"/>
                  <a:pt x="117962" y="240279"/>
                  <a:pt x="120974" y="247589"/>
                </a:cubicBezTo>
                <a:cubicBezTo>
                  <a:pt x="123986" y="254898"/>
                  <a:pt x="120974" y="258768"/>
                  <a:pt x="114519" y="257048"/>
                </a:cubicBezTo>
                <a:lnTo>
                  <a:pt x="43520" y="235980"/>
                </a:lnTo>
                <a:cubicBezTo>
                  <a:pt x="40078" y="234690"/>
                  <a:pt x="35775" y="232110"/>
                  <a:pt x="32332" y="228240"/>
                </a:cubicBezTo>
                <a:cubicBezTo>
                  <a:pt x="29751" y="225660"/>
                  <a:pt x="27169" y="222220"/>
                  <a:pt x="25878" y="219211"/>
                </a:cubicBezTo>
                <a:cubicBezTo>
                  <a:pt x="22866" y="211901"/>
                  <a:pt x="25878" y="208031"/>
                  <a:pt x="32763" y="209751"/>
                </a:cubicBezTo>
                <a:close/>
                <a:moveTo>
                  <a:pt x="191575" y="175831"/>
                </a:moveTo>
                <a:cubicBezTo>
                  <a:pt x="179526" y="175831"/>
                  <a:pt x="170060" y="185714"/>
                  <a:pt x="170060" y="197315"/>
                </a:cubicBezTo>
                <a:cubicBezTo>
                  <a:pt x="170060" y="208916"/>
                  <a:pt x="179526" y="218369"/>
                  <a:pt x="191575" y="218369"/>
                </a:cubicBezTo>
                <a:cubicBezTo>
                  <a:pt x="203192" y="218369"/>
                  <a:pt x="212659" y="208916"/>
                  <a:pt x="212659" y="197315"/>
                </a:cubicBezTo>
                <a:cubicBezTo>
                  <a:pt x="212659" y="185714"/>
                  <a:pt x="203192" y="175831"/>
                  <a:pt x="191575" y="175831"/>
                </a:cubicBezTo>
                <a:close/>
                <a:moveTo>
                  <a:pt x="541402" y="146183"/>
                </a:moveTo>
                <a:cubicBezTo>
                  <a:pt x="529354" y="146183"/>
                  <a:pt x="519888" y="155636"/>
                  <a:pt x="519888" y="167237"/>
                </a:cubicBezTo>
                <a:cubicBezTo>
                  <a:pt x="519888" y="179268"/>
                  <a:pt x="529354" y="188721"/>
                  <a:pt x="541402" y="188721"/>
                </a:cubicBezTo>
                <a:cubicBezTo>
                  <a:pt x="553020" y="188721"/>
                  <a:pt x="562487" y="179268"/>
                  <a:pt x="562487" y="167237"/>
                </a:cubicBezTo>
                <a:cubicBezTo>
                  <a:pt x="562487" y="155636"/>
                  <a:pt x="553020" y="146183"/>
                  <a:pt x="541402" y="146183"/>
                </a:cubicBezTo>
                <a:close/>
                <a:moveTo>
                  <a:pt x="3046" y="119289"/>
                </a:moveTo>
                <a:cubicBezTo>
                  <a:pt x="5251" y="118752"/>
                  <a:pt x="8478" y="119504"/>
                  <a:pt x="12136" y="121653"/>
                </a:cubicBezTo>
                <a:lnTo>
                  <a:pt x="89591" y="167634"/>
                </a:lnTo>
                <a:cubicBezTo>
                  <a:pt x="96906" y="171932"/>
                  <a:pt x="103361" y="180097"/>
                  <a:pt x="103791" y="186113"/>
                </a:cubicBezTo>
                <a:cubicBezTo>
                  <a:pt x="104652" y="192129"/>
                  <a:pt x="99058" y="193848"/>
                  <a:pt x="91743" y="189551"/>
                </a:cubicBezTo>
                <a:lnTo>
                  <a:pt x="14287" y="143569"/>
                </a:lnTo>
                <a:cubicBezTo>
                  <a:pt x="11706" y="142280"/>
                  <a:pt x="9554" y="140131"/>
                  <a:pt x="7403" y="138412"/>
                </a:cubicBezTo>
                <a:cubicBezTo>
                  <a:pt x="3530" y="134115"/>
                  <a:pt x="518" y="128958"/>
                  <a:pt x="87" y="124661"/>
                </a:cubicBezTo>
                <a:cubicBezTo>
                  <a:pt x="-343" y="121653"/>
                  <a:pt x="840" y="119826"/>
                  <a:pt x="3046" y="119289"/>
                </a:cubicBezTo>
                <a:close/>
                <a:moveTo>
                  <a:pt x="314806" y="85126"/>
                </a:moveTo>
                <a:cubicBezTo>
                  <a:pt x="317442" y="85126"/>
                  <a:pt x="320885" y="86415"/>
                  <a:pt x="324543" y="88994"/>
                </a:cubicBezTo>
                <a:cubicBezTo>
                  <a:pt x="331859" y="94152"/>
                  <a:pt x="337023" y="102749"/>
                  <a:pt x="336593" y="107907"/>
                </a:cubicBezTo>
                <a:lnTo>
                  <a:pt x="329277" y="163357"/>
                </a:lnTo>
                <a:cubicBezTo>
                  <a:pt x="328416" y="168515"/>
                  <a:pt x="321961" y="168515"/>
                  <a:pt x="314645" y="162927"/>
                </a:cubicBezTo>
                <a:cubicBezTo>
                  <a:pt x="312923" y="162068"/>
                  <a:pt x="311632" y="160778"/>
                  <a:pt x="310341" y="159059"/>
                </a:cubicBezTo>
                <a:cubicBezTo>
                  <a:pt x="305177" y="154330"/>
                  <a:pt x="302164" y="147883"/>
                  <a:pt x="302595" y="144014"/>
                </a:cubicBezTo>
                <a:lnTo>
                  <a:pt x="309911" y="88994"/>
                </a:lnTo>
                <a:cubicBezTo>
                  <a:pt x="310341" y="86415"/>
                  <a:pt x="312170" y="85126"/>
                  <a:pt x="314806" y="85126"/>
                </a:cubicBezTo>
                <a:close/>
                <a:moveTo>
                  <a:pt x="400697" y="73996"/>
                </a:moveTo>
                <a:cubicBezTo>
                  <a:pt x="389079" y="73996"/>
                  <a:pt x="379612" y="83449"/>
                  <a:pt x="379612" y="95051"/>
                </a:cubicBezTo>
                <a:cubicBezTo>
                  <a:pt x="379612" y="106652"/>
                  <a:pt x="389079" y="116105"/>
                  <a:pt x="400697" y="116105"/>
                </a:cubicBezTo>
                <a:cubicBezTo>
                  <a:pt x="412315" y="116105"/>
                  <a:pt x="421781" y="106652"/>
                  <a:pt x="421781" y="95051"/>
                </a:cubicBezTo>
                <a:cubicBezTo>
                  <a:pt x="421781" y="83449"/>
                  <a:pt x="412315" y="73996"/>
                  <a:pt x="400697" y="73996"/>
                </a:cubicBezTo>
                <a:close/>
                <a:moveTo>
                  <a:pt x="400697" y="56809"/>
                </a:moveTo>
                <a:cubicBezTo>
                  <a:pt x="421781" y="56809"/>
                  <a:pt x="438993" y="73996"/>
                  <a:pt x="438993" y="95051"/>
                </a:cubicBezTo>
                <a:cubicBezTo>
                  <a:pt x="438993" y="97199"/>
                  <a:pt x="438993" y="98918"/>
                  <a:pt x="438562" y="101066"/>
                </a:cubicBezTo>
                <a:lnTo>
                  <a:pt x="512573" y="141886"/>
                </a:lnTo>
                <a:cubicBezTo>
                  <a:pt x="519888" y="134152"/>
                  <a:pt x="529784" y="128996"/>
                  <a:pt x="541402" y="128996"/>
                </a:cubicBezTo>
                <a:cubicBezTo>
                  <a:pt x="562487" y="128996"/>
                  <a:pt x="579698" y="146183"/>
                  <a:pt x="579698" y="167237"/>
                </a:cubicBezTo>
                <a:cubicBezTo>
                  <a:pt x="579698" y="188721"/>
                  <a:pt x="562487" y="205909"/>
                  <a:pt x="541402" y="205909"/>
                </a:cubicBezTo>
                <a:cubicBezTo>
                  <a:pt x="519888" y="205909"/>
                  <a:pt x="502676" y="188721"/>
                  <a:pt x="502676" y="167237"/>
                </a:cubicBezTo>
                <a:cubicBezTo>
                  <a:pt x="502676" y="163800"/>
                  <a:pt x="503536" y="160362"/>
                  <a:pt x="504397" y="156925"/>
                </a:cubicBezTo>
                <a:lnTo>
                  <a:pt x="432108" y="116965"/>
                </a:lnTo>
                <a:cubicBezTo>
                  <a:pt x="425223" y="126847"/>
                  <a:pt x="413605" y="133293"/>
                  <a:pt x="400697" y="133293"/>
                </a:cubicBezTo>
                <a:cubicBezTo>
                  <a:pt x="399406" y="133293"/>
                  <a:pt x="398545" y="133293"/>
                  <a:pt x="397254" y="133293"/>
                </a:cubicBezTo>
                <a:lnTo>
                  <a:pt x="373588" y="200323"/>
                </a:lnTo>
                <a:lnTo>
                  <a:pt x="406290" y="168526"/>
                </a:lnTo>
                <a:cubicBezTo>
                  <a:pt x="409733" y="165519"/>
                  <a:pt x="417478" y="168526"/>
                  <a:pt x="423932" y="175401"/>
                </a:cubicBezTo>
                <a:cubicBezTo>
                  <a:pt x="430817" y="182276"/>
                  <a:pt x="433399" y="190010"/>
                  <a:pt x="430387" y="193018"/>
                </a:cubicBezTo>
                <a:lnTo>
                  <a:pt x="397254" y="225674"/>
                </a:lnTo>
                <a:cubicBezTo>
                  <a:pt x="393812" y="228682"/>
                  <a:pt x="386067" y="225674"/>
                  <a:pt x="379182" y="219229"/>
                </a:cubicBezTo>
                <a:cubicBezTo>
                  <a:pt x="374879" y="214502"/>
                  <a:pt x="372297" y="209776"/>
                  <a:pt x="371867" y="205909"/>
                </a:cubicBezTo>
                <a:lnTo>
                  <a:pt x="347340" y="276376"/>
                </a:lnTo>
                <a:cubicBezTo>
                  <a:pt x="353795" y="283251"/>
                  <a:pt x="358098" y="292275"/>
                  <a:pt x="358098" y="302587"/>
                </a:cubicBezTo>
                <a:cubicBezTo>
                  <a:pt x="358098" y="324071"/>
                  <a:pt x="340886" y="341258"/>
                  <a:pt x="319371" y="341258"/>
                </a:cubicBezTo>
                <a:cubicBezTo>
                  <a:pt x="298287" y="341258"/>
                  <a:pt x="281075" y="324071"/>
                  <a:pt x="281075" y="302587"/>
                </a:cubicBezTo>
                <a:cubicBezTo>
                  <a:pt x="281075" y="295282"/>
                  <a:pt x="283227" y="287978"/>
                  <a:pt x="287099" y="281962"/>
                </a:cubicBezTo>
                <a:lnTo>
                  <a:pt x="217392" y="225244"/>
                </a:lnTo>
                <a:cubicBezTo>
                  <a:pt x="210507" y="231690"/>
                  <a:pt x="201471" y="235557"/>
                  <a:pt x="191575" y="235557"/>
                </a:cubicBezTo>
                <a:cubicBezTo>
                  <a:pt x="170060" y="235557"/>
                  <a:pt x="152848" y="218369"/>
                  <a:pt x="152848" y="197315"/>
                </a:cubicBezTo>
                <a:cubicBezTo>
                  <a:pt x="152848" y="176261"/>
                  <a:pt x="170060" y="158644"/>
                  <a:pt x="191575" y="158644"/>
                </a:cubicBezTo>
                <a:cubicBezTo>
                  <a:pt x="212659" y="158644"/>
                  <a:pt x="229871" y="176261"/>
                  <a:pt x="229871" y="197315"/>
                </a:cubicBezTo>
                <a:cubicBezTo>
                  <a:pt x="229871" y="202042"/>
                  <a:pt x="229010" y="206768"/>
                  <a:pt x="227289" y="211065"/>
                </a:cubicBezTo>
                <a:lnTo>
                  <a:pt x="299578" y="269931"/>
                </a:lnTo>
                <a:cubicBezTo>
                  <a:pt x="305602" y="266494"/>
                  <a:pt x="312487" y="264345"/>
                  <a:pt x="319371" y="264345"/>
                </a:cubicBezTo>
                <a:cubicBezTo>
                  <a:pt x="324105" y="264345"/>
                  <a:pt x="328408" y="265205"/>
                  <a:pt x="332280" y="266494"/>
                </a:cubicBezTo>
                <a:lnTo>
                  <a:pt x="380903" y="128136"/>
                </a:lnTo>
                <a:cubicBezTo>
                  <a:pt x="369716" y="121261"/>
                  <a:pt x="362401" y="109230"/>
                  <a:pt x="362401" y="95051"/>
                </a:cubicBezTo>
                <a:cubicBezTo>
                  <a:pt x="362401" y="73996"/>
                  <a:pt x="379612" y="56809"/>
                  <a:pt x="400697" y="56809"/>
                </a:cubicBezTo>
                <a:close/>
                <a:moveTo>
                  <a:pt x="15953" y="49503"/>
                </a:moveTo>
                <a:cubicBezTo>
                  <a:pt x="18910" y="50147"/>
                  <a:pt x="22458" y="52081"/>
                  <a:pt x="25899" y="55089"/>
                </a:cubicBezTo>
                <a:lnTo>
                  <a:pt x="100731" y="119982"/>
                </a:lnTo>
                <a:cubicBezTo>
                  <a:pt x="108042" y="125999"/>
                  <a:pt x="112343" y="134594"/>
                  <a:pt x="110192" y="138891"/>
                </a:cubicBezTo>
                <a:cubicBezTo>
                  <a:pt x="108472" y="142759"/>
                  <a:pt x="100731" y="141470"/>
                  <a:pt x="93850" y="135024"/>
                </a:cubicBezTo>
                <a:lnTo>
                  <a:pt x="19018" y="70131"/>
                </a:lnTo>
                <a:cubicBezTo>
                  <a:pt x="18157" y="69701"/>
                  <a:pt x="17297" y="68842"/>
                  <a:pt x="16867" y="68412"/>
                </a:cubicBezTo>
                <a:cubicBezTo>
                  <a:pt x="10846" y="62396"/>
                  <a:pt x="7836" y="55519"/>
                  <a:pt x="9556" y="51651"/>
                </a:cubicBezTo>
                <a:cubicBezTo>
                  <a:pt x="10631" y="49503"/>
                  <a:pt x="12997" y="48858"/>
                  <a:pt x="15953" y="49503"/>
                </a:cubicBezTo>
                <a:close/>
                <a:moveTo>
                  <a:pt x="213304" y="27669"/>
                </a:moveTo>
                <a:cubicBezTo>
                  <a:pt x="215025" y="26488"/>
                  <a:pt x="217821" y="26488"/>
                  <a:pt x="221262" y="27991"/>
                </a:cubicBezTo>
                <a:cubicBezTo>
                  <a:pt x="228576" y="31428"/>
                  <a:pt x="235889" y="39592"/>
                  <a:pt x="237610" y="46036"/>
                </a:cubicBezTo>
                <a:lnTo>
                  <a:pt x="257399" y="117358"/>
                </a:lnTo>
                <a:cubicBezTo>
                  <a:pt x="259120" y="123803"/>
                  <a:pt x="254818" y="126810"/>
                  <a:pt x="247935" y="123373"/>
                </a:cubicBezTo>
                <a:cubicBezTo>
                  <a:pt x="244493" y="122084"/>
                  <a:pt x="241482" y="119936"/>
                  <a:pt x="238901" y="116928"/>
                </a:cubicBezTo>
                <a:cubicBezTo>
                  <a:pt x="235459" y="113491"/>
                  <a:pt x="232448" y="109195"/>
                  <a:pt x="231587" y="105328"/>
                </a:cubicBezTo>
                <a:lnTo>
                  <a:pt x="211798" y="34436"/>
                </a:lnTo>
                <a:cubicBezTo>
                  <a:pt x="210938" y="31214"/>
                  <a:pt x="211583" y="28851"/>
                  <a:pt x="213304" y="27669"/>
                </a:cubicBezTo>
                <a:close/>
                <a:moveTo>
                  <a:pt x="53842" y="8215"/>
                </a:moveTo>
                <a:cubicBezTo>
                  <a:pt x="58144" y="6496"/>
                  <a:pt x="66317" y="10793"/>
                  <a:pt x="72340" y="18098"/>
                </a:cubicBezTo>
                <a:lnTo>
                  <a:pt x="136008" y="94156"/>
                </a:lnTo>
                <a:cubicBezTo>
                  <a:pt x="142030" y="101461"/>
                  <a:pt x="143321" y="108766"/>
                  <a:pt x="139019" y="110484"/>
                </a:cubicBezTo>
                <a:cubicBezTo>
                  <a:pt x="135147" y="112203"/>
                  <a:pt x="128264" y="108766"/>
                  <a:pt x="122242" y="103179"/>
                </a:cubicBezTo>
                <a:cubicBezTo>
                  <a:pt x="121811" y="102320"/>
                  <a:pt x="120951" y="101461"/>
                  <a:pt x="120521" y="101031"/>
                </a:cubicBezTo>
                <a:lnTo>
                  <a:pt x="56853" y="24543"/>
                </a:lnTo>
                <a:cubicBezTo>
                  <a:pt x="50830" y="17238"/>
                  <a:pt x="49540" y="9933"/>
                  <a:pt x="53842" y="8215"/>
                </a:cubicBezTo>
                <a:close/>
                <a:moveTo>
                  <a:pt x="127428" y="87"/>
                </a:moveTo>
                <a:cubicBezTo>
                  <a:pt x="133452" y="946"/>
                  <a:pt x="141629" y="7391"/>
                  <a:pt x="145932" y="14694"/>
                </a:cubicBezTo>
                <a:lnTo>
                  <a:pt x="190256" y="93316"/>
                </a:lnTo>
                <a:cubicBezTo>
                  <a:pt x="194129" y="100620"/>
                  <a:pt x="192838" y="106205"/>
                  <a:pt x="186814" y="105346"/>
                </a:cubicBezTo>
                <a:cubicBezTo>
                  <a:pt x="182510" y="104916"/>
                  <a:pt x="177777" y="101909"/>
                  <a:pt x="173473" y="97613"/>
                </a:cubicBezTo>
                <a:cubicBezTo>
                  <a:pt x="171322" y="95465"/>
                  <a:pt x="169600" y="92887"/>
                  <a:pt x="168309" y="90739"/>
                </a:cubicBezTo>
                <a:lnTo>
                  <a:pt x="123985" y="12117"/>
                </a:lnTo>
                <a:cubicBezTo>
                  <a:pt x="119682" y="4813"/>
                  <a:pt x="121403" y="-772"/>
                  <a:pt x="127428" y="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iconfont-1187-867846">
            <a:extLst>
              <a:ext uri="{FF2B5EF4-FFF2-40B4-BE49-F238E27FC236}">
                <a16:creationId xmlns:a16="http://schemas.microsoft.com/office/drawing/2014/main" id="{313CED2D-CAC9-C94F-8617-7F436E4988A3}"/>
              </a:ext>
            </a:extLst>
          </p:cNvPr>
          <p:cNvSpPr>
            <a:spLocks noChangeAspect="1"/>
          </p:cNvSpPr>
          <p:nvPr/>
        </p:nvSpPr>
        <p:spPr>
          <a:xfrm>
            <a:off x="4326385" y="2845097"/>
            <a:ext cx="605979" cy="609685"/>
          </a:xfrm>
          <a:custGeom>
            <a:avLst/>
            <a:gdLst>
              <a:gd name="T0" fmla="*/ 451 w 12603"/>
              <a:gd name="T1" fmla="*/ 11783 h 12681"/>
              <a:gd name="T2" fmla="*/ 0 w 12603"/>
              <a:gd name="T3" fmla="*/ 11334 h 12681"/>
              <a:gd name="T4" fmla="*/ 0 w 12603"/>
              <a:gd name="T5" fmla="*/ 5036 h 12681"/>
              <a:gd name="T6" fmla="*/ 451 w 12603"/>
              <a:gd name="T7" fmla="*/ 4587 h 12681"/>
              <a:gd name="T8" fmla="*/ 901 w 12603"/>
              <a:gd name="T9" fmla="*/ 5036 h 12681"/>
              <a:gd name="T10" fmla="*/ 901 w 12603"/>
              <a:gd name="T11" fmla="*/ 11334 h 12681"/>
              <a:gd name="T12" fmla="*/ 451 w 12603"/>
              <a:gd name="T13" fmla="*/ 11783 h 12681"/>
              <a:gd name="T14" fmla="*/ 11256 w 12603"/>
              <a:gd name="T15" fmla="*/ 4587 h 12681"/>
              <a:gd name="T16" fmla="*/ 8590 w 12603"/>
              <a:gd name="T17" fmla="*/ 4587 h 12681"/>
              <a:gd name="T18" fmla="*/ 8878 w 12603"/>
              <a:gd name="T19" fmla="*/ 1917 h 12681"/>
              <a:gd name="T20" fmla="*/ 7559 w 12603"/>
              <a:gd name="T21" fmla="*/ 181 h 12681"/>
              <a:gd name="T22" fmla="*/ 6155 w 12603"/>
              <a:gd name="T23" fmla="*/ 399 h 12681"/>
              <a:gd name="T24" fmla="*/ 5443 w 12603"/>
              <a:gd name="T25" fmla="*/ 2201 h 12681"/>
              <a:gd name="T26" fmla="*/ 5051 w 12603"/>
              <a:gd name="T27" fmla="*/ 3440 h 12681"/>
              <a:gd name="T28" fmla="*/ 3513 w 12603"/>
              <a:gd name="T29" fmla="*/ 4586 h 12681"/>
              <a:gd name="T30" fmla="*/ 2251 w 12603"/>
              <a:gd name="T31" fmla="*/ 4586 h 12681"/>
              <a:gd name="T32" fmla="*/ 1800 w 12603"/>
              <a:gd name="T33" fmla="*/ 5035 h 12681"/>
              <a:gd name="T34" fmla="*/ 1800 w 12603"/>
              <a:gd name="T35" fmla="*/ 11333 h 12681"/>
              <a:gd name="T36" fmla="*/ 2251 w 12603"/>
              <a:gd name="T37" fmla="*/ 11782 h 12681"/>
              <a:gd name="T38" fmla="*/ 3469 w 12603"/>
              <a:gd name="T39" fmla="*/ 11782 h 12681"/>
              <a:gd name="T40" fmla="*/ 6869 w 12603"/>
              <a:gd name="T41" fmla="*/ 12681 h 12681"/>
              <a:gd name="T42" fmla="*/ 9906 w 12603"/>
              <a:gd name="T43" fmla="*/ 12681 h 12681"/>
              <a:gd name="T44" fmla="*/ 11590 w 12603"/>
              <a:gd name="T45" fmla="*/ 11953 h 12681"/>
              <a:gd name="T46" fmla="*/ 12603 w 12603"/>
              <a:gd name="T47" fmla="*/ 5946 h 12681"/>
              <a:gd name="T48" fmla="*/ 11256 w 12603"/>
              <a:gd name="T49" fmla="*/ 4587 h 12681"/>
              <a:gd name="T50" fmla="*/ 10816 w 12603"/>
              <a:gd name="T51" fmla="*/ 11492 h 12681"/>
              <a:gd name="T52" fmla="*/ 9904 w 12603"/>
              <a:gd name="T53" fmla="*/ 11783 h 12681"/>
              <a:gd name="T54" fmla="*/ 6868 w 12603"/>
              <a:gd name="T55" fmla="*/ 11783 h 12681"/>
              <a:gd name="T56" fmla="*/ 3827 w 12603"/>
              <a:gd name="T57" fmla="*/ 10883 h 12681"/>
              <a:gd name="T58" fmla="*/ 3827 w 12603"/>
              <a:gd name="T59" fmla="*/ 10883 h 12681"/>
              <a:gd name="T60" fmla="*/ 3601 w 12603"/>
              <a:gd name="T61" fmla="*/ 10883 h 12681"/>
              <a:gd name="T62" fmla="*/ 2700 w 12603"/>
              <a:gd name="T63" fmla="*/ 10883 h 12681"/>
              <a:gd name="T64" fmla="*/ 2700 w 12603"/>
              <a:gd name="T65" fmla="*/ 5484 h 12681"/>
              <a:gd name="T66" fmla="*/ 3599 w 12603"/>
              <a:gd name="T67" fmla="*/ 5484 h 12681"/>
              <a:gd name="T68" fmla="*/ 3704 w 12603"/>
              <a:gd name="T69" fmla="*/ 5465 h 12681"/>
              <a:gd name="T70" fmla="*/ 3725 w 12603"/>
              <a:gd name="T71" fmla="*/ 5462 h 12681"/>
              <a:gd name="T72" fmla="*/ 3748 w 12603"/>
              <a:gd name="T73" fmla="*/ 5455 h 12681"/>
              <a:gd name="T74" fmla="*/ 3784 w 12603"/>
              <a:gd name="T75" fmla="*/ 5443 h 12681"/>
              <a:gd name="T76" fmla="*/ 5827 w 12603"/>
              <a:gd name="T77" fmla="*/ 3897 h 12681"/>
              <a:gd name="T78" fmla="*/ 6316 w 12603"/>
              <a:gd name="T79" fmla="*/ 2415 h 12681"/>
              <a:gd name="T80" fmla="*/ 6796 w 12603"/>
              <a:gd name="T81" fmla="*/ 1030 h 12681"/>
              <a:gd name="T82" fmla="*/ 7313 w 12603"/>
              <a:gd name="T83" fmla="*/ 1048 h 12681"/>
              <a:gd name="T84" fmla="*/ 7984 w 12603"/>
              <a:gd name="T85" fmla="*/ 2029 h 12681"/>
              <a:gd name="T86" fmla="*/ 7536 w 12603"/>
              <a:gd name="T87" fmla="*/ 4856 h 12681"/>
              <a:gd name="T88" fmla="*/ 7565 w 12603"/>
              <a:gd name="T89" fmla="*/ 5284 h 12681"/>
              <a:gd name="T90" fmla="*/ 7943 w 12603"/>
              <a:gd name="T91" fmla="*/ 5486 h 12681"/>
              <a:gd name="T92" fmla="*/ 11253 w 12603"/>
              <a:gd name="T93" fmla="*/ 5486 h 12681"/>
              <a:gd name="T94" fmla="*/ 11697 w 12603"/>
              <a:gd name="T95" fmla="*/ 5947 h 12681"/>
              <a:gd name="T96" fmla="*/ 10816 w 12603"/>
              <a:gd name="T97" fmla="*/ 11492 h 12681"/>
              <a:gd name="T98" fmla="*/ 10816 w 12603"/>
              <a:gd name="T99" fmla="*/ 11492 h 12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2603" h="12681">
                <a:moveTo>
                  <a:pt x="451" y="11783"/>
                </a:moveTo>
                <a:cubicBezTo>
                  <a:pt x="202" y="11783"/>
                  <a:pt x="0" y="11581"/>
                  <a:pt x="0" y="11334"/>
                </a:cubicBezTo>
                <a:lnTo>
                  <a:pt x="0" y="5036"/>
                </a:lnTo>
                <a:cubicBezTo>
                  <a:pt x="0" y="4789"/>
                  <a:pt x="202" y="4587"/>
                  <a:pt x="451" y="4587"/>
                </a:cubicBezTo>
                <a:cubicBezTo>
                  <a:pt x="698" y="4587"/>
                  <a:pt x="901" y="4788"/>
                  <a:pt x="901" y="5036"/>
                </a:cubicBezTo>
                <a:lnTo>
                  <a:pt x="901" y="11334"/>
                </a:lnTo>
                <a:cubicBezTo>
                  <a:pt x="900" y="11581"/>
                  <a:pt x="699" y="11783"/>
                  <a:pt x="451" y="11783"/>
                </a:cubicBezTo>
                <a:close/>
                <a:moveTo>
                  <a:pt x="11256" y="4587"/>
                </a:moveTo>
                <a:lnTo>
                  <a:pt x="8590" y="4587"/>
                </a:lnTo>
                <a:cubicBezTo>
                  <a:pt x="8785" y="4137"/>
                  <a:pt x="9007" y="2974"/>
                  <a:pt x="8878" y="1917"/>
                </a:cubicBezTo>
                <a:cubicBezTo>
                  <a:pt x="8774" y="1072"/>
                  <a:pt x="8281" y="426"/>
                  <a:pt x="7559" y="181"/>
                </a:cubicBezTo>
                <a:cubicBezTo>
                  <a:pt x="7024" y="0"/>
                  <a:pt x="6460" y="87"/>
                  <a:pt x="6155" y="399"/>
                </a:cubicBezTo>
                <a:cubicBezTo>
                  <a:pt x="5793" y="767"/>
                  <a:pt x="5624" y="1464"/>
                  <a:pt x="5443" y="2201"/>
                </a:cubicBezTo>
                <a:cubicBezTo>
                  <a:pt x="5325" y="2684"/>
                  <a:pt x="5203" y="3183"/>
                  <a:pt x="5051" y="3440"/>
                </a:cubicBezTo>
                <a:cubicBezTo>
                  <a:pt x="4615" y="4184"/>
                  <a:pt x="3698" y="4523"/>
                  <a:pt x="3513" y="4586"/>
                </a:cubicBezTo>
                <a:lnTo>
                  <a:pt x="2251" y="4586"/>
                </a:lnTo>
                <a:cubicBezTo>
                  <a:pt x="2003" y="4586"/>
                  <a:pt x="1800" y="4787"/>
                  <a:pt x="1800" y="5035"/>
                </a:cubicBezTo>
                <a:lnTo>
                  <a:pt x="1800" y="11333"/>
                </a:lnTo>
                <a:cubicBezTo>
                  <a:pt x="1800" y="11580"/>
                  <a:pt x="2002" y="11782"/>
                  <a:pt x="2251" y="11782"/>
                </a:cubicBezTo>
                <a:lnTo>
                  <a:pt x="3469" y="11782"/>
                </a:lnTo>
                <a:cubicBezTo>
                  <a:pt x="3844" y="11985"/>
                  <a:pt x="5246" y="12681"/>
                  <a:pt x="6869" y="12681"/>
                </a:cubicBezTo>
                <a:lnTo>
                  <a:pt x="9906" y="12681"/>
                </a:lnTo>
                <a:cubicBezTo>
                  <a:pt x="10406" y="12681"/>
                  <a:pt x="11268" y="12488"/>
                  <a:pt x="11590" y="11953"/>
                </a:cubicBezTo>
                <a:cubicBezTo>
                  <a:pt x="11915" y="11414"/>
                  <a:pt x="12603" y="6492"/>
                  <a:pt x="12603" y="5946"/>
                </a:cubicBezTo>
                <a:cubicBezTo>
                  <a:pt x="12599" y="5194"/>
                  <a:pt x="11863" y="4587"/>
                  <a:pt x="11256" y="4587"/>
                </a:cubicBezTo>
                <a:close/>
                <a:moveTo>
                  <a:pt x="10816" y="11492"/>
                </a:moveTo>
                <a:cubicBezTo>
                  <a:pt x="10749" y="11605"/>
                  <a:pt x="10304" y="11783"/>
                  <a:pt x="9904" y="11783"/>
                </a:cubicBezTo>
                <a:lnTo>
                  <a:pt x="6868" y="11783"/>
                </a:lnTo>
                <a:cubicBezTo>
                  <a:pt x="5259" y="11783"/>
                  <a:pt x="3842" y="10883"/>
                  <a:pt x="3827" y="10883"/>
                </a:cubicBezTo>
                <a:lnTo>
                  <a:pt x="3827" y="10883"/>
                </a:lnTo>
                <a:lnTo>
                  <a:pt x="3601" y="10883"/>
                </a:lnTo>
                <a:lnTo>
                  <a:pt x="2700" y="10883"/>
                </a:lnTo>
                <a:lnTo>
                  <a:pt x="2700" y="5484"/>
                </a:lnTo>
                <a:lnTo>
                  <a:pt x="3599" y="5484"/>
                </a:lnTo>
                <a:cubicBezTo>
                  <a:pt x="3636" y="5484"/>
                  <a:pt x="3670" y="5472"/>
                  <a:pt x="3704" y="5465"/>
                </a:cubicBezTo>
                <a:cubicBezTo>
                  <a:pt x="3711" y="5462"/>
                  <a:pt x="3719" y="5465"/>
                  <a:pt x="3725" y="5462"/>
                </a:cubicBezTo>
                <a:cubicBezTo>
                  <a:pt x="3727" y="5461"/>
                  <a:pt x="3737" y="5458"/>
                  <a:pt x="3748" y="5455"/>
                </a:cubicBezTo>
                <a:cubicBezTo>
                  <a:pt x="3761" y="5451"/>
                  <a:pt x="3772" y="5447"/>
                  <a:pt x="3784" y="5443"/>
                </a:cubicBezTo>
                <a:cubicBezTo>
                  <a:pt x="4058" y="5353"/>
                  <a:pt x="5226" y="4918"/>
                  <a:pt x="5827" y="3897"/>
                </a:cubicBezTo>
                <a:cubicBezTo>
                  <a:pt x="6044" y="3527"/>
                  <a:pt x="6176" y="2986"/>
                  <a:pt x="6316" y="2415"/>
                </a:cubicBezTo>
                <a:cubicBezTo>
                  <a:pt x="6447" y="1884"/>
                  <a:pt x="6608" y="1222"/>
                  <a:pt x="6796" y="1030"/>
                </a:cubicBezTo>
                <a:cubicBezTo>
                  <a:pt x="6839" y="993"/>
                  <a:pt x="7050" y="945"/>
                  <a:pt x="7313" y="1048"/>
                </a:cubicBezTo>
                <a:cubicBezTo>
                  <a:pt x="7528" y="1135"/>
                  <a:pt x="7902" y="1374"/>
                  <a:pt x="7984" y="2029"/>
                </a:cubicBezTo>
                <a:cubicBezTo>
                  <a:pt x="8161" y="3470"/>
                  <a:pt x="7541" y="4842"/>
                  <a:pt x="7536" y="4856"/>
                </a:cubicBezTo>
                <a:cubicBezTo>
                  <a:pt x="7471" y="4995"/>
                  <a:pt x="7483" y="5153"/>
                  <a:pt x="7565" y="5284"/>
                </a:cubicBezTo>
                <a:cubicBezTo>
                  <a:pt x="7648" y="5413"/>
                  <a:pt x="7792" y="5486"/>
                  <a:pt x="7943" y="5486"/>
                </a:cubicBezTo>
                <a:lnTo>
                  <a:pt x="11253" y="5486"/>
                </a:lnTo>
                <a:cubicBezTo>
                  <a:pt x="11374" y="5486"/>
                  <a:pt x="11697" y="5697"/>
                  <a:pt x="11697" y="5947"/>
                </a:cubicBezTo>
                <a:cubicBezTo>
                  <a:pt x="11698" y="6545"/>
                  <a:pt x="11005" y="11065"/>
                  <a:pt x="10816" y="11492"/>
                </a:cubicBezTo>
                <a:close/>
                <a:moveTo>
                  <a:pt x="10816" y="1149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confont-11773-5618779">
            <a:extLst>
              <a:ext uri="{FF2B5EF4-FFF2-40B4-BE49-F238E27FC236}">
                <a16:creationId xmlns:a16="http://schemas.microsoft.com/office/drawing/2014/main" id="{8B2A36DB-EBD2-8741-9CAD-7B60CECC873E}"/>
              </a:ext>
            </a:extLst>
          </p:cNvPr>
          <p:cNvSpPr>
            <a:spLocks noChangeAspect="1"/>
          </p:cNvSpPr>
          <p:nvPr/>
        </p:nvSpPr>
        <p:spPr>
          <a:xfrm>
            <a:off x="1602235" y="1611616"/>
            <a:ext cx="609685" cy="557801"/>
          </a:xfrm>
          <a:custGeom>
            <a:avLst/>
            <a:gdLst>
              <a:gd name="T0" fmla="*/ 8728 w 8740"/>
              <a:gd name="T1" fmla="*/ 3376 h 7995"/>
              <a:gd name="T2" fmla="*/ 8710 w 8740"/>
              <a:gd name="T3" fmla="*/ 3321 h 7995"/>
              <a:gd name="T4" fmla="*/ 8692 w 8740"/>
              <a:gd name="T5" fmla="*/ 3265 h 7995"/>
              <a:gd name="T6" fmla="*/ 6438 w 8740"/>
              <a:gd name="T7" fmla="*/ 107 h 7995"/>
              <a:gd name="T8" fmla="*/ 6230 w 8740"/>
              <a:gd name="T9" fmla="*/ 0 h 7995"/>
              <a:gd name="T10" fmla="*/ 2361 w 8740"/>
              <a:gd name="T11" fmla="*/ 0 h 7995"/>
              <a:gd name="T12" fmla="*/ 2148 w 8740"/>
              <a:gd name="T13" fmla="*/ 115 h 7995"/>
              <a:gd name="T14" fmla="*/ 2070 w 8740"/>
              <a:gd name="T15" fmla="*/ 232 h 7995"/>
              <a:gd name="T16" fmla="*/ 2069 w 8740"/>
              <a:gd name="T17" fmla="*/ 233 h 7995"/>
              <a:gd name="T18" fmla="*/ 42 w 8740"/>
              <a:gd name="T19" fmla="*/ 3293 h 7995"/>
              <a:gd name="T20" fmla="*/ 0 w 8740"/>
              <a:gd name="T21" fmla="*/ 3435 h 7995"/>
              <a:gd name="T22" fmla="*/ 0 w 8740"/>
              <a:gd name="T23" fmla="*/ 7740 h 7995"/>
              <a:gd name="T24" fmla="*/ 254 w 8740"/>
              <a:gd name="T25" fmla="*/ 7995 h 7995"/>
              <a:gd name="T26" fmla="*/ 8485 w 8740"/>
              <a:gd name="T27" fmla="*/ 7995 h 7995"/>
              <a:gd name="T28" fmla="*/ 8740 w 8740"/>
              <a:gd name="T29" fmla="*/ 7740 h 7995"/>
              <a:gd name="T30" fmla="*/ 8740 w 8740"/>
              <a:gd name="T31" fmla="*/ 3412 h 7995"/>
              <a:gd name="T32" fmla="*/ 8728 w 8740"/>
              <a:gd name="T33" fmla="*/ 3376 h 7995"/>
              <a:gd name="T34" fmla="*/ 8004 w 8740"/>
              <a:gd name="T35" fmla="*/ 3179 h 7995"/>
              <a:gd name="T36" fmla="*/ 4518 w 8740"/>
              <a:gd name="T37" fmla="*/ 3179 h 7995"/>
              <a:gd name="T38" fmla="*/ 4493 w 8740"/>
              <a:gd name="T39" fmla="*/ 3161 h 7995"/>
              <a:gd name="T40" fmla="*/ 2688 w 8740"/>
              <a:gd name="T41" fmla="*/ 509 h 7995"/>
              <a:gd name="T42" fmla="*/ 6100 w 8740"/>
              <a:gd name="T43" fmla="*/ 509 h 7995"/>
              <a:gd name="T44" fmla="*/ 8004 w 8740"/>
              <a:gd name="T45" fmla="*/ 3179 h 7995"/>
              <a:gd name="T46" fmla="*/ 510 w 8740"/>
              <a:gd name="T47" fmla="*/ 3511 h 7995"/>
              <a:gd name="T48" fmla="*/ 2286 w 8740"/>
              <a:gd name="T49" fmla="*/ 828 h 7995"/>
              <a:gd name="T50" fmla="*/ 4114 w 8740"/>
              <a:gd name="T51" fmla="*/ 3512 h 7995"/>
              <a:gd name="T52" fmla="*/ 4114 w 8740"/>
              <a:gd name="T53" fmla="*/ 7484 h 7995"/>
              <a:gd name="T54" fmla="*/ 3084 w 8740"/>
              <a:gd name="T55" fmla="*/ 7484 h 7995"/>
              <a:gd name="T56" fmla="*/ 3084 w 8740"/>
              <a:gd name="T57" fmla="*/ 5783 h 7995"/>
              <a:gd name="T58" fmla="*/ 2829 w 8740"/>
              <a:gd name="T59" fmla="*/ 5528 h 7995"/>
              <a:gd name="T60" fmla="*/ 1550 w 8740"/>
              <a:gd name="T61" fmla="*/ 5528 h 7995"/>
              <a:gd name="T62" fmla="*/ 1296 w 8740"/>
              <a:gd name="T63" fmla="*/ 5783 h 7995"/>
              <a:gd name="T64" fmla="*/ 1296 w 8740"/>
              <a:gd name="T65" fmla="*/ 7484 h 7995"/>
              <a:gd name="T66" fmla="*/ 512 w 8740"/>
              <a:gd name="T67" fmla="*/ 7484 h 7995"/>
              <a:gd name="T68" fmla="*/ 512 w 8740"/>
              <a:gd name="T69" fmla="*/ 3511 h 7995"/>
              <a:gd name="T70" fmla="*/ 510 w 8740"/>
              <a:gd name="T71" fmla="*/ 3511 h 7995"/>
              <a:gd name="T72" fmla="*/ 1805 w 8740"/>
              <a:gd name="T73" fmla="*/ 7484 h 7995"/>
              <a:gd name="T74" fmla="*/ 1805 w 8740"/>
              <a:gd name="T75" fmla="*/ 6039 h 7995"/>
              <a:gd name="T76" fmla="*/ 2573 w 8740"/>
              <a:gd name="T77" fmla="*/ 6039 h 7995"/>
              <a:gd name="T78" fmla="*/ 2573 w 8740"/>
              <a:gd name="T79" fmla="*/ 7484 h 7995"/>
              <a:gd name="T80" fmla="*/ 1805 w 8740"/>
              <a:gd name="T81" fmla="*/ 7484 h 7995"/>
              <a:gd name="T82" fmla="*/ 4625 w 8740"/>
              <a:gd name="T83" fmla="*/ 7484 h 7995"/>
              <a:gd name="T84" fmla="*/ 4625 w 8740"/>
              <a:gd name="T85" fmla="*/ 3689 h 7995"/>
              <a:gd name="T86" fmla="*/ 8229 w 8740"/>
              <a:gd name="T87" fmla="*/ 3689 h 7995"/>
              <a:gd name="T88" fmla="*/ 8229 w 8740"/>
              <a:gd name="T89" fmla="*/ 7485 h 7995"/>
              <a:gd name="T90" fmla="*/ 4625 w 8740"/>
              <a:gd name="T91" fmla="*/ 7485 h 7995"/>
              <a:gd name="T92" fmla="*/ 4625 w 8740"/>
              <a:gd name="T93" fmla="*/ 7484 h 79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740" h="7995">
                <a:moveTo>
                  <a:pt x="8728" y="3376"/>
                </a:moveTo>
                <a:cubicBezTo>
                  <a:pt x="8724" y="3357"/>
                  <a:pt x="8718" y="3339"/>
                  <a:pt x="8710" y="3321"/>
                </a:cubicBezTo>
                <a:cubicBezTo>
                  <a:pt x="8702" y="3303"/>
                  <a:pt x="8704" y="3281"/>
                  <a:pt x="8692" y="3265"/>
                </a:cubicBezTo>
                <a:lnTo>
                  <a:pt x="6438" y="107"/>
                </a:lnTo>
                <a:cubicBezTo>
                  <a:pt x="6390" y="40"/>
                  <a:pt x="6313" y="0"/>
                  <a:pt x="6230" y="0"/>
                </a:cubicBezTo>
                <a:lnTo>
                  <a:pt x="2361" y="0"/>
                </a:lnTo>
                <a:cubicBezTo>
                  <a:pt x="2276" y="0"/>
                  <a:pt x="2196" y="43"/>
                  <a:pt x="2148" y="115"/>
                </a:cubicBezTo>
                <a:lnTo>
                  <a:pt x="2070" y="232"/>
                </a:lnTo>
                <a:cubicBezTo>
                  <a:pt x="2070" y="232"/>
                  <a:pt x="2070" y="233"/>
                  <a:pt x="2069" y="233"/>
                </a:cubicBezTo>
                <a:lnTo>
                  <a:pt x="42" y="3293"/>
                </a:lnTo>
                <a:cubicBezTo>
                  <a:pt x="14" y="3335"/>
                  <a:pt x="0" y="3384"/>
                  <a:pt x="0" y="3435"/>
                </a:cubicBezTo>
                <a:lnTo>
                  <a:pt x="0" y="7740"/>
                </a:lnTo>
                <a:cubicBezTo>
                  <a:pt x="0" y="7881"/>
                  <a:pt x="114" y="7995"/>
                  <a:pt x="254" y="7995"/>
                </a:cubicBezTo>
                <a:lnTo>
                  <a:pt x="8485" y="7995"/>
                </a:lnTo>
                <a:cubicBezTo>
                  <a:pt x="8626" y="7995"/>
                  <a:pt x="8740" y="7880"/>
                  <a:pt x="8740" y="7740"/>
                </a:cubicBezTo>
                <a:lnTo>
                  <a:pt x="8740" y="3412"/>
                </a:lnTo>
                <a:cubicBezTo>
                  <a:pt x="8740" y="3399"/>
                  <a:pt x="8730" y="3388"/>
                  <a:pt x="8728" y="3376"/>
                </a:cubicBezTo>
                <a:close/>
                <a:moveTo>
                  <a:pt x="8004" y="3179"/>
                </a:moveTo>
                <a:lnTo>
                  <a:pt x="4518" y="3179"/>
                </a:lnTo>
                <a:cubicBezTo>
                  <a:pt x="4510" y="3172"/>
                  <a:pt x="4502" y="3167"/>
                  <a:pt x="4493" y="3161"/>
                </a:cubicBezTo>
                <a:lnTo>
                  <a:pt x="2688" y="509"/>
                </a:lnTo>
                <a:lnTo>
                  <a:pt x="6100" y="509"/>
                </a:lnTo>
                <a:lnTo>
                  <a:pt x="8004" y="3179"/>
                </a:lnTo>
                <a:close/>
                <a:moveTo>
                  <a:pt x="510" y="3511"/>
                </a:moveTo>
                <a:lnTo>
                  <a:pt x="2286" y="828"/>
                </a:lnTo>
                <a:lnTo>
                  <a:pt x="4114" y="3512"/>
                </a:lnTo>
                <a:lnTo>
                  <a:pt x="4114" y="7484"/>
                </a:lnTo>
                <a:lnTo>
                  <a:pt x="3084" y="7484"/>
                </a:lnTo>
                <a:lnTo>
                  <a:pt x="3084" y="5783"/>
                </a:lnTo>
                <a:cubicBezTo>
                  <a:pt x="3084" y="5641"/>
                  <a:pt x="2969" y="5528"/>
                  <a:pt x="2829" y="5528"/>
                </a:cubicBezTo>
                <a:lnTo>
                  <a:pt x="1550" y="5528"/>
                </a:lnTo>
                <a:cubicBezTo>
                  <a:pt x="1409" y="5528"/>
                  <a:pt x="1296" y="5643"/>
                  <a:pt x="1296" y="5783"/>
                </a:cubicBezTo>
                <a:lnTo>
                  <a:pt x="1296" y="7484"/>
                </a:lnTo>
                <a:lnTo>
                  <a:pt x="512" y="7484"/>
                </a:lnTo>
                <a:lnTo>
                  <a:pt x="512" y="3511"/>
                </a:lnTo>
                <a:lnTo>
                  <a:pt x="510" y="3511"/>
                </a:lnTo>
                <a:close/>
                <a:moveTo>
                  <a:pt x="1805" y="7484"/>
                </a:moveTo>
                <a:lnTo>
                  <a:pt x="1805" y="6039"/>
                </a:lnTo>
                <a:lnTo>
                  <a:pt x="2573" y="6039"/>
                </a:lnTo>
                <a:lnTo>
                  <a:pt x="2573" y="7484"/>
                </a:lnTo>
                <a:lnTo>
                  <a:pt x="1805" y="7484"/>
                </a:lnTo>
                <a:close/>
                <a:moveTo>
                  <a:pt x="4625" y="7484"/>
                </a:moveTo>
                <a:lnTo>
                  <a:pt x="4625" y="3689"/>
                </a:lnTo>
                <a:lnTo>
                  <a:pt x="8229" y="3689"/>
                </a:lnTo>
                <a:lnTo>
                  <a:pt x="8229" y="7485"/>
                </a:lnTo>
                <a:lnTo>
                  <a:pt x="4625" y="7485"/>
                </a:lnTo>
                <a:lnTo>
                  <a:pt x="4625" y="748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420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35261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SMARTDIAGRAM" val="#304330;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F8557"/>
      </a:accent1>
      <a:accent2>
        <a:srgbClr val="0063B4"/>
      </a:accent2>
      <a:accent3>
        <a:srgbClr val="4B5284"/>
      </a:accent3>
      <a:accent4>
        <a:srgbClr val="FFBF5B"/>
      </a:accent4>
      <a:accent5>
        <a:srgbClr val="3B4044"/>
      </a:accent5>
      <a:accent6>
        <a:srgbClr val="57708A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【20190416更新】主题设计标准-完整版.potx" id="{CEC5E909-CBB2-4933-951C-968AD9C49C0F}" vid="{29E3E208-87A9-4E6D-BED1-1B961AFC84E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2374</TotalTime>
  <Words>84</Words>
  <Application>Microsoft Macintosh PowerPoint</Application>
  <PresentationFormat>全屏显示(4:3)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Arial</vt:lpstr>
      <vt:lpstr>Calibri</vt:lpstr>
      <vt:lpstr>主题5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Powered by Jerry Yao</dc:title>
  <dc:creator>Jerry Yao</dc:creator>
  <cp:lastModifiedBy>姚 哲宇</cp:lastModifiedBy>
  <cp:revision>14</cp:revision>
  <cp:lastPrinted>2020-01-07T16:00:00Z</cp:lastPrinted>
  <dcterms:created xsi:type="dcterms:W3CDTF">2020-01-07T16:00:00Z</dcterms:created>
  <dcterms:modified xsi:type="dcterms:W3CDTF">2020-11-09T14:02:15Z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