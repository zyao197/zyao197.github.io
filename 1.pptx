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85" r:id="rId2"/>
    <p:sldId id="279" r:id="rId3"/>
    <p:sldId id="281" r:id="rId4"/>
    <p:sldId id="283" r:id="rId5"/>
    <p:sldId id="280" r:id="rId6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FFFFF"/>
    <a:srgbClr val="FF8557"/>
    <a:srgbClr val="48ADFF"/>
    <a:srgbClr val="B3DCFF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23C70-A509-45D5-9175-8EB6A71EE5E5}" v="126" dt="2020-10-28T11:12:57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6182" autoAdjust="0"/>
  </p:normalViewPr>
  <p:slideViewPr>
    <p:cSldViewPr snapToGrid="0">
      <p:cViewPr varScale="1">
        <p:scale>
          <a:sx n="114" d="100"/>
          <a:sy n="114" d="100"/>
        </p:scale>
        <p:origin x="19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姚 哲宇" userId="efb0a5b37b9734ca" providerId="LiveId" clId="{65A23C70-A509-45D5-9175-8EB6A71EE5E5}"/>
    <pc:docChg chg="undo custSel addSld delSld modSld">
      <pc:chgData name="姚 哲宇" userId="efb0a5b37b9734ca" providerId="LiveId" clId="{65A23C70-A509-45D5-9175-8EB6A71EE5E5}" dt="2020-10-28T11:13:11.662" v="738" actId="47"/>
      <pc:docMkLst>
        <pc:docMk/>
      </pc:docMkLst>
      <pc:sldChg chg="del">
        <pc:chgData name="姚 哲宇" userId="efb0a5b37b9734ca" providerId="LiveId" clId="{65A23C70-A509-45D5-9175-8EB6A71EE5E5}" dt="2020-10-28T11:13:05.567" v="735" actId="47"/>
        <pc:sldMkLst>
          <pc:docMk/>
          <pc:sldMk cId="2271741893" sldId="256"/>
        </pc:sldMkLst>
      </pc:sldChg>
      <pc:sldChg chg="del">
        <pc:chgData name="姚 哲宇" userId="efb0a5b37b9734ca" providerId="LiveId" clId="{65A23C70-A509-45D5-9175-8EB6A71EE5E5}" dt="2020-10-28T11:13:01.770" v="732" actId="47"/>
        <pc:sldMkLst>
          <pc:docMk/>
          <pc:sldMk cId="2371597387" sldId="258"/>
        </pc:sldMkLst>
      </pc:sldChg>
      <pc:sldChg chg="del">
        <pc:chgData name="姚 哲宇" userId="efb0a5b37b9734ca" providerId="LiveId" clId="{65A23C70-A509-45D5-9175-8EB6A71EE5E5}" dt="2020-10-28T11:13:10.558" v="737" actId="47"/>
        <pc:sldMkLst>
          <pc:docMk/>
          <pc:sldMk cId="1259043032" sldId="261"/>
        </pc:sldMkLst>
      </pc:sldChg>
      <pc:sldChg chg="del">
        <pc:chgData name="姚 哲宇" userId="efb0a5b37b9734ca" providerId="LiveId" clId="{65A23C70-A509-45D5-9175-8EB6A71EE5E5}" dt="2020-10-28T11:13:04.486" v="734" actId="47"/>
        <pc:sldMkLst>
          <pc:docMk/>
          <pc:sldMk cId="911933172" sldId="269"/>
        </pc:sldMkLst>
      </pc:sldChg>
      <pc:sldChg chg="del">
        <pc:chgData name="姚 哲宇" userId="efb0a5b37b9734ca" providerId="LiveId" clId="{65A23C70-A509-45D5-9175-8EB6A71EE5E5}" dt="2020-10-28T11:13:00.350" v="731" actId="47"/>
        <pc:sldMkLst>
          <pc:docMk/>
          <pc:sldMk cId="2826083607" sldId="270"/>
        </pc:sldMkLst>
      </pc:sldChg>
      <pc:sldChg chg="del">
        <pc:chgData name="姚 哲宇" userId="efb0a5b37b9734ca" providerId="LiveId" clId="{65A23C70-A509-45D5-9175-8EB6A71EE5E5}" dt="2020-10-28T11:13:11.662" v="738" actId="47"/>
        <pc:sldMkLst>
          <pc:docMk/>
          <pc:sldMk cId="545778957" sldId="271"/>
        </pc:sldMkLst>
      </pc:sldChg>
      <pc:sldChg chg="del">
        <pc:chgData name="姚 哲宇" userId="efb0a5b37b9734ca" providerId="LiveId" clId="{65A23C70-A509-45D5-9175-8EB6A71EE5E5}" dt="2020-10-28T11:13:03.001" v="733" actId="47"/>
        <pc:sldMkLst>
          <pc:docMk/>
          <pc:sldMk cId="1261275788" sldId="278"/>
        </pc:sldMkLst>
      </pc:sldChg>
      <pc:sldChg chg="addSp delSp modSp mod">
        <pc:chgData name="姚 哲宇" userId="efb0a5b37b9734ca" providerId="LiveId" clId="{65A23C70-A509-45D5-9175-8EB6A71EE5E5}" dt="2020-10-28T11:10:54.152" v="696"/>
        <pc:sldMkLst>
          <pc:docMk/>
          <pc:sldMk cId="2901906283" sldId="279"/>
        </pc:sldMkLst>
        <pc:spChg chg="del">
          <ac:chgData name="姚 哲宇" userId="efb0a5b37b9734ca" providerId="LiveId" clId="{65A23C70-A509-45D5-9175-8EB6A71EE5E5}" dt="2020-10-28T10:26:38.236" v="0" actId="478"/>
          <ac:spMkLst>
            <pc:docMk/>
            <pc:sldMk cId="2901906283" sldId="279"/>
            <ac:spMk id="3" creationId="{24253F1F-7ED7-4F2E-886C-1B5B2ACF690E}"/>
          </ac:spMkLst>
        </pc:spChg>
        <pc:spChg chg="del">
          <ac:chgData name="姚 哲宇" userId="efb0a5b37b9734ca" providerId="LiveId" clId="{65A23C70-A509-45D5-9175-8EB6A71EE5E5}" dt="2020-10-28T10:26:42.724" v="1" actId="478"/>
          <ac:spMkLst>
            <pc:docMk/>
            <pc:sldMk cId="2901906283" sldId="279"/>
            <ac:spMk id="4" creationId="{EBFC7612-EC50-43A8-B2EA-FF5017EBBA8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6" creationId="{33787195-07D7-41E0-AE27-4FB5A0FD9B5F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7" creationId="{BFB2459B-C438-40DB-A23A-00F20ACE97FE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8" creationId="{EE848CFF-168A-4244-A5F4-C98CD963D2B6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9" creationId="{C461A2C9-7166-4C28-8C97-26DE5769A822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0" creationId="{85D9819A-F4F4-448A-9456-FE7093C0B335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1" creationId="{3871E0AB-4418-4AB1-8576-A4F65C63AF4D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2" creationId="{86363471-114B-4707-84CC-198CFB5FF2ED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3" creationId="{3DA617AE-EE4F-4DCD-B95E-F4B200FDEECE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4" creationId="{EDF5B864-B59C-4283-BB6A-84470FBE7E82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5" creationId="{225B5725-A25F-45CC-9DEC-2268351A4D3C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6" creationId="{3EA16515-6D18-4ABF-9570-CD768190FFE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7" creationId="{F1F1C791-3EB1-4357-9FF7-4E3CCD9AAB62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8" creationId="{6CCD42D9-5922-4A49-AF45-FE288176E1AF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19" creationId="{2CD5DFED-214C-4B26-A235-8A91BE312FC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2" creationId="{1B07641B-F245-4706-8381-904BA136476A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5" creationId="{247DB001-F149-4841-BBD8-0BB201355828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6" creationId="{2A74F332-CDF6-4084-BAD0-31A13FECCA34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7" creationId="{7907E97F-2E1D-4544-9627-40B749CCDFA9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8" creationId="{8A4AAFE4-2DBE-47A5-B4FB-F13CA7684E0A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29" creationId="{60279ECF-CD9C-4C4A-A357-4BB813F1F78A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0" creationId="{258B254D-FF79-4584-BFDA-B393E28E8DD1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1" creationId="{0AD5038E-9FE8-434A-AC9E-9D527E46F991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2" creationId="{AF5DE248-7B81-486B-A206-CA32FBC33C4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3" creationId="{44EDBCAC-FEFF-4CA2-B262-72EF4C298C27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4" creationId="{4C99015A-C18C-4DCA-B46B-C809F34CF017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5" creationId="{B250E83B-9490-4ED4-8C31-2AA3837620D4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6" creationId="{4238DB6A-5DE7-4568-8720-C8E084F4ED25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7" creationId="{93EDE517-56F5-448A-B401-D6DE76D80EE9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8" creationId="{E90E63CC-FEF1-4035-A232-8B579C14AA67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39" creationId="{7860165A-448F-439E-BD6D-775FF497AD86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0" creationId="{7DBFDEEF-2574-4D07-BD49-4710D4E51195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1" creationId="{013BAEDA-8147-44FE-8007-8C074DC0F88F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2" creationId="{FA0C23C1-EA4C-485F-8F74-4B37569F96A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3" creationId="{4D7F3B7F-B1B4-4463-81AB-E71675093340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4" creationId="{31CD273C-6728-458C-8245-8D540672452B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5" creationId="{9387D36D-1C67-4EAA-83CD-57B94706C3E7}"/>
          </ac:spMkLst>
        </pc:spChg>
        <pc:spChg chg="mod">
          <ac:chgData name="姚 哲宇" userId="efb0a5b37b9734ca" providerId="LiveId" clId="{65A23C70-A509-45D5-9175-8EB6A71EE5E5}" dt="2020-10-28T11:10:54.152" v="696"/>
          <ac:spMkLst>
            <pc:docMk/>
            <pc:sldMk cId="2901906283" sldId="279"/>
            <ac:spMk id="46" creationId="{0887B0D5-D662-45BB-93F1-046D2D0DA724}"/>
          </ac:spMkLst>
        </pc:spChg>
        <pc:grpChg chg="add mod">
          <ac:chgData name="姚 哲宇" userId="efb0a5b37b9734ca" providerId="LiveId" clId="{65A23C70-A509-45D5-9175-8EB6A71EE5E5}" dt="2020-10-28T11:10:54.152" v="696"/>
          <ac:grpSpMkLst>
            <pc:docMk/>
            <pc:sldMk cId="2901906283" sldId="279"/>
            <ac:grpSpMk id="5" creationId="{A96A3D3F-637C-40F1-BF5B-447C210C8330}"/>
          </ac:grpSpMkLst>
        </pc:grpChg>
        <pc:grpChg chg="mod">
          <ac:chgData name="姚 哲宇" userId="efb0a5b37b9734ca" providerId="LiveId" clId="{65A23C70-A509-45D5-9175-8EB6A71EE5E5}" dt="2020-10-28T11:10:54.152" v="696"/>
          <ac:grpSpMkLst>
            <pc:docMk/>
            <pc:sldMk cId="2901906283" sldId="279"/>
            <ac:grpSpMk id="20" creationId="{BE009B2F-EC0C-4F5C-8F1D-506B6CC7179B}"/>
          </ac:grpSpMkLst>
        </pc:grpChg>
        <pc:grpChg chg="mod">
          <ac:chgData name="姚 哲宇" userId="efb0a5b37b9734ca" providerId="LiveId" clId="{65A23C70-A509-45D5-9175-8EB6A71EE5E5}" dt="2020-10-28T11:10:54.152" v="696"/>
          <ac:grpSpMkLst>
            <pc:docMk/>
            <pc:sldMk cId="2901906283" sldId="279"/>
            <ac:grpSpMk id="21" creationId="{2DD80B55-10FA-477D-BAC5-E4A8D60A6995}"/>
          </ac:grpSpMkLst>
        </pc:grpChg>
        <pc:grpChg chg="mod">
          <ac:chgData name="姚 哲宇" userId="efb0a5b37b9734ca" providerId="LiveId" clId="{65A23C70-A509-45D5-9175-8EB6A71EE5E5}" dt="2020-10-28T11:10:54.152" v="696"/>
          <ac:grpSpMkLst>
            <pc:docMk/>
            <pc:sldMk cId="2901906283" sldId="279"/>
            <ac:grpSpMk id="23" creationId="{26867FF2-8551-4358-998E-01F19B8A9C93}"/>
          </ac:grpSpMkLst>
        </pc:grpChg>
        <pc:grpChg chg="mod">
          <ac:chgData name="姚 哲宇" userId="efb0a5b37b9734ca" providerId="LiveId" clId="{65A23C70-A509-45D5-9175-8EB6A71EE5E5}" dt="2020-10-28T11:10:54.152" v="696"/>
          <ac:grpSpMkLst>
            <pc:docMk/>
            <pc:sldMk cId="2901906283" sldId="279"/>
            <ac:grpSpMk id="24" creationId="{8488C6A4-4035-445D-A22B-F9E32089CDC0}"/>
          </ac:grpSpMkLst>
        </pc:grpChg>
      </pc:sldChg>
      <pc:sldChg chg="addSp delSp modSp add mod">
        <pc:chgData name="姚 哲宇" userId="efb0a5b37b9734ca" providerId="LiveId" clId="{65A23C70-A509-45D5-9175-8EB6A71EE5E5}" dt="2020-10-28T10:48:28.459" v="208" actId="478"/>
        <pc:sldMkLst>
          <pc:docMk/>
          <pc:sldMk cId="319672388" sldId="280"/>
        </pc:sldMkLst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" creationId="{1C8BCE55-D9D3-4A58-B449-B1C33D4F5AC0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" creationId="{FE94394E-3A1E-40CA-8F70-3957ADD22FFA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" creationId="{B3BC13E5-1FD1-4102-BE61-97D0178E3AF3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6" creationId="{24D3BC39-C532-4799-A328-E0271ADE27F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7" creationId="{6B8CF7E6-D3E5-49B4-A9F0-CD6BFBF12DB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8" creationId="{6579222B-6650-4638-8827-E23D295D3E8C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9" creationId="{B37FB331-3960-4168-94F4-BDD146DB5E58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0" creationId="{9FF9E511-D33E-45C0-8C13-302D06FE2921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1" creationId="{FD6256DE-ECBC-4F69-9C27-6BF9F158791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2" creationId="{3A431228-438F-4F58-A2EC-23F107F8C9BF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3" creationId="{80174A39-5579-48E9-B135-ECCB4EC0194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4" creationId="{1E794BCB-8029-4D3C-9CAD-47CAC3A443E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5" creationId="{4FA04F0F-D8C8-46E8-B8FA-37FE8499307D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6" creationId="{6D0A3132-FBA6-4E36-8443-D4726DCF013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7" creationId="{B5361ADC-05D2-4B8D-A2AC-B123DCD01861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8" creationId="{C86ABAF4-4064-43EC-9728-EB80D064599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19" creationId="{D029046F-7160-48B1-B58D-80BCC27EB325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0" creationId="{BB325953-3966-48C8-AFD1-39C56E6FDE96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1" creationId="{490EF4E0-A088-49E0-8C45-51C10C2C0780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2" creationId="{4E48EA3F-4000-4259-9E2C-00246E5A4B61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3" creationId="{A6EA7877-FE2F-4495-A991-E0A1BF879AD8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4" creationId="{D131066F-EEF0-4FBE-BA35-52FE19309876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5" creationId="{511C03F5-48D6-4E71-9AEC-D639F9B2416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6" creationId="{FE278127-F01A-4ABD-9C48-0336E941C2E6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7" creationId="{67E58832-147B-4F08-99C4-71755D861191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8" creationId="{33292B27-F5A1-47CE-BD83-1205C63CC7FB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29" creationId="{F49A4A8E-117D-4FC0-B8BE-1DCEB10D81BA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0" creationId="{2D609B46-0E1C-4C48-A391-134914664486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1" creationId="{BDFB4D4F-1B5A-45F0-8F4D-3591D7952FA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2" creationId="{0D64444A-7219-4852-BB4B-70675961D7E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3" creationId="{75F37933-59DC-48C9-A551-FA522C2B5C3D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4" creationId="{32E0AD82-C12A-4B66-BB94-E70361E0778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5" creationId="{6D84D73D-3C6B-47E7-AF39-21F58201397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6" creationId="{57212F28-44EB-4628-BE89-6B3BDEEC2F7D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7" creationId="{FFD793F5-C19B-4A9D-A5B3-BCA18D0EF482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8" creationId="{388BE26E-D302-4353-9BF4-63526B3C2AA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39" creationId="{96203706-FB02-4AAB-A80C-DB3179326BD5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0" creationId="{B6F3711E-F8E6-4BA2-A6A5-8DDA6E0DB24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1" creationId="{787E522D-9AE3-484C-B923-F41D9298CCF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2" creationId="{43E507A4-82D7-4C97-AFCA-889EA77ED9AE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3" creationId="{5B2425F4-0FD0-4B4D-84B7-B8CE75156F8C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4" creationId="{ED7D8405-2379-416E-A507-22355EDB4D66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5" creationId="{41C22CDF-184B-4CCC-828E-D74FF4930D04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6" creationId="{359EA478-A6D7-4B62-A938-93FB5063BEDF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7" creationId="{71804E48-6B46-431B-9B65-318BDB0C210A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8" creationId="{A8CF629A-7854-417D-BBA3-F6643E679070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49" creationId="{9D7C1F33-DD95-41D5-B861-506FB6733B62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0" creationId="{7C477358-6A54-46D1-94AD-501CC5249E0A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1" creationId="{651E779A-BA4F-47E8-8B3E-9A2A05C46623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2" creationId="{A37BDB3A-80EB-41C8-8CCF-DF38C8113C05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3" creationId="{51527FB5-DA50-4B15-856C-0087F5CB07BB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4" creationId="{0EAB888F-F5FD-48EE-B3B0-1D86811026B9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5" creationId="{89FD82E5-BAAB-495E-9C61-88620CE4E741}"/>
          </ac:spMkLst>
        </pc:spChg>
        <pc:spChg chg="add mod">
          <ac:chgData name="姚 哲宇" userId="efb0a5b37b9734ca" providerId="LiveId" clId="{65A23C70-A509-45D5-9175-8EB6A71EE5E5}" dt="2020-10-28T10:48:19.222" v="206" actId="1076"/>
          <ac:spMkLst>
            <pc:docMk/>
            <pc:sldMk cId="319672388" sldId="280"/>
            <ac:spMk id="56" creationId="{B630B1CA-F2E1-4302-9239-AE3E00229DB0}"/>
          </ac:spMkLst>
        </pc:spChg>
        <pc:spChg chg="add del mod">
          <ac:chgData name="姚 哲宇" userId="efb0a5b37b9734ca" providerId="LiveId" clId="{65A23C70-A509-45D5-9175-8EB6A71EE5E5}" dt="2020-10-28T10:48:25.093" v="207" actId="478"/>
          <ac:spMkLst>
            <pc:docMk/>
            <pc:sldMk cId="319672388" sldId="280"/>
            <ac:spMk id="57" creationId="{40338DBC-EFB8-4929-8D1B-98026664081F}"/>
          </ac:spMkLst>
        </pc:spChg>
        <pc:spChg chg="add del mod">
          <ac:chgData name="姚 哲宇" userId="efb0a5b37b9734ca" providerId="LiveId" clId="{65A23C70-A509-45D5-9175-8EB6A71EE5E5}" dt="2020-10-28T10:48:28.459" v="208" actId="478"/>
          <ac:spMkLst>
            <pc:docMk/>
            <pc:sldMk cId="319672388" sldId="280"/>
            <ac:spMk id="58" creationId="{9EA19318-0C55-46C4-836F-E6BE2900B1ED}"/>
          </ac:spMkLst>
        </pc:spChg>
        <pc:grpChg chg="add mod">
          <ac:chgData name="姚 哲宇" userId="efb0a5b37b9734ca" providerId="LiveId" clId="{65A23C70-A509-45D5-9175-8EB6A71EE5E5}" dt="2020-10-28T10:48:19.222" v="206" actId="1076"/>
          <ac:grpSpMkLst>
            <pc:docMk/>
            <pc:sldMk cId="319672388" sldId="280"/>
            <ac:grpSpMk id="2" creationId="{47AF3F1F-97A0-4D84-917F-85820BED9BB0}"/>
          </ac:grpSpMkLst>
        </pc:grpChg>
      </pc:sldChg>
      <pc:sldChg chg="addSp delSp modSp add mod">
        <pc:chgData name="姚 哲宇" userId="efb0a5b37b9734ca" providerId="LiveId" clId="{65A23C70-A509-45D5-9175-8EB6A71EE5E5}" dt="2020-10-28T11:03:32.746" v="635" actId="1076"/>
        <pc:sldMkLst>
          <pc:docMk/>
          <pc:sldMk cId="3419737007" sldId="281"/>
        </pc:sldMkLst>
        <pc:spChg chg="add mod">
          <ac:chgData name="姚 哲宇" userId="efb0a5b37b9734ca" providerId="LiveId" clId="{65A23C70-A509-45D5-9175-8EB6A71EE5E5}" dt="2020-10-28T10:49:58.162" v="515" actId="1038"/>
          <ac:spMkLst>
            <pc:docMk/>
            <pc:sldMk cId="3419737007" sldId="281"/>
            <ac:spMk id="3" creationId="{B1E96627-C84B-413F-A817-2349C78C10FE}"/>
          </ac:spMkLst>
        </pc:spChg>
        <pc:spChg chg="add mod">
          <ac:chgData name="姚 哲宇" userId="efb0a5b37b9734ca" providerId="LiveId" clId="{65A23C70-A509-45D5-9175-8EB6A71EE5E5}" dt="2020-10-28T10:49:58.162" v="515" actId="1038"/>
          <ac:spMkLst>
            <pc:docMk/>
            <pc:sldMk cId="3419737007" sldId="281"/>
            <ac:spMk id="4" creationId="{821E34F9-BAF6-4004-9FF3-CA0D5425C5FC}"/>
          </ac:spMkLst>
        </pc:spChg>
        <pc:spChg chg="add del mod">
          <ac:chgData name="姚 哲宇" userId="efb0a5b37b9734ca" providerId="LiveId" clId="{65A23C70-A509-45D5-9175-8EB6A71EE5E5}" dt="2020-10-28T10:49:32.594" v="437" actId="478"/>
          <ac:spMkLst>
            <pc:docMk/>
            <pc:sldMk cId="3419737007" sldId="281"/>
            <ac:spMk id="5" creationId="{A2E49F9A-4775-4324-831C-F3CE711C1484}"/>
          </ac:spMkLst>
        </pc:spChg>
        <pc:spChg chg="add del mod">
          <ac:chgData name="姚 哲宇" userId="efb0a5b37b9734ca" providerId="LiveId" clId="{65A23C70-A509-45D5-9175-8EB6A71EE5E5}" dt="2020-10-28T10:49:32.594" v="437" actId="478"/>
          <ac:spMkLst>
            <pc:docMk/>
            <pc:sldMk cId="3419737007" sldId="281"/>
            <ac:spMk id="6" creationId="{2D5A4217-6AF7-4003-B966-06523964A85C}"/>
          </ac:spMkLst>
        </pc:spChg>
        <pc:spChg chg="add del mod">
          <ac:chgData name="姚 哲宇" userId="efb0a5b37b9734ca" providerId="LiveId" clId="{65A23C70-A509-45D5-9175-8EB6A71EE5E5}" dt="2020-10-28T10:49:32.594" v="437" actId="478"/>
          <ac:spMkLst>
            <pc:docMk/>
            <pc:sldMk cId="3419737007" sldId="281"/>
            <ac:spMk id="7" creationId="{D1E013F2-2B29-457C-818B-F06406C50FFE}"/>
          </ac:spMkLst>
        </pc:spChg>
        <pc:spChg chg="add del mod">
          <ac:chgData name="姚 哲宇" userId="efb0a5b37b9734ca" providerId="LiveId" clId="{65A23C70-A509-45D5-9175-8EB6A71EE5E5}" dt="2020-10-28T10:49:22.440" v="435" actId="478"/>
          <ac:spMkLst>
            <pc:docMk/>
            <pc:sldMk cId="3419737007" sldId="281"/>
            <ac:spMk id="8" creationId="{3E016F65-A3E8-469A-82D1-5B4210B8205F}"/>
          </ac:spMkLst>
        </pc:spChg>
        <pc:spChg chg="add del mod">
          <ac:chgData name="姚 哲宇" userId="efb0a5b37b9734ca" providerId="LiveId" clId="{65A23C70-A509-45D5-9175-8EB6A71EE5E5}" dt="2020-10-28T10:50:00.746" v="516" actId="478"/>
          <ac:spMkLst>
            <pc:docMk/>
            <pc:sldMk cId="3419737007" sldId="281"/>
            <ac:spMk id="9" creationId="{D75B518E-5AF5-4AAC-B105-A05436570C36}"/>
          </ac:spMkLst>
        </pc:spChg>
        <pc:spChg chg="add mod">
          <ac:chgData name="姚 哲宇" userId="efb0a5b37b9734ca" providerId="LiveId" clId="{65A23C70-A509-45D5-9175-8EB6A71EE5E5}" dt="2020-10-28T10:50:15.994" v="566" actId="1076"/>
          <ac:spMkLst>
            <pc:docMk/>
            <pc:sldMk cId="3419737007" sldId="281"/>
            <ac:spMk id="10" creationId="{1FCE9BC5-3935-4C33-8620-E9ACDB279021}"/>
          </ac:spMkLst>
        </pc:spChg>
        <pc:spChg chg="add del mod">
          <ac:chgData name="姚 哲宇" userId="efb0a5b37b9734ca" providerId="LiveId" clId="{65A23C70-A509-45D5-9175-8EB6A71EE5E5}" dt="2020-10-28T10:49:48.974" v="440" actId="478"/>
          <ac:spMkLst>
            <pc:docMk/>
            <pc:sldMk cId="3419737007" sldId="281"/>
            <ac:spMk id="11" creationId="{6109B59D-6611-4A70-96EC-10D0FD3F104A}"/>
          </ac:spMkLst>
        </pc:spChg>
        <pc:spChg chg="add del mod">
          <ac:chgData name="姚 哲宇" userId="efb0a5b37b9734ca" providerId="LiveId" clId="{65A23C70-A509-45D5-9175-8EB6A71EE5E5}" dt="2020-10-28T10:49:48.974" v="440" actId="478"/>
          <ac:spMkLst>
            <pc:docMk/>
            <pc:sldMk cId="3419737007" sldId="281"/>
            <ac:spMk id="12" creationId="{0263DD5D-0A6D-476E-8F2E-614029DAC8CB}"/>
          </ac:spMkLst>
        </pc:spChg>
        <pc:spChg chg="add del mod">
          <ac:chgData name="姚 哲宇" userId="efb0a5b37b9734ca" providerId="LiveId" clId="{65A23C70-A509-45D5-9175-8EB6A71EE5E5}" dt="2020-10-28T10:49:48.974" v="440" actId="478"/>
          <ac:spMkLst>
            <pc:docMk/>
            <pc:sldMk cId="3419737007" sldId="281"/>
            <ac:spMk id="13" creationId="{D962AEF1-5EE4-42BA-86F0-0236865C2A3B}"/>
          </ac:spMkLst>
        </pc:spChg>
        <pc:spChg chg="add del mod">
          <ac:chgData name="姚 哲宇" userId="efb0a5b37b9734ca" providerId="LiveId" clId="{65A23C70-A509-45D5-9175-8EB6A71EE5E5}" dt="2020-10-28T10:50:20.589" v="567" actId="1076"/>
          <ac:spMkLst>
            <pc:docMk/>
            <pc:sldMk cId="3419737007" sldId="281"/>
            <ac:spMk id="14" creationId="{10904B59-C341-409E-90AB-A89AE0A918B3}"/>
          </ac:spMkLst>
        </pc:spChg>
        <pc:spChg chg="add del mod">
          <ac:chgData name="姚 哲宇" userId="efb0a5b37b9734ca" providerId="LiveId" clId="{65A23C70-A509-45D5-9175-8EB6A71EE5E5}" dt="2020-10-28T10:49:27.655" v="436" actId="478"/>
          <ac:spMkLst>
            <pc:docMk/>
            <pc:sldMk cId="3419737007" sldId="281"/>
            <ac:spMk id="15" creationId="{630A4B69-C0BD-48A8-93D8-1505823DE87E}"/>
          </ac:spMkLst>
        </pc:spChg>
        <pc:spChg chg="add del mod">
          <ac:chgData name="姚 哲宇" userId="efb0a5b37b9734ca" providerId="LiveId" clId="{65A23C70-A509-45D5-9175-8EB6A71EE5E5}" dt="2020-10-28T10:50:04.336" v="517" actId="478"/>
          <ac:spMkLst>
            <pc:docMk/>
            <pc:sldMk cId="3419737007" sldId="281"/>
            <ac:spMk id="16" creationId="{7EB17BA1-4C8E-49EC-8225-2410FE50CBB2}"/>
          </ac:spMkLst>
        </pc:spChg>
        <pc:spChg chg="add del mod">
          <ac:chgData name="姚 哲宇" userId="efb0a5b37b9734ca" providerId="LiveId" clId="{65A23C70-A509-45D5-9175-8EB6A71EE5E5}" dt="2020-10-28T10:49:17.373" v="433" actId="478"/>
          <ac:spMkLst>
            <pc:docMk/>
            <pc:sldMk cId="3419737007" sldId="281"/>
            <ac:spMk id="17" creationId="{A0DAC180-CB47-4CF2-A31E-8FD56A43D94D}"/>
          </ac:spMkLst>
        </pc:spChg>
        <pc:spChg chg="add del mod">
          <ac:chgData name="姚 哲宇" userId="efb0a5b37b9734ca" providerId="LiveId" clId="{65A23C70-A509-45D5-9175-8EB6A71EE5E5}" dt="2020-10-28T10:49:19.687" v="434" actId="478"/>
          <ac:spMkLst>
            <pc:docMk/>
            <pc:sldMk cId="3419737007" sldId="281"/>
            <ac:spMk id="18" creationId="{1F0B43AF-39CA-4884-BEAB-83DBBF97E97E}"/>
          </ac:spMkLst>
        </pc:spChg>
        <pc:spChg chg="add del mod">
          <ac:chgData name="姚 哲宇" userId="efb0a5b37b9734ca" providerId="LiveId" clId="{65A23C70-A509-45D5-9175-8EB6A71EE5E5}" dt="2020-10-28T10:52:30.022" v="576" actId="478"/>
          <ac:spMkLst>
            <pc:docMk/>
            <pc:sldMk cId="3419737007" sldId="281"/>
            <ac:spMk id="20" creationId="{F6AF8546-2A74-4E0A-AAEE-E27F7AFEA586}"/>
          </ac:spMkLst>
        </pc:spChg>
        <pc:spChg chg="add mod">
          <ac:chgData name="姚 哲宇" userId="efb0a5b37b9734ca" providerId="LiveId" clId="{65A23C70-A509-45D5-9175-8EB6A71EE5E5}" dt="2020-10-28T10:52:54.557" v="582" actId="14100"/>
          <ac:spMkLst>
            <pc:docMk/>
            <pc:sldMk cId="3419737007" sldId="281"/>
            <ac:spMk id="21" creationId="{336A222B-C1EB-4004-9139-B16300849CC5}"/>
          </ac:spMkLst>
        </pc:spChg>
        <pc:spChg chg="add mod">
          <ac:chgData name="姚 哲宇" userId="efb0a5b37b9734ca" providerId="LiveId" clId="{65A23C70-A509-45D5-9175-8EB6A71EE5E5}" dt="2020-10-28T10:52:54.557" v="582" actId="14100"/>
          <ac:spMkLst>
            <pc:docMk/>
            <pc:sldMk cId="3419737007" sldId="281"/>
            <ac:spMk id="22" creationId="{3742A7B6-E4CB-44A7-AD68-072A97F8A5A8}"/>
          </ac:spMkLst>
        </pc:spChg>
        <pc:spChg chg="add mod">
          <ac:chgData name="姚 哲宇" userId="efb0a5b37b9734ca" providerId="LiveId" clId="{65A23C70-A509-45D5-9175-8EB6A71EE5E5}" dt="2020-10-28T10:52:54.557" v="582" actId="14100"/>
          <ac:spMkLst>
            <pc:docMk/>
            <pc:sldMk cId="3419737007" sldId="281"/>
            <ac:spMk id="23" creationId="{91FD0EE8-DD81-40D0-937D-A4759CDABB15}"/>
          </ac:spMkLst>
        </pc:spChg>
        <pc:spChg chg="add mod">
          <ac:chgData name="姚 哲宇" userId="efb0a5b37b9734ca" providerId="LiveId" clId="{65A23C70-A509-45D5-9175-8EB6A71EE5E5}" dt="2020-10-28T10:52:54.557" v="582" actId="14100"/>
          <ac:spMkLst>
            <pc:docMk/>
            <pc:sldMk cId="3419737007" sldId="281"/>
            <ac:spMk id="24" creationId="{7B0BFCE3-423D-4AFC-8F88-577B98EA09DC}"/>
          </ac:spMkLst>
        </pc:spChg>
        <pc:spChg chg="add mod">
          <ac:chgData name="姚 哲宇" userId="efb0a5b37b9734ca" providerId="LiveId" clId="{65A23C70-A509-45D5-9175-8EB6A71EE5E5}" dt="2020-10-28T10:52:54.557" v="582" actId="14100"/>
          <ac:spMkLst>
            <pc:docMk/>
            <pc:sldMk cId="3419737007" sldId="281"/>
            <ac:spMk id="25" creationId="{53BBB4CC-0DF2-437B-B49C-1A9CF93BC206}"/>
          </ac:spMkLst>
        </pc:spChg>
        <pc:spChg chg="add del mod">
          <ac:chgData name="姚 哲宇" userId="efb0a5b37b9734ca" providerId="LiveId" clId="{65A23C70-A509-45D5-9175-8EB6A71EE5E5}" dt="2020-10-28T10:52:42.343" v="580" actId="478"/>
          <ac:spMkLst>
            <pc:docMk/>
            <pc:sldMk cId="3419737007" sldId="281"/>
            <ac:spMk id="26" creationId="{21D1D2C3-79CC-4227-A89C-2751D29EB7FB}"/>
          </ac:spMkLst>
        </pc:spChg>
        <pc:spChg chg="add del mod">
          <ac:chgData name="姚 哲宇" userId="efb0a5b37b9734ca" providerId="LiveId" clId="{65A23C70-A509-45D5-9175-8EB6A71EE5E5}" dt="2020-10-28T10:52:46.426" v="581" actId="478"/>
          <ac:spMkLst>
            <pc:docMk/>
            <pc:sldMk cId="3419737007" sldId="281"/>
            <ac:spMk id="27" creationId="{CBAC714A-FB9A-48B8-B993-CED1C68BC45E}"/>
          </ac:spMkLst>
        </pc:spChg>
        <pc:spChg chg="add del mod">
          <ac:chgData name="姚 哲宇" userId="efb0a5b37b9734ca" providerId="LiveId" clId="{65A23C70-A509-45D5-9175-8EB6A71EE5E5}" dt="2020-10-28T10:52:33.719" v="577" actId="478"/>
          <ac:spMkLst>
            <pc:docMk/>
            <pc:sldMk cId="3419737007" sldId="281"/>
            <ac:spMk id="28" creationId="{9DFBECA0-ED1D-4887-A768-FA1A7AABB5D3}"/>
          </ac:spMkLst>
        </pc:spChg>
        <pc:spChg chg="add del mod">
          <ac:chgData name="姚 哲宇" userId="efb0a5b37b9734ca" providerId="LiveId" clId="{65A23C70-A509-45D5-9175-8EB6A71EE5E5}" dt="2020-10-28T10:52:38.998" v="579" actId="478"/>
          <ac:spMkLst>
            <pc:docMk/>
            <pc:sldMk cId="3419737007" sldId="281"/>
            <ac:spMk id="29" creationId="{85E1B7F5-4B98-4623-A6B9-02F30F019A64}"/>
          </ac:spMkLst>
        </pc:spChg>
        <pc:spChg chg="add del mod">
          <ac:chgData name="姚 哲宇" userId="efb0a5b37b9734ca" providerId="LiveId" clId="{65A23C70-A509-45D5-9175-8EB6A71EE5E5}" dt="2020-10-28T10:52:36.715" v="578" actId="478"/>
          <ac:spMkLst>
            <pc:docMk/>
            <pc:sldMk cId="3419737007" sldId="281"/>
            <ac:spMk id="30" creationId="{9E94081E-F2B3-4CF0-A91A-EFF4D82D2E51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4" creationId="{CB8958A5-D611-4CEB-B69C-DE5F6D2CD557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5" creationId="{CC3E680B-365E-45E0-8911-2CF805740FE0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6" creationId="{4FDC0879-9FFB-49F0-97D0-2D6C336F3753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7" creationId="{BDB609F1-733F-42B8-A805-D7C72C215C2D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8" creationId="{DB309429-4281-44F8-9720-2B7CC6DFB8D4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39" creationId="{938D0C07-DC74-4279-B63A-5694D40F9FDB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0" creationId="{942A5663-E1F4-491B-9D97-27DA650F69ED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1" creationId="{09F59182-D1CB-401A-BAAC-B8E0345E5F23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2" creationId="{9E08E503-E6D0-4506-A396-EB010D09B9DB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3" creationId="{AC222E77-1C09-4FA9-B816-4DF079A8848B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4" creationId="{2156D22F-FCD1-4B10-8D9F-70832DDE6774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5" creationId="{B20A14EA-666C-4982-AC4D-36B620261FE3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6" creationId="{5E9BE0FD-9005-4AE3-B9CC-38506DFB1C92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7" creationId="{52DD7565-35A6-4C99-B0E6-F1D18675AED5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8" creationId="{0EC0F643-4AD4-41C1-B9C2-A338F4FBFF28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49" creationId="{8C74B707-E8B3-429D-8D7C-7C9713072EE3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0" creationId="{C5D182D6-52E5-4389-9A70-27AB2AACEF6A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1" creationId="{16C87D81-8666-4021-AC90-66204DC09BFE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2" creationId="{624583E9-5E96-44F4-98B2-BFCBE58C513C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3" creationId="{3D67CD70-57A2-4101-BF65-E246B2370129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4" creationId="{1E832A20-345E-4888-85C4-E96EFB4367A0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5" creationId="{D9585197-7314-404B-85E1-C6A49679EB85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6" creationId="{FE088280-C5A7-4227-B6FB-C36D57AEB3AA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7" creationId="{F8E03859-671E-4189-B66C-F05102B0FFCD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8" creationId="{F24FC165-2C16-4B6D-8279-7B08F1C792E5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59" creationId="{565C2641-829F-4911-9FB6-BA869A3F8FD2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60" creationId="{EB541A15-4CCF-441C-AE0F-9CF4D932CC3F}"/>
          </ac:spMkLst>
        </pc:spChg>
        <pc:spChg chg="add mod">
          <ac:chgData name="姚 哲宇" userId="efb0a5b37b9734ca" providerId="LiveId" clId="{65A23C70-A509-45D5-9175-8EB6A71EE5E5}" dt="2020-10-28T10:59:09.970" v="609" actId="1076"/>
          <ac:spMkLst>
            <pc:docMk/>
            <pc:sldMk cId="3419737007" sldId="281"/>
            <ac:spMk id="61" creationId="{DD298B77-8162-418D-B4DB-AA7B9E5D6DF5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3" creationId="{4D7E5E6D-0081-4D9F-B41B-DA78C0D0E873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4" creationId="{9358D4F7-1A35-4169-A70E-1210E2C7F9BA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5" creationId="{5A2C91CF-D0DB-4DA4-BDE1-5DB836DC7079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6" creationId="{5CE329F6-16D0-4EF2-AAEF-6E86B01D369E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7" creationId="{98094CA7-0B47-48ED-B0E9-DC3EFD529D5D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8" creationId="{723D24C1-95AA-4DF6-8A62-0E8D32DAA32C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69" creationId="{974D8A3E-FA6E-4241-A29E-8216CC7C9517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0" creationId="{B32E5B1C-273F-4CE7-93E2-50C5F91CE5C7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1" creationId="{38E896C4-76B4-4015-84A7-C9557D773732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2" creationId="{D94D95A0-C57E-404A-B631-5B9CB48D3530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3" creationId="{FFB66E42-17EE-4CF6-8E3A-D13F4C4E2AA4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4" creationId="{56E6BBA9-348B-499F-886E-19DC6CE02BAC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5" creationId="{AEE38DDB-406C-47B3-9563-4C78474532D4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6" creationId="{401E0B74-B01B-4DA7-B41F-9DB46F5D09BE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7" creationId="{AF69A450-3CBD-4B9B-9EA2-3EE500AAA4CD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8" creationId="{3BFA2665-9425-43EF-8F09-D2B5598C28BC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79" creationId="{1B811275-595D-4FB6-AC93-0B5A27225043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0" creationId="{3B640F4E-71AB-406E-99B9-C1F417D2933C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1" creationId="{707C3D7F-2816-474B-9218-A5450A5CD647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2" creationId="{95298791-C824-40B3-AD8A-42D980641485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3" creationId="{80F578AC-0264-4599-88D0-4BEC52815EAD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4" creationId="{6A211966-03CD-4EB3-9298-B28AE256FBD9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5" creationId="{78CA3D9D-FF27-468B-9250-2BC14976CD1B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6" creationId="{66EAEB07-3256-4862-905E-A1699BF51958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7" creationId="{2BBEFA2F-29D5-4586-8BB1-6EEF188F4A82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8" creationId="{9401176C-AF23-4C93-88BE-C0DAB1CBAF61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89" creationId="{84580F73-03FA-4B1C-873D-38EBF4272B7A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0" creationId="{8672C329-927F-47A5-AA8A-F98F38FACBE7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1" creationId="{AB528D8B-11B4-4DC5-8BBA-DA5E15F66851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2" creationId="{D10B4522-BD09-4AA1-A0F2-A17A69AD2FA6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3" creationId="{B057204F-4EE1-4DCB-A23C-D08529EE1C8D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4" creationId="{0373CDFA-283A-4712-8D0F-AFF7803A20B5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5" creationId="{CE63F89F-BE33-4648-B21D-9ABFA045F770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6" creationId="{5C196EA3-E126-49BA-A454-031842FB7323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7" creationId="{83C15CE0-5EEF-4D03-8594-C59D4DA4E94B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8" creationId="{E09B3CB8-75A9-45B5-ADB5-6EB422CA0E1C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99" creationId="{E24F99FF-F830-4C61-9BFB-52A488668B00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0" creationId="{E04FFFE4-3A35-41CD-9751-648C43A5E62D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1" creationId="{A02221D7-63B5-4742-A031-35C43746DAF4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2" creationId="{26767BC9-1853-4222-A5E4-9F1E2892982E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3" creationId="{F82FCA82-BFB4-496B-A81C-9D168D6F6044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4" creationId="{0140B4F4-493C-4F6F-956B-7C50FE499D15}"/>
          </ac:spMkLst>
        </pc:spChg>
        <pc:spChg chg="add mod">
          <ac:chgData name="姚 哲宇" userId="efb0a5b37b9734ca" providerId="LiveId" clId="{65A23C70-A509-45D5-9175-8EB6A71EE5E5}" dt="2020-10-28T11:01:27.818" v="618" actId="1076"/>
          <ac:spMkLst>
            <pc:docMk/>
            <pc:sldMk cId="3419737007" sldId="281"/>
            <ac:spMk id="105" creationId="{54B067C1-CE30-4978-B699-21590C3C63D0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07" creationId="{915BE218-1177-45F3-99B4-427D6E787D0C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08" creationId="{735703BD-CA57-494C-B475-6C2C08A1C57D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09" creationId="{4BA8362E-A131-4B4A-B72D-7A8668300596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10" creationId="{61560E53-7DC2-4F0B-81D9-F1BEC270DCE8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11" creationId="{0530E0E8-49EA-4E5A-8822-499B65E283AD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12" creationId="{FA5B1772-B813-489B-B54B-2EF25D1A6C6B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13" creationId="{61F0CE69-B19F-44F2-9E25-968D4E146382}"/>
          </ac:spMkLst>
        </pc:spChg>
        <pc:spChg chg="add mod">
          <ac:chgData name="姚 哲宇" userId="efb0a5b37b9734ca" providerId="LiveId" clId="{65A23C70-A509-45D5-9175-8EB6A71EE5E5}" dt="2020-10-28T11:02:39.931" v="626" actId="1076"/>
          <ac:spMkLst>
            <pc:docMk/>
            <pc:sldMk cId="3419737007" sldId="281"/>
            <ac:spMk id="114" creationId="{6596A698-54D6-4BBC-926B-86B6F612160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16" creationId="{2C64635A-0E70-46D4-9779-6B8955576A8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17" creationId="{53F8CB8A-40E4-4304-924F-89D40D1D45A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18" creationId="{132A21E8-ECA2-4068-9086-A577C5E51CB5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19" creationId="{10FF6A1C-64E9-4A8D-9816-7AC7CEBFD81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0" creationId="{0EE28DB4-D1DA-4169-A37E-C0FECE9CB9D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1" creationId="{AE87F196-AB00-4AE3-A237-B907B8AA0DD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2" creationId="{A76166E7-8E6F-4719-A0DB-F943D9D7966C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3" creationId="{33A17E2D-18C7-46EE-AC15-48D685BA622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4" creationId="{F352904A-001B-410A-8C7D-087DA94BB5C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5" creationId="{9BCC083B-68E0-4DB6-9DB4-67AE4338239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6" creationId="{4201DC80-55AF-487C-A3A8-47ABCCB8F73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7" creationId="{2FA0C2D1-6C09-4233-8A85-D62992A148D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8" creationId="{59B9F0F3-592B-4EC2-B6E6-76DD95528E4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29" creationId="{6EBC9B3B-4910-4009-9CA0-0561F2C2E83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0" creationId="{6586BFBD-DDF2-47FE-B195-04E968DC944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1" creationId="{17123657-1A43-4161-A163-E5AFAFD808D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2" creationId="{6A25FA38-4ADB-44C5-B2EB-F0099CC451A5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3" creationId="{4003C22D-B7BF-4E74-B3FD-A451068ADF8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4" creationId="{E729C753-6534-45A4-B6E4-84DD6290483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5" creationId="{F1F6E39E-D985-481A-9C62-22BA0800105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6" creationId="{6C86F840-387E-4BAF-AA3F-2E7DCDE9D45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7" creationId="{DB893426-0FDB-4F7D-B9DD-63727359AD9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8" creationId="{87B333CE-FB3D-44AB-91B8-EFBC38CECA9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39" creationId="{524E764A-2C84-4443-AA2E-3BB97CD8C03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0" creationId="{C651C95F-D871-4D62-BAD0-A47CB1F134BB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1" creationId="{7F224196-FA1D-49BE-8BC8-E0F987A432E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2" creationId="{AFA93FA9-A10A-4DF6-BB31-54B5D116148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3" creationId="{B4A6BCB3-AFAD-4B07-957F-6EB21406886F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4" creationId="{3AEE61C9-63F5-4E17-B5AE-E136631CFBD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5" creationId="{BC5EB1E8-EF96-4AF7-8BC0-14DEA9061DB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6" creationId="{19AD52B4-FD3D-4633-871A-77EF5A28439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7" creationId="{827E3A9C-8353-46FF-9AAF-06F449413BB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8" creationId="{627FCCFC-A76E-4AB0-B573-140DC8AA70F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49" creationId="{50E22F54-346D-4FFF-9349-CEAB6638507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0" creationId="{1A3FFC7D-423E-46A0-8D24-376117B753F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1" creationId="{5A112D67-657E-489E-B119-399967598BC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2" creationId="{23722A74-24CF-448D-AA37-B8EC5BC40B5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3" creationId="{261A3A5F-0C94-4D6F-928F-2094DEBB644F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4" creationId="{8CC3BF4F-0460-408E-BB27-496E50DC747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5" creationId="{B49ACA48-9A87-43ED-9A67-1BCEA364E6B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6" creationId="{C1E7DA64-9BB0-4222-A77B-505226A998E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7" creationId="{2EFFF000-61A4-4B86-82DD-DD256FBD8D9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8" creationId="{73614DC6-67B5-4265-A590-760721F5503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59" creationId="{AD39EEEE-0B33-42C2-9888-B21352F3823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0" creationId="{8DC046AB-AEA2-4CF1-A724-A79F275CACE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1" creationId="{FE1FB1FC-02EE-467B-91E2-E494AB27AD8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2" creationId="{19E114E3-C13C-4B6F-9B6D-681CAE13581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3" creationId="{0AC24966-415B-4922-B64E-CD15350E527B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4" creationId="{8EAE768E-A219-409B-81DB-7019F5E52845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5" creationId="{47DE1BDE-D917-4531-9523-B04306DD22C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6" creationId="{11ECD3CA-0872-41F5-B674-D7B74292DA3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7" creationId="{644E15C9-2D10-4989-BD6A-A5658F3E428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8" creationId="{2601DCAF-3790-459E-9F0C-0D0C8408372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69" creationId="{5D288752-CF1E-46E3-A6B8-C1406C1B1CB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0" creationId="{82B9D2FF-9F42-4E1B-BFF3-EC785999DD11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1" creationId="{A5A1C133-9A33-4DF4-92DA-A4918EBC790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2" creationId="{47BC46D0-493C-434F-946C-83FA17B13FE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3" creationId="{5637467E-3917-4CDE-98D5-3577FC02A851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4" creationId="{D14A9424-52C5-44D9-B0D1-0DDAD6F7DD1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5" creationId="{BFEEBCA0-EBBB-45FB-A842-4C22BFCD96B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6" creationId="{BE27DE77-DBDA-41E4-94A8-CA9AF0B7005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7" creationId="{29412E48-5EDD-4939-AFCF-9F666FF7236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8" creationId="{0AF6DCED-B6EE-4048-AE1F-A9C9834D962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79" creationId="{23F31294-C0E1-4E33-9A9A-1B5C96B9F67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0" creationId="{2AB8DED9-17A7-4F1C-9897-FF07B920090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1" creationId="{016A6FC0-886A-42DB-84F4-D211DD496C3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2" creationId="{305991D8-3EC8-45F7-AE29-1420B5DCCE6F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3" creationId="{8FFB0FAF-F4C9-4BC4-A12E-8256D23DE1E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4" creationId="{740C8781-82E1-472D-9743-12BC0549FFE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5" creationId="{27844A81-0FF1-4064-9987-4418AF9ACCBB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6" creationId="{D55B6A1F-8BF5-4995-94AD-CE2FCEEE812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7" creationId="{C4EE64FD-163C-41D0-9C6F-345296B64CA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8" creationId="{9CA41EB1-C5B9-42DB-AA5D-9DCFC9F0DE49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89" creationId="{C83F28F5-C2AB-44E1-8DC2-EDFAAA0EC8E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0" creationId="{30D22ACC-B22D-497A-AF97-998D869EFE3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1" creationId="{F87060AF-5258-4690-A6CE-597DEEF1BFB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2" creationId="{F485FDF6-4A6A-4E70-9B1C-E213FE77699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3" creationId="{E346AA11-FB24-48F7-A31F-37908935453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4" creationId="{E94488FD-58DE-446A-995B-DC6CDDE3175D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5" creationId="{6268C1EB-52A5-4444-844F-F2BB25BAA228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6" creationId="{FC8D078F-4EEE-47EA-BA32-7A640BBB26B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7" creationId="{DA542B3A-A34D-4634-9E2E-9A05401D87AC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8" creationId="{84B41930-C766-4D72-8152-1A4D4691E14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199" creationId="{9FF1ABFB-CCA2-4824-9F1B-387AC8B0584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0" creationId="{A0964CBB-6CF3-467F-AA7E-9F047C61852B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1" creationId="{8EC2D01C-B6C8-4A5E-B75E-38EB62EB03BB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2" creationId="{E98C2883-B897-4AC0-B115-DC01743855E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3" creationId="{03E0E838-68DE-47E9-A548-880F1ACB790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4" creationId="{805ADE2F-04C3-4F48-B142-F2B5F7339025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5" creationId="{43FFAC33-DADA-4360-B0D7-556F8A4CF0B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6" creationId="{25D354B6-CB99-47C7-A822-5A44A52AD2E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7" creationId="{0EDB2375-8362-45EB-B45A-BFA1D59E652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8" creationId="{67867B96-2774-42D7-A206-AE664068AD67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09" creationId="{D4703F9E-4BAE-4D5D-BE1E-E3BFB9DFA92A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0" creationId="{3CC72509-111A-48AF-A4E7-5085C178C636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1" creationId="{3C108F00-0E94-406B-A5DA-B513A13D358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2" creationId="{C2CAE058-BE8D-4EA3-98C1-2536FF35987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3" creationId="{03E45A3E-F199-45E2-9408-8A57917A11E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4" creationId="{A3F2CBFE-C4A7-4B5C-8805-8D89FF900E3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5" creationId="{96C124CA-BA9B-48D7-B255-ABFDFC1F2F9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6" creationId="{34682756-D1DA-4ECB-9E24-B74370D9DFD2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7" creationId="{334E2E45-3D92-4DE0-AC37-17533DF207FE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8" creationId="{485F408E-A3B2-48BE-B14D-D7E633727575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19" creationId="{62AAD0CA-6612-46FF-99BA-8E656EE17B30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20" creationId="{9D1510F0-57AC-4755-A017-336052C9D533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21" creationId="{96262AB2-7AAF-460D-BFDE-1BA8CD80B9FF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22" creationId="{71E0ECCF-A048-4977-A60A-941E4128EC21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23" creationId="{BB03C3D6-2FC1-485A-9391-A87A3A603C34}"/>
          </ac:spMkLst>
        </pc:spChg>
        <pc:spChg chg="add mod">
          <ac:chgData name="姚 哲宇" userId="efb0a5b37b9734ca" providerId="LiveId" clId="{65A23C70-A509-45D5-9175-8EB6A71EE5E5}" dt="2020-10-28T11:03:32.746" v="635" actId="1076"/>
          <ac:spMkLst>
            <pc:docMk/>
            <pc:sldMk cId="3419737007" sldId="281"/>
            <ac:spMk id="224" creationId="{9C637D3B-D90A-4F15-87DB-CEEDFEA1E547}"/>
          </ac:spMkLst>
        </pc:spChg>
        <pc:grpChg chg="add mod">
          <ac:chgData name="姚 哲宇" userId="efb0a5b37b9734ca" providerId="LiveId" clId="{65A23C70-A509-45D5-9175-8EB6A71EE5E5}" dt="2020-10-28T10:50:29.617" v="569" actId="1076"/>
          <ac:grpSpMkLst>
            <pc:docMk/>
            <pc:sldMk cId="3419737007" sldId="281"/>
            <ac:grpSpMk id="2" creationId="{6387C352-ACF5-45CB-B48A-2C7414D9F0DC}"/>
          </ac:grpSpMkLst>
        </pc:grpChg>
        <pc:grpChg chg="add del mod">
          <ac:chgData name="姚 哲宇" userId="efb0a5b37b9734ca" providerId="LiveId" clId="{65A23C70-A509-45D5-9175-8EB6A71EE5E5}" dt="2020-10-28T10:52:55.633" v="583" actId="478"/>
          <ac:grpSpMkLst>
            <pc:docMk/>
            <pc:sldMk cId="3419737007" sldId="281"/>
            <ac:grpSpMk id="19" creationId="{71C62584-6FF5-4BBB-B5FF-99E9DC392B80}"/>
          </ac:grpSpMkLst>
        </pc:grpChg>
        <pc:grpChg chg="add mod">
          <ac:chgData name="姚 哲宇" userId="efb0a5b37b9734ca" providerId="LiveId" clId="{65A23C70-A509-45D5-9175-8EB6A71EE5E5}" dt="2020-10-28T10:59:09.970" v="609" actId="1076"/>
          <ac:grpSpMkLst>
            <pc:docMk/>
            <pc:sldMk cId="3419737007" sldId="281"/>
            <ac:grpSpMk id="33" creationId="{4D55D69E-D164-4456-9DE3-826AB936D44D}"/>
          </ac:grpSpMkLst>
        </pc:grpChg>
        <pc:grpChg chg="add mod">
          <ac:chgData name="姚 哲宇" userId="efb0a5b37b9734ca" providerId="LiveId" clId="{65A23C70-A509-45D5-9175-8EB6A71EE5E5}" dt="2020-10-28T11:01:27.818" v="618" actId="1076"/>
          <ac:grpSpMkLst>
            <pc:docMk/>
            <pc:sldMk cId="3419737007" sldId="281"/>
            <ac:grpSpMk id="62" creationId="{A6C90A96-7407-4CBC-97C7-F487DF280750}"/>
          </ac:grpSpMkLst>
        </pc:grpChg>
        <pc:grpChg chg="add mod">
          <ac:chgData name="姚 哲宇" userId="efb0a5b37b9734ca" providerId="LiveId" clId="{65A23C70-A509-45D5-9175-8EB6A71EE5E5}" dt="2020-10-28T11:02:39.931" v="626" actId="1076"/>
          <ac:grpSpMkLst>
            <pc:docMk/>
            <pc:sldMk cId="3419737007" sldId="281"/>
            <ac:grpSpMk id="106" creationId="{D1789E89-CEAF-4417-BB48-50F7A3C8B925}"/>
          </ac:grpSpMkLst>
        </pc:grpChg>
        <pc:grpChg chg="add mod">
          <ac:chgData name="姚 哲宇" userId="efb0a5b37b9734ca" providerId="LiveId" clId="{65A23C70-A509-45D5-9175-8EB6A71EE5E5}" dt="2020-10-28T11:03:32.746" v="635" actId="1076"/>
          <ac:grpSpMkLst>
            <pc:docMk/>
            <pc:sldMk cId="3419737007" sldId="281"/>
            <ac:grpSpMk id="115" creationId="{6FE2B00F-5DC8-4A4E-BB8D-50898B76B5E7}"/>
          </ac:grpSpMkLst>
        </pc:grpChg>
        <pc:picChg chg="add mod modCrop">
          <ac:chgData name="姚 哲宇" userId="efb0a5b37b9734ca" providerId="LiveId" clId="{65A23C70-A509-45D5-9175-8EB6A71EE5E5}" dt="2020-10-28T10:57:37.214" v="600" actId="1076"/>
          <ac:picMkLst>
            <pc:docMk/>
            <pc:sldMk cId="3419737007" sldId="281"/>
            <ac:picMk id="32" creationId="{598E2575-1069-4C1A-9B35-7E440EE146B3}"/>
          </ac:picMkLst>
        </pc:picChg>
      </pc:sldChg>
      <pc:sldChg chg="addSp delSp modSp add del mod">
        <pc:chgData name="姚 哲宇" userId="efb0a5b37b9734ca" providerId="LiveId" clId="{65A23C70-A509-45D5-9175-8EB6A71EE5E5}" dt="2020-10-28T11:10:14.521" v="655" actId="47"/>
        <pc:sldMkLst>
          <pc:docMk/>
          <pc:sldMk cId="640809692" sldId="282"/>
        </pc:sldMkLst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3" creationId="{379E9D84-AEB1-47AC-B06A-05E9B136C5CA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4" creationId="{C8523A42-2897-4460-934F-B3E0C70F1107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5" creationId="{7C26703B-7F46-4211-8402-86E0F87FA766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6" creationId="{D4C3648B-1DDB-4B66-995E-5494D1264CF8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7" creationId="{471C0C78-EB0F-4E91-9B86-D88CBFAC272E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8" creationId="{20FB1755-F962-402E-AD45-CE328118C0E3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9" creationId="{513BCD8C-42A0-409D-AF69-43201F8821BB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10" creationId="{FA9F435E-6FBD-454B-AC4E-7188BC736D1A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11" creationId="{A3001E7E-89AD-4FE6-815E-5626D935CEC2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12" creationId="{DC35C63B-34B0-40AC-9529-34AE98EC68D3}"/>
          </ac:spMkLst>
        </pc:spChg>
        <pc:spChg chg="add mod">
          <ac:chgData name="姚 哲宇" userId="efb0a5b37b9734ca" providerId="LiveId" clId="{65A23C70-A509-45D5-9175-8EB6A71EE5E5}" dt="2020-10-28T11:05:58.979" v="637"/>
          <ac:spMkLst>
            <pc:docMk/>
            <pc:sldMk cId="640809692" sldId="282"/>
            <ac:spMk id="13" creationId="{BDBB070C-47A1-450D-87DC-725E7D17CC35}"/>
          </ac:spMkLst>
        </pc:spChg>
        <pc:grpChg chg="add del mod">
          <ac:chgData name="姚 哲宇" userId="efb0a5b37b9734ca" providerId="LiveId" clId="{65A23C70-A509-45D5-9175-8EB6A71EE5E5}" dt="2020-10-28T11:08:45.086" v="642" actId="478"/>
          <ac:grpSpMkLst>
            <pc:docMk/>
            <pc:sldMk cId="640809692" sldId="282"/>
            <ac:grpSpMk id="2" creationId="{6C47DDED-AEB1-41FB-983D-D499BBB90C0A}"/>
          </ac:grpSpMkLst>
        </pc:grpChg>
      </pc:sldChg>
      <pc:sldChg chg="addSp modSp add mod">
        <pc:chgData name="姚 哲宇" userId="efb0a5b37b9734ca" providerId="LiveId" clId="{65A23C70-A509-45D5-9175-8EB6A71EE5E5}" dt="2020-10-28T11:10:03.345" v="654" actId="12788"/>
        <pc:sldMkLst>
          <pc:docMk/>
          <pc:sldMk cId="1333310257" sldId="283"/>
        </pc:sldMkLst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3" creationId="{DD8EC95D-6576-402A-B46C-769AFCE9CCDD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4" creationId="{CB2FEE27-3164-4C20-B273-545CDE5BE2AF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5" creationId="{E59A28E2-2AB3-4E23-A7B4-1E316AB4ED13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6" creationId="{9B2F89C8-EC07-4122-A7A2-239EC9AFA9CA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7" creationId="{F0170777-A28C-4D8F-9A0E-88E3F8CA6783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8" creationId="{D007DE91-028D-49B6-8FD7-EBF48024C7B0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9" creationId="{AA22ED40-027D-45C8-83E4-4DAA46A83C41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10" creationId="{CD0384E4-30A4-44C9-98FE-1669C526B38F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11" creationId="{3F69E930-83BD-46FC-A4E4-5F4A84A787DE}"/>
          </ac:spMkLst>
        </pc:spChg>
        <pc:spChg chg="add mod">
          <ac:chgData name="姚 哲宇" userId="efb0a5b37b9734ca" providerId="LiveId" clId="{65A23C70-A509-45D5-9175-8EB6A71EE5E5}" dt="2020-10-28T11:09:44.961" v="644"/>
          <ac:spMkLst>
            <pc:docMk/>
            <pc:sldMk cId="1333310257" sldId="283"/>
            <ac:spMk id="12" creationId="{BB80C14E-3297-4FBF-9608-C4A5C65D0B75}"/>
          </ac:spMkLst>
        </pc:spChg>
        <pc:grpChg chg="add mod">
          <ac:chgData name="姚 哲宇" userId="efb0a5b37b9734ca" providerId="LiveId" clId="{65A23C70-A509-45D5-9175-8EB6A71EE5E5}" dt="2020-10-28T11:10:03.345" v="654" actId="12788"/>
          <ac:grpSpMkLst>
            <pc:docMk/>
            <pc:sldMk cId="1333310257" sldId="283"/>
            <ac:grpSpMk id="2" creationId="{2FF3D635-17B5-462C-A42B-B75286B17BE3}"/>
          </ac:grpSpMkLst>
        </pc:grpChg>
      </pc:sldChg>
      <pc:sldChg chg="addSp delSp modSp add del mod">
        <pc:chgData name="姚 哲宇" userId="efb0a5b37b9734ca" providerId="LiveId" clId="{65A23C70-A509-45D5-9175-8EB6A71EE5E5}" dt="2020-10-28T11:13:08.058" v="736" actId="47"/>
        <pc:sldMkLst>
          <pc:docMk/>
          <pc:sldMk cId="22373742" sldId="284"/>
        </pc:sldMkLst>
        <pc:spChg chg="add mod">
          <ac:chgData name="姚 哲宇" userId="efb0a5b37b9734ca" providerId="LiveId" clId="{65A23C70-A509-45D5-9175-8EB6A71EE5E5}" dt="2020-10-28T11:12:28.967" v="709" actId="947"/>
          <ac:spMkLst>
            <pc:docMk/>
            <pc:sldMk cId="22373742" sldId="284"/>
            <ac:spMk id="6" creationId="{1482C9D2-47FF-4C9D-84BA-E19A5F63E5EC}"/>
          </ac:spMkLst>
        </pc:spChg>
        <pc:spChg chg="add mod">
          <ac:chgData name="姚 哲宇" userId="efb0a5b37b9734ca" providerId="LiveId" clId="{65A23C70-A509-45D5-9175-8EB6A71EE5E5}" dt="2020-10-28T11:12:30.114" v="723" actId="27636"/>
          <ac:spMkLst>
            <pc:docMk/>
            <pc:sldMk cId="22373742" sldId="284"/>
            <ac:spMk id="7" creationId="{2C3A6794-8ADE-4AB9-92C9-604944BF00AB}"/>
          </ac:spMkLst>
        </pc:spChg>
        <pc:spChg chg="add mod">
          <ac:chgData name="姚 哲宇" userId="efb0a5b37b9734ca" providerId="LiveId" clId="{65A23C70-A509-45D5-9175-8EB6A71EE5E5}" dt="2020-10-28T11:12:30.124" v="724" actId="27636"/>
          <ac:spMkLst>
            <pc:docMk/>
            <pc:sldMk cId="22373742" sldId="284"/>
            <ac:spMk id="8" creationId="{420772F2-8534-4388-A4EA-9DE410CF30F5}"/>
          </ac:spMkLst>
        </pc:spChg>
        <pc:spChg chg="add mod">
          <ac:chgData name="姚 哲宇" userId="efb0a5b37b9734ca" providerId="LiveId" clId="{65A23C70-A509-45D5-9175-8EB6A71EE5E5}" dt="2020-10-28T11:12:30.104" v="722" actId="27636"/>
          <ac:spMkLst>
            <pc:docMk/>
            <pc:sldMk cId="22373742" sldId="284"/>
            <ac:spMk id="9" creationId="{2DEC6314-82DC-4D4F-A436-BBFBD9DFCD61}"/>
          </ac:spMkLst>
        </pc:spChg>
        <pc:spChg chg="add mod">
          <ac:chgData name="姚 哲宇" userId="efb0a5b37b9734ca" providerId="LiveId" clId="{65A23C70-A509-45D5-9175-8EB6A71EE5E5}" dt="2020-10-28T11:12:29.018" v="717" actId="947"/>
          <ac:spMkLst>
            <pc:docMk/>
            <pc:sldMk cId="22373742" sldId="284"/>
            <ac:spMk id="10" creationId="{2CE7A0BE-9677-4881-B3C3-1DC3CBC200B1}"/>
          </ac:spMkLst>
        </pc:spChg>
        <pc:spChg chg="add mod">
          <ac:chgData name="姚 哲宇" userId="efb0a5b37b9734ca" providerId="LiveId" clId="{65A23C70-A509-45D5-9175-8EB6A71EE5E5}" dt="2020-10-28T11:12:29.033" v="719" actId="947"/>
          <ac:spMkLst>
            <pc:docMk/>
            <pc:sldMk cId="22373742" sldId="284"/>
            <ac:spMk id="11" creationId="{95C5A241-F86F-49E6-8552-2DD705A6C8BB}"/>
          </ac:spMkLst>
        </pc:spChg>
        <pc:spChg chg="add mod">
          <ac:chgData name="姚 哲宇" userId="efb0a5b37b9734ca" providerId="LiveId" clId="{65A23C70-A509-45D5-9175-8EB6A71EE5E5}" dt="2020-10-28T11:12:29.048" v="721" actId="947"/>
          <ac:spMkLst>
            <pc:docMk/>
            <pc:sldMk cId="22373742" sldId="284"/>
            <ac:spMk id="12" creationId="{DA5E1BAF-9C91-477D-8791-2EF2D55276A6}"/>
          </ac:spMkLst>
        </pc:spChg>
        <pc:grpChg chg="add del mod">
          <ac:chgData name="姚 哲宇" userId="efb0a5b37b9734ca" providerId="LiveId" clId="{65A23C70-A509-45D5-9175-8EB6A71EE5E5}" dt="2020-10-28T11:12:38.520" v="725" actId="21"/>
          <ac:grpSpMkLst>
            <pc:docMk/>
            <pc:sldMk cId="22373742" sldId="284"/>
            <ac:grpSpMk id="5" creationId="{ABA6FA43-4908-4593-9F4E-579D70899403}"/>
          </ac:grpSpMkLst>
        </pc:grpChg>
      </pc:sldChg>
      <pc:sldChg chg="addSp delSp modSp add del mod">
        <pc:chgData name="姚 哲宇" userId="efb0a5b37b9734ca" providerId="LiveId" clId="{65A23C70-A509-45D5-9175-8EB6A71EE5E5}" dt="2020-10-28T11:10:56.959" v="697" actId="2696"/>
        <pc:sldMkLst>
          <pc:docMk/>
          <pc:sldMk cId="99664539" sldId="284"/>
        </pc:sldMkLst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6" creationId="{625E9857-5AEF-4290-B7CE-C92746975DC2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7" creationId="{7E1751C3-AE28-4026-8727-B8CE811BD0EE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8" creationId="{441DAE4F-1170-48F6-9062-6503AEC8F4C4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9" creationId="{2AE40A82-186D-40D3-AB5A-2CA16C5D5E7E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10" creationId="{75D1BE8E-0D94-4F20-B110-21E03371B744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11" creationId="{B19D9B91-8F49-47B2-BED8-B0F75C719DE7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12" creationId="{B8BC8548-5145-483E-8D11-8AB44CFC247B}"/>
          </ac:spMkLst>
        </pc:spChg>
        <pc:spChg chg="add mod">
          <ac:chgData name="姚 哲宇" userId="efb0a5b37b9734ca" providerId="LiveId" clId="{65A23C70-A509-45D5-9175-8EB6A71EE5E5}" dt="2020-10-28T11:10:48.040" v="664" actId="947"/>
          <ac:spMkLst>
            <pc:docMk/>
            <pc:sldMk cId="99664539" sldId="284"/>
            <ac:spMk id="13" creationId="{FBE8C60C-3606-4B16-A656-F6D304E20319}"/>
          </ac:spMkLst>
        </pc:spChg>
        <pc:spChg chg="add mod">
          <ac:chgData name="姚 哲宇" userId="efb0a5b37b9734ca" providerId="LiveId" clId="{65A23C70-A509-45D5-9175-8EB6A71EE5E5}" dt="2020-10-28T11:10:48.056" v="666" actId="947"/>
          <ac:spMkLst>
            <pc:docMk/>
            <pc:sldMk cId="99664539" sldId="284"/>
            <ac:spMk id="14" creationId="{16ED0DFA-8C0E-4666-A26D-1F75E6A485C9}"/>
          </ac:spMkLst>
        </pc:spChg>
        <pc:spChg chg="add mod">
          <ac:chgData name="姚 哲宇" userId="efb0a5b37b9734ca" providerId="LiveId" clId="{65A23C70-A509-45D5-9175-8EB6A71EE5E5}" dt="2020-10-28T11:10:48.073" v="668" actId="947"/>
          <ac:spMkLst>
            <pc:docMk/>
            <pc:sldMk cId="99664539" sldId="284"/>
            <ac:spMk id="15" creationId="{C073E7FC-62D6-4224-AA32-08BCE8707F74}"/>
          </ac:spMkLst>
        </pc:spChg>
        <pc:spChg chg="add mod">
          <ac:chgData name="姚 哲宇" userId="efb0a5b37b9734ca" providerId="LiveId" clId="{65A23C70-A509-45D5-9175-8EB6A71EE5E5}" dt="2020-10-28T11:10:48.085" v="670" actId="947"/>
          <ac:spMkLst>
            <pc:docMk/>
            <pc:sldMk cId="99664539" sldId="284"/>
            <ac:spMk id="16" creationId="{03E8AC65-619D-4334-96CD-1BC183DE8785}"/>
          </ac:spMkLst>
        </pc:spChg>
        <pc:spChg chg="add mod">
          <ac:chgData name="姚 哲宇" userId="efb0a5b37b9734ca" providerId="LiveId" clId="{65A23C70-A509-45D5-9175-8EB6A71EE5E5}" dt="2020-10-28T11:10:48.108" v="672" actId="947"/>
          <ac:spMkLst>
            <pc:docMk/>
            <pc:sldMk cId="99664539" sldId="284"/>
            <ac:spMk id="17" creationId="{C1CE4D41-2230-4BD1-9577-0DA355B25960}"/>
          </ac:spMkLst>
        </pc:spChg>
        <pc:spChg chg="add mod">
          <ac:chgData name="姚 哲宇" userId="efb0a5b37b9734ca" providerId="LiveId" clId="{65A23C70-A509-45D5-9175-8EB6A71EE5E5}" dt="2020-10-28T11:10:48.151" v="674" actId="947"/>
          <ac:spMkLst>
            <pc:docMk/>
            <pc:sldMk cId="99664539" sldId="284"/>
            <ac:spMk id="18" creationId="{799948B0-3A98-4CF9-8004-0CB280A5DBBD}"/>
          </ac:spMkLst>
        </pc:spChg>
        <pc:spChg chg="add mod">
          <ac:chgData name="姚 哲宇" userId="efb0a5b37b9734ca" providerId="LiveId" clId="{65A23C70-A509-45D5-9175-8EB6A71EE5E5}" dt="2020-10-28T11:10:48.184" v="676" actId="947"/>
          <ac:spMkLst>
            <pc:docMk/>
            <pc:sldMk cId="99664539" sldId="284"/>
            <ac:spMk id="19" creationId="{59B1D8AB-26B0-421F-9027-78C338A3DEF5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22" creationId="{9A6EA245-7B08-4903-8DA3-627EFBE0BC17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25" creationId="{C0D148D7-4597-4709-A3D2-71DBCDF9407C}"/>
          </ac:spMkLst>
        </pc:spChg>
        <pc:spChg chg="add mod">
          <ac:chgData name="姚 哲宇" userId="efb0a5b37b9734ca" providerId="LiveId" clId="{65A23C70-A509-45D5-9175-8EB6A71EE5E5}" dt="2020-10-28T11:10:48.222" v="678" actId="947"/>
          <ac:spMkLst>
            <pc:docMk/>
            <pc:sldMk cId="99664539" sldId="284"/>
            <ac:spMk id="26" creationId="{289814F0-E4F6-492B-A5DA-AC25E083BFE5}"/>
          </ac:spMkLst>
        </pc:spChg>
        <pc:spChg chg="add mod">
          <ac:chgData name="姚 哲宇" userId="efb0a5b37b9734ca" providerId="LiveId" clId="{65A23C70-A509-45D5-9175-8EB6A71EE5E5}" dt="2020-10-28T11:10:48.255" v="680" actId="947"/>
          <ac:spMkLst>
            <pc:docMk/>
            <pc:sldMk cId="99664539" sldId="284"/>
            <ac:spMk id="27" creationId="{96482880-30A8-4CFB-BBD9-D5A3E5CDC39B}"/>
          </ac:spMkLst>
        </pc:spChg>
        <pc:spChg chg="add mod">
          <ac:chgData name="姚 哲宇" userId="efb0a5b37b9734ca" providerId="LiveId" clId="{65A23C70-A509-45D5-9175-8EB6A71EE5E5}" dt="2020-10-28T11:10:48.267" v="682" actId="947"/>
          <ac:spMkLst>
            <pc:docMk/>
            <pc:sldMk cId="99664539" sldId="284"/>
            <ac:spMk id="28" creationId="{89057183-F7E7-4CD7-A304-E4D7EF1D1B6C}"/>
          </ac:spMkLst>
        </pc:spChg>
        <pc:spChg chg="add mod">
          <ac:chgData name="姚 哲宇" userId="efb0a5b37b9734ca" providerId="LiveId" clId="{65A23C70-A509-45D5-9175-8EB6A71EE5E5}" dt="2020-10-28T11:10:48.277" v="684" actId="947"/>
          <ac:spMkLst>
            <pc:docMk/>
            <pc:sldMk cId="99664539" sldId="284"/>
            <ac:spMk id="29" creationId="{6ED6C799-04B1-4AF8-AE40-B801C0252A51}"/>
          </ac:spMkLst>
        </pc:spChg>
        <pc:spChg chg="add mod">
          <ac:chgData name="姚 哲宇" userId="efb0a5b37b9734ca" providerId="LiveId" clId="{65A23C70-A509-45D5-9175-8EB6A71EE5E5}" dt="2020-10-28T11:10:48.288" v="686" actId="947"/>
          <ac:spMkLst>
            <pc:docMk/>
            <pc:sldMk cId="99664539" sldId="284"/>
            <ac:spMk id="30" creationId="{632DE46F-8CBA-4C0D-81BE-CC90AB9A9F8A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1" creationId="{739CCFCA-E1EA-476E-BABE-7546BF501182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2" creationId="{B905305C-2331-47CE-9FB2-9FBDCBD715A4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3" creationId="{D65AE685-FA2C-4D11-92AE-D8842EAC5263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4" creationId="{4AE6A170-D1D8-42FB-B60C-D1004039C4FA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5" creationId="{93BE821F-A9EE-450D-AD51-76E0FC5A39B2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6" creationId="{0EA0BB52-81E3-4F23-B841-A1A95677F55B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7" creationId="{936AEF46-A1EA-4E72-8E9E-66549EA615AC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8" creationId="{33405B05-B725-4AC5-9D19-0898E37F74B7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39" creationId="{B62A462A-F8E7-43A8-A5DF-AB176DC049CD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0" creationId="{C67B7CA4-B229-47CD-B972-3C6CEF02D41F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1" creationId="{5A79DEBB-32AD-44C0-82C8-1698A1E3DE27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2" creationId="{ACE125CA-1E0A-42B0-817F-9906893F3A7A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3" creationId="{23A61CB6-24D7-4E39-8138-8BA0C0B59069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4" creationId="{1BA81515-4D06-4643-818A-893387C98FED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5" creationId="{DA247864-887C-4101-949B-B3FDB75DA922}"/>
          </ac:spMkLst>
        </pc:spChg>
        <pc:spChg chg="add mod">
          <ac:chgData name="姚 哲宇" userId="efb0a5b37b9734ca" providerId="LiveId" clId="{65A23C70-A509-45D5-9175-8EB6A71EE5E5}" dt="2020-10-28T11:10:47.944" v="662"/>
          <ac:spMkLst>
            <pc:docMk/>
            <pc:sldMk cId="99664539" sldId="284"/>
            <ac:spMk id="46" creationId="{23FBAAF7-43F8-48E9-9256-F621FC3E438F}"/>
          </ac:spMkLst>
        </pc:spChg>
        <pc:grpChg chg="add del mod">
          <ac:chgData name="姚 哲宇" userId="efb0a5b37b9734ca" providerId="LiveId" clId="{65A23C70-A509-45D5-9175-8EB6A71EE5E5}" dt="2020-10-28T11:10:52.358" v="695" actId="21"/>
          <ac:grpSpMkLst>
            <pc:docMk/>
            <pc:sldMk cId="99664539" sldId="284"/>
            <ac:grpSpMk id="5" creationId="{08A0F4D4-DAD5-4FC2-9131-82D6A7499964}"/>
          </ac:grpSpMkLst>
        </pc:grpChg>
        <pc:grpChg chg="add mod">
          <ac:chgData name="姚 哲宇" userId="efb0a5b37b9734ca" providerId="LiveId" clId="{65A23C70-A509-45D5-9175-8EB6A71EE5E5}" dt="2020-10-28T11:10:47.944" v="662"/>
          <ac:grpSpMkLst>
            <pc:docMk/>
            <pc:sldMk cId="99664539" sldId="284"/>
            <ac:grpSpMk id="20" creationId="{55E6959D-D6DF-4583-A56F-18940D56AB83}"/>
          </ac:grpSpMkLst>
        </pc:grpChg>
        <pc:grpChg chg="add mod">
          <ac:chgData name="姚 哲宇" userId="efb0a5b37b9734ca" providerId="LiveId" clId="{65A23C70-A509-45D5-9175-8EB6A71EE5E5}" dt="2020-10-28T11:10:47.944" v="662"/>
          <ac:grpSpMkLst>
            <pc:docMk/>
            <pc:sldMk cId="99664539" sldId="284"/>
            <ac:grpSpMk id="21" creationId="{1BB4E8AD-3F31-4A2C-AB5D-49D792F303CB}"/>
          </ac:grpSpMkLst>
        </pc:grpChg>
        <pc:grpChg chg="add mod">
          <ac:chgData name="姚 哲宇" userId="efb0a5b37b9734ca" providerId="LiveId" clId="{65A23C70-A509-45D5-9175-8EB6A71EE5E5}" dt="2020-10-28T11:10:47.944" v="662"/>
          <ac:grpSpMkLst>
            <pc:docMk/>
            <pc:sldMk cId="99664539" sldId="284"/>
            <ac:grpSpMk id="23" creationId="{3DD57C34-8C5A-44FF-AF7A-4C662F0F5183}"/>
          </ac:grpSpMkLst>
        </pc:grpChg>
        <pc:grpChg chg="add mod">
          <ac:chgData name="姚 哲宇" userId="efb0a5b37b9734ca" providerId="LiveId" clId="{65A23C70-A509-45D5-9175-8EB6A71EE5E5}" dt="2020-10-28T11:10:47.944" v="662"/>
          <ac:grpSpMkLst>
            <pc:docMk/>
            <pc:sldMk cId="99664539" sldId="284"/>
            <ac:grpSpMk id="24" creationId="{A874D88E-0660-41C9-BAAF-DE474960781C}"/>
          </ac:grpSpMkLst>
        </pc:grpChg>
      </pc:sldChg>
      <pc:sldChg chg="addSp delSp modSp new mod modClrScheme chgLayout">
        <pc:chgData name="姚 哲宇" userId="efb0a5b37b9734ca" providerId="LiveId" clId="{65A23C70-A509-45D5-9175-8EB6A71EE5E5}" dt="2020-10-28T11:12:57.658" v="730"/>
        <pc:sldMkLst>
          <pc:docMk/>
          <pc:sldMk cId="1340847085" sldId="285"/>
        </pc:sldMkLst>
        <pc:spChg chg="del">
          <ac:chgData name="姚 哲宇" userId="efb0a5b37b9734ca" providerId="LiveId" clId="{65A23C70-A509-45D5-9175-8EB6A71EE5E5}" dt="2020-10-28T11:12:49.026" v="727" actId="700"/>
          <ac:spMkLst>
            <pc:docMk/>
            <pc:sldMk cId="1340847085" sldId="285"/>
            <ac:spMk id="2" creationId="{DB42B370-3326-4783-9AA4-21A593F58D2D}"/>
          </ac:spMkLst>
        </pc:spChg>
        <pc:spChg chg="del mod ord">
          <ac:chgData name="姚 哲宇" userId="efb0a5b37b9734ca" providerId="LiveId" clId="{65A23C70-A509-45D5-9175-8EB6A71EE5E5}" dt="2020-10-28T11:12:53.407" v="728" actId="478"/>
          <ac:spMkLst>
            <pc:docMk/>
            <pc:sldMk cId="1340847085" sldId="285"/>
            <ac:spMk id="3" creationId="{45087DA4-C80F-4C3D-9D7B-4609AB8F8DB8}"/>
          </ac:spMkLst>
        </pc:spChg>
        <pc:spChg chg="del mod ord">
          <ac:chgData name="姚 哲宇" userId="efb0a5b37b9734ca" providerId="LiveId" clId="{65A23C70-A509-45D5-9175-8EB6A71EE5E5}" dt="2020-10-28T11:12:56.508" v="729" actId="478"/>
          <ac:spMkLst>
            <pc:docMk/>
            <pc:sldMk cId="1340847085" sldId="285"/>
            <ac:spMk id="4" creationId="{BDACA5A5-8569-4D95-890B-6508A76B856C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6" creationId="{03111A03-7FC1-44B8-9CCD-06D8A10DE226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7" creationId="{B6FF660C-04A2-40D0-B32E-B11529C3B422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8" creationId="{F62FF2B5-8B6D-4899-AF9E-356B250F2325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9" creationId="{1D7387AF-FDBE-4BC0-BFDE-E17E23E54DA5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10" creationId="{F03E61A0-EB80-4191-9824-3DFA68C4D743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11" creationId="{666DD2CA-D755-4574-A686-315C89F251DC}"/>
          </ac:spMkLst>
        </pc:spChg>
        <pc:spChg chg="mod">
          <ac:chgData name="姚 哲宇" userId="efb0a5b37b9734ca" providerId="LiveId" clId="{65A23C70-A509-45D5-9175-8EB6A71EE5E5}" dt="2020-10-28T11:12:57.658" v="730"/>
          <ac:spMkLst>
            <pc:docMk/>
            <pc:sldMk cId="1340847085" sldId="285"/>
            <ac:spMk id="12" creationId="{DEA231DF-366A-454A-8082-5F2AB4A7FD08}"/>
          </ac:spMkLst>
        </pc:spChg>
        <pc:grpChg chg="add mod">
          <ac:chgData name="姚 哲宇" userId="efb0a5b37b9734ca" providerId="LiveId" clId="{65A23C70-A509-45D5-9175-8EB6A71EE5E5}" dt="2020-10-28T11:12:57.658" v="730"/>
          <ac:grpSpMkLst>
            <pc:docMk/>
            <pc:sldMk cId="1340847085" sldId="285"/>
            <ac:grpSpMk id="5" creationId="{4C7982ED-6BC3-47BC-B4A4-1ECF84F4A61F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71F91E70-FFDC-4107-B515-8FA3F8A33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989" y="2647758"/>
            <a:ext cx="3912091" cy="4210241"/>
          </a:xfrm>
          <a:prstGeom prst="rect">
            <a:avLst/>
          </a:prstGeom>
        </p:spPr>
      </p:pic>
      <p:sp>
        <p:nvSpPr>
          <p:cNvPr id="163" name="îśḷíḓê">
            <a:extLst>
              <a:ext uri="{FF2B5EF4-FFF2-40B4-BE49-F238E27FC236}">
                <a16:creationId xmlns:a16="http://schemas.microsoft.com/office/drawing/2014/main" id="{BAB16AB9-0967-4E02-8180-A9D8A5413140}"/>
              </a:ext>
            </a:extLst>
          </p:cNvPr>
          <p:cNvSpPr/>
          <p:nvPr userDrawn="1"/>
        </p:nvSpPr>
        <p:spPr>
          <a:xfrm>
            <a:off x="0" y="1537549"/>
            <a:ext cx="6116444" cy="5320452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72075" y="1989119"/>
            <a:ext cx="3467101" cy="558799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5534025" y="3077029"/>
            <a:ext cx="3105151" cy="2007827"/>
          </a:xfrm>
        </p:spPr>
        <p:txBody>
          <a:bodyPr anchor="b">
            <a:normAutofit/>
          </a:bodyPr>
          <a:lstStyle>
            <a:lvl1pPr algn="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486525" y="5527023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486525" y="5823294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D97CD60-92DF-4E38-9D73-DF5E8E723B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4" y="2253950"/>
            <a:ext cx="4976573" cy="39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775651" y="2698562"/>
            <a:ext cx="2933612" cy="895350"/>
          </a:xfrm>
        </p:spPr>
        <p:txBody>
          <a:bodyPr anchor="b">
            <a:normAutofit/>
          </a:bodyPr>
          <a:lstStyle>
            <a:lvl1pPr algn="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776488" y="3593913"/>
            <a:ext cx="2933612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825">
                <a:solidFill>
                  <a:schemeClr val="accent6">
                    <a:lumMod val="50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iŝľiďê">
            <a:extLst>
              <a:ext uri="{FF2B5EF4-FFF2-40B4-BE49-F238E27FC236}">
                <a16:creationId xmlns:a16="http://schemas.microsoft.com/office/drawing/2014/main" id="{F5022FB9-E2A2-4D2A-A940-5C17638CA9CE}"/>
              </a:ext>
            </a:extLst>
          </p:cNvPr>
          <p:cNvSpPr>
            <a:spLocks/>
          </p:cNvSpPr>
          <p:nvPr userDrawn="1"/>
        </p:nvSpPr>
        <p:spPr bwMode="auto">
          <a:xfrm>
            <a:off x="2745" y="3990960"/>
            <a:ext cx="9138512" cy="2867041"/>
          </a:xfrm>
          <a:custGeom>
            <a:avLst/>
            <a:gdLst>
              <a:gd name="T0" fmla="*/ 0 w 4103"/>
              <a:gd name="T1" fmla="*/ 95 h 653"/>
              <a:gd name="T2" fmla="*/ 831 w 4103"/>
              <a:gd name="T3" fmla="*/ 321 h 653"/>
              <a:gd name="T4" fmla="*/ 1537 w 4103"/>
              <a:gd name="T5" fmla="*/ 208 h 653"/>
              <a:gd name="T6" fmla="*/ 2815 w 4103"/>
              <a:gd name="T7" fmla="*/ 431 h 653"/>
              <a:gd name="T8" fmla="*/ 3446 w 4103"/>
              <a:gd name="T9" fmla="*/ 170 h 653"/>
              <a:gd name="T10" fmla="*/ 4103 w 4103"/>
              <a:gd name="T11" fmla="*/ 91 h 653"/>
              <a:gd name="T12" fmla="*/ 4103 w 4103"/>
              <a:gd name="T13" fmla="*/ 653 h 653"/>
              <a:gd name="T14" fmla="*/ 0 w 4103"/>
              <a:gd name="T15" fmla="*/ 653 h 653"/>
              <a:gd name="T16" fmla="*/ 0 w 4103"/>
              <a:gd name="T17" fmla="*/ 95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03" h="653">
                <a:moveTo>
                  <a:pt x="0" y="95"/>
                </a:moveTo>
                <a:cubicBezTo>
                  <a:pt x="286" y="60"/>
                  <a:pt x="544" y="293"/>
                  <a:pt x="831" y="321"/>
                </a:cubicBezTo>
                <a:cubicBezTo>
                  <a:pt x="1069" y="344"/>
                  <a:pt x="1299" y="224"/>
                  <a:pt x="1537" y="208"/>
                </a:cubicBezTo>
                <a:cubicBezTo>
                  <a:pt x="1971" y="179"/>
                  <a:pt x="2384" y="491"/>
                  <a:pt x="2815" y="431"/>
                </a:cubicBezTo>
                <a:cubicBezTo>
                  <a:pt x="3040" y="399"/>
                  <a:pt x="3240" y="269"/>
                  <a:pt x="3446" y="170"/>
                </a:cubicBezTo>
                <a:cubicBezTo>
                  <a:pt x="3653" y="70"/>
                  <a:pt x="3893" y="0"/>
                  <a:pt x="4103" y="91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0" y="653"/>
                  <a:pt x="0" y="653"/>
                  <a:pt x="0" y="653"/>
                </a:cubicBez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en-ID" sz="1350">
              <a:solidFill>
                <a:schemeClr val="lt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803166-B7CA-4A2C-BC10-25D800FBBDA6}"/>
              </a:ext>
            </a:extLst>
          </p:cNvPr>
          <p:cNvCxnSpPr>
            <a:cxnSpLocks/>
          </p:cNvCxnSpPr>
          <p:nvPr userDrawn="1"/>
        </p:nvCxnSpPr>
        <p:spPr>
          <a:xfrm>
            <a:off x="3874559" y="3035474"/>
            <a:ext cx="0" cy="95548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F9128C65-EDE9-4719-B424-6D8D45E70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3037" y="2220652"/>
            <a:ext cx="1588272" cy="39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44" y="1130300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CFB68E68-B077-4E62-8F5C-99E1B4BF2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254738" y="2647758"/>
            <a:ext cx="3912091" cy="4210241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504825" y="2112486"/>
            <a:ext cx="3228975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04825" y="4418722"/>
            <a:ext cx="322897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050" smtClean="0">
                <a:solidFill>
                  <a:schemeClr val="tx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827" y="4122451"/>
            <a:ext cx="32289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05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iṣlïḑê">
            <a:extLst>
              <a:ext uri="{FF2B5EF4-FFF2-40B4-BE49-F238E27FC236}">
                <a16:creationId xmlns:a16="http://schemas.microsoft.com/office/drawing/2014/main" id="{75FD674D-5BA2-47FC-88F4-5FCC96A05168}"/>
              </a:ext>
            </a:extLst>
          </p:cNvPr>
          <p:cNvSpPr/>
          <p:nvPr userDrawn="1"/>
        </p:nvSpPr>
        <p:spPr>
          <a:xfrm flipH="1">
            <a:off x="2449485" y="1034707"/>
            <a:ext cx="6694516" cy="5823294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3B35B18B-BA2F-4306-9057-A50B1475E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192259" y="1989119"/>
            <a:ext cx="5446914" cy="435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2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51299" y="6240464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443" y="6240464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49" y="6240464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F26B43"/>
          </p15:clr>
        </p15:guide>
        <p15:guide id="2" pos="5443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6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#48338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C7982ED-6BC3-47BC-B4A4-1ECF84F4A61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11832" y="1799607"/>
            <a:ext cx="7920336" cy="3634546"/>
            <a:chOff x="815776" y="1320099"/>
            <a:chExt cx="10560448" cy="4846062"/>
          </a:xfrm>
        </p:grpSpPr>
        <p:sp>
          <p:nvSpPr>
            <p:cNvPr id="6" name="iṧ1îḑé">
              <a:extLst>
                <a:ext uri="{FF2B5EF4-FFF2-40B4-BE49-F238E27FC236}">
                  <a16:creationId xmlns:a16="http://schemas.microsoft.com/office/drawing/2014/main" id="{03111A03-7FC1-44B8-9CCD-06D8A10DE226}"/>
                </a:ext>
              </a:extLst>
            </p:cNvPr>
            <p:cNvSpPr txBox="1"/>
            <p:nvPr/>
          </p:nvSpPr>
          <p:spPr>
            <a:xfrm>
              <a:off x="3327447" y="1320099"/>
              <a:ext cx="5335287" cy="1600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err="1"/>
                <a:t>Unif</a:t>
              </a:r>
              <a:r>
                <a:rPr lang="en-US" altLang="zh-CN" sz="100" b="1" dirty="0"/>
                <a:t> </a:t>
              </a:r>
              <a:r>
                <a:rPr lang="en-US" altLang="zh-CN" sz="2400" b="1" dirty="0" err="1"/>
                <a:t>ied</a:t>
              </a:r>
              <a:r>
                <a:rPr lang="en-US" altLang="zh-CN" sz="2400" b="1" dirty="0"/>
                <a:t> fonts make reading </a:t>
              </a:r>
            </a:p>
            <a:p>
              <a:pPr algn="ctr"/>
              <a:r>
                <a:rPr lang="en-US" altLang="zh-CN" sz="2400" b="1" dirty="0"/>
                <a:t>more fluent.</a:t>
              </a:r>
            </a:p>
          </p:txBody>
        </p:sp>
        <p:sp>
          <p:nvSpPr>
            <p:cNvPr id="7" name="îśliḍè">
              <a:extLst>
                <a:ext uri="{FF2B5EF4-FFF2-40B4-BE49-F238E27FC236}">
                  <a16:creationId xmlns:a16="http://schemas.microsoft.com/office/drawing/2014/main" id="{B6FF660C-04A2-40D0-B32E-B11529C3B422}"/>
                </a:ext>
              </a:extLst>
            </p:cNvPr>
            <p:cNvSpPr/>
            <p:nvPr/>
          </p:nvSpPr>
          <p:spPr>
            <a:xfrm>
              <a:off x="4574818" y="3017492"/>
              <a:ext cx="3042363" cy="411508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0000" lnSpcReduction="20000"/>
            </a:bodyPr>
            <a:lstStyle/>
            <a:p>
              <a:pPr algn="ctr" defTabSz="913765"/>
              <a:r>
                <a:rPr lang="en-US" altLang="zh-CN" sz="2000" b="1">
                  <a:solidFill>
                    <a:schemeClr val="bg1"/>
                  </a:solidFill>
                </a:rPr>
                <a:t>Te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</a:rPr>
                <a:t>xt </a:t>
              </a:r>
              <a:r>
                <a:rPr lang="en-US" altLang="zh-CN" sz="2000" b="1" dirty="0">
                  <a:solidFill>
                    <a:schemeClr val="bg1"/>
                  </a:solidFill>
                </a:rPr>
                <a:t>here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îśḷiḋe">
              <a:extLst>
                <a:ext uri="{FF2B5EF4-FFF2-40B4-BE49-F238E27FC236}">
                  <a16:creationId xmlns:a16="http://schemas.microsoft.com/office/drawing/2014/main" id="{F62FF2B5-8B6D-4899-AF9E-356B250F2325}"/>
                </a:ext>
              </a:extLst>
            </p:cNvPr>
            <p:cNvSpPr/>
            <p:nvPr/>
          </p:nvSpPr>
          <p:spPr>
            <a:xfrm>
              <a:off x="815776" y="3026173"/>
              <a:ext cx="3042363" cy="41150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0000" lnSpcReduction="20000"/>
            </a:bodyPr>
            <a:lstStyle/>
            <a:p>
              <a:pPr algn="ctr" defTabSz="913765"/>
              <a:r>
                <a:rPr lang="en-US" altLang="zh-CN" sz="2000" b="1">
                  <a:solidFill>
                    <a:schemeClr val="bg1"/>
                  </a:solidFill>
                </a:rPr>
                <a:t>T</a:t>
              </a:r>
              <a:r>
                <a:rPr lang="en-US" altLang="zh-CN" sz="300" b="1">
                  <a:solidFill>
                    <a:schemeClr val="bg1"/>
                  </a:solidFill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</a:rPr>
                <a:t>e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</a:rPr>
                <a:t>xt </a:t>
              </a:r>
              <a:r>
                <a:rPr lang="en-US" altLang="zh-CN" sz="2000" b="1" dirty="0">
                  <a:solidFill>
                    <a:schemeClr val="bg1"/>
                  </a:solidFill>
                </a:rPr>
                <a:t>here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í$ļiḓè">
              <a:extLst>
                <a:ext uri="{FF2B5EF4-FFF2-40B4-BE49-F238E27FC236}">
                  <a16:creationId xmlns:a16="http://schemas.microsoft.com/office/drawing/2014/main" id="{1D7387AF-FDBE-4BC0-BFDE-E17E23E54DA5}"/>
                </a:ext>
              </a:extLst>
            </p:cNvPr>
            <p:cNvSpPr/>
            <p:nvPr/>
          </p:nvSpPr>
          <p:spPr>
            <a:xfrm>
              <a:off x="8333861" y="3026173"/>
              <a:ext cx="3042363" cy="411508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0000" lnSpcReduction="20000"/>
            </a:bodyPr>
            <a:lstStyle/>
            <a:p>
              <a:pPr algn="ctr" defTabSz="913765"/>
              <a:r>
                <a:rPr lang="en-US" altLang="zh-CN" sz="2000" b="1">
                  <a:solidFill>
                    <a:schemeClr val="bg1"/>
                  </a:solidFill>
                </a:rPr>
                <a:t>Text 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</a:rPr>
                <a:t>here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ṥḻïḍê">
              <a:extLst>
                <a:ext uri="{FF2B5EF4-FFF2-40B4-BE49-F238E27FC236}">
                  <a16:creationId xmlns:a16="http://schemas.microsoft.com/office/drawing/2014/main" id="{F03E61A0-EB80-4191-9824-3DFA68C4D743}"/>
                </a:ext>
              </a:extLst>
            </p:cNvPr>
            <p:cNvSpPr txBox="1"/>
            <p:nvPr/>
          </p:nvSpPr>
          <p:spPr>
            <a:xfrm>
              <a:off x="815776" y="3603493"/>
              <a:ext cx="3042363" cy="25626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Theme  color makes PPT more convenient to change.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Adjust the spacing to adapt to Chinese typesetting, use the reference line in PPT.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Theme  color makes PPT more convenient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to chang</a:t>
              </a:r>
              <a:r>
                <a:rPr lang="en-US" altLang="zh-CN" sz="1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e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.</a:t>
              </a:r>
            </a:p>
          </p:txBody>
        </p:sp>
        <p:sp>
          <p:nvSpPr>
            <p:cNvPr id="11" name="íṥḻíḋé">
              <a:extLst>
                <a:ext uri="{FF2B5EF4-FFF2-40B4-BE49-F238E27FC236}">
                  <a16:creationId xmlns:a16="http://schemas.microsoft.com/office/drawing/2014/main" id="{666DD2CA-D755-4574-A686-315C89F251DC}"/>
                </a:ext>
              </a:extLst>
            </p:cNvPr>
            <p:cNvSpPr txBox="1"/>
            <p:nvPr/>
          </p:nvSpPr>
          <p:spPr>
            <a:xfrm>
              <a:off x="4574819" y="3565823"/>
              <a:ext cx="3042363" cy="25626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Theme  color makes PPT more convenient to change.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Adjust the spacing to adapt to Chinese typesetting, use the reference line in PPT.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</a:t>
              </a:r>
              <a:r>
                <a:rPr lang="en-US" altLang="zh-CN" sz="1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eme  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color makes PPT more convenient to change.</a:t>
              </a:r>
            </a:p>
          </p:txBody>
        </p:sp>
        <p:sp>
          <p:nvSpPr>
            <p:cNvPr id="12" name="îSḷîďe">
              <a:extLst>
                <a:ext uri="{FF2B5EF4-FFF2-40B4-BE49-F238E27FC236}">
                  <a16:creationId xmlns:a16="http://schemas.microsoft.com/office/drawing/2014/main" id="{DEA231DF-366A-454A-8082-5F2AB4A7FD08}"/>
                </a:ext>
              </a:extLst>
            </p:cNvPr>
            <p:cNvSpPr txBox="1"/>
            <p:nvPr/>
          </p:nvSpPr>
          <p:spPr>
            <a:xfrm>
              <a:off x="8333860" y="3565822"/>
              <a:ext cx="3042363" cy="25626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Theme  color makes PPT more convenient to change.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Adju</a:t>
              </a:r>
              <a:r>
                <a:rPr lang="en-US" altLang="zh-CN" sz="1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st 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 spacing to adapt to Chinese typesetting, use the reference line in PPT.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Unified fonts make reading more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fluent.Copy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paste fonts. Choose the only </a:t>
              </a:r>
              <a:r>
                <a:rPr lang="en-US" altLang="zh-CN" sz="1000" dirty="0" err="1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optio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 to retain text……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Theme  color makes PPT more convenient to change.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0847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#160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96A3D3F-637C-40F1-BF5B-447C210C833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03449" y="1966723"/>
            <a:ext cx="8137103" cy="3548742"/>
            <a:chOff x="671265" y="1375266"/>
            <a:chExt cx="10849471" cy="4731656"/>
          </a:xfrm>
        </p:grpSpPr>
        <p:sp>
          <p:nvSpPr>
            <p:cNvPr id="6" name="íśľîdé">
              <a:extLst>
                <a:ext uri="{FF2B5EF4-FFF2-40B4-BE49-F238E27FC236}">
                  <a16:creationId xmlns:a16="http://schemas.microsoft.com/office/drawing/2014/main" id="{33787195-07D7-41E0-AE27-4FB5A0FD9B5F}"/>
                </a:ext>
              </a:extLst>
            </p:cNvPr>
            <p:cNvSpPr/>
            <p:nvPr/>
          </p:nvSpPr>
          <p:spPr>
            <a:xfrm>
              <a:off x="671265" y="1375266"/>
              <a:ext cx="10849471" cy="4731656"/>
            </a:xfrm>
            <a:prstGeom prst="rightArrow">
              <a:avLst>
                <a:gd name="adj1" fmla="val 72347"/>
                <a:gd name="adj2" fmla="val 46463"/>
              </a:avLst>
            </a:prstGeom>
            <a:gradFill flip="none" rotWithShape="1">
              <a:gsLst>
                <a:gs pos="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lumMod val="91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ṩľíďè">
              <a:extLst>
                <a:ext uri="{FF2B5EF4-FFF2-40B4-BE49-F238E27FC236}">
                  <a16:creationId xmlns:a16="http://schemas.microsoft.com/office/drawing/2014/main" id="{BFB2459B-C438-40DB-A23A-00F20ACE97FE}"/>
                </a:ext>
              </a:extLst>
            </p:cNvPr>
            <p:cNvSpPr/>
            <p:nvPr/>
          </p:nvSpPr>
          <p:spPr>
            <a:xfrm flipH="1">
              <a:off x="1860565" y="2108651"/>
              <a:ext cx="1589987" cy="590292"/>
            </a:xfrm>
            <a:prstGeom prst="parallelogram">
              <a:avLst>
                <a:gd name="adj" fmla="val 693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8" name="îśľïḍe">
              <a:extLst>
                <a:ext uri="{FF2B5EF4-FFF2-40B4-BE49-F238E27FC236}">
                  <a16:creationId xmlns:a16="http://schemas.microsoft.com/office/drawing/2014/main" id="{EE848CFF-168A-4244-A5F4-C98CD963D2B6}"/>
                </a:ext>
              </a:extLst>
            </p:cNvPr>
            <p:cNvSpPr/>
            <p:nvPr/>
          </p:nvSpPr>
          <p:spPr>
            <a:xfrm flipH="1">
              <a:off x="4375866" y="2108651"/>
              <a:ext cx="1589987" cy="590292"/>
            </a:xfrm>
            <a:prstGeom prst="parallelogram">
              <a:avLst>
                <a:gd name="adj" fmla="val 6618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9" name="íslîḍè">
              <a:extLst>
                <a:ext uri="{FF2B5EF4-FFF2-40B4-BE49-F238E27FC236}">
                  <a16:creationId xmlns:a16="http://schemas.microsoft.com/office/drawing/2014/main" id="{C461A2C9-7166-4C28-8C97-26DE5769A822}"/>
                </a:ext>
              </a:extLst>
            </p:cNvPr>
            <p:cNvSpPr/>
            <p:nvPr/>
          </p:nvSpPr>
          <p:spPr>
            <a:xfrm flipH="1">
              <a:off x="7009731" y="2108651"/>
              <a:ext cx="1589987" cy="590292"/>
            </a:xfrm>
            <a:prstGeom prst="parallelogram">
              <a:avLst>
                <a:gd name="adj" fmla="val 69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" name="îṥḻïḍè">
              <a:extLst>
                <a:ext uri="{FF2B5EF4-FFF2-40B4-BE49-F238E27FC236}">
                  <a16:creationId xmlns:a16="http://schemas.microsoft.com/office/drawing/2014/main" id="{85D9819A-F4F4-448A-9456-FE7093C0B335}"/>
                </a:ext>
              </a:extLst>
            </p:cNvPr>
            <p:cNvSpPr/>
            <p:nvPr/>
          </p:nvSpPr>
          <p:spPr>
            <a:xfrm flipH="1" flipV="1">
              <a:off x="1860565" y="4740783"/>
              <a:ext cx="1589987" cy="590292"/>
            </a:xfrm>
            <a:prstGeom prst="parallelogram">
              <a:avLst>
                <a:gd name="adj" fmla="val 6935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1" name="iSľîḍe">
              <a:extLst>
                <a:ext uri="{FF2B5EF4-FFF2-40B4-BE49-F238E27FC236}">
                  <a16:creationId xmlns:a16="http://schemas.microsoft.com/office/drawing/2014/main" id="{3871E0AB-4418-4AB1-8576-A4F65C63AF4D}"/>
                </a:ext>
              </a:extLst>
            </p:cNvPr>
            <p:cNvSpPr/>
            <p:nvPr/>
          </p:nvSpPr>
          <p:spPr>
            <a:xfrm flipH="1" flipV="1">
              <a:off x="4375866" y="4740783"/>
              <a:ext cx="1589987" cy="590292"/>
            </a:xfrm>
            <a:prstGeom prst="parallelogram">
              <a:avLst>
                <a:gd name="adj" fmla="val 6618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ïsľïḓé">
              <a:extLst>
                <a:ext uri="{FF2B5EF4-FFF2-40B4-BE49-F238E27FC236}">
                  <a16:creationId xmlns:a16="http://schemas.microsoft.com/office/drawing/2014/main" id="{86363471-114B-4707-84CC-198CFB5FF2ED}"/>
                </a:ext>
              </a:extLst>
            </p:cNvPr>
            <p:cNvSpPr/>
            <p:nvPr/>
          </p:nvSpPr>
          <p:spPr>
            <a:xfrm flipH="1" flipV="1">
              <a:off x="7009731" y="4740783"/>
              <a:ext cx="1589987" cy="590292"/>
            </a:xfrm>
            <a:prstGeom prst="parallelogram">
              <a:avLst>
                <a:gd name="adj" fmla="val 69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" name="îṡḷïḓé">
              <a:extLst>
                <a:ext uri="{FF2B5EF4-FFF2-40B4-BE49-F238E27FC236}">
                  <a16:creationId xmlns:a16="http://schemas.microsoft.com/office/drawing/2014/main" id="{3DA617AE-EE4F-4DCD-B95E-F4B200FDEECE}"/>
                </a:ext>
              </a:extLst>
            </p:cNvPr>
            <p:cNvSpPr txBox="1"/>
            <p:nvPr/>
          </p:nvSpPr>
          <p:spPr>
            <a:xfrm>
              <a:off x="1922198" y="1560854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</a:t>
              </a:r>
              <a:r>
                <a:rPr lang="en-US" altLang="zh-CN" sz="100" b="1"/>
                <a:t> </a:t>
              </a:r>
              <a:r>
                <a:rPr lang="en-US" altLang="zh-CN" sz="1600" b="1"/>
                <a:t>ext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14" name="î$ḻiḋe">
              <a:extLst>
                <a:ext uri="{FF2B5EF4-FFF2-40B4-BE49-F238E27FC236}">
                  <a16:creationId xmlns:a16="http://schemas.microsoft.com/office/drawing/2014/main" id="{EDF5B864-B59C-4283-BB6A-84470FBE7E82}"/>
                </a:ext>
              </a:extLst>
            </p:cNvPr>
            <p:cNvSpPr txBox="1"/>
            <p:nvPr/>
          </p:nvSpPr>
          <p:spPr>
            <a:xfrm>
              <a:off x="1912869" y="5404052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Te</a:t>
              </a:r>
              <a:r>
                <a:rPr lang="en-US" altLang="zh-CN" sz="100" b="1"/>
                <a:t> </a:t>
              </a:r>
              <a:r>
                <a:rPr lang="en-US" altLang="zh-CN" sz="1600" b="1"/>
                <a:t>xt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15" name="íṧḻïďé">
              <a:extLst>
                <a:ext uri="{FF2B5EF4-FFF2-40B4-BE49-F238E27FC236}">
                  <a16:creationId xmlns:a16="http://schemas.microsoft.com/office/drawing/2014/main" id="{225B5725-A25F-45CC-9DEC-2268351A4D3C}"/>
                </a:ext>
              </a:extLst>
            </p:cNvPr>
            <p:cNvSpPr txBox="1"/>
            <p:nvPr/>
          </p:nvSpPr>
          <p:spPr>
            <a:xfrm>
              <a:off x="4394099" y="1551968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</a:t>
              </a:r>
              <a:r>
                <a:rPr lang="en-US" altLang="zh-CN" sz="100" b="1"/>
                <a:t> </a:t>
              </a:r>
              <a:r>
                <a:rPr lang="en-US" altLang="zh-CN" sz="1600" b="1"/>
                <a:t>ext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16" name="ïṣ1ïḋê">
              <a:extLst>
                <a:ext uri="{FF2B5EF4-FFF2-40B4-BE49-F238E27FC236}">
                  <a16:creationId xmlns:a16="http://schemas.microsoft.com/office/drawing/2014/main" id="{3EA16515-6D18-4ABF-9570-CD768190FFEB}"/>
                </a:ext>
              </a:extLst>
            </p:cNvPr>
            <p:cNvSpPr txBox="1"/>
            <p:nvPr/>
          </p:nvSpPr>
          <p:spPr>
            <a:xfrm>
              <a:off x="4384770" y="5395166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Text</a:t>
              </a:r>
              <a:r>
                <a:rPr lang="en-US" altLang="zh-CN" sz="100" b="1"/>
                <a:t> </a:t>
              </a:r>
              <a:r>
                <a:rPr lang="en-US" altLang="zh-CN" sz="1600" b="1"/>
                <a:t>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17" name="ïsḻiďè">
              <a:extLst>
                <a:ext uri="{FF2B5EF4-FFF2-40B4-BE49-F238E27FC236}">
                  <a16:creationId xmlns:a16="http://schemas.microsoft.com/office/drawing/2014/main" id="{F1F1C791-3EB1-4357-9FF7-4E3CCD9AAB62}"/>
                </a:ext>
              </a:extLst>
            </p:cNvPr>
            <p:cNvSpPr txBox="1"/>
            <p:nvPr/>
          </p:nvSpPr>
          <p:spPr>
            <a:xfrm>
              <a:off x="7012786" y="1560853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Text h</a:t>
              </a:r>
              <a:r>
                <a:rPr lang="en-US" altLang="zh-CN" sz="100" b="1"/>
                <a:t> </a:t>
              </a:r>
              <a:r>
                <a:rPr lang="en-US" altLang="zh-CN" sz="1600" b="1"/>
                <a:t>ere</a:t>
              </a:r>
              <a:endParaRPr lang="zh-CN" altLang="en-US" sz="1600" b="1" dirty="0"/>
            </a:p>
          </p:txBody>
        </p:sp>
        <p:sp>
          <p:nvSpPr>
            <p:cNvPr id="18" name="îṩľîdê">
              <a:extLst>
                <a:ext uri="{FF2B5EF4-FFF2-40B4-BE49-F238E27FC236}">
                  <a16:creationId xmlns:a16="http://schemas.microsoft.com/office/drawing/2014/main" id="{6CCD42D9-5922-4A49-AF45-FE288176E1AF}"/>
                </a:ext>
              </a:extLst>
            </p:cNvPr>
            <p:cNvSpPr txBox="1"/>
            <p:nvPr/>
          </p:nvSpPr>
          <p:spPr>
            <a:xfrm>
              <a:off x="7003457" y="5404051"/>
              <a:ext cx="1850400" cy="458270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r>
                <a:rPr lang="en-US" altLang="zh-CN" sz="1600" b="1"/>
                <a:t>Text he</a:t>
              </a:r>
              <a:r>
                <a:rPr lang="en-US" altLang="zh-CN" sz="100" b="1"/>
                <a:t> </a:t>
              </a:r>
              <a:r>
                <a:rPr lang="en-US" altLang="zh-CN" sz="1600" b="1"/>
                <a:t>re</a:t>
              </a:r>
              <a:endParaRPr lang="zh-CN" altLang="en-US" sz="1600" b="1" dirty="0"/>
            </a:p>
          </p:txBody>
        </p:sp>
        <p:sp>
          <p:nvSpPr>
            <p:cNvPr id="19" name="ïṧḻíḋe">
              <a:extLst>
                <a:ext uri="{FF2B5EF4-FFF2-40B4-BE49-F238E27FC236}">
                  <a16:creationId xmlns:a16="http://schemas.microsoft.com/office/drawing/2014/main" id="{2CD5DFED-214C-4B26-A235-8A91BE312FCB}"/>
                </a:ext>
              </a:extLst>
            </p:cNvPr>
            <p:cNvSpPr/>
            <p:nvPr/>
          </p:nvSpPr>
          <p:spPr>
            <a:xfrm>
              <a:off x="1924017" y="2723530"/>
              <a:ext cx="1848581" cy="631649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</a:t>
              </a:r>
              <a:r>
                <a:rPr lang="en-US" altLang="zh-CN" sz="1000"/>
                <a:t>the o</a:t>
              </a:r>
              <a:r>
                <a:rPr lang="en-US" altLang="zh-CN" sz="100"/>
                <a:t> </a:t>
              </a:r>
              <a:r>
                <a:rPr lang="en-US" altLang="zh-CN" sz="1000"/>
                <a:t>nly </a:t>
              </a:r>
              <a:r>
                <a:rPr lang="en-US" altLang="zh-CN" sz="1000" dirty="0"/>
                <a:t>option to retain text.</a:t>
              </a:r>
            </a:p>
          </p:txBody>
        </p:sp>
        <p:grpSp>
          <p:nvGrpSpPr>
            <p:cNvPr id="20" name="íśḻíḋé">
              <a:extLst>
                <a:ext uri="{FF2B5EF4-FFF2-40B4-BE49-F238E27FC236}">
                  <a16:creationId xmlns:a16="http://schemas.microsoft.com/office/drawing/2014/main" id="{BE009B2F-EC0C-4F5C-8F1D-506B6CC7179B}"/>
                </a:ext>
              </a:extLst>
            </p:cNvPr>
            <p:cNvGrpSpPr/>
            <p:nvPr/>
          </p:nvGrpSpPr>
          <p:grpSpPr>
            <a:xfrm>
              <a:off x="4975409" y="4835917"/>
              <a:ext cx="390902" cy="400024"/>
              <a:chOff x="2437300" y="3542332"/>
              <a:chExt cx="400024" cy="400024"/>
            </a:xfrm>
            <a:solidFill>
              <a:schemeClr val="bg2"/>
            </a:solidFill>
          </p:grpSpPr>
          <p:sp>
            <p:nvSpPr>
              <p:cNvPr id="45" name="îsḻíḋé">
                <a:extLst>
                  <a:ext uri="{FF2B5EF4-FFF2-40B4-BE49-F238E27FC236}">
                    <a16:creationId xmlns:a16="http://schemas.microsoft.com/office/drawing/2014/main" id="{9387D36D-1C67-4EAA-83CD-57B94706C3E7}"/>
                  </a:ext>
                </a:extLst>
              </p:cNvPr>
              <p:cNvSpPr/>
              <p:nvPr/>
            </p:nvSpPr>
            <p:spPr bwMode="auto">
              <a:xfrm>
                <a:off x="2437300" y="3542332"/>
                <a:ext cx="400024" cy="400024"/>
              </a:xfrm>
              <a:custGeom>
                <a:avLst/>
                <a:gdLst>
                  <a:gd name="T0" fmla="*/ 83 w 128"/>
                  <a:gd name="T1" fmla="*/ 40 h 128"/>
                  <a:gd name="T2" fmla="*/ 64 w 128"/>
                  <a:gd name="T3" fmla="*/ 0 h 128"/>
                  <a:gd name="T4" fmla="*/ 36 w 128"/>
                  <a:gd name="T5" fmla="*/ 41 h 128"/>
                  <a:gd name="T6" fmla="*/ 32 w 128"/>
                  <a:gd name="T7" fmla="*/ 43 h 128"/>
                  <a:gd name="T8" fmla="*/ 12 w 128"/>
                  <a:gd name="T9" fmla="*/ 40 h 128"/>
                  <a:gd name="T10" fmla="*/ 0 w 128"/>
                  <a:gd name="T11" fmla="*/ 116 h 128"/>
                  <a:gd name="T12" fmla="*/ 24 w 128"/>
                  <a:gd name="T13" fmla="*/ 128 h 128"/>
                  <a:gd name="T14" fmla="*/ 35 w 128"/>
                  <a:gd name="T15" fmla="*/ 121 h 128"/>
                  <a:gd name="T16" fmla="*/ 36 w 128"/>
                  <a:gd name="T17" fmla="*/ 121 h 128"/>
                  <a:gd name="T18" fmla="*/ 76 w 128"/>
                  <a:gd name="T19" fmla="*/ 128 h 128"/>
                  <a:gd name="T20" fmla="*/ 112 w 128"/>
                  <a:gd name="T21" fmla="*/ 120 h 128"/>
                  <a:gd name="T22" fmla="*/ 114 w 128"/>
                  <a:gd name="T23" fmla="*/ 109 h 128"/>
                  <a:gd name="T24" fmla="*/ 121 w 128"/>
                  <a:gd name="T25" fmla="*/ 88 h 128"/>
                  <a:gd name="T26" fmla="*/ 124 w 128"/>
                  <a:gd name="T27" fmla="*/ 67 h 128"/>
                  <a:gd name="T28" fmla="*/ 128 w 128"/>
                  <a:gd name="T29" fmla="*/ 58 h 128"/>
                  <a:gd name="T30" fmla="*/ 117 w 128"/>
                  <a:gd name="T31" fmla="*/ 42 h 128"/>
                  <a:gd name="T32" fmla="*/ 24 w 128"/>
                  <a:gd name="T33" fmla="*/ 120 h 128"/>
                  <a:gd name="T34" fmla="*/ 8 w 128"/>
                  <a:gd name="T35" fmla="*/ 116 h 128"/>
                  <a:gd name="T36" fmla="*/ 12 w 128"/>
                  <a:gd name="T37" fmla="*/ 48 h 128"/>
                  <a:gd name="T38" fmla="*/ 28 w 128"/>
                  <a:gd name="T39" fmla="*/ 52 h 128"/>
                  <a:gd name="T40" fmla="*/ 120 w 128"/>
                  <a:gd name="T41" fmla="*/ 58 h 128"/>
                  <a:gd name="T42" fmla="*/ 104 w 128"/>
                  <a:gd name="T43" fmla="*/ 64 h 128"/>
                  <a:gd name="T44" fmla="*/ 104 w 128"/>
                  <a:gd name="T45" fmla="*/ 68 h 128"/>
                  <a:gd name="T46" fmla="*/ 118 w 128"/>
                  <a:gd name="T47" fmla="*/ 75 h 128"/>
                  <a:gd name="T48" fmla="*/ 100 w 128"/>
                  <a:gd name="T49" fmla="*/ 84 h 128"/>
                  <a:gd name="T50" fmla="*/ 100 w 128"/>
                  <a:gd name="T51" fmla="*/ 88 h 128"/>
                  <a:gd name="T52" fmla="*/ 113 w 128"/>
                  <a:gd name="T53" fmla="*/ 96 h 128"/>
                  <a:gd name="T54" fmla="*/ 96 w 128"/>
                  <a:gd name="T55" fmla="*/ 104 h 128"/>
                  <a:gd name="T56" fmla="*/ 96 w 128"/>
                  <a:gd name="T57" fmla="*/ 108 h 128"/>
                  <a:gd name="T58" fmla="*/ 106 w 128"/>
                  <a:gd name="T59" fmla="*/ 114 h 128"/>
                  <a:gd name="T60" fmla="*/ 98 w 128"/>
                  <a:gd name="T61" fmla="*/ 120 h 128"/>
                  <a:gd name="T62" fmla="*/ 54 w 128"/>
                  <a:gd name="T63" fmla="*/ 117 h 128"/>
                  <a:gd name="T64" fmla="*/ 32 w 128"/>
                  <a:gd name="T65" fmla="*/ 110 h 128"/>
                  <a:gd name="T66" fmla="*/ 35 w 128"/>
                  <a:gd name="T67" fmla="*/ 50 h 128"/>
                  <a:gd name="T68" fmla="*/ 60 w 128"/>
                  <a:gd name="T69" fmla="*/ 12 h 128"/>
                  <a:gd name="T70" fmla="*/ 76 w 128"/>
                  <a:gd name="T71" fmla="*/ 27 h 128"/>
                  <a:gd name="T72" fmla="*/ 115 w 128"/>
                  <a:gd name="T73" fmla="*/ 50 h 128"/>
                  <a:gd name="T74" fmla="*/ 120 w 128"/>
                  <a:gd name="T75" fmla="*/ 5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8" h="128">
                    <a:moveTo>
                      <a:pt x="117" y="42"/>
                    </a:moveTo>
                    <a:cubicBezTo>
                      <a:pt x="112" y="41"/>
                      <a:pt x="100" y="41"/>
                      <a:pt x="83" y="40"/>
                    </a:cubicBezTo>
                    <a:cubicBezTo>
                      <a:pt x="84" y="36"/>
                      <a:pt x="84" y="33"/>
                      <a:pt x="84" y="27"/>
                    </a:cubicBezTo>
                    <a:cubicBezTo>
                      <a:pt x="84" y="13"/>
                      <a:pt x="73" y="0"/>
                      <a:pt x="64" y="0"/>
                    </a:cubicBezTo>
                    <a:cubicBezTo>
                      <a:pt x="57" y="0"/>
                      <a:pt x="52" y="5"/>
                      <a:pt x="52" y="12"/>
                    </a:cubicBezTo>
                    <a:cubicBezTo>
                      <a:pt x="52" y="20"/>
                      <a:pt x="49" y="34"/>
                      <a:pt x="36" y="41"/>
                    </a:cubicBezTo>
                    <a:cubicBezTo>
                      <a:pt x="35" y="41"/>
                      <a:pt x="32" y="43"/>
                      <a:pt x="32" y="4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0" y="41"/>
                      <a:pt x="27" y="40"/>
                      <a:pt x="24" y="40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5" y="40"/>
                      <a:pt x="0" y="45"/>
                      <a:pt x="0" y="52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23"/>
                      <a:pt x="5" y="128"/>
                      <a:pt x="12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9" y="128"/>
                      <a:pt x="33" y="125"/>
                      <a:pt x="35" y="121"/>
                    </a:cubicBezTo>
                    <a:cubicBezTo>
                      <a:pt x="35" y="121"/>
                      <a:pt x="35" y="121"/>
                      <a:pt x="35" y="121"/>
                    </a:cubicBezTo>
                    <a:cubicBezTo>
                      <a:pt x="35" y="121"/>
                      <a:pt x="35" y="121"/>
                      <a:pt x="36" y="121"/>
                    </a:cubicBezTo>
                    <a:cubicBezTo>
                      <a:pt x="36" y="121"/>
                      <a:pt x="36" y="121"/>
                      <a:pt x="36" y="121"/>
                    </a:cubicBezTo>
                    <a:cubicBezTo>
                      <a:pt x="38" y="122"/>
                      <a:pt x="43" y="123"/>
                      <a:pt x="52" y="125"/>
                    </a:cubicBezTo>
                    <a:cubicBezTo>
                      <a:pt x="54" y="126"/>
                      <a:pt x="65" y="128"/>
                      <a:pt x="76" y="128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105" y="128"/>
                      <a:pt x="109" y="125"/>
                      <a:pt x="112" y="120"/>
                    </a:cubicBezTo>
                    <a:cubicBezTo>
                      <a:pt x="112" y="120"/>
                      <a:pt x="113" y="118"/>
                      <a:pt x="114" y="116"/>
                    </a:cubicBezTo>
                    <a:cubicBezTo>
                      <a:pt x="115" y="114"/>
                      <a:pt x="115" y="112"/>
                      <a:pt x="114" y="109"/>
                    </a:cubicBezTo>
                    <a:cubicBezTo>
                      <a:pt x="118" y="106"/>
                      <a:pt x="120" y="102"/>
                      <a:pt x="121" y="99"/>
                    </a:cubicBezTo>
                    <a:cubicBezTo>
                      <a:pt x="122" y="94"/>
                      <a:pt x="122" y="90"/>
                      <a:pt x="121" y="88"/>
                    </a:cubicBezTo>
                    <a:cubicBezTo>
                      <a:pt x="123" y="85"/>
                      <a:pt x="125" y="82"/>
                      <a:pt x="126" y="77"/>
                    </a:cubicBezTo>
                    <a:cubicBezTo>
                      <a:pt x="127" y="73"/>
                      <a:pt x="126" y="70"/>
                      <a:pt x="124" y="67"/>
                    </a:cubicBezTo>
                    <a:cubicBezTo>
                      <a:pt x="127" y="65"/>
                      <a:pt x="128" y="61"/>
                      <a:pt x="128" y="58"/>
                    </a:cubicBezTo>
                    <a:cubicBezTo>
                      <a:pt x="128" y="58"/>
                      <a:pt x="128" y="58"/>
                      <a:pt x="128" y="58"/>
                    </a:cubicBezTo>
                    <a:cubicBezTo>
                      <a:pt x="128" y="57"/>
                      <a:pt x="128" y="57"/>
                      <a:pt x="128" y="56"/>
                    </a:cubicBezTo>
                    <a:cubicBezTo>
                      <a:pt x="128" y="51"/>
                      <a:pt x="125" y="44"/>
                      <a:pt x="117" y="42"/>
                    </a:cubicBezTo>
                    <a:close/>
                    <a:moveTo>
                      <a:pt x="28" y="116"/>
                    </a:moveTo>
                    <a:cubicBezTo>
                      <a:pt x="28" y="118"/>
                      <a:pt x="26" y="120"/>
                      <a:pt x="24" y="120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0" y="120"/>
                      <a:pt x="8" y="118"/>
                      <a:pt x="8" y="11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0"/>
                      <a:pt x="10" y="48"/>
                      <a:pt x="12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6" y="48"/>
                      <a:pt x="28" y="50"/>
                      <a:pt x="28" y="52"/>
                    </a:cubicBezTo>
                    <a:lnTo>
                      <a:pt x="28" y="116"/>
                    </a:lnTo>
                    <a:close/>
                    <a:moveTo>
                      <a:pt x="120" y="58"/>
                    </a:moveTo>
                    <a:cubicBezTo>
                      <a:pt x="120" y="60"/>
                      <a:pt x="119" y="64"/>
                      <a:pt x="112" y="64"/>
                    </a:cubicBezTo>
                    <a:cubicBezTo>
                      <a:pt x="106" y="64"/>
                      <a:pt x="104" y="64"/>
                      <a:pt x="104" y="64"/>
                    </a:cubicBezTo>
                    <a:cubicBezTo>
                      <a:pt x="103" y="64"/>
                      <a:pt x="102" y="65"/>
                      <a:pt x="102" y="66"/>
                    </a:cubicBezTo>
                    <a:cubicBezTo>
                      <a:pt x="102" y="67"/>
                      <a:pt x="103" y="68"/>
                      <a:pt x="104" y="68"/>
                    </a:cubicBezTo>
                    <a:cubicBezTo>
                      <a:pt x="104" y="68"/>
                      <a:pt x="106" y="68"/>
                      <a:pt x="112" y="68"/>
                    </a:cubicBezTo>
                    <a:cubicBezTo>
                      <a:pt x="118" y="68"/>
                      <a:pt x="119" y="73"/>
                      <a:pt x="118" y="75"/>
                    </a:cubicBezTo>
                    <a:cubicBezTo>
                      <a:pt x="118" y="78"/>
                      <a:pt x="116" y="84"/>
                      <a:pt x="110" y="84"/>
                    </a:cubicBezTo>
                    <a:cubicBezTo>
                      <a:pt x="103" y="84"/>
                      <a:pt x="100" y="84"/>
                      <a:pt x="100" y="84"/>
                    </a:cubicBezTo>
                    <a:cubicBezTo>
                      <a:pt x="99" y="84"/>
                      <a:pt x="98" y="85"/>
                      <a:pt x="98" y="86"/>
                    </a:cubicBezTo>
                    <a:cubicBezTo>
                      <a:pt x="98" y="87"/>
                      <a:pt x="99" y="88"/>
                      <a:pt x="100" y="88"/>
                    </a:cubicBezTo>
                    <a:cubicBezTo>
                      <a:pt x="100" y="88"/>
                      <a:pt x="105" y="88"/>
                      <a:pt x="108" y="88"/>
                    </a:cubicBezTo>
                    <a:cubicBezTo>
                      <a:pt x="115" y="88"/>
                      <a:pt x="114" y="93"/>
                      <a:pt x="113" y="96"/>
                    </a:cubicBezTo>
                    <a:cubicBezTo>
                      <a:pt x="112" y="100"/>
                      <a:pt x="111" y="104"/>
                      <a:pt x="103" y="104"/>
                    </a:cubicBezTo>
                    <a:cubicBezTo>
                      <a:pt x="100" y="104"/>
                      <a:pt x="96" y="104"/>
                      <a:pt x="96" y="104"/>
                    </a:cubicBezTo>
                    <a:cubicBezTo>
                      <a:pt x="95" y="104"/>
                      <a:pt x="94" y="105"/>
                      <a:pt x="94" y="106"/>
                    </a:cubicBezTo>
                    <a:cubicBezTo>
                      <a:pt x="94" y="107"/>
                      <a:pt x="95" y="108"/>
                      <a:pt x="96" y="108"/>
                    </a:cubicBezTo>
                    <a:cubicBezTo>
                      <a:pt x="96" y="108"/>
                      <a:pt x="99" y="108"/>
                      <a:pt x="102" y="108"/>
                    </a:cubicBezTo>
                    <a:cubicBezTo>
                      <a:pt x="107" y="108"/>
                      <a:pt x="107" y="112"/>
                      <a:pt x="106" y="114"/>
                    </a:cubicBezTo>
                    <a:cubicBezTo>
                      <a:pt x="106" y="115"/>
                      <a:pt x="105" y="116"/>
                      <a:pt x="105" y="117"/>
                    </a:cubicBezTo>
                    <a:cubicBezTo>
                      <a:pt x="104" y="119"/>
                      <a:pt x="102" y="120"/>
                      <a:pt x="98" y="120"/>
                    </a:cubicBezTo>
                    <a:cubicBezTo>
                      <a:pt x="76" y="120"/>
                      <a:pt x="76" y="120"/>
                      <a:pt x="76" y="120"/>
                    </a:cubicBezTo>
                    <a:cubicBezTo>
                      <a:pt x="65" y="120"/>
                      <a:pt x="54" y="118"/>
                      <a:pt x="54" y="117"/>
                    </a:cubicBezTo>
                    <a:cubicBezTo>
                      <a:pt x="37" y="114"/>
                      <a:pt x="36" y="113"/>
                      <a:pt x="35" y="113"/>
                    </a:cubicBezTo>
                    <a:cubicBezTo>
                      <a:pt x="35" y="113"/>
                      <a:pt x="32" y="112"/>
                      <a:pt x="32" y="110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52"/>
                      <a:pt x="33" y="51"/>
                      <a:pt x="35" y="50"/>
                    </a:cubicBezTo>
                    <a:cubicBezTo>
                      <a:pt x="35" y="50"/>
                      <a:pt x="36" y="50"/>
                      <a:pt x="36" y="50"/>
                    </a:cubicBezTo>
                    <a:cubicBezTo>
                      <a:pt x="54" y="42"/>
                      <a:pt x="60" y="26"/>
                      <a:pt x="60" y="12"/>
                    </a:cubicBezTo>
                    <a:cubicBezTo>
                      <a:pt x="60" y="10"/>
                      <a:pt x="62" y="8"/>
                      <a:pt x="64" y="8"/>
                    </a:cubicBezTo>
                    <a:cubicBezTo>
                      <a:pt x="68" y="8"/>
                      <a:pt x="76" y="16"/>
                      <a:pt x="76" y="27"/>
                    </a:cubicBezTo>
                    <a:cubicBezTo>
                      <a:pt x="76" y="36"/>
                      <a:pt x="75" y="38"/>
                      <a:pt x="72" y="48"/>
                    </a:cubicBezTo>
                    <a:cubicBezTo>
                      <a:pt x="112" y="48"/>
                      <a:pt x="112" y="49"/>
                      <a:pt x="115" y="50"/>
                    </a:cubicBezTo>
                    <a:cubicBezTo>
                      <a:pt x="120" y="51"/>
                      <a:pt x="120" y="54"/>
                      <a:pt x="120" y="56"/>
                    </a:cubicBezTo>
                    <a:cubicBezTo>
                      <a:pt x="120" y="57"/>
                      <a:pt x="120" y="57"/>
                      <a:pt x="1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işlïde">
                <a:extLst>
                  <a:ext uri="{FF2B5EF4-FFF2-40B4-BE49-F238E27FC236}">
                    <a16:creationId xmlns:a16="http://schemas.microsoft.com/office/drawing/2014/main" id="{0887B0D5-D662-45BB-93F1-046D2D0DA724}"/>
                  </a:ext>
                </a:extLst>
              </p:cNvPr>
              <p:cNvSpPr/>
              <p:nvPr/>
            </p:nvSpPr>
            <p:spPr bwMode="auto">
              <a:xfrm>
                <a:off x="2474265" y="3867103"/>
                <a:ext cx="38287" cy="38287"/>
              </a:xfrm>
              <a:custGeom>
                <a:avLst/>
                <a:gdLst>
                  <a:gd name="T0" fmla="*/ 6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6 h 12"/>
                  <a:gd name="T8" fmla="*/ 6 w 12"/>
                  <a:gd name="T9" fmla="*/ 0 h 12"/>
                  <a:gd name="T10" fmla="*/ 6 w 12"/>
                  <a:gd name="T11" fmla="*/ 8 h 12"/>
                  <a:gd name="T12" fmla="*/ 4 w 12"/>
                  <a:gd name="T13" fmla="*/ 6 h 12"/>
                  <a:gd name="T14" fmla="*/ 6 w 12"/>
                  <a:gd name="T15" fmla="*/ 4 h 12"/>
                  <a:gd name="T16" fmla="*/ 8 w 12"/>
                  <a:gd name="T17" fmla="*/ 6 h 12"/>
                  <a:gd name="T18" fmla="*/ 6 w 12"/>
                  <a:gd name="T19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lose/>
                    <a:moveTo>
                      <a:pt x="6" y="8"/>
                    </a:moveTo>
                    <a:cubicBezTo>
                      <a:pt x="5" y="8"/>
                      <a:pt x="4" y="7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7" y="4"/>
                      <a:pt x="8" y="5"/>
                      <a:pt x="8" y="6"/>
                    </a:cubicBezTo>
                    <a:cubicBezTo>
                      <a:pt x="8" y="7"/>
                      <a:pt x="7" y="8"/>
                      <a:pt x="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î$1îḍè">
              <a:extLst>
                <a:ext uri="{FF2B5EF4-FFF2-40B4-BE49-F238E27FC236}">
                  <a16:creationId xmlns:a16="http://schemas.microsoft.com/office/drawing/2014/main" id="{2DD80B55-10FA-477D-BAC5-E4A8D60A6995}"/>
                </a:ext>
              </a:extLst>
            </p:cNvPr>
            <p:cNvGrpSpPr/>
            <p:nvPr/>
          </p:nvGrpSpPr>
          <p:grpSpPr>
            <a:xfrm>
              <a:off x="2460101" y="4861001"/>
              <a:ext cx="390901" cy="349856"/>
              <a:chOff x="2437300" y="2768688"/>
              <a:chExt cx="400024" cy="349856"/>
            </a:xfrm>
            <a:solidFill>
              <a:schemeClr val="bg2"/>
            </a:solidFill>
          </p:grpSpPr>
          <p:sp>
            <p:nvSpPr>
              <p:cNvPr id="43" name="îṣ1îdé">
                <a:extLst>
                  <a:ext uri="{FF2B5EF4-FFF2-40B4-BE49-F238E27FC236}">
                    <a16:creationId xmlns:a16="http://schemas.microsoft.com/office/drawing/2014/main" id="{4D7F3B7F-B1B4-4463-81AB-E71675093340}"/>
                  </a:ext>
                </a:extLst>
              </p:cNvPr>
              <p:cNvSpPr/>
              <p:nvPr/>
            </p:nvSpPr>
            <p:spPr bwMode="auto">
              <a:xfrm>
                <a:off x="2499350" y="2830738"/>
                <a:ext cx="143903" cy="93735"/>
              </a:xfrm>
              <a:custGeom>
                <a:avLst/>
                <a:gdLst>
                  <a:gd name="T0" fmla="*/ 44 w 46"/>
                  <a:gd name="T1" fmla="*/ 0 h 30"/>
                  <a:gd name="T2" fmla="*/ 0 w 46"/>
                  <a:gd name="T3" fmla="*/ 28 h 30"/>
                  <a:gd name="T4" fmla="*/ 2 w 46"/>
                  <a:gd name="T5" fmla="*/ 30 h 30"/>
                  <a:gd name="T6" fmla="*/ 4 w 46"/>
                  <a:gd name="T7" fmla="*/ 28 h 30"/>
                  <a:gd name="T8" fmla="*/ 44 w 46"/>
                  <a:gd name="T9" fmla="*/ 4 h 30"/>
                  <a:gd name="T10" fmla="*/ 46 w 46"/>
                  <a:gd name="T11" fmla="*/ 2 h 30"/>
                  <a:gd name="T12" fmla="*/ 44 w 46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30">
                    <a:moveTo>
                      <a:pt x="44" y="0"/>
                    </a:moveTo>
                    <a:cubicBezTo>
                      <a:pt x="20" y="0"/>
                      <a:pt x="0" y="13"/>
                      <a:pt x="0" y="28"/>
                    </a:cubicBezTo>
                    <a:cubicBezTo>
                      <a:pt x="0" y="29"/>
                      <a:pt x="1" y="30"/>
                      <a:pt x="2" y="30"/>
                    </a:cubicBezTo>
                    <a:cubicBezTo>
                      <a:pt x="3" y="30"/>
                      <a:pt x="4" y="29"/>
                      <a:pt x="4" y="28"/>
                    </a:cubicBezTo>
                    <a:cubicBezTo>
                      <a:pt x="4" y="15"/>
                      <a:pt x="23" y="4"/>
                      <a:pt x="44" y="4"/>
                    </a:cubicBezTo>
                    <a:cubicBezTo>
                      <a:pt x="45" y="4"/>
                      <a:pt x="46" y="3"/>
                      <a:pt x="46" y="2"/>
                    </a:cubicBezTo>
                    <a:cubicBezTo>
                      <a:pt x="46" y="1"/>
                      <a:pt x="45" y="0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îṩlîḍé">
                <a:extLst>
                  <a:ext uri="{FF2B5EF4-FFF2-40B4-BE49-F238E27FC236}">
                    <a16:creationId xmlns:a16="http://schemas.microsoft.com/office/drawing/2014/main" id="{31CD273C-6728-458C-8245-8D540672452B}"/>
                  </a:ext>
                </a:extLst>
              </p:cNvPr>
              <p:cNvSpPr/>
              <p:nvPr/>
            </p:nvSpPr>
            <p:spPr bwMode="auto">
              <a:xfrm>
                <a:off x="2437300" y="2768688"/>
                <a:ext cx="400024" cy="349856"/>
              </a:xfrm>
              <a:custGeom>
                <a:avLst/>
                <a:gdLst>
                  <a:gd name="T0" fmla="*/ 64 w 128"/>
                  <a:gd name="T1" fmla="*/ 0 h 112"/>
                  <a:gd name="T2" fmla="*/ 0 w 128"/>
                  <a:gd name="T3" fmla="*/ 48 h 112"/>
                  <a:gd name="T4" fmla="*/ 28 w 128"/>
                  <a:gd name="T5" fmla="*/ 88 h 112"/>
                  <a:gd name="T6" fmla="*/ 28 w 128"/>
                  <a:gd name="T7" fmla="*/ 88 h 112"/>
                  <a:gd name="T8" fmla="*/ 20 w 128"/>
                  <a:gd name="T9" fmla="*/ 107 h 112"/>
                  <a:gd name="T10" fmla="*/ 20 w 128"/>
                  <a:gd name="T11" fmla="*/ 107 h 112"/>
                  <a:gd name="T12" fmla="*/ 20 w 128"/>
                  <a:gd name="T13" fmla="*/ 108 h 112"/>
                  <a:gd name="T14" fmla="*/ 24 w 128"/>
                  <a:gd name="T15" fmla="*/ 112 h 112"/>
                  <a:gd name="T16" fmla="*/ 25 w 128"/>
                  <a:gd name="T17" fmla="*/ 112 h 112"/>
                  <a:gd name="T18" fmla="*/ 52 w 128"/>
                  <a:gd name="T19" fmla="*/ 95 h 112"/>
                  <a:gd name="T20" fmla="*/ 64 w 128"/>
                  <a:gd name="T21" fmla="*/ 96 h 112"/>
                  <a:gd name="T22" fmla="*/ 128 w 128"/>
                  <a:gd name="T23" fmla="*/ 48 h 112"/>
                  <a:gd name="T24" fmla="*/ 64 w 128"/>
                  <a:gd name="T25" fmla="*/ 0 h 112"/>
                  <a:gd name="T26" fmla="*/ 64 w 128"/>
                  <a:gd name="T27" fmla="*/ 88 h 112"/>
                  <a:gd name="T28" fmla="*/ 53 w 128"/>
                  <a:gd name="T29" fmla="*/ 87 h 112"/>
                  <a:gd name="T30" fmla="*/ 52 w 128"/>
                  <a:gd name="T31" fmla="*/ 87 h 112"/>
                  <a:gd name="T32" fmla="*/ 45 w 128"/>
                  <a:gd name="T33" fmla="*/ 90 h 112"/>
                  <a:gd name="T34" fmla="*/ 33 w 128"/>
                  <a:gd name="T35" fmla="*/ 100 h 112"/>
                  <a:gd name="T36" fmla="*/ 36 w 128"/>
                  <a:gd name="T37" fmla="*/ 88 h 112"/>
                  <a:gd name="T38" fmla="*/ 36 w 128"/>
                  <a:gd name="T39" fmla="*/ 88 h 112"/>
                  <a:gd name="T40" fmla="*/ 32 w 128"/>
                  <a:gd name="T41" fmla="*/ 81 h 112"/>
                  <a:gd name="T42" fmla="*/ 8 w 128"/>
                  <a:gd name="T43" fmla="*/ 48 h 112"/>
                  <a:gd name="T44" fmla="*/ 64 w 128"/>
                  <a:gd name="T45" fmla="*/ 8 h 112"/>
                  <a:gd name="T46" fmla="*/ 120 w 128"/>
                  <a:gd name="T47" fmla="*/ 48 h 112"/>
                  <a:gd name="T48" fmla="*/ 64 w 128"/>
                  <a:gd name="T49" fmla="*/ 8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112">
                    <a:moveTo>
                      <a:pt x="64" y="0"/>
                    </a:moveTo>
                    <a:cubicBezTo>
                      <a:pt x="29" y="0"/>
                      <a:pt x="0" y="21"/>
                      <a:pt x="0" y="48"/>
                    </a:cubicBezTo>
                    <a:cubicBezTo>
                      <a:pt x="0" y="65"/>
                      <a:pt x="11" y="79"/>
                      <a:pt x="28" y="88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95"/>
                      <a:pt x="23" y="103"/>
                      <a:pt x="20" y="107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20" y="107"/>
                      <a:pt x="20" y="108"/>
                      <a:pt x="20" y="108"/>
                    </a:cubicBezTo>
                    <a:cubicBezTo>
                      <a:pt x="20" y="110"/>
                      <a:pt x="22" y="112"/>
                      <a:pt x="24" y="112"/>
                    </a:cubicBezTo>
                    <a:cubicBezTo>
                      <a:pt x="24" y="112"/>
                      <a:pt x="25" y="112"/>
                      <a:pt x="25" y="112"/>
                    </a:cubicBezTo>
                    <a:cubicBezTo>
                      <a:pt x="37" y="110"/>
                      <a:pt x="49" y="98"/>
                      <a:pt x="52" y="95"/>
                    </a:cubicBezTo>
                    <a:cubicBezTo>
                      <a:pt x="56" y="96"/>
                      <a:pt x="60" y="96"/>
                      <a:pt x="64" y="96"/>
                    </a:cubicBezTo>
                    <a:cubicBezTo>
                      <a:pt x="99" y="96"/>
                      <a:pt x="128" y="75"/>
                      <a:pt x="128" y="48"/>
                    </a:cubicBezTo>
                    <a:cubicBezTo>
                      <a:pt x="128" y="21"/>
                      <a:pt x="99" y="0"/>
                      <a:pt x="64" y="0"/>
                    </a:cubicBezTo>
                    <a:close/>
                    <a:moveTo>
                      <a:pt x="64" y="88"/>
                    </a:moveTo>
                    <a:cubicBezTo>
                      <a:pt x="60" y="88"/>
                      <a:pt x="57" y="88"/>
                      <a:pt x="53" y="87"/>
                    </a:cubicBezTo>
                    <a:cubicBezTo>
                      <a:pt x="52" y="87"/>
                      <a:pt x="52" y="87"/>
                      <a:pt x="52" y="87"/>
                    </a:cubicBezTo>
                    <a:cubicBezTo>
                      <a:pt x="49" y="87"/>
                      <a:pt x="47" y="88"/>
                      <a:pt x="45" y="90"/>
                    </a:cubicBezTo>
                    <a:cubicBezTo>
                      <a:pt x="44" y="92"/>
                      <a:pt x="39" y="97"/>
                      <a:pt x="33" y="100"/>
                    </a:cubicBezTo>
                    <a:cubicBezTo>
                      <a:pt x="35" y="97"/>
                      <a:pt x="36" y="93"/>
                      <a:pt x="3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36" y="85"/>
                      <a:pt x="34" y="82"/>
                      <a:pt x="32" y="81"/>
                    </a:cubicBezTo>
                    <a:cubicBezTo>
                      <a:pt x="17" y="73"/>
                      <a:pt x="8" y="61"/>
                      <a:pt x="8" y="48"/>
                    </a:cubicBezTo>
                    <a:cubicBezTo>
                      <a:pt x="8" y="26"/>
                      <a:pt x="33" y="8"/>
                      <a:pt x="64" y="8"/>
                    </a:cubicBezTo>
                    <a:cubicBezTo>
                      <a:pt x="95" y="8"/>
                      <a:pt x="120" y="26"/>
                      <a:pt x="120" y="48"/>
                    </a:cubicBezTo>
                    <a:cubicBezTo>
                      <a:pt x="120" y="70"/>
                      <a:pt x="95" y="88"/>
                      <a:pt x="64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2" name="îşḷïde">
              <a:extLst>
                <a:ext uri="{FF2B5EF4-FFF2-40B4-BE49-F238E27FC236}">
                  <a16:creationId xmlns:a16="http://schemas.microsoft.com/office/drawing/2014/main" id="{1B07641B-F245-4706-8381-904BA136476A}"/>
                </a:ext>
              </a:extLst>
            </p:cNvPr>
            <p:cNvSpPr/>
            <p:nvPr/>
          </p:nvSpPr>
          <p:spPr bwMode="auto">
            <a:xfrm>
              <a:off x="4969604" y="2203785"/>
              <a:ext cx="402513" cy="400024"/>
            </a:xfrm>
            <a:custGeom>
              <a:avLst/>
              <a:gdLst>
                <a:gd name="T0" fmla="*/ 94 w 132"/>
                <a:gd name="T1" fmla="*/ 0 h 128"/>
                <a:gd name="T2" fmla="*/ 56 w 132"/>
                <a:gd name="T3" fmla="*/ 27 h 128"/>
                <a:gd name="T4" fmla="*/ 55 w 132"/>
                <a:gd name="T5" fmla="*/ 27 h 128"/>
                <a:gd name="T6" fmla="*/ 14 w 132"/>
                <a:gd name="T7" fmla="*/ 69 h 128"/>
                <a:gd name="T8" fmla="*/ 1 w 132"/>
                <a:gd name="T9" fmla="*/ 110 h 128"/>
                <a:gd name="T10" fmla="*/ 14 w 132"/>
                <a:gd name="T11" fmla="*/ 128 h 128"/>
                <a:gd name="T12" fmla="*/ 53 w 132"/>
                <a:gd name="T13" fmla="*/ 118 h 128"/>
                <a:gd name="T14" fmla="*/ 120 w 132"/>
                <a:gd name="T15" fmla="*/ 53 h 128"/>
                <a:gd name="T16" fmla="*/ 64 w 132"/>
                <a:gd name="T17" fmla="*/ 95 h 128"/>
                <a:gd name="T18" fmla="*/ 99 w 132"/>
                <a:gd name="T19" fmla="*/ 47 h 128"/>
                <a:gd name="T20" fmla="*/ 95 w 132"/>
                <a:gd name="T21" fmla="*/ 67 h 128"/>
                <a:gd name="T22" fmla="*/ 64 w 132"/>
                <a:gd name="T23" fmla="*/ 98 h 128"/>
                <a:gd name="T24" fmla="*/ 59 w 132"/>
                <a:gd name="T25" fmla="*/ 81 h 128"/>
                <a:gd name="T26" fmla="*/ 46 w 132"/>
                <a:gd name="T27" fmla="*/ 68 h 128"/>
                <a:gd name="T28" fmla="*/ 92 w 132"/>
                <a:gd name="T29" fmla="*/ 36 h 128"/>
                <a:gd name="T30" fmla="*/ 59 w 132"/>
                <a:gd name="T31" fmla="*/ 81 h 128"/>
                <a:gd name="T32" fmla="*/ 30 w 132"/>
                <a:gd name="T33" fmla="*/ 64 h 128"/>
                <a:gd name="T34" fmla="*/ 80 w 132"/>
                <a:gd name="T35" fmla="*/ 29 h 128"/>
                <a:gd name="T36" fmla="*/ 17 w 132"/>
                <a:gd name="T37" fmla="*/ 119 h 128"/>
                <a:gd name="T38" fmla="*/ 8 w 132"/>
                <a:gd name="T39" fmla="*/ 114 h 128"/>
                <a:gd name="T40" fmla="*/ 13 w 132"/>
                <a:gd name="T41" fmla="*/ 96 h 128"/>
                <a:gd name="T42" fmla="*/ 32 w 132"/>
                <a:gd name="T43" fmla="*/ 116 h 128"/>
                <a:gd name="T44" fmla="*/ 35 w 132"/>
                <a:gd name="T45" fmla="*/ 115 h 128"/>
                <a:gd name="T46" fmla="*/ 14 w 132"/>
                <a:gd name="T47" fmla="*/ 92 h 128"/>
                <a:gd name="T48" fmla="*/ 19 w 132"/>
                <a:gd name="T49" fmla="*/ 75 h 128"/>
                <a:gd name="T50" fmla="*/ 52 w 132"/>
                <a:gd name="T51" fmla="*/ 110 h 128"/>
                <a:gd name="T52" fmla="*/ 35 w 132"/>
                <a:gd name="T53" fmla="*/ 115 h 128"/>
                <a:gd name="T54" fmla="*/ 108 w 132"/>
                <a:gd name="T55" fmla="*/ 54 h 128"/>
                <a:gd name="T56" fmla="*/ 98 w 132"/>
                <a:gd name="T57" fmla="*/ 30 h 128"/>
                <a:gd name="T58" fmla="*/ 81 w 132"/>
                <a:gd name="T59" fmla="*/ 13 h 128"/>
                <a:gd name="T60" fmla="*/ 112 w 132"/>
                <a:gd name="T61" fmla="*/ 16 h 128"/>
                <a:gd name="T62" fmla="*/ 115 w 132"/>
                <a:gd name="T63" fmla="*/ 4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28">
                  <a:moveTo>
                    <a:pt x="118" y="10"/>
                  </a:moveTo>
                  <a:cubicBezTo>
                    <a:pt x="111" y="4"/>
                    <a:pt x="102" y="0"/>
                    <a:pt x="94" y="0"/>
                  </a:cubicBezTo>
                  <a:cubicBezTo>
                    <a:pt x="87" y="0"/>
                    <a:pt x="80" y="3"/>
                    <a:pt x="75" y="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2" y="71"/>
                    <a:pt x="11" y="73"/>
                    <a:pt x="10" y="76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1" y="110"/>
                    <a:pt x="0" y="113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6" y="128"/>
                    <a:pt x="19" y="127"/>
                    <a:pt x="19" y="127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5" y="118"/>
                    <a:pt x="57" y="116"/>
                    <a:pt x="59" y="114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32" y="42"/>
                    <a:pt x="130" y="23"/>
                    <a:pt x="118" y="10"/>
                  </a:cubicBezTo>
                  <a:close/>
                  <a:moveTo>
                    <a:pt x="64" y="95"/>
                  </a:moveTo>
                  <a:cubicBezTo>
                    <a:pt x="64" y="92"/>
                    <a:pt x="63" y="88"/>
                    <a:pt x="61" y="85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101" y="54"/>
                    <a:pt x="100" y="62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97"/>
                    <a:pt x="64" y="96"/>
                    <a:pt x="64" y="95"/>
                  </a:cubicBezTo>
                  <a:close/>
                  <a:moveTo>
                    <a:pt x="59" y="81"/>
                  </a:moveTo>
                  <a:cubicBezTo>
                    <a:pt x="58" y="79"/>
                    <a:pt x="56" y="76"/>
                    <a:pt x="54" y="74"/>
                  </a:cubicBezTo>
                  <a:cubicBezTo>
                    <a:pt x="51" y="72"/>
                    <a:pt x="49" y="70"/>
                    <a:pt x="46" y="6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7" y="31"/>
                    <a:pt x="90" y="33"/>
                    <a:pt x="92" y="36"/>
                  </a:cubicBezTo>
                  <a:cubicBezTo>
                    <a:pt x="94" y="38"/>
                    <a:pt x="96" y="40"/>
                    <a:pt x="97" y="43"/>
                  </a:cubicBezTo>
                  <a:lnTo>
                    <a:pt x="59" y="81"/>
                  </a:lnTo>
                  <a:close/>
                  <a:moveTo>
                    <a:pt x="42" y="66"/>
                  </a:moveTo>
                  <a:cubicBezTo>
                    <a:pt x="38" y="65"/>
                    <a:pt x="34" y="64"/>
                    <a:pt x="30" y="6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6" y="28"/>
                    <a:pt x="73" y="27"/>
                    <a:pt x="80" y="29"/>
                  </a:cubicBezTo>
                  <a:lnTo>
                    <a:pt x="42" y="66"/>
                  </a:lnTo>
                  <a:close/>
                  <a:moveTo>
                    <a:pt x="17" y="119"/>
                  </a:moveTo>
                  <a:cubicBezTo>
                    <a:pt x="16" y="120"/>
                    <a:pt x="15" y="120"/>
                    <a:pt x="14" y="120"/>
                  </a:cubicBezTo>
                  <a:cubicBezTo>
                    <a:pt x="11" y="120"/>
                    <a:pt x="8" y="117"/>
                    <a:pt x="8" y="114"/>
                  </a:cubicBezTo>
                  <a:cubicBezTo>
                    <a:pt x="8" y="113"/>
                    <a:pt x="8" y="112"/>
                    <a:pt x="8" y="11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7" y="96"/>
                    <a:pt x="22" y="98"/>
                    <a:pt x="26" y="102"/>
                  </a:cubicBezTo>
                  <a:cubicBezTo>
                    <a:pt x="30" y="106"/>
                    <a:pt x="32" y="111"/>
                    <a:pt x="32" y="116"/>
                  </a:cubicBezTo>
                  <a:lnTo>
                    <a:pt x="17" y="119"/>
                  </a:lnTo>
                  <a:close/>
                  <a:moveTo>
                    <a:pt x="35" y="115"/>
                  </a:moveTo>
                  <a:cubicBezTo>
                    <a:pt x="35" y="109"/>
                    <a:pt x="33" y="104"/>
                    <a:pt x="29" y="99"/>
                  </a:cubicBezTo>
                  <a:cubicBezTo>
                    <a:pt x="25" y="95"/>
                    <a:pt x="19" y="93"/>
                    <a:pt x="14" y="9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7"/>
                    <a:pt x="19" y="76"/>
                    <a:pt x="19" y="75"/>
                  </a:cubicBezTo>
                  <a:cubicBezTo>
                    <a:pt x="27" y="69"/>
                    <a:pt x="40" y="71"/>
                    <a:pt x="48" y="80"/>
                  </a:cubicBezTo>
                  <a:cubicBezTo>
                    <a:pt x="57" y="89"/>
                    <a:pt x="59" y="102"/>
                    <a:pt x="52" y="110"/>
                  </a:cubicBezTo>
                  <a:cubicBezTo>
                    <a:pt x="51" y="110"/>
                    <a:pt x="51" y="111"/>
                    <a:pt x="50" y="111"/>
                  </a:cubicBezTo>
                  <a:lnTo>
                    <a:pt x="35" y="115"/>
                  </a:lnTo>
                  <a:close/>
                  <a:moveTo>
                    <a:pt x="115" y="47"/>
                  </a:moveTo>
                  <a:cubicBezTo>
                    <a:pt x="108" y="54"/>
                    <a:pt x="108" y="54"/>
                    <a:pt x="108" y="54"/>
                  </a:cubicBezTo>
                  <a:cubicBezTo>
                    <a:pt x="108" y="53"/>
                    <a:pt x="108" y="52"/>
                    <a:pt x="108" y="51"/>
                  </a:cubicBezTo>
                  <a:cubicBezTo>
                    <a:pt x="107" y="43"/>
                    <a:pt x="104" y="36"/>
                    <a:pt x="98" y="30"/>
                  </a:cubicBezTo>
                  <a:cubicBezTo>
                    <a:pt x="91" y="24"/>
                    <a:pt x="83" y="20"/>
                    <a:pt x="74" y="20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4" y="10"/>
                    <a:pt x="89" y="8"/>
                    <a:pt x="94" y="8"/>
                  </a:cubicBezTo>
                  <a:cubicBezTo>
                    <a:pt x="100" y="8"/>
                    <a:pt x="107" y="11"/>
                    <a:pt x="112" y="16"/>
                  </a:cubicBezTo>
                  <a:cubicBezTo>
                    <a:pt x="117" y="21"/>
                    <a:pt x="120" y="27"/>
                    <a:pt x="120" y="33"/>
                  </a:cubicBezTo>
                  <a:cubicBezTo>
                    <a:pt x="120" y="38"/>
                    <a:pt x="118" y="43"/>
                    <a:pt x="115" y="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3" name="ïSļiḍé">
              <a:extLst>
                <a:ext uri="{FF2B5EF4-FFF2-40B4-BE49-F238E27FC236}">
                  <a16:creationId xmlns:a16="http://schemas.microsoft.com/office/drawing/2014/main" id="{26867FF2-8551-4358-998E-01F19B8A9C93}"/>
                </a:ext>
              </a:extLst>
            </p:cNvPr>
            <p:cNvGrpSpPr/>
            <p:nvPr/>
          </p:nvGrpSpPr>
          <p:grpSpPr>
            <a:xfrm>
              <a:off x="7670554" y="2203785"/>
              <a:ext cx="268342" cy="400024"/>
              <a:chOff x="3299397" y="1943557"/>
              <a:chExt cx="274604" cy="400024"/>
            </a:xfrm>
            <a:solidFill>
              <a:schemeClr val="bg2"/>
            </a:solidFill>
          </p:grpSpPr>
          <p:sp>
            <p:nvSpPr>
              <p:cNvPr id="41" name="îṥľïḍe">
                <a:extLst>
                  <a:ext uri="{FF2B5EF4-FFF2-40B4-BE49-F238E27FC236}">
                    <a16:creationId xmlns:a16="http://schemas.microsoft.com/office/drawing/2014/main" id="{013BAEDA-8147-44FE-8007-8C074DC0F88F}"/>
                  </a:ext>
                </a:extLst>
              </p:cNvPr>
              <p:cNvSpPr/>
              <p:nvPr/>
            </p:nvSpPr>
            <p:spPr bwMode="auto">
              <a:xfrm>
                <a:off x="3299397" y="1943557"/>
                <a:ext cx="274604" cy="400024"/>
              </a:xfrm>
              <a:custGeom>
                <a:avLst/>
                <a:gdLst>
                  <a:gd name="T0" fmla="*/ 44 w 88"/>
                  <a:gd name="T1" fmla="*/ 0 h 128"/>
                  <a:gd name="T2" fmla="*/ 0 w 88"/>
                  <a:gd name="T3" fmla="*/ 44 h 128"/>
                  <a:gd name="T4" fmla="*/ 20 w 88"/>
                  <a:gd name="T5" fmla="*/ 92 h 128"/>
                  <a:gd name="T6" fmla="*/ 44 w 88"/>
                  <a:gd name="T7" fmla="*/ 128 h 128"/>
                  <a:gd name="T8" fmla="*/ 68 w 88"/>
                  <a:gd name="T9" fmla="*/ 92 h 128"/>
                  <a:gd name="T10" fmla="*/ 88 w 88"/>
                  <a:gd name="T11" fmla="*/ 44 h 128"/>
                  <a:gd name="T12" fmla="*/ 44 w 88"/>
                  <a:gd name="T13" fmla="*/ 0 h 128"/>
                  <a:gd name="T14" fmla="*/ 54 w 88"/>
                  <a:gd name="T15" fmla="*/ 109 h 128"/>
                  <a:gd name="T16" fmla="*/ 35 w 88"/>
                  <a:gd name="T17" fmla="*/ 111 h 128"/>
                  <a:gd name="T18" fmla="*/ 32 w 88"/>
                  <a:gd name="T19" fmla="*/ 104 h 128"/>
                  <a:gd name="T20" fmla="*/ 32 w 88"/>
                  <a:gd name="T21" fmla="*/ 103 h 128"/>
                  <a:gd name="T22" fmla="*/ 57 w 88"/>
                  <a:gd name="T23" fmla="*/ 100 h 128"/>
                  <a:gd name="T24" fmla="*/ 56 w 88"/>
                  <a:gd name="T25" fmla="*/ 104 h 128"/>
                  <a:gd name="T26" fmla="*/ 54 w 88"/>
                  <a:gd name="T27" fmla="*/ 109 h 128"/>
                  <a:gd name="T28" fmla="*/ 31 w 88"/>
                  <a:gd name="T29" fmla="*/ 100 h 128"/>
                  <a:gd name="T30" fmla="*/ 28 w 88"/>
                  <a:gd name="T31" fmla="*/ 92 h 128"/>
                  <a:gd name="T32" fmla="*/ 60 w 88"/>
                  <a:gd name="T33" fmla="*/ 92 h 128"/>
                  <a:gd name="T34" fmla="*/ 58 w 88"/>
                  <a:gd name="T35" fmla="*/ 96 h 128"/>
                  <a:gd name="T36" fmla="*/ 31 w 88"/>
                  <a:gd name="T37" fmla="*/ 100 h 128"/>
                  <a:gd name="T38" fmla="*/ 44 w 88"/>
                  <a:gd name="T39" fmla="*/ 120 h 128"/>
                  <a:gd name="T40" fmla="*/ 36 w 88"/>
                  <a:gd name="T41" fmla="*/ 115 h 128"/>
                  <a:gd name="T42" fmla="*/ 53 w 88"/>
                  <a:gd name="T43" fmla="*/ 113 h 128"/>
                  <a:gd name="T44" fmla="*/ 44 w 88"/>
                  <a:gd name="T45" fmla="*/ 120 h 128"/>
                  <a:gd name="T46" fmla="*/ 63 w 88"/>
                  <a:gd name="T47" fmla="*/ 84 h 128"/>
                  <a:gd name="T48" fmla="*/ 25 w 88"/>
                  <a:gd name="T49" fmla="*/ 84 h 128"/>
                  <a:gd name="T50" fmla="*/ 19 w 88"/>
                  <a:gd name="T51" fmla="*/ 71 h 128"/>
                  <a:gd name="T52" fmla="*/ 8 w 88"/>
                  <a:gd name="T53" fmla="*/ 44 h 128"/>
                  <a:gd name="T54" fmla="*/ 44 w 88"/>
                  <a:gd name="T55" fmla="*/ 8 h 128"/>
                  <a:gd name="T56" fmla="*/ 80 w 88"/>
                  <a:gd name="T57" fmla="*/ 44 h 128"/>
                  <a:gd name="T58" fmla="*/ 69 w 88"/>
                  <a:gd name="T59" fmla="*/ 71 h 128"/>
                  <a:gd name="T60" fmla="*/ 63 w 88"/>
                  <a:gd name="T61" fmla="*/ 8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8" h="12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0"/>
                      <a:pt x="15" y="77"/>
                      <a:pt x="20" y="92"/>
                    </a:cubicBezTo>
                    <a:cubicBezTo>
                      <a:pt x="28" y="115"/>
                      <a:pt x="27" y="128"/>
                      <a:pt x="44" y="128"/>
                    </a:cubicBezTo>
                    <a:cubicBezTo>
                      <a:pt x="61" y="128"/>
                      <a:pt x="60" y="115"/>
                      <a:pt x="68" y="92"/>
                    </a:cubicBezTo>
                    <a:cubicBezTo>
                      <a:pt x="73" y="77"/>
                      <a:pt x="88" y="60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54" y="109"/>
                    </a:moveTo>
                    <a:cubicBezTo>
                      <a:pt x="35" y="111"/>
                      <a:pt x="35" y="111"/>
                      <a:pt x="35" y="111"/>
                    </a:cubicBezTo>
                    <a:cubicBezTo>
                      <a:pt x="34" y="109"/>
                      <a:pt x="33" y="107"/>
                      <a:pt x="32" y="104"/>
                    </a:cubicBezTo>
                    <a:cubicBezTo>
                      <a:pt x="32" y="104"/>
                      <a:pt x="32" y="104"/>
                      <a:pt x="32" y="103"/>
                    </a:cubicBezTo>
                    <a:cubicBezTo>
                      <a:pt x="57" y="100"/>
                      <a:pt x="57" y="100"/>
                      <a:pt x="57" y="100"/>
                    </a:cubicBezTo>
                    <a:cubicBezTo>
                      <a:pt x="57" y="102"/>
                      <a:pt x="56" y="103"/>
                      <a:pt x="56" y="104"/>
                    </a:cubicBezTo>
                    <a:cubicBezTo>
                      <a:pt x="55" y="106"/>
                      <a:pt x="55" y="107"/>
                      <a:pt x="54" y="109"/>
                    </a:cubicBezTo>
                    <a:close/>
                    <a:moveTo>
                      <a:pt x="31" y="100"/>
                    </a:moveTo>
                    <a:cubicBezTo>
                      <a:pt x="30" y="97"/>
                      <a:pt x="29" y="95"/>
                      <a:pt x="28" y="92"/>
                    </a:cubicBezTo>
                    <a:cubicBezTo>
                      <a:pt x="60" y="92"/>
                      <a:pt x="60" y="92"/>
                      <a:pt x="60" y="92"/>
                    </a:cubicBezTo>
                    <a:cubicBezTo>
                      <a:pt x="59" y="93"/>
                      <a:pt x="59" y="95"/>
                      <a:pt x="58" y="96"/>
                    </a:cubicBezTo>
                    <a:lnTo>
                      <a:pt x="31" y="100"/>
                    </a:lnTo>
                    <a:close/>
                    <a:moveTo>
                      <a:pt x="44" y="120"/>
                    </a:moveTo>
                    <a:cubicBezTo>
                      <a:pt x="40" y="120"/>
                      <a:pt x="38" y="120"/>
                      <a:pt x="36" y="115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51" y="119"/>
                      <a:pt x="49" y="120"/>
                      <a:pt x="44" y="120"/>
                    </a:cubicBezTo>
                    <a:close/>
                    <a:moveTo>
                      <a:pt x="63" y="84"/>
                    </a:moveTo>
                    <a:cubicBezTo>
                      <a:pt x="25" y="84"/>
                      <a:pt x="25" y="84"/>
                      <a:pt x="25" y="84"/>
                    </a:cubicBezTo>
                    <a:cubicBezTo>
                      <a:pt x="23" y="80"/>
                      <a:pt x="21" y="75"/>
                      <a:pt x="19" y="71"/>
                    </a:cubicBezTo>
                    <a:cubicBezTo>
                      <a:pt x="13" y="62"/>
                      <a:pt x="8" y="52"/>
                      <a:pt x="8" y="44"/>
                    </a:cubicBezTo>
                    <a:cubicBezTo>
                      <a:pt x="8" y="24"/>
                      <a:pt x="24" y="8"/>
                      <a:pt x="44" y="8"/>
                    </a:cubicBezTo>
                    <a:cubicBezTo>
                      <a:pt x="64" y="8"/>
                      <a:pt x="80" y="24"/>
                      <a:pt x="80" y="44"/>
                    </a:cubicBezTo>
                    <a:cubicBezTo>
                      <a:pt x="80" y="52"/>
                      <a:pt x="75" y="62"/>
                      <a:pt x="69" y="71"/>
                    </a:cubicBezTo>
                    <a:cubicBezTo>
                      <a:pt x="67" y="75"/>
                      <a:pt x="65" y="80"/>
                      <a:pt x="63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ṩḻídê">
                <a:extLst>
                  <a:ext uri="{FF2B5EF4-FFF2-40B4-BE49-F238E27FC236}">
                    <a16:creationId xmlns:a16="http://schemas.microsoft.com/office/drawing/2014/main" id="{FA0C23C1-EA4C-485F-8F74-4B37569F96AB}"/>
                  </a:ext>
                </a:extLst>
              </p:cNvPr>
              <p:cNvSpPr/>
              <p:nvPr/>
            </p:nvSpPr>
            <p:spPr bwMode="auto">
              <a:xfrm>
                <a:off x="3361447" y="2006927"/>
                <a:ext cx="81853" cy="80533"/>
              </a:xfrm>
              <a:custGeom>
                <a:avLst/>
                <a:gdLst>
                  <a:gd name="T0" fmla="*/ 24 w 26"/>
                  <a:gd name="T1" fmla="*/ 0 h 26"/>
                  <a:gd name="T2" fmla="*/ 0 w 26"/>
                  <a:gd name="T3" fmla="*/ 24 h 26"/>
                  <a:gd name="T4" fmla="*/ 2 w 26"/>
                  <a:gd name="T5" fmla="*/ 26 h 26"/>
                  <a:gd name="T6" fmla="*/ 4 w 26"/>
                  <a:gd name="T7" fmla="*/ 24 h 26"/>
                  <a:gd name="T8" fmla="*/ 24 w 26"/>
                  <a:gd name="T9" fmla="*/ 4 h 26"/>
                  <a:gd name="T10" fmla="*/ 26 w 26"/>
                  <a:gd name="T11" fmla="*/ 2 h 26"/>
                  <a:gd name="T12" fmla="*/ 24 w 26"/>
                  <a:gd name="T13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6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25"/>
                      <a:pt x="1" y="26"/>
                      <a:pt x="2" y="26"/>
                    </a:cubicBezTo>
                    <a:cubicBezTo>
                      <a:pt x="3" y="26"/>
                      <a:pt x="4" y="25"/>
                      <a:pt x="4" y="24"/>
                    </a:cubicBezTo>
                    <a:cubicBezTo>
                      <a:pt x="4" y="13"/>
                      <a:pt x="13" y="4"/>
                      <a:pt x="24" y="4"/>
                    </a:cubicBezTo>
                    <a:cubicBezTo>
                      <a:pt x="25" y="4"/>
                      <a:pt x="26" y="3"/>
                      <a:pt x="26" y="2"/>
                    </a:cubicBezTo>
                    <a:cubicBezTo>
                      <a:pt x="26" y="1"/>
                      <a:pt x="25" y="0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" name="íśḷïḍé">
              <a:extLst>
                <a:ext uri="{FF2B5EF4-FFF2-40B4-BE49-F238E27FC236}">
                  <a16:creationId xmlns:a16="http://schemas.microsoft.com/office/drawing/2014/main" id="{8488C6A4-4035-445D-A22B-F9E32089CDC0}"/>
                </a:ext>
              </a:extLst>
            </p:cNvPr>
            <p:cNvGrpSpPr/>
            <p:nvPr/>
          </p:nvGrpSpPr>
          <p:grpSpPr>
            <a:xfrm>
              <a:off x="7658298" y="4835917"/>
              <a:ext cx="292854" cy="400024"/>
              <a:chOff x="2487468" y="1943557"/>
              <a:chExt cx="299688" cy="400024"/>
            </a:xfrm>
            <a:solidFill>
              <a:schemeClr val="bg2"/>
            </a:solidFill>
          </p:grpSpPr>
          <p:sp>
            <p:nvSpPr>
              <p:cNvPr id="39" name="išľíďè">
                <a:extLst>
                  <a:ext uri="{FF2B5EF4-FFF2-40B4-BE49-F238E27FC236}">
                    <a16:creationId xmlns:a16="http://schemas.microsoft.com/office/drawing/2014/main" id="{7860165A-448F-439E-BD6D-775FF497AD86}"/>
                  </a:ext>
                </a:extLst>
              </p:cNvPr>
              <p:cNvSpPr/>
              <p:nvPr/>
            </p:nvSpPr>
            <p:spPr bwMode="auto">
              <a:xfrm>
                <a:off x="2487468" y="1943557"/>
                <a:ext cx="299688" cy="400024"/>
              </a:xfrm>
              <a:custGeom>
                <a:avLst/>
                <a:gdLst>
                  <a:gd name="T0" fmla="*/ 84 w 96"/>
                  <a:gd name="T1" fmla="*/ 52 h 128"/>
                  <a:gd name="T2" fmla="*/ 84 w 96"/>
                  <a:gd name="T3" fmla="*/ 36 h 128"/>
                  <a:gd name="T4" fmla="*/ 48 w 96"/>
                  <a:gd name="T5" fmla="*/ 0 h 128"/>
                  <a:gd name="T6" fmla="*/ 12 w 96"/>
                  <a:gd name="T7" fmla="*/ 36 h 128"/>
                  <a:gd name="T8" fmla="*/ 12 w 96"/>
                  <a:gd name="T9" fmla="*/ 52 h 128"/>
                  <a:gd name="T10" fmla="*/ 0 w 96"/>
                  <a:gd name="T11" fmla="*/ 64 h 128"/>
                  <a:gd name="T12" fmla="*/ 0 w 96"/>
                  <a:gd name="T13" fmla="*/ 76 h 128"/>
                  <a:gd name="T14" fmla="*/ 0 w 96"/>
                  <a:gd name="T15" fmla="*/ 80 h 128"/>
                  <a:gd name="T16" fmla="*/ 0 w 96"/>
                  <a:gd name="T17" fmla="*/ 88 h 128"/>
                  <a:gd name="T18" fmla="*/ 0 w 96"/>
                  <a:gd name="T19" fmla="*/ 92 h 128"/>
                  <a:gd name="T20" fmla="*/ 36 w 96"/>
                  <a:gd name="T21" fmla="*/ 128 h 128"/>
                  <a:gd name="T22" fmla="*/ 60 w 96"/>
                  <a:gd name="T23" fmla="*/ 128 h 128"/>
                  <a:gd name="T24" fmla="*/ 96 w 96"/>
                  <a:gd name="T25" fmla="*/ 92 h 128"/>
                  <a:gd name="T26" fmla="*/ 96 w 96"/>
                  <a:gd name="T27" fmla="*/ 88 h 128"/>
                  <a:gd name="T28" fmla="*/ 96 w 96"/>
                  <a:gd name="T29" fmla="*/ 80 h 128"/>
                  <a:gd name="T30" fmla="*/ 96 w 96"/>
                  <a:gd name="T31" fmla="*/ 76 h 128"/>
                  <a:gd name="T32" fmla="*/ 96 w 96"/>
                  <a:gd name="T33" fmla="*/ 64 h 128"/>
                  <a:gd name="T34" fmla="*/ 84 w 96"/>
                  <a:gd name="T35" fmla="*/ 52 h 128"/>
                  <a:gd name="T36" fmla="*/ 20 w 96"/>
                  <a:gd name="T37" fmla="*/ 36 h 128"/>
                  <a:gd name="T38" fmla="*/ 48 w 96"/>
                  <a:gd name="T39" fmla="*/ 8 h 128"/>
                  <a:gd name="T40" fmla="*/ 76 w 96"/>
                  <a:gd name="T41" fmla="*/ 36 h 128"/>
                  <a:gd name="T42" fmla="*/ 76 w 96"/>
                  <a:gd name="T43" fmla="*/ 52 h 128"/>
                  <a:gd name="T44" fmla="*/ 68 w 96"/>
                  <a:gd name="T45" fmla="*/ 52 h 128"/>
                  <a:gd name="T46" fmla="*/ 68 w 96"/>
                  <a:gd name="T47" fmla="*/ 36 h 128"/>
                  <a:gd name="T48" fmla="*/ 48 w 96"/>
                  <a:gd name="T49" fmla="*/ 16 h 128"/>
                  <a:gd name="T50" fmla="*/ 28 w 96"/>
                  <a:gd name="T51" fmla="*/ 36 h 128"/>
                  <a:gd name="T52" fmla="*/ 28 w 96"/>
                  <a:gd name="T53" fmla="*/ 52 h 128"/>
                  <a:gd name="T54" fmla="*/ 20 w 96"/>
                  <a:gd name="T55" fmla="*/ 52 h 128"/>
                  <a:gd name="T56" fmla="*/ 20 w 96"/>
                  <a:gd name="T57" fmla="*/ 36 h 128"/>
                  <a:gd name="T58" fmla="*/ 64 w 96"/>
                  <a:gd name="T59" fmla="*/ 36 h 128"/>
                  <a:gd name="T60" fmla="*/ 64 w 96"/>
                  <a:gd name="T61" fmla="*/ 36 h 128"/>
                  <a:gd name="T62" fmla="*/ 64 w 96"/>
                  <a:gd name="T63" fmla="*/ 52 h 128"/>
                  <a:gd name="T64" fmla="*/ 32 w 96"/>
                  <a:gd name="T65" fmla="*/ 52 h 128"/>
                  <a:gd name="T66" fmla="*/ 32 w 96"/>
                  <a:gd name="T67" fmla="*/ 36 h 128"/>
                  <a:gd name="T68" fmla="*/ 32 w 96"/>
                  <a:gd name="T69" fmla="*/ 36 h 128"/>
                  <a:gd name="T70" fmla="*/ 48 w 96"/>
                  <a:gd name="T71" fmla="*/ 20 h 128"/>
                  <a:gd name="T72" fmla="*/ 64 w 96"/>
                  <a:gd name="T73" fmla="*/ 36 h 128"/>
                  <a:gd name="T74" fmla="*/ 88 w 96"/>
                  <a:gd name="T75" fmla="*/ 76 h 128"/>
                  <a:gd name="T76" fmla="*/ 88 w 96"/>
                  <a:gd name="T77" fmla="*/ 80 h 128"/>
                  <a:gd name="T78" fmla="*/ 88 w 96"/>
                  <a:gd name="T79" fmla="*/ 88 h 128"/>
                  <a:gd name="T80" fmla="*/ 88 w 96"/>
                  <a:gd name="T81" fmla="*/ 92 h 128"/>
                  <a:gd name="T82" fmla="*/ 60 w 96"/>
                  <a:gd name="T83" fmla="*/ 120 h 128"/>
                  <a:gd name="T84" fmla="*/ 36 w 96"/>
                  <a:gd name="T85" fmla="*/ 120 h 128"/>
                  <a:gd name="T86" fmla="*/ 8 w 96"/>
                  <a:gd name="T87" fmla="*/ 92 h 128"/>
                  <a:gd name="T88" fmla="*/ 8 w 96"/>
                  <a:gd name="T89" fmla="*/ 88 h 128"/>
                  <a:gd name="T90" fmla="*/ 8 w 96"/>
                  <a:gd name="T91" fmla="*/ 80 h 128"/>
                  <a:gd name="T92" fmla="*/ 8 w 96"/>
                  <a:gd name="T93" fmla="*/ 76 h 128"/>
                  <a:gd name="T94" fmla="*/ 8 w 96"/>
                  <a:gd name="T95" fmla="*/ 64 h 128"/>
                  <a:gd name="T96" fmla="*/ 12 w 96"/>
                  <a:gd name="T97" fmla="*/ 60 h 128"/>
                  <a:gd name="T98" fmla="*/ 20 w 96"/>
                  <a:gd name="T99" fmla="*/ 60 h 128"/>
                  <a:gd name="T100" fmla="*/ 76 w 96"/>
                  <a:gd name="T101" fmla="*/ 60 h 128"/>
                  <a:gd name="T102" fmla="*/ 84 w 96"/>
                  <a:gd name="T103" fmla="*/ 60 h 128"/>
                  <a:gd name="T104" fmla="*/ 88 w 96"/>
                  <a:gd name="T105" fmla="*/ 64 h 128"/>
                  <a:gd name="T106" fmla="*/ 88 w 96"/>
                  <a:gd name="T107" fmla="*/ 7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6" h="128">
                    <a:moveTo>
                      <a:pt x="84" y="52"/>
                    </a:moveTo>
                    <a:cubicBezTo>
                      <a:pt x="84" y="36"/>
                      <a:pt x="84" y="36"/>
                      <a:pt x="84" y="36"/>
                    </a:cubicBezTo>
                    <a:cubicBezTo>
                      <a:pt x="84" y="16"/>
                      <a:pt x="68" y="0"/>
                      <a:pt x="48" y="0"/>
                    </a:cubicBezTo>
                    <a:cubicBezTo>
                      <a:pt x="28" y="0"/>
                      <a:pt x="12" y="16"/>
                      <a:pt x="12" y="36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5" y="52"/>
                      <a:pt x="0" y="57"/>
                      <a:pt x="0" y="6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12"/>
                      <a:pt x="16" y="128"/>
                      <a:pt x="36" y="128"/>
                    </a:cubicBezTo>
                    <a:cubicBezTo>
                      <a:pt x="60" y="128"/>
                      <a:pt x="60" y="128"/>
                      <a:pt x="60" y="128"/>
                    </a:cubicBezTo>
                    <a:cubicBezTo>
                      <a:pt x="80" y="128"/>
                      <a:pt x="96" y="112"/>
                      <a:pt x="96" y="92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57"/>
                      <a:pt x="91" y="52"/>
                      <a:pt x="84" y="52"/>
                    </a:cubicBezTo>
                    <a:close/>
                    <a:moveTo>
                      <a:pt x="20" y="36"/>
                    </a:moveTo>
                    <a:cubicBezTo>
                      <a:pt x="20" y="21"/>
                      <a:pt x="33" y="8"/>
                      <a:pt x="48" y="8"/>
                    </a:cubicBezTo>
                    <a:cubicBezTo>
                      <a:pt x="63" y="8"/>
                      <a:pt x="76" y="21"/>
                      <a:pt x="76" y="3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68" y="25"/>
                      <a:pt x="59" y="16"/>
                      <a:pt x="48" y="16"/>
                    </a:cubicBezTo>
                    <a:cubicBezTo>
                      <a:pt x="37" y="16"/>
                      <a:pt x="28" y="25"/>
                      <a:pt x="28" y="36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0" y="52"/>
                      <a:pt x="20" y="52"/>
                      <a:pt x="20" y="52"/>
                    </a:cubicBezTo>
                    <a:lnTo>
                      <a:pt x="20" y="36"/>
                    </a:lnTo>
                    <a:close/>
                    <a:moveTo>
                      <a:pt x="64" y="36"/>
                    </a:move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27"/>
                      <a:pt x="39" y="20"/>
                      <a:pt x="48" y="20"/>
                    </a:cubicBezTo>
                    <a:cubicBezTo>
                      <a:pt x="57" y="20"/>
                      <a:pt x="64" y="27"/>
                      <a:pt x="64" y="36"/>
                    </a:cubicBezTo>
                    <a:close/>
                    <a:moveTo>
                      <a:pt x="88" y="76"/>
                    </a:moveTo>
                    <a:cubicBezTo>
                      <a:pt x="88" y="80"/>
                      <a:pt x="88" y="80"/>
                      <a:pt x="88" y="80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92"/>
                      <a:pt x="88" y="92"/>
                      <a:pt x="88" y="92"/>
                    </a:cubicBezTo>
                    <a:cubicBezTo>
                      <a:pt x="88" y="107"/>
                      <a:pt x="75" y="120"/>
                      <a:pt x="60" y="120"/>
                    </a:cubicBezTo>
                    <a:cubicBezTo>
                      <a:pt x="36" y="120"/>
                      <a:pt x="36" y="120"/>
                      <a:pt x="36" y="120"/>
                    </a:cubicBezTo>
                    <a:cubicBezTo>
                      <a:pt x="21" y="120"/>
                      <a:pt x="8" y="107"/>
                      <a:pt x="8" y="92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8" y="80"/>
                      <a:pt x="8" y="80"/>
                      <a:pt x="8" y="80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62"/>
                      <a:pt x="10" y="60"/>
                      <a:pt x="12" y="60"/>
                    </a:cubicBezTo>
                    <a:cubicBezTo>
                      <a:pt x="15" y="60"/>
                      <a:pt x="17" y="60"/>
                      <a:pt x="20" y="60"/>
                    </a:cubicBezTo>
                    <a:cubicBezTo>
                      <a:pt x="76" y="60"/>
                      <a:pt x="76" y="60"/>
                      <a:pt x="76" y="60"/>
                    </a:cubicBezTo>
                    <a:cubicBezTo>
                      <a:pt x="79" y="60"/>
                      <a:pt x="81" y="60"/>
                      <a:pt x="84" y="60"/>
                    </a:cubicBezTo>
                    <a:cubicBezTo>
                      <a:pt x="86" y="60"/>
                      <a:pt x="88" y="62"/>
                      <a:pt x="88" y="64"/>
                    </a:cubicBezTo>
                    <a:lnTo>
                      <a:pt x="88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ïsḷíḓê">
                <a:extLst>
                  <a:ext uri="{FF2B5EF4-FFF2-40B4-BE49-F238E27FC236}">
                    <a16:creationId xmlns:a16="http://schemas.microsoft.com/office/drawing/2014/main" id="{7DBFDEEF-2574-4D07-BD49-4710D4E51195}"/>
                  </a:ext>
                </a:extLst>
              </p:cNvPr>
              <p:cNvSpPr/>
              <p:nvPr/>
            </p:nvSpPr>
            <p:spPr bwMode="auto">
              <a:xfrm>
                <a:off x="2611567" y="2181195"/>
                <a:ext cx="50168" cy="75252"/>
              </a:xfrm>
              <a:custGeom>
                <a:avLst/>
                <a:gdLst>
                  <a:gd name="T0" fmla="*/ 8 w 16"/>
                  <a:gd name="T1" fmla="*/ 0 h 24"/>
                  <a:gd name="T2" fmla="*/ 0 w 16"/>
                  <a:gd name="T3" fmla="*/ 8 h 24"/>
                  <a:gd name="T4" fmla="*/ 3 w 16"/>
                  <a:gd name="T5" fmla="*/ 19 h 24"/>
                  <a:gd name="T6" fmla="*/ 8 w 16"/>
                  <a:gd name="T7" fmla="*/ 24 h 24"/>
                  <a:gd name="T8" fmla="*/ 13 w 16"/>
                  <a:gd name="T9" fmla="*/ 19 h 24"/>
                  <a:gd name="T10" fmla="*/ 16 w 16"/>
                  <a:gd name="T11" fmla="*/ 8 h 24"/>
                  <a:gd name="T12" fmla="*/ 8 w 16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24">
                    <a:moveTo>
                      <a:pt x="8" y="0"/>
                    </a:moveTo>
                    <a:cubicBezTo>
                      <a:pt x="4" y="0"/>
                      <a:pt x="0" y="4"/>
                      <a:pt x="0" y="8"/>
                    </a:cubicBezTo>
                    <a:cubicBezTo>
                      <a:pt x="0" y="10"/>
                      <a:pt x="1" y="15"/>
                      <a:pt x="3" y="19"/>
                    </a:cubicBezTo>
                    <a:cubicBezTo>
                      <a:pt x="4" y="22"/>
                      <a:pt x="5" y="24"/>
                      <a:pt x="8" y="24"/>
                    </a:cubicBezTo>
                    <a:cubicBezTo>
                      <a:pt x="11" y="24"/>
                      <a:pt x="12" y="22"/>
                      <a:pt x="13" y="19"/>
                    </a:cubicBezTo>
                    <a:cubicBezTo>
                      <a:pt x="15" y="15"/>
                      <a:pt x="16" y="10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ïSḷiḑe">
              <a:extLst>
                <a:ext uri="{FF2B5EF4-FFF2-40B4-BE49-F238E27FC236}">
                  <a16:creationId xmlns:a16="http://schemas.microsoft.com/office/drawing/2014/main" id="{247DB001-F149-4841-BBD8-0BB201355828}"/>
                </a:ext>
              </a:extLst>
            </p:cNvPr>
            <p:cNvSpPr/>
            <p:nvPr/>
          </p:nvSpPr>
          <p:spPr bwMode="auto">
            <a:xfrm>
              <a:off x="2460107" y="2253953"/>
              <a:ext cx="390902" cy="299688"/>
            </a:xfrm>
            <a:custGeom>
              <a:avLst/>
              <a:gdLst>
                <a:gd name="T0" fmla="*/ 105 w 128"/>
                <a:gd name="T1" fmla="*/ 2 h 96"/>
                <a:gd name="T2" fmla="*/ 28 w 128"/>
                <a:gd name="T3" fmla="*/ 0 h 96"/>
                <a:gd name="T4" fmla="*/ 2 w 128"/>
                <a:gd name="T5" fmla="*/ 23 h 96"/>
                <a:gd name="T6" fmla="*/ 2 w 128"/>
                <a:gd name="T7" fmla="*/ 34 h 96"/>
                <a:gd name="T8" fmla="*/ 64 w 128"/>
                <a:gd name="T9" fmla="*/ 96 h 96"/>
                <a:gd name="T10" fmla="*/ 126 w 128"/>
                <a:gd name="T11" fmla="*/ 34 h 96"/>
                <a:gd name="T12" fmla="*/ 126 w 128"/>
                <a:gd name="T13" fmla="*/ 23 h 96"/>
                <a:gd name="T14" fmla="*/ 55 w 128"/>
                <a:gd name="T15" fmla="*/ 28 h 96"/>
                <a:gd name="T16" fmla="*/ 73 w 128"/>
                <a:gd name="T17" fmla="*/ 28 h 96"/>
                <a:gd name="T18" fmla="*/ 78 w 128"/>
                <a:gd name="T19" fmla="*/ 9 h 96"/>
                <a:gd name="T20" fmla="*/ 76 w 128"/>
                <a:gd name="T21" fmla="*/ 25 h 96"/>
                <a:gd name="T22" fmla="*/ 52 w 128"/>
                <a:gd name="T23" fmla="*/ 25 h 96"/>
                <a:gd name="T24" fmla="*/ 50 w 128"/>
                <a:gd name="T25" fmla="*/ 9 h 96"/>
                <a:gd name="T26" fmla="*/ 52 w 128"/>
                <a:gd name="T27" fmla="*/ 25 h 96"/>
                <a:gd name="T28" fmla="*/ 64 w 128"/>
                <a:gd name="T29" fmla="*/ 82 h 96"/>
                <a:gd name="T30" fmla="*/ 74 w 128"/>
                <a:gd name="T31" fmla="*/ 32 h 96"/>
                <a:gd name="T32" fmla="*/ 98 w 128"/>
                <a:gd name="T33" fmla="*/ 32 h 96"/>
                <a:gd name="T34" fmla="*/ 78 w 128"/>
                <a:gd name="T35" fmla="*/ 32 h 96"/>
                <a:gd name="T36" fmla="*/ 89 w 128"/>
                <a:gd name="T37" fmla="*/ 20 h 96"/>
                <a:gd name="T38" fmla="*/ 79 w 128"/>
                <a:gd name="T39" fmla="*/ 28 h 96"/>
                <a:gd name="T40" fmla="*/ 97 w 128"/>
                <a:gd name="T41" fmla="*/ 8 h 96"/>
                <a:gd name="T42" fmla="*/ 83 w 128"/>
                <a:gd name="T43" fmla="*/ 8 h 96"/>
                <a:gd name="T44" fmla="*/ 55 w 128"/>
                <a:gd name="T45" fmla="*/ 8 h 96"/>
                <a:gd name="T46" fmla="*/ 64 w 128"/>
                <a:gd name="T47" fmla="*/ 15 h 96"/>
                <a:gd name="T48" fmla="*/ 31 w 128"/>
                <a:gd name="T49" fmla="*/ 8 h 96"/>
                <a:gd name="T50" fmla="*/ 39 w 128"/>
                <a:gd name="T51" fmla="*/ 14 h 96"/>
                <a:gd name="T52" fmla="*/ 49 w 128"/>
                <a:gd name="T53" fmla="*/ 28 h 96"/>
                <a:gd name="T54" fmla="*/ 39 w 128"/>
                <a:gd name="T55" fmla="*/ 20 h 96"/>
                <a:gd name="T56" fmla="*/ 60 w 128"/>
                <a:gd name="T57" fmla="*/ 81 h 96"/>
                <a:gd name="T58" fmla="*/ 50 w 128"/>
                <a:gd name="T59" fmla="*/ 32 h 96"/>
                <a:gd name="T60" fmla="*/ 11 w 128"/>
                <a:gd name="T61" fmla="*/ 32 h 96"/>
                <a:gd name="T62" fmla="*/ 51 w 128"/>
                <a:gd name="T63" fmla="*/ 74 h 96"/>
                <a:gd name="T64" fmla="*/ 117 w 128"/>
                <a:gd name="T65" fmla="*/ 32 h 96"/>
                <a:gd name="T66" fmla="*/ 102 w 128"/>
                <a:gd name="T67" fmla="*/ 32 h 96"/>
                <a:gd name="T68" fmla="*/ 92 w 128"/>
                <a:gd name="T69" fmla="*/ 17 h 96"/>
                <a:gd name="T70" fmla="*/ 120 w 128"/>
                <a:gd name="T71" fmla="*/ 28 h 96"/>
                <a:gd name="T72" fmla="*/ 27 w 128"/>
                <a:gd name="T73" fmla="*/ 10 h 96"/>
                <a:gd name="T74" fmla="*/ 25 w 128"/>
                <a:gd name="T75" fmla="*/ 28 h 96"/>
                <a:gd name="T76" fmla="*/ 27 w 128"/>
                <a:gd name="T77" fmla="*/ 1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8" h="96">
                  <a:moveTo>
                    <a:pt x="126" y="23"/>
                  </a:moveTo>
                  <a:cubicBezTo>
                    <a:pt x="105" y="2"/>
                    <a:pt x="105" y="2"/>
                    <a:pt x="105" y="2"/>
                  </a:cubicBezTo>
                  <a:cubicBezTo>
                    <a:pt x="104" y="1"/>
                    <a:pt x="102" y="0"/>
                    <a:pt x="10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1"/>
                    <a:pt x="23" y="2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1" y="24"/>
                    <a:pt x="0" y="26"/>
                    <a:pt x="0" y="28"/>
                  </a:cubicBezTo>
                  <a:cubicBezTo>
                    <a:pt x="0" y="30"/>
                    <a:pt x="1" y="32"/>
                    <a:pt x="2" y="34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60" y="95"/>
                    <a:pt x="62" y="96"/>
                    <a:pt x="64" y="96"/>
                  </a:cubicBezTo>
                  <a:cubicBezTo>
                    <a:pt x="66" y="96"/>
                    <a:pt x="68" y="95"/>
                    <a:pt x="70" y="93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7" y="32"/>
                    <a:pt x="128" y="30"/>
                    <a:pt x="128" y="28"/>
                  </a:cubicBezTo>
                  <a:cubicBezTo>
                    <a:pt x="128" y="26"/>
                    <a:pt x="127" y="24"/>
                    <a:pt x="126" y="23"/>
                  </a:cubicBezTo>
                  <a:close/>
                  <a:moveTo>
                    <a:pt x="73" y="28"/>
                  </a:moveTo>
                  <a:cubicBezTo>
                    <a:pt x="55" y="28"/>
                    <a:pt x="55" y="28"/>
                    <a:pt x="55" y="28"/>
                  </a:cubicBezTo>
                  <a:cubicBezTo>
                    <a:pt x="64" y="21"/>
                    <a:pt x="64" y="21"/>
                    <a:pt x="64" y="21"/>
                  </a:cubicBezTo>
                  <a:lnTo>
                    <a:pt x="73" y="28"/>
                  </a:lnTo>
                  <a:close/>
                  <a:moveTo>
                    <a:pt x="67" y="18"/>
                  </a:moveTo>
                  <a:cubicBezTo>
                    <a:pt x="78" y="9"/>
                    <a:pt x="78" y="9"/>
                    <a:pt x="78" y="9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76" y="25"/>
                    <a:pt x="76" y="25"/>
                    <a:pt x="76" y="25"/>
                  </a:cubicBezTo>
                  <a:lnTo>
                    <a:pt x="67" y="18"/>
                  </a:lnTo>
                  <a:close/>
                  <a:moveTo>
                    <a:pt x="52" y="25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52" y="25"/>
                  </a:lnTo>
                  <a:close/>
                  <a:moveTo>
                    <a:pt x="74" y="32"/>
                  </a:moveTo>
                  <a:cubicBezTo>
                    <a:pt x="64" y="82"/>
                    <a:pt x="64" y="82"/>
                    <a:pt x="64" y="82"/>
                  </a:cubicBezTo>
                  <a:cubicBezTo>
                    <a:pt x="54" y="32"/>
                    <a:pt x="54" y="32"/>
                    <a:pt x="54" y="32"/>
                  </a:cubicBezTo>
                  <a:lnTo>
                    <a:pt x="74" y="32"/>
                  </a:lnTo>
                  <a:close/>
                  <a:moveTo>
                    <a:pt x="78" y="32"/>
                  </a:moveTo>
                  <a:cubicBezTo>
                    <a:pt x="98" y="32"/>
                    <a:pt x="98" y="32"/>
                    <a:pt x="98" y="32"/>
                  </a:cubicBezTo>
                  <a:cubicBezTo>
                    <a:pt x="68" y="81"/>
                    <a:pt x="68" y="81"/>
                    <a:pt x="68" y="81"/>
                  </a:cubicBezTo>
                  <a:lnTo>
                    <a:pt x="78" y="32"/>
                  </a:lnTo>
                  <a:close/>
                  <a:moveTo>
                    <a:pt x="79" y="28"/>
                  </a:moveTo>
                  <a:cubicBezTo>
                    <a:pt x="89" y="20"/>
                    <a:pt x="89" y="20"/>
                    <a:pt x="89" y="20"/>
                  </a:cubicBezTo>
                  <a:cubicBezTo>
                    <a:pt x="97" y="28"/>
                    <a:pt x="97" y="28"/>
                    <a:pt x="97" y="28"/>
                  </a:cubicBezTo>
                  <a:lnTo>
                    <a:pt x="79" y="28"/>
                  </a:lnTo>
                  <a:close/>
                  <a:moveTo>
                    <a:pt x="83" y="8"/>
                  </a:moveTo>
                  <a:cubicBezTo>
                    <a:pt x="97" y="8"/>
                    <a:pt x="97" y="8"/>
                    <a:pt x="97" y="8"/>
                  </a:cubicBezTo>
                  <a:cubicBezTo>
                    <a:pt x="89" y="14"/>
                    <a:pt x="89" y="14"/>
                    <a:pt x="89" y="14"/>
                  </a:cubicBezTo>
                  <a:lnTo>
                    <a:pt x="83" y="8"/>
                  </a:lnTo>
                  <a:close/>
                  <a:moveTo>
                    <a:pt x="64" y="15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73" y="8"/>
                    <a:pt x="73" y="8"/>
                    <a:pt x="73" y="8"/>
                  </a:cubicBezTo>
                  <a:lnTo>
                    <a:pt x="64" y="15"/>
                  </a:lnTo>
                  <a:close/>
                  <a:moveTo>
                    <a:pt x="39" y="14"/>
                  </a:moveTo>
                  <a:cubicBezTo>
                    <a:pt x="31" y="8"/>
                    <a:pt x="31" y="8"/>
                    <a:pt x="31" y="8"/>
                  </a:cubicBezTo>
                  <a:cubicBezTo>
                    <a:pt x="45" y="8"/>
                    <a:pt x="45" y="8"/>
                    <a:pt x="45" y="8"/>
                  </a:cubicBezTo>
                  <a:lnTo>
                    <a:pt x="39" y="14"/>
                  </a:lnTo>
                  <a:close/>
                  <a:moveTo>
                    <a:pt x="39" y="20"/>
                  </a:moveTo>
                  <a:cubicBezTo>
                    <a:pt x="49" y="28"/>
                    <a:pt x="49" y="28"/>
                    <a:pt x="49" y="28"/>
                  </a:cubicBezTo>
                  <a:cubicBezTo>
                    <a:pt x="31" y="28"/>
                    <a:pt x="31" y="28"/>
                    <a:pt x="31" y="28"/>
                  </a:cubicBezTo>
                  <a:lnTo>
                    <a:pt x="39" y="20"/>
                  </a:lnTo>
                  <a:close/>
                  <a:moveTo>
                    <a:pt x="50" y="32"/>
                  </a:moveTo>
                  <a:cubicBezTo>
                    <a:pt x="60" y="81"/>
                    <a:pt x="60" y="81"/>
                    <a:pt x="60" y="81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50" y="32"/>
                  </a:lnTo>
                  <a:close/>
                  <a:moveTo>
                    <a:pt x="51" y="74"/>
                  </a:moveTo>
                  <a:cubicBezTo>
                    <a:pt x="11" y="32"/>
                    <a:pt x="11" y="32"/>
                    <a:pt x="11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51" y="74"/>
                  </a:lnTo>
                  <a:close/>
                  <a:moveTo>
                    <a:pt x="102" y="32"/>
                  </a:moveTo>
                  <a:cubicBezTo>
                    <a:pt x="117" y="32"/>
                    <a:pt x="117" y="32"/>
                    <a:pt x="117" y="32"/>
                  </a:cubicBezTo>
                  <a:cubicBezTo>
                    <a:pt x="77" y="74"/>
                    <a:pt x="77" y="74"/>
                    <a:pt x="77" y="74"/>
                  </a:cubicBezTo>
                  <a:lnTo>
                    <a:pt x="102" y="32"/>
                  </a:lnTo>
                  <a:close/>
                  <a:moveTo>
                    <a:pt x="103" y="28"/>
                  </a:moveTo>
                  <a:cubicBezTo>
                    <a:pt x="92" y="17"/>
                    <a:pt x="92" y="17"/>
                    <a:pt x="92" y="17"/>
                  </a:cubicBezTo>
                  <a:cubicBezTo>
                    <a:pt x="101" y="10"/>
                    <a:pt x="101" y="10"/>
                    <a:pt x="101" y="10"/>
                  </a:cubicBezTo>
                  <a:cubicBezTo>
                    <a:pt x="120" y="28"/>
                    <a:pt x="120" y="28"/>
                    <a:pt x="120" y="28"/>
                  </a:cubicBezTo>
                  <a:lnTo>
                    <a:pt x="103" y="28"/>
                  </a:lnTo>
                  <a:close/>
                  <a:moveTo>
                    <a:pt x="27" y="10"/>
                  </a:moveTo>
                  <a:cubicBezTo>
                    <a:pt x="36" y="17"/>
                    <a:pt x="36" y="17"/>
                    <a:pt x="36" y="17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27" y="1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ḻidè">
              <a:extLst>
                <a:ext uri="{FF2B5EF4-FFF2-40B4-BE49-F238E27FC236}">
                  <a16:creationId xmlns:a16="http://schemas.microsoft.com/office/drawing/2014/main" id="{2A74F332-CDF6-4084-BAD0-31A13FECCA34}"/>
                </a:ext>
              </a:extLst>
            </p:cNvPr>
            <p:cNvSpPr/>
            <p:nvPr/>
          </p:nvSpPr>
          <p:spPr>
            <a:xfrm>
              <a:off x="1914688" y="4098348"/>
              <a:ext cx="1848581" cy="614443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/>
                <a:t>Copy p</a:t>
              </a:r>
              <a:r>
                <a:rPr lang="en-US" altLang="zh-CN" sz="100"/>
                <a:t> </a:t>
              </a:r>
              <a:r>
                <a:rPr lang="en-US" altLang="zh-CN" sz="1000"/>
                <a:t>aste </a:t>
              </a:r>
              <a:r>
                <a:rPr lang="en-US" altLang="zh-CN" sz="1000" dirty="0"/>
                <a:t>fonts. Choose the only option to retain text.</a:t>
              </a:r>
            </a:p>
          </p:txBody>
        </p:sp>
        <p:sp>
          <p:nvSpPr>
            <p:cNvPr id="27" name="îŝlïḑé">
              <a:extLst>
                <a:ext uri="{FF2B5EF4-FFF2-40B4-BE49-F238E27FC236}">
                  <a16:creationId xmlns:a16="http://schemas.microsoft.com/office/drawing/2014/main" id="{7907E97F-2E1D-4544-9627-40B749CCDFA9}"/>
                </a:ext>
              </a:extLst>
            </p:cNvPr>
            <p:cNvSpPr/>
            <p:nvPr/>
          </p:nvSpPr>
          <p:spPr>
            <a:xfrm>
              <a:off x="4395918" y="2731481"/>
              <a:ext cx="1848581" cy="609892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</a:t>
              </a:r>
              <a:r>
                <a:rPr lang="en-US" altLang="zh-CN" sz="1000"/>
                <a:t>retain </a:t>
              </a:r>
              <a:r>
                <a:rPr lang="en-US" altLang="zh-CN" sz="100"/>
                <a:t> </a:t>
              </a:r>
              <a:r>
                <a:rPr lang="en-US" altLang="zh-CN" sz="1000"/>
                <a:t>text</a:t>
              </a:r>
              <a:r>
                <a:rPr lang="en-US" altLang="zh-CN" sz="1000" dirty="0"/>
                <a:t>.</a:t>
              </a:r>
            </a:p>
          </p:txBody>
        </p:sp>
        <p:sp>
          <p:nvSpPr>
            <p:cNvPr id="28" name="î$ľíḋè">
              <a:extLst>
                <a:ext uri="{FF2B5EF4-FFF2-40B4-BE49-F238E27FC236}">
                  <a16:creationId xmlns:a16="http://schemas.microsoft.com/office/drawing/2014/main" id="{8A4AAFE4-2DBE-47A5-B4FB-F13CA7684E0A}"/>
                </a:ext>
              </a:extLst>
            </p:cNvPr>
            <p:cNvSpPr/>
            <p:nvPr/>
          </p:nvSpPr>
          <p:spPr>
            <a:xfrm>
              <a:off x="4386589" y="4098348"/>
              <a:ext cx="1848581" cy="614443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</a:t>
              </a:r>
              <a:r>
                <a:rPr lang="en-US" altLang="zh-CN" sz="1000"/>
                <a:t>only op</a:t>
              </a:r>
              <a:r>
                <a:rPr lang="en-US" altLang="zh-CN" sz="100"/>
                <a:t> </a:t>
              </a:r>
              <a:r>
                <a:rPr lang="en-US" altLang="zh-CN" sz="1000"/>
                <a:t>tion </a:t>
              </a:r>
              <a:r>
                <a:rPr lang="en-US" altLang="zh-CN" sz="1000" dirty="0"/>
                <a:t>to retain text.</a:t>
              </a:r>
            </a:p>
          </p:txBody>
        </p:sp>
        <p:sp>
          <p:nvSpPr>
            <p:cNvPr id="29" name="íś1ídê">
              <a:extLst>
                <a:ext uri="{FF2B5EF4-FFF2-40B4-BE49-F238E27FC236}">
                  <a16:creationId xmlns:a16="http://schemas.microsoft.com/office/drawing/2014/main" id="{60279ECF-CD9C-4C4A-A357-4BB813F1F78A}"/>
                </a:ext>
              </a:extLst>
            </p:cNvPr>
            <p:cNvSpPr/>
            <p:nvPr/>
          </p:nvSpPr>
          <p:spPr>
            <a:xfrm>
              <a:off x="7014605" y="2731481"/>
              <a:ext cx="1848581" cy="609892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</a:t>
              </a:r>
              <a:r>
                <a:rPr lang="en-US" altLang="zh-CN" sz="1000"/>
                <a:t>Choose th</a:t>
              </a:r>
              <a:r>
                <a:rPr lang="en-US" altLang="zh-CN" sz="100"/>
                <a:t> </a:t>
              </a:r>
              <a:r>
                <a:rPr lang="en-US" altLang="zh-CN" sz="1000"/>
                <a:t>e </a:t>
              </a:r>
              <a:r>
                <a:rPr lang="en-US" altLang="zh-CN" sz="1000" dirty="0"/>
                <a:t>only option to retain text.</a:t>
              </a:r>
            </a:p>
          </p:txBody>
        </p:sp>
        <p:sp>
          <p:nvSpPr>
            <p:cNvPr id="30" name="íṩḻîdè">
              <a:extLst>
                <a:ext uri="{FF2B5EF4-FFF2-40B4-BE49-F238E27FC236}">
                  <a16:creationId xmlns:a16="http://schemas.microsoft.com/office/drawing/2014/main" id="{258B254D-FF79-4584-BFDA-B393E28E8DD1}"/>
                </a:ext>
              </a:extLst>
            </p:cNvPr>
            <p:cNvSpPr/>
            <p:nvPr/>
          </p:nvSpPr>
          <p:spPr>
            <a:xfrm>
              <a:off x="7005276" y="4098348"/>
              <a:ext cx="1848581" cy="614443"/>
            </a:xfrm>
            <a:prstGeom prst="rect">
              <a:avLst/>
            </a:prstGeom>
          </p:spPr>
          <p:txBody>
            <a:bodyPr wrap="square" anchor="ctr">
              <a:normAutofit fontScale="7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</a:t>
              </a:r>
              <a:r>
                <a:rPr lang="en-US" altLang="zh-CN" sz="1000"/>
                <a:t>to re</a:t>
              </a:r>
              <a:r>
                <a:rPr lang="en-US" altLang="zh-CN" sz="100"/>
                <a:t> </a:t>
              </a:r>
              <a:r>
                <a:rPr lang="en-US" altLang="zh-CN" sz="1000"/>
                <a:t>tain </a:t>
              </a:r>
              <a:r>
                <a:rPr lang="en-US" altLang="zh-CN" sz="1000" dirty="0"/>
                <a:t>text.</a:t>
              </a:r>
            </a:p>
          </p:txBody>
        </p:sp>
        <p:sp>
          <p:nvSpPr>
            <p:cNvPr id="31" name="íSḻîḓê">
              <a:extLst>
                <a:ext uri="{FF2B5EF4-FFF2-40B4-BE49-F238E27FC236}">
                  <a16:creationId xmlns:a16="http://schemas.microsoft.com/office/drawing/2014/main" id="{0AD5038E-9FE8-434A-AC9E-9D527E46F991}"/>
                </a:ext>
              </a:extLst>
            </p:cNvPr>
            <p:cNvSpPr/>
            <p:nvPr/>
          </p:nvSpPr>
          <p:spPr>
            <a:xfrm rot="5400000">
              <a:off x="9930514" y="3339026"/>
              <a:ext cx="1758009" cy="804131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sḷiḓe">
              <a:extLst>
                <a:ext uri="{FF2B5EF4-FFF2-40B4-BE49-F238E27FC236}">
                  <a16:creationId xmlns:a16="http://schemas.microsoft.com/office/drawing/2014/main" id="{AF5DE248-7B81-486B-A206-CA32FBC33C4B}"/>
                </a:ext>
              </a:extLst>
            </p:cNvPr>
            <p:cNvSpPr/>
            <p:nvPr/>
          </p:nvSpPr>
          <p:spPr>
            <a:xfrm rot="5400000">
              <a:off x="8680990" y="3447031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Sľiḑé">
              <a:extLst>
                <a:ext uri="{FF2B5EF4-FFF2-40B4-BE49-F238E27FC236}">
                  <a16:creationId xmlns:a16="http://schemas.microsoft.com/office/drawing/2014/main" id="{44EDBCAC-FEFF-4CA2-B262-72EF4C298C27}"/>
                </a:ext>
              </a:extLst>
            </p:cNvPr>
            <p:cNvSpPr/>
            <p:nvPr/>
          </p:nvSpPr>
          <p:spPr bwMode="auto">
            <a:xfrm>
              <a:off x="8338828" y="2077628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íṩḷíďè">
              <a:extLst>
                <a:ext uri="{FF2B5EF4-FFF2-40B4-BE49-F238E27FC236}">
                  <a16:creationId xmlns:a16="http://schemas.microsoft.com/office/drawing/2014/main" id="{4C99015A-C18C-4DCA-B46B-C809F34CF017}"/>
                </a:ext>
              </a:extLst>
            </p:cNvPr>
            <p:cNvSpPr/>
            <p:nvPr/>
          </p:nvSpPr>
          <p:spPr>
            <a:xfrm rot="5400000">
              <a:off x="6053079" y="3447031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ṡ1ïḑé">
              <a:extLst>
                <a:ext uri="{FF2B5EF4-FFF2-40B4-BE49-F238E27FC236}">
                  <a16:creationId xmlns:a16="http://schemas.microsoft.com/office/drawing/2014/main" id="{B250E83B-9490-4ED4-8C31-2AA3837620D4}"/>
                </a:ext>
              </a:extLst>
            </p:cNvPr>
            <p:cNvSpPr/>
            <p:nvPr/>
          </p:nvSpPr>
          <p:spPr bwMode="auto">
            <a:xfrm>
              <a:off x="5710917" y="2077626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Sḷïḍé">
              <a:extLst>
                <a:ext uri="{FF2B5EF4-FFF2-40B4-BE49-F238E27FC236}">
                  <a16:creationId xmlns:a16="http://schemas.microsoft.com/office/drawing/2014/main" id="{4238DB6A-5DE7-4568-8720-C8E084F4ED25}"/>
                </a:ext>
              </a:extLst>
            </p:cNvPr>
            <p:cNvSpPr/>
            <p:nvPr/>
          </p:nvSpPr>
          <p:spPr>
            <a:xfrm rot="5400000">
              <a:off x="3526632" y="3411827"/>
              <a:ext cx="1285778" cy="588128"/>
            </a:xfrm>
            <a:prstGeom prst="triangle">
              <a:avLst/>
            </a:pr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Sľîḍe">
              <a:extLst>
                <a:ext uri="{FF2B5EF4-FFF2-40B4-BE49-F238E27FC236}">
                  <a16:creationId xmlns:a16="http://schemas.microsoft.com/office/drawing/2014/main" id="{93EDE517-56F5-448A-B401-D6DE76D80EE9}"/>
                </a:ext>
              </a:extLst>
            </p:cNvPr>
            <p:cNvSpPr/>
            <p:nvPr/>
          </p:nvSpPr>
          <p:spPr bwMode="auto">
            <a:xfrm>
              <a:off x="3184472" y="2112831"/>
              <a:ext cx="1381972" cy="3256523"/>
            </a:xfrm>
            <a:custGeom>
              <a:avLst/>
              <a:gdLst>
                <a:gd name="T0" fmla="*/ 538 w 1077"/>
                <a:gd name="T1" fmla="*/ 621 h 2480"/>
                <a:gd name="T2" fmla="*/ 0 w 1077"/>
                <a:gd name="T3" fmla="*/ 0 h 2480"/>
                <a:gd name="T4" fmla="*/ 0 w 1077"/>
                <a:gd name="T5" fmla="*/ 45 h 2480"/>
                <a:gd name="T6" fmla="*/ 281 w 1077"/>
                <a:gd name="T7" fmla="*/ 455 h 2480"/>
                <a:gd name="T8" fmla="*/ 818 w 1077"/>
                <a:gd name="T9" fmla="*/ 1241 h 2480"/>
                <a:gd name="T10" fmla="*/ 281 w 1077"/>
                <a:gd name="T11" fmla="*/ 2025 h 2480"/>
                <a:gd name="T12" fmla="*/ 0 w 1077"/>
                <a:gd name="T13" fmla="*/ 2435 h 2480"/>
                <a:gd name="T14" fmla="*/ 0 w 1077"/>
                <a:gd name="T15" fmla="*/ 2480 h 2480"/>
                <a:gd name="T16" fmla="*/ 538 w 1077"/>
                <a:gd name="T17" fmla="*/ 1862 h 2480"/>
                <a:gd name="T18" fmla="*/ 1077 w 1077"/>
                <a:gd name="T19" fmla="*/ 1241 h 2480"/>
                <a:gd name="T20" fmla="*/ 538 w 1077"/>
                <a:gd name="T21" fmla="*/ 621 h 2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7" h="2480">
                  <a:moveTo>
                    <a:pt x="538" y="621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281" y="455"/>
                  </a:lnTo>
                  <a:lnTo>
                    <a:pt x="818" y="1241"/>
                  </a:lnTo>
                  <a:lnTo>
                    <a:pt x="281" y="2025"/>
                  </a:lnTo>
                  <a:lnTo>
                    <a:pt x="0" y="2435"/>
                  </a:lnTo>
                  <a:lnTo>
                    <a:pt x="0" y="2480"/>
                  </a:lnTo>
                  <a:lnTo>
                    <a:pt x="538" y="1862"/>
                  </a:lnTo>
                  <a:lnTo>
                    <a:pt x="1077" y="1241"/>
                  </a:lnTo>
                  <a:lnTo>
                    <a:pt x="538" y="62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śļïde">
              <a:extLst>
                <a:ext uri="{FF2B5EF4-FFF2-40B4-BE49-F238E27FC236}">
                  <a16:creationId xmlns:a16="http://schemas.microsoft.com/office/drawing/2014/main" id="{E90E63CC-FEF1-4035-A232-8B579C14AA67}"/>
                </a:ext>
              </a:extLst>
            </p:cNvPr>
            <p:cNvSpPr/>
            <p:nvPr/>
          </p:nvSpPr>
          <p:spPr bwMode="auto">
            <a:xfrm>
              <a:off x="777521" y="1375266"/>
              <a:ext cx="10743214" cy="4731656"/>
            </a:xfrm>
            <a:custGeom>
              <a:avLst/>
              <a:gdLst>
                <a:gd name="T0" fmla="*/ 7710 w 8561"/>
                <a:gd name="T1" fmla="*/ 987 h 3943"/>
                <a:gd name="T2" fmla="*/ 6859 w 8561"/>
                <a:gd name="T3" fmla="*/ 0 h 3943"/>
                <a:gd name="T4" fmla="*/ 6859 w 8561"/>
                <a:gd name="T5" fmla="*/ 71 h 3943"/>
                <a:gd name="T6" fmla="*/ 7303 w 8561"/>
                <a:gd name="T7" fmla="*/ 724 h 3943"/>
                <a:gd name="T8" fmla="*/ 8112 w 8561"/>
                <a:gd name="T9" fmla="*/ 1908 h 3943"/>
                <a:gd name="T10" fmla="*/ 1033 w 8561"/>
                <a:gd name="T11" fmla="*/ 1908 h 3943"/>
                <a:gd name="T12" fmla="*/ 572 w 8561"/>
                <a:gd name="T13" fmla="*/ 1640 h 3943"/>
                <a:gd name="T14" fmla="*/ 0 w 8561"/>
                <a:gd name="T15" fmla="*/ 1311 h 3943"/>
                <a:gd name="T16" fmla="*/ 0 w 8561"/>
                <a:gd name="T17" fmla="*/ 1972 h 3943"/>
                <a:gd name="T18" fmla="*/ 0 w 8561"/>
                <a:gd name="T19" fmla="*/ 2632 h 3943"/>
                <a:gd name="T20" fmla="*/ 572 w 8561"/>
                <a:gd name="T21" fmla="*/ 2303 h 3943"/>
                <a:gd name="T22" fmla="*/ 1033 w 8561"/>
                <a:gd name="T23" fmla="*/ 2036 h 3943"/>
                <a:gd name="T24" fmla="*/ 8112 w 8561"/>
                <a:gd name="T25" fmla="*/ 2036 h 3943"/>
                <a:gd name="T26" fmla="*/ 7303 w 8561"/>
                <a:gd name="T27" fmla="*/ 3219 h 3943"/>
                <a:gd name="T28" fmla="*/ 6859 w 8561"/>
                <a:gd name="T29" fmla="*/ 3872 h 3943"/>
                <a:gd name="T30" fmla="*/ 6859 w 8561"/>
                <a:gd name="T31" fmla="*/ 3943 h 3943"/>
                <a:gd name="T32" fmla="*/ 7710 w 8561"/>
                <a:gd name="T33" fmla="*/ 2956 h 3943"/>
                <a:gd name="T34" fmla="*/ 8561 w 8561"/>
                <a:gd name="T35" fmla="*/ 1972 h 3943"/>
                <a:gd name="T36" fmla="*/ 7710 w 8561"/>
                <a:gd name="T37" fmla="*/ 987 h 3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561" h="3943">
                  <a:moveTo>
                    <a:pt x="7710" y="987"/>
                  </a:moveTo>
                  <a:lnTo>
                    <a:pt x="6859" y="0"/>
                  </a:lnTo>
                  <a:lnTo>
                    <a:pt x="6859" y="71"/>
                  </a:lnTo>
                  <a:lnTo>
                    <a:pt x="7303" y="724"/>
                  </a:lnTo>
                  <a:lnTo>
                    <a:pt x="8112" y="1908"/>
                  </a:lnTo>
                  <a:lnTo>
                    <a:pt x="1033" y="1908"/>
                  </a:lnTo>
                  <a:lnTo>
                    <a:pt x="572" y="1640"/>
                  </a:lnTo>
                  <a:lnTo>
                    <a:pt x="0" y="1311"/>
                  </a:lnTo>
                  <a:lnTo>
                    <a:pt x="0" y="1972"/>
                  </a:lnTo>
                  <a:lnTo>
                    <a:pt x="0" y="2632"/>
                  </a:lnTo>
                  <a:lnTo>
                    <a:pt x="572" y="2303"/>
                  </a:lnTo>
                  <a:lnTo>
                    <a:pt x="1033" y="2036"/>
                  </a:lnTo>
                  <a:lnTo>
                    <a:pt x="8112" y="2036"/>
                  </a:lnTo>
                  <a:lnTo>
                    <a:pt x="7303" y="3219"/>
                  </a:lnTo>
                  <a:lnTo>
                    <a:pt x="6859" y="3872"/>
                  </a:lnTo>
                  <a:lnTo>
                    <a:pt x="6859" y="3943"/>
                  </a:lnTo>
                  <a:lnTo>
                    <a:pt x="7710" y="2956"/>
                  </a:lnTo>
                  <a:lnTo>
                    <a:pt x="8561" y="1972"/>
                  </a:lnTo>
                  <a:lnTo>
                    <a:pt x="7710" y="987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  <a:alpha val="31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01906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6d92028-3155-4d23-ac13-914bb2cd5e4c" descr="xw0AAB+LCAAAAAAABADNlU1v4jAQhv+Lt3tDqzghCXArDal66LYSqJcVBzcx4N18IMdIRRX/fScmKTYkFhG06i0azxs/4xm/fkc3LEYjhFEP3YjtmsL3NCVcBIwsOUkf85gmsPbM8zXlgtECjf68VyJbEb2QZEOrrC3EH1nG0k0qw2hk/bIgRN6UELZkMKARS0kSsCUT8G+IPBTPlEc0E1Wi4BvaQ7rqnuebtcTe9WoaR6G5y5OcKzSVuk7tK6lPiwWL6GxFUypVsDRjmbjN4umKxDX7mLPlSmS0KKrA0+tfGglFNvJAKH8p0zfFCn7+Iwwdx7PHAXA2QrvnQ3sXQg86QAfe5C4M26B9dVgEZ9nylBpZP1GzeqCox3meUJKdyvdNb5IPFflDlDdoUcvG2Pr6eXW1cbVVGnx+67H9GQPrNvfe6tu+N1F7r2F3uGb40nvWOLIt2IE/6YdBK7bbeWY1udd9aDW932lqQTqH4lgWA6fquFi9PPecxAzmrsqTLg2zybd6W8p2cLqQDgmnM6WwfWzIcsushrgt4wQeBSooL+TKEYmyWjcJhSwpH5DbbJnUTYaGr+lvyCxLk8chIxjNd6cvzWFzrQ4Vd64ctGoPL6xgryxhYqse0Ulhg/bCJFehlaXDy+bN6JswwQ80RFu1oVJ6gDsazAOi370n10G3dfQTzzIerNNOtx8+w7hEpaOCZxRUVDe9NoaPYDlKqoVoCw21jkn0z1Sro9dqH11ZY6nDCxpx1gUY6nDOJT6A8VlGgJ2WqYOH9JOtwDachNxdr0VDVo+p390NwOqvcKeMBXg6pNvdD3CbSZtacyV6S6f3OlnCfvS+lycYq8V6tcfvuLlY/xquYMTzS7z57j+kvqMWxw0AAA==">
            <a:extLst>
              <a:ext uri="{FF2B5EF4-FFF2-40B4-BE49-F238E27FC236}">
                <a16:creationId xmlns:a16="http://schemas.microsoft.com/office/drawing/2014/main" id="{6387C352-ACF5-45CB-B48A-2C7414D9F0DC}"/>
              </a:ext>
            </a:extLst>
          </p:cNvPr>
          <p:cNvGrpSpPr>
            <a:grpSpLocks noChangeAspect="1"/>
          </p:cNvGrpSpPr>
          <p:nvPr/>
        </p:nvGrpSpPr>
        <p:grpSpPr>
          <a:xfrm>
            <a:off x="503238" y="1130300"/>
            <a:ext cx="1180017" cy="2644947"/>
            <a:chOff x="3769430" y="2295572"/>
            <a:chExt cx="1324130" cy="2967969"/>
          </a:xfrm>
        </p:grpSpPr>
        <p:sp>
          <p:nvSpPr>
            <p:cNvPr id="3" name="IconShape1">
              <a:extLst>
                <a:ext uri="{FF2B5EF4-FFF2-40B4-BE49-F238E27FC236}">
                  <a16:creationId xmlns:a16="http://schemas.microsoft.com/office/drawing/2014/main" id="{B1E96627-C84B-413F-A817-2349C78C10FE}"/>
                </a:ext>
              </a:extLst>
            </p:cNvPr>
            <p:cNvSpPr/>
            <p:nvPr/>
          </p:nvSpPr>
          <p:spPr>
            <a:xfrm>
              <a:off x="3769431" y="2295572"/>
              <a:ext cx="601879" cy="1462556"/>
            </a:xfrm>
            <a:custGeom>
              <a:avLst/>
              <a:gdLst>
                <a:gd name="connsiteX0" fmla="*/ 100686 w 529930"/>
                <a:gd name="connsiteY0" fmla="*/ 302057 h 1287721"/>
                <a:gd name="connsiteX1" fmla="*/ 121883 w 529930"/>
                <a:gd name="connsiteY1" fmla="*/ 302057 h 1287721"/>
                <a:gd name="connsiteX2" fmla="*/ 413344 w 529930"/>
                <a:gd name="connsiteY2" fmla="*/ 302057 h 1287721"/>
                <a:gd name="connsiteX3" fmla="*/ 434544 w 529930"/>
                <a:gd name="connsiteY3" fmla="*/ 302057 h 1287721"/>
                <a:gd name="connsiteX4" fmla="*/ 529930 w 529930"/>
                <a:gd name="connsiteY4" fmla="*/ 408043 h 1287721"/>
                <a:gd name="connsiteX5" fmla="*/ 529930 w 529930"/>
                <a:gd name="connsiteY5" fmla="*/ 884978 h 1287721"/>
                <a:gd name="connsiteX6" fmla="*/ 482237 w 529930"/>
                <a:gd name="connsiteY6" fmla="*/ 932671 h 1287721"/>
                <a:gd name="connsiteX7" fmla="*/ 434544 w 529930"/>
                <a:gd name="connsiteY7" fmla="*/ 884978 h 1287721"/>
                <a:gd name="connsiteX8" fmla="*/ 434544 w 529930"/>
                <a:gd name="connsiteY8" fmla="*/ 455736 h 1287721"/>
                <a:gd name="connsiteX9" fmla="*/ 423944 w 529930"/>
                <a:gd name="connsiteY9" fmla="*/ 445139 h 1287721"/>
                <a:gd name="connsiteX10" fmla="*/ 413344 w 529930"/>
                <a:gd name="connsiteY10" fmla="*/ 455736 h 1287721"/>
                <a:gd name="connsiteX11" fmla="*/ 413344 w 529930"/>
                <a:gd name="connsiteY11" fmla="*/ 747196 h 1287721"/>
                <a:gd name="connsiteX12" fmla="*/ 413344 w 529930"/>
                <a:gd name="connsiteY12" fmla="*/ 1218832 h 1287721"/>
                <a:gd name="connsiteX13" fmla="*/ 344454 w 529930"/>
                <a:gd name="connsiteY13" fmla="*/ 1287721 h 1287721"/>
                <a:gd name="connsiteX14" fmla="*/ 275565 w 529930"/>
                <a:gd name="connsiteY14" fmla="*/ 1218832 h 1287721"/>
                <a:gd name="connsiteX15" fmla="*/ 275565 w 529930"/>
                <a:gd name="connsiteY15" fmla="*/ 826685 h 1287721"/>
                <a:gd name="connsiteX16" fmla="*/ 264965 w 529930"/>
                <a:gd name="connsiteY16" fmla="*/ 816088 h 1287721"/>
                <a:gd name="connsiteX17" fmla="*/ 254365 w 529930"/>
                <a:gd name="connsiteY17" fmla="*/ 826685 h 1287721"/>
                <a:gd name="connsiteX18" fmla="*/ 254365 w 529930"/>
                <a:gd name="connsiteY18" fmla="*/ 1218832 h 1287721"/>
                <a:gd name="connsiteX19" fmla="*/ 185476 w 529930"/>
                <a:gd name="connsiteY19" fmla="*/ 1287721 h 1287721"/>
                <a:gd name="connsiteX20" fmla="*/ 116586 w 529930"/>
                <a:gd name="connsiteY20" fmla="*/ 1218832 h 1287721"/>
                <a:gd name="connsiteX21" fmla="*/ 116586 w 529930"/>
                <a:gd name="connsiteY21" fmla="*/ 450436 h 1287721"/>
                <a:gd name="connsiteX22" fmla="*/ 105986 w 529930"/>
                <a:gd name="connsiteY22" fmla="*/ 439839 h 1287721"/>
                <a:gd name="connsiteX23" fmla="*/ 95387 w 529930"/>
                <a:gd name="connsiteY23" fmla="*/ 450436 h 1287721"/>
                <a:gd name="connsiteX24" fmla="*/ 95387 w 529930"/>
                <a:gd name="connsiteY24" fmla="*/ 879678 h 1287721"/>
                <a:gd name="connsiteX25" fmla="*/ 47693 w 529930"/>
                <a:gd name="connsiteY25" fmla="*/ 927371 h 1287721"/>
                <a:gd name="connsiteX26" fmla="*/ 0 w 529930"/>
                <a:gd name="connsiteY26" fmla="*/ 879678 h 1287721"/>
                <a:gd name="connsiteX27" fmla="*/ 0 w 529930"/>
                <a:gd name="connsiteY27" fmla="*/ 402743 h 1287721"/>
                <a:gd name="connsiteX28" fmla="*/ 100686 w 529930"/>
                <a:gd name="connsiteY28" fmla="*/ 302057 h 1287721"/>
                <a:gd name="connsiteX29" fmla="*/ 264965 w 529930"/>
                <a:gd name="connsiteY29" fmla="*/ 0 h 1287721"/>
                <a:gd name="connsiteX30" fmla="*/ 402745 w 529930"/>
                <a:gd name="connsiteY30" fmla="*/ 137783 h 1287721"/>
                <a:gd name="connsiteX31" fmla="*/ 264965 w 529930"/>
                <a:gd name="connsiteY31" fmla="*/ 275563 h 1287721"/>
                <a:gd name="connsiteX32" fmla="*/ 127182 w 529930"/>
                <a:gd name="connsiteY32" fmla="*/ 137783 h 1287721"/>
                <a:gd name="connsiteX33" fmla="*/ 264965 w 529930"/>
                <a:gd name="connsiteY33" fmla="*/ 0 h 128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29930" h="1287721">
                  <a:moveTo>
                    <a:pt x="100686" y="302057"/>
                  </a:moveTo>
                  <a:lnTo>
                    <a:pt x="121883" y="302057"/>
                  </a:lnTo>
                  <a:lnTo>
                    <a:pt x="413344" y="302057"/>
                  </a:lnTo>
                  <a:lnTo>
                    <a:pt x="434544" y="302057"/>
                  </a:lnTo>
                  <a:cubicBezTo>
                    <a:pt x="487537" y="302057"/>
                    <a:pt x="529930" y="344450"/>
                    <a:pt x="529930" y="408043"/>
                  </a:cubicBezTo>
                  <a:lnTo>
                    <a:pt x="529930" y="884978"/>
                  </a:lnTo>
                  <a:cubicBezTo>
                    <a:pt x="529930" y="911474"/>
                    <a:pt x="508733" y="932671"/>
                    <a:pt x="482237" y="932671"/>
                  </a:cubicBezTo>
                  <a:cubicBezTo>
                    <a:pt x="455740" y="932671"/>
                    <a:pt x="434544" y="911474"/>
                    <a:pt x="434544" y="884978"/>
                  </a:cubicBezTo>
                  <a:lnTo>
                    <a:pt x="434544" y="455736"/>
                  </a:lnTo>
                  <a:cubicBezTo>
                    <a:pt x="434544" y="450436"/>
                    <a:pt x="429244" y="445139"/>
                    <a:pt x="423944" y="445139"/>
                  </a:cubicBezTo>
                  <a:cubicBezTo>
                    <a:pt x="418644" y="445139"/>
                    <a:pt x="413344" y="450436"/>
                    <a:pt x="413344" y="455736"/>
                  </a:cubicBezTo>
                  <a:lnTo>
                    <a:pt x="413344" y="747196"/>
                  </a:lnTo>
                  <a:lnTo>
                    <a:pt x="413344" y="1218832"/>
                  </a:lnTo>
                  <a:cubicBezTo>
                    <a:pt x="413344" y="1255928"/>
                    <a:pt x="381551" y="1287721"/>
                    <a:pt x="344454" y="1287721"/>
                  </a:cubicBezTo>
                  <a:cubicBezTo>
                    <a:pt x="307358" y="1287721"/>
                    <a:pt x="275565" y="1255928"/>
                    <a:pt x="275565" y="1218832"/>
                  </a:cubicBezTo>
                  <a:lnTo>
                    <a:pt x="275565" y="826685"/>
                  </a:lnTo>
                  <a:cubicBezTo>
                    <a:pt x="275565" y="821386"/>
                    <a:pt x="270265" y="816088"/>
                    <a:pt x="264965" y="816088"/>
                  </a:cubicBezTo>
                  <a:cubicBezTo>
                    <a:pt x="259665" y="816088"/>
                    <a:pt x="254365" y="821386"/>
                    <a:pt x="254365" y="826685"/>
                  </a:cubicBezTo>
                  <a:lnTo>
                    <a:pt x="254365" y="1218832"/>
                  </a:lnTo>
                  <a:cubicBezTo>
                    <a:pt x="254365" y="1255928"/>
                    <a:pt x="222572" y="1287721"/>
                    <a:pt x="185476" y="1287721"/>
                  </a:cubicBezTo>
                  <a:cubicBezTo>
                    <a:pt x="148379" y="1287721"/>
                    <a:pt x="116586" y="1255928"/>
                    <a:pt x="116586" y="1218832"/>
                  </a:cubicBezTo>
                  <a:lnTo>
                    <a:pt x="116586" y="450436"/>
                  </a:lnTo>
                  <a:cubicBezTo>
                    <a:pt x="116586" y="445139"/>
                    <a:pt x="111286" y="439839"/>
                    <a:pt x="105986" y="439839"/>
                  </a:cubicBezTo>
                  <a:cubicBezTo>
                    <a:pt x="100686" y="439839"/>
                    <a:pt x="95387" y="445139"/>
                    <a:pt x="95387" y="450436"/>
                  </a:cubicBezTo>
                  <a:lnTo>
                    <a:pt x="95387" y="879678"/>
                  </a:lnTo>
                  <a:cubicBezTo>
                    <a:pt x="95387" y="906175"/>
                    <a:pt x="74190" y="927371"/>
                    <a:pt x="47693" y="927371"/>
                  </a:cubicBezTo>
                  <a:cubicBezTo>
                    <a:pt x="21197" y="927371"/>
                    <a:pt x="0" y="906175"/>
                    <a:pt x="0" y="879678"/>
                  </a:cubicBezTo>
                  <a:lnTo>
                    <a:pt x="0" y="402743"/>
                  </a:lnTo>
                  <a:cubicBezTo>
                    <a:pt x="0" y="344450"/>
                    <a:pt x="47693" y="302057"/>
                    <a:pt x="100686" y="302057"/>
                  </a:cubicBezTo>
                  <a:close/>
                  <a:moveTo>
                    <a:pt x="264965" y="0"/>
                  </a:moveTo>
                  <a:cubicBezTo>
                    <a:pt x="344455" y="0"/>
                    <a:pt x="402745" y="58293"/>
                    <a:pt x="402745" y="137783"/>
                  </a:cubicBezTo>
                  <a:cubicBezTo>
                    <a:pt x="402745" y="211972"/>
                    <a:pt x="339155" y="275563"/>
                    <a:pt x="264965" y="275563"/>
                  </a:cubicBezTo>
                  <a:cubicBezTo>
                    <a:pt x="190775" y="275563"/>
                    <a:pt x="127182" y="211972"/>
                    <a:pt x="127182" y="137783"/>
                  </a:cubicBezTo>
                  <a:cubicBezTo>
                    <a:pt x="127182" y="63593"/>
                    <a:pt x="190775" y="0"/>
                    <a:pt x="264965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2026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4" name="IconShape1">
              <a:extLst>
                <a:ext uri="{FF2B5EF4-FFF2-40B4-BE49-F238E27FC236}">
                  <a16:creationId xmlns:a16="http://schemas.microsoft.com/office/drawing/2014/main" id="{821E34F9-BAF6-4004-9FF3-CA0D5425C5FC}"/>
                </a:ext>
              </a:extLst>
            </p:cNvPr>
            <p:cNvSpPr/>
            <p:nvPr/>
          </p:nvSpPr>
          <p:spPr>
            <a:xfrm>
              <a:off x="4491681" y="2295572"/>
              <a:ext cx="601879" cy="1462556"/>
            </a:xfrm>
            <a:custGeom>
              <a:avLst/>
              <a:gdLst>
                <a:gd name="connsiteX0" fmla="*/ 100686 w 529930"/>
                <a:gd name="connsiteY0" fmla="*/ 302057 h 1287721"/>
                <a:gd name="connsiteX1" fmla="*/ 116586 w 529930"/>
                <a:gd name="connsiteY1" fmla="*/ 302057 h 1287721"/>
                <a:gd name="connsiteX2" fmla="*/ 408047 w 529930"/>
                <a:gd name="connsiteY2" fmla="*/ 302057 h 1287721"/>
                <a:gd name="connsiteX3" fmla="*/ 429244 w 529930"/>
                <a:gd name="connsiteY3" fmla="*/ 302057 h 1287721"/>
                <a:gd name="connsiteX4" fmla="*/ 529930 w 529930"/>
                <a:gd name="connsiteY4" fmla="*/ 408043 h 1287721"/>
                <a:gd name="connsiteX5" fmla="*/ 529930 w 529930"/>
                <a:gd name="connsiteY5" fmla="*/ 884978 h 1287721"/>
                <a:gd name="connsiteX6" fmla="*/ 482237 w 529930"/>
                <a:gd name="connsiteY6" fmla="*/ 932671 h 1287721"/>
                <a:gd name="connsiteX7" fmla="*/ 434544 w 529930"/>
                <a:gd name="connsiteY7" fmla="*/ 884978 h 1287721"/>
                <a:gd name="connsiteX8" fmla="*/ 434544 w 529930"/>
                <a:gd name="connsiteY8" fmla="*/ 455736 h 1287721"/>
                <a:gd name="connsiteX9" fmla="*/ 423944 w 529930"/>
                <a:gd name="connsiteY9" fmla="*/ 445139 h 1287721"/>
                <a:gd name="connsiteX10" fmla="*/ 413344 w 529930"/>
                <a:gd name="connsiteY10" fmla="*/ 455736 h 1287721"/>
                <a:gd name="connsiteX11" fmla="*/ 413344 w 529930"/>
                <a:gd name="connsiteY11" fmla="*/ 747196 h 1287721"/>
                <a:gd name="connsiteX12" fmla="*/ 413344 w 529930"/>
                <a:gd name="connsiteY12" fmla="*/ 1218832 h 1287721"/>
                <a:gd name="connsiteX13" fmla="*/ 344454 w 529930"/>
                <a:gd name="connsiteY13" fmla="*/ 1287721 h 1287721"/>
                <a:gd name="connsiteX14" fmla="*/ 275565 w 529930"/>
                <a:gd name="connsiteY14" fmla="*/ 1218832 h 1287721"/>
                <a:gd name="connsiteX15" fmla="*/ 275565 w 529930"/>
                <a:gd name="connsiteY15" fmla="*/ 826685 h 1287721"/>
                <a:gd name="connsiteX16" fmla="*/ 264965 w 529930"/>
                <a:gd name="connsiteY16" fmla="*/ 816088 h 1287721"/>
                <a:gd name="connsiteX17" fmla="*/ 254365 w 529930"/>
                <a:gd name="connsiteY17" fmla="*/ 826685 h 1287721"/>
                <a:gd name="connsiteX18" fmla="*/ 254365 w 529930"/>
                <a:gd name="connsiteY18" fmla="*/ 1218832 h 1287721"/>
                <a:gd name="connsiteX19" fmla="*/ 185476 w 529930"/>
                <a:gd name="connsiteY19" fmla="*/ 1287721 h 1287721"/>
                <a:gd name="connsiteX20" fmla="*/ 116586 w 529930"/>
                <a:gd name="connsiteY20" fmla="*/ 1218832 h 1287721"/>
                <a:gd name="connsiteX21" fmla="*/ 116586 w 529930"/>
                <a:gd name="connsiteY21" fmla="*/ 450436 h 1287721"/>
                <a:gd name="connsiteX22" fmla="*/ 105986 w 529930"/>
                <a:gd name="connsiteY22" fmla="*/ 439839 h 1287721"/>
                <a:gd name="connsiteX23" fmla="*/ 95387 w 529930"/>
                <a:gd name="connsiteY23" fmla="*/ 450436 h 1287721"/>
                <a:gd name="connsiteX24" fmla="*/ 95387 w 529930"/>
                <a:gd name="connsiteY24" fmla="*/ 879678 h 1287721"/>
                <a:gd name="connsiteX25" fmla="*/ 47693 w 529930"/>
                <a:gd name="connsiteY25" fmla="*/ 927371 h 1287721"/>
                <a:gd name="connsiteX26" fmla="*/ 0 w 529930"/>
                <a:gd name="connsiteY26" fmla="*/ 879678 h 1287721"/>
                <a:gd name="connsiteX27" fmla="*/ 0 w 529930"/>
                <a:gd name="connsiteY27" fmla="*/ 402743 h 1287721"/>
                <a:gd name="connsiteX28" fmla="*/ 100686 w 529930"/>
                <a:gd name="connsiteY28" fmla="*/ 302057 h 1287721"/>
                <a:gd name="connsiteX29" fmla="*/ 264965 w 529930"/>
                <a:gd name="connsiteY29" fmla="*/ 0 h 1287721"/>
                <a:gd name="connsiteX30" fmla="*/ 402745 w 529930"/>
                <a:gd name="connsiteY30" fmla="*/ 137783 h 1287721"/>
                <a:gd name="connsiteX31" fmla="*/ 264965 w 529930"/>
                <a:gd name="connsiteY31" fmla="*/ 275563 h 1287721"/>
                <a:gd name="connsiteX32" fmla="*/ 127182 w 529930"/>
                <a:gd name="connsiteY32" fmla="*/ 137783 h 1287721"/>
                <a:gd name="connsiteX33" fmla="*/ 264965 w 529930"/>
                <a:gd name="connsiteY33" fmla="*/ 0 h 128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29930" h="1287721">
                  <a:moveTo>
                    <a:pt x="100686" y="302057"/>
                  </a:moveTo>
                  <a:lnTo>
                    <a:pt x="116586" y="302057"/>
                  </a:lnTo>
                  <a:lnTo>
                    <a:pt x="408047" y="302057"/>
                  </a:lnTo>
                  <a:lnTo>
                    <a:pt x="429244" y="302057"/>
                  </a:lnTo>
                  <a:cubicBezTo>
                    <a:pt x="482237" y="302057"/>
                    <a:pt x="529930" y="344450"/>
                    <a:pt x="529930" y="408043"/>
                  </a:cubicBezTo>
                  <a:lnTo>
                    <a:pt x="529930" y="884978"/>
                  </a:lnTo>
                  <a:cubicBezTo>
                    <a:pt x="529930" y="911474"/>
                    <a:pt x="508733" y="932671"/>
                    <a:pt x="482237" y="932671"/>
                  </a:cubicBezTo>
                  <a:cubicBezTo>
                    <a:pt x="455740" y="932671"/>
                    <a:pt x="434544" y="911474"/>
                    <a:pt x="434544" y="884978"/>
                  </a:cubicBezTo>
                  <a:lnTo>
                    <a:pt x="434544" y="455736"/>
                  </a:lnTo>
                  <a:cubicBezTo>
                    <a:pt x="434544" y="450436"/>
                    <a:pt x="429244" y="445139"/>
                    <a:pt x="423944" y="445139"/>
                  </a:cubicBezTo>
                  <a:cubicBezTo>
                    <a:pt x="418644" y="445139"/>
                    <a:pt x="413344" y="450436"/>
                    <a:pt x="413344" y="455736"/>
                  </a:cubicBezTo>
                  <a:lnTo>
                    <a:pt x="413344" y="747196"/>
                  </a:lnTo>
                  <a:lnTo>
                    <a:pt x="413344" y="1218832"/>
                  </a:lnTo>
                  <a:cubicBezTo>
                    <a:pt x="413344" y="1255928"/>
                    <a:pt x="381551" y="1287721"/>
                    <a:pt x="344454" y="1287721"/>
                  </a:cubicBezTo>
                  <a:cubicBezTo>
                    <a:pt x="307358" y="1287721"/>
                    <a:pt x="275565" y="1255928"/>
                    <a:pt x="275565" y="1218832"/>
                  </a:cubicBezTo>
                  <a:lnTo>
                    <a:pt x="275565" y="826685"/>
                  </a:lnTo>
                  <a:cubicBezTo>
                    <a:pt x="275565" y="821386"/>
                    <a:pt x="270265" y="816088"/>
                    <a:pt x="264965" y="816088"/>
                  </a:cubicBezTo>
                  <a:cubicBezTo>
                    <a:pt x="259665" y="816088"/>
                    <a:pt x="254365" y="821386"/>
                    <a:pt x="254365" y="826685"/>
                  </a:cubicBezTo>
                  <a:lnTo>
                    <a:pt x="254365" y="1218832"/>
                  </a:lnTo>
                  <a:cubicBezTo>
                    <a:pt x="254365" y="1255928"/>
                    <a:pt x="222572" y="1287721"/>
                    <a:pt x="185476" y="1287721"/>
                  </a:cubicBezTo>
                  <a:cubicBezTo>
                    <a:pt x="148379" y="1287721"/>
                    <a:pt x="116586" y="1255928"/>
                    <a:pt x="116586" y="1218832"/>
                  </a:cubicBezTo>
                  <a:lnTo>
                    <a:pt x="116586" y="450436"/>
                  </a:lnTo>
                  <a:cubicBezTo>
                    <a:pt x="116586" y="445139"/>
                    <a:pt x="111286" y="439839"/>
                    <a:pt x="105986" y="439839"/>
                  </a:cubicBezTo>
                  <a:cubicBezTo>
                    <a:pt x="100686" y="439839"/>
                    <a:pt x="95387" y="445139"/>
                    <a:pt x="95387" y="450436"/>
                  </a:cubicBezTo>
                  <a:lnTo>
                    <a:pt x="95387" y="879678"/>
                  </a:lnTo>
                  <a:cubicBezTo>
                    <a:pt x="95387" y="906175"/>
                    <a:pt x="74190" y="927371"/>
                    <a:pt x="47693" y="927371"/>
                  </a:cubicBezTo>
                  <a:cubicBezTo>
                    <a:pt x="21197" y="927371"/>
                    <a:pt x="0" y="906175"/>
                    <a:pt x="0" y="879678"/>
                  </a:cubicBezTo>
                  <a:lnTo>
                    <a:pt x="0" y="402743"/>
                  </a:lnTo>
                  <a:cubicBezTo>
                    <a:pt x="0" y="344450"/>
                    <a:pt x="47693" y="302057"/>
                    <a:pt x="100686" y="302057"/>
                  </a:cubicBezTo>
                  <a:close/>
                  <a:moveTo>
                    <a:pt x="264965" y="0"/>
                  </a:moveTo>
                  <a:cubicBezTo>
                    <a:pt x="339155" y="0"/>
                    <a:pt x="402745" y="58293"/>
                    <a:pt x="402745" y="137783"/>
                  </a:cubicBezTo>
                  <a:cubicBezTo>
                    <a:pt x="402745" y="211972"/>
                    <a:pt x="339155" y="275563"/>
                    <a:pt x="264965" y="275563"/>
                  </a:cubicBezTo>
                  <a:cubicBezTo>
                    <a:pt x="190775" y="275563"/>
                    <a:pt x="127182" y="211972"/>
                    <a:pt x="127182" y="137783"/>
                  </a:cubicBezTo>
                  <a:cubicBezTo>
                    <a:pt x="127182" y="63593"/>
                    <a:pt x="190775" y="0"/>
                    <a:pt x="264965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2026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0" name="IconShape2">
              <a:extLst>
                <a:ext uri="{FF2B5EF4-FFF2-40B4-BE49-F238E27FC236}">
                  <a16:creationId xmlns:a16="http://schemas.microsoft.com/office/drawing/2014/main" id="{1FCE9BC5-3935-4C33-8620-E9ACDB279021}"/>
                </a:ext>
              </a:extLst>
            </p:cNvPr>
            <p:cNvSpPr/>
            <p:nvPr/>
          </p:nvSpPr>
          <p:spPr>
            <a:xfrm>
              <a:off x="3769430" y="3800986"/>
              <a:ext cx="601879" cy="1462555"/>
            </a:xfrm>
            <a:custGeom>
              <a:avLst/>
              <a:gdLst>
                <a:gd name="connsiteX0" fmla="*/ 100686 w 529930"/>
                <a:gd name="connsiteY0" fmla="*/ 302057 h 1287721"/>
                <a:gd name="connsiteX1" fmla="*/ 121883 w 529930"/>
                <a:gd name="connsiteY1" fmla="*/ 302057 h 1287721"/>
                <a:gd name="connsiteX2" fmla="*/ 413344 w 529930"/>
                <a:gd name="connsiteY2" fmla="*/ 302057 h 1287721"/>
                <a:gd name="connsiteX3" fmla="*/ 434544 w 529930"/>
                <a:gd name="connsiteY3" fmla="*/ 302057 h 1287721"/>
                <a:gd name="connsiteX4" fmla="*/ 529930 w 529930"/>
                <a:gd name="connsiteY4" fmla="*/ 408043 h 1287721"/>
                <a:gd name="connsiteX5" fmla="*/ 529930 w 529930"/>
                <a:gd name="connsiteY5" fmla="*/ 884978 h 1287721"/>
                <a:gd name="connsiteX6" fmla="*/ 482237 w 529930"/>
                <a:gd name="connsiteY6" fmla="*/ 932671 h 1287721"/>
                <a:gd name="connsiteX7" fmla="*/ 434544 w 529930"/>
                <a:gd name="connsiteY7" fmla="*/ 884978 h 1287721"/>
                <a:gd name="connsiteX8" fmla="*/ 434544 w 529930"/>
                <a:gd name="connsiteY8" fmla="*/ 455736 h 1287721"/>
                <a:gd name="connsiteX9" fmla="*/ 423944 w 529930"/>
                <a:gd name="connsiteY9" fmla="*/ 445139 h 1287721"/>
                <a:gd name="connsiteX10" fmla="*/ 413344 w 529930"/>
                <a:gd name="connsiteY10" fmla="*/ 455736 h 1287721"/>
                <a:gd name="connsiteX11" fmla="*/ 413344 w 529930"/>
                <a:gd name="connsiteY11" fmla="*/ 747196 h 1287721"/>
                <a:gd name="connsiteX12" fmla="*/ 413344 w 529930"/>
                <a:gd name="connsiteY12" fmla="*/ 1218832 h 1287721"/>
                <a:gd name="connsiteX13" fmla="*/ 344454 w 529930"/>
                <a:gd name="connsiteY13" fmla="*/ 1287721 h 1287721"/>
                <a:gd name="connsiteX14" fmla="*/ 275565 w 529930"/>
                <a:gd name="connsiteY14" fmla="*/ 1218832 h 1287721"/>
                <a:gd name="connsiteX15" fmla="*/ 275565 w 529930"/>
                <a:gd name="connsiteY15" fmla="*/ 826685 h 1287721"/>
                <a:gd name="connsiteX16" fmla="*/ 264965 w 529930"/>
                <a:gd name="connsiteY16" fmla="*/ 816088 h 1287721"/>
                <a:gd name="connsiteX17" fmla="*/ 254365 w 529930"/>
                <a:gd name="connsiteY17" fmla="*/ 826685 h 1287721"/>
                <a:gd name="connsiteX18" fmla="*/ 254365 w 529930"/>
                <a:gd name="connsiteY18" fmla="*/ 1218832 h 1287721"/>
                <a:gd name="connsiteX19" fmla="*/ 185476 w 529930"/>
                <a:gd name="connsiteY19" fmla="*/ 1287721 h 1287721"/>
                <a:gd name="connsiteX20" fmla="*/ 116586 w 529930"/>
                <a:gd name="connsiteY20" fmla="*/ 1218832 h 1287721"/>
                <a:gd name="connsiteX21" fmla="*/ 116586 w 529930"/>
                <a:gd name="connsiteY21" fmla="*/ 450436 h 1287721"/>
                <a:gd name="connsiteX22" fmla="*/ 105986 w 529930"/>
                <a:gd name="connsiteY22" fmla="*/ 439839 h 1287721"/>
                <a:gd name="connsiteX23" fmla="*/ 95387 w 529930"/>
                <a:gd name="connsiteY23" fmla="*/ 450436 h 1287721"/>
                <a:gd name="connsiteX24" fmla="*/ 95387 w 529930"/>
                <a:gd name="connsiteY24" fmla="*/ 879678 h 1287721"/>
                <a:gd name="connsiteX25" fmla="*/ 47693 w 529930"/>
                <a:gd name="connsiteY25" fmla="*/ 927371 h 1287721"/>
                <a:gd name="connsiteX26" fmla="*/ 0 w 529930"/>
                <a:gd name="connsiteY26" fmla="*/ 879678 h 1287721"/>
                <a:gd name="connsiteX27" fmla="*/ 0 w 529930"/>
                <a:gd name="connsiteY27" fmla="*/ 402743 h 1287721"/>
                <a:gd name="connsiteX28" fmla="*/ 100686 w 529930"/>
                <a:gd name="connsiteY28" fmla="*/ 302057 h 1287721"/>
                <a:gd name="connsiteX29" fmla="*/ 264965 w 529930"/>
                <a:gd name="connsiteY29" fmla="*/ 0 h 1287721"/>
                <a:gd name="connsiteX30" fmla="*/ 402745 w 529930"/>
                <a:gd name="connsiteY30" fmla="*/ 137783 h 1287721"/>
                <a:gd name="connsiteX31" fmla="*/ 264965 w 529930"/>
                <a:gd name="connsiteY31" fmla="*/ 275563 h 1287721"/>
                <a:gd name="connsiteX32" fmla="*/ 127182 w 529930"/>
                <a:gd name="connsiteY32" fmla="*/ 137783 h 1287721"/>
                <a:gd name="connsiteX33" fmla="*/ 264965 w 529930"/>
                <a:gd name="connsiteY33" fmla="*/ 0 h 128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29930" h="1287721">
                  <a:moveTo>
                    <a:pt x="100686" y="302057"/>
                  </a:moveTo>
                  <a:lnTo>
                    <a:pt x="121883" y="302057"/>
                  </a:lnTo>
                  <a:lnTo>
                    <a:pt x="413344" y="302057"/>
                  </a:lnTo>
                  <a:lnTo>
                    <a:pt x="434544" y="302057"/>
                  </a:lnTo>
                  <a:cubicBezTo>
                    <a:pt x="487537" y="302057"/>
                    <a:pt x="529930" y="344450"/>
                    <a:pt x="529930" y="408043"/>
                  </a:cubicBezTo>
                  <a:lnTo>
                    <a:pt x="529930" y="884978"/>
                  </a:lnTo>
                  <a:cubicBezTo>
                    <a:pt x="529930" y="911474"/>
                    <a:pt x="508733" y="932671"/>
                    <a:pt x="482237" y="932671"/>
                  </a:cubicBezTo>
                  <a:cubicBezTo>
                    <a:pt x="455740" y="932671"/>
                    <a:pt x="434544" y="911474"/>
                    <a:pt x="434544" y="884978"/>
                  </a:cubicBezTo>
                  <a:lnTo>
                    <a:pt x="434544" y="455736"/>
                  </a:lnTo>
                  <a:cubicBezTo>
                    <a:pt x="434544" y="450436"/>
                    <a:pt x="429244" y="445139"/>
                    <a:pt x="423944" y="445139"/>
                  </a:cubicBezTo>
                  <a:cubicBezTo>
                    <a:pt x="418644" y="445139"/>
                    <a:pt x="413344" y="450436"/>
                    <a:pt x="413344" y="455736"/>
                  </a:cubicBezTo>
                  <a:lnTo>
                    <a:pt x="413344" y="747196"/>
                  </a:lnTo>
                  <a:lnTo>
                    <a:pt x="413344" y="1218832"/>
                  </a:lnTo>
                  <a:cubicBezTo>
                    <a:pt x="413344" y="1255928"/>
                    <a:pt x="381551" y="1287721"/>
                    <a:pt x="344454" y="1287721"/>
                  </a:cubicBezTo>
                  <a:cubicBezTo>
                    <a:pt x="307358" y="1287721"/>
                    <a:pt x="275565" y="1255928"/>
                    <a:pt x="275565" y="1218832"/>
                  </a:cubicBezTo>
                  <a:lnTo>
                    <a:pt x="275565" y="826685"/>
                  </a:lnTo>
                  <a:cubicBezTo>
                    <a:pt x="275565" y="821386"/>
                    <a:pt x="270265" y="816088"/>
                    <a:pt x="264965" y="816088"/>
                  </a:cubicBezTo>
                  <a:cubicBezTo>
                    <a:pt x="259665" y="816088"/>
                    <a:pt x="254365" y="821386"/>
                    <a:pt x="254365" y="826685"/>
                  </a:cubicBezTo>
                  <a:lnTo>
                    <a:pt x="254365" y="1218832"/>
                  </a:lnTo>
                  <a:cubicBezTo>
                    <a:pt x="254365" y="1255928"/>
                    <a:pt x="222572" y="1287721"/>
                    <a:pt x="185476" y="1287721"/>
                  </a:cubicBezTo>
                  <a:cubicBezTo>
                    <a:pt x="148379" y="1287721"/>
                    <a:pt x="116586" y="1255928"/>
                    <a:pt x="116586" y="1218832"/>
                  </a:cubicBezTo>
                  <a:lnTo>
                    <a:pt x="116586" y="450436"/>
                  </a:lnTo>
                  <a:cubicBezTo>
                    <a:pt x="116586" y="445139"/>
                    <a:pt x="111286" y="439839"/>
                    <a:pt x="105986" y="439839"/>
                  </a:cubicBezTo>
                  <a:cubicBezTo>
                    <a:pt x="100686" y="439839"/>
                    <a:pt x="95387" y="445139"/>
                    <a:pt x="95387" y="450436"/>
                  </a:cubicBezTo>
                  <a:lnTo>
                    <a:pt x="95387" y="879678"/>
                  </a:lnTo>
                  <a:cubicBezTo>
                    <a:pt x="95387" y="906175"/>
                    <a:pt x="74190" y="927371"/>
                    <a:pt x="47693" y="927371"/>
                  </a:cubicBezTo>
                  <a:cubicBezTo>
                    <a:pt x="21197" y="927371"/>
                    <a:pt x="0" y="906175"/>
                    <a:pt x="0" y="879678"/>
                  </a:cubicBezTo>
                  <a:lnTo>
                    <a:pt x="0" y="402743"/>
                  </a:lnTo>
                  <a:cubicBezTo>
                    <a:pt x="0" y="344450"/>
                    <a:pt x="47693" y="302057"/>
                    <a:pt x="100686" y="302057"/>
                  </a:cubicBezTo>
                  <a:close/>
                  <a:moveTo>
                    <a:pt x="264965" y="0"/>
                  </a:moveTo>
                  <a:cubicBezTo>
                    <a:pt x="344455" y="0"/>
                    <a:pt x="402745" y="58293"/>
                    <a:pt x="402745" y="137783"/>
                  </a:cubicBezTo>
                  <a:cubicBezTo>
                    <a:pt x="402745" y="211972"/>
                    <a:pt x="339155" y="275563"/>
                    <a:pt x="264965" y="275563"/>
                  </a:cubicBezTo>
                  <a:cubicBezTo>
                    <a:pt x="190775" y="275563"/>
                    <a:pt x="127182" y="211972"/>
                    <a:pt x="127182" y="137783"/>
                  </a:cubicBezTo>
                  <a:cubicBezTo>
                    <a:pt x="127182" y="63593"/>
                    <a:pt x="190775" y="0"/>
                    <a:pt x="26496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2026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4" name="IconShape2">
              <a:extLst>
                <a:ext uri="{FF2B5EF4-FFF2-40B4-BE49-F238E27FC236}">
                  <a16:creationId xmlns:a16="http://schemas.microsoft.com/office/drawing/2014/main" id="{10904B59-C341-409E-90AB-A89AE0A918B3}"/>
                </a:ext>
              </a:extLst>
            </p:cNvPr>
            <p:cNvSpPr/>
            <p:nvPr/>
          </p:nvSpPr>
          <p:spPr>
            <a:xfrm>
              <a:off x="4491680" y="3800986"/>
              <a:ext cx="601879" cy="1462555"/>
            </a:xfrm>
            <a:custGeom>
              <a:avLst/>
              <a:gdLst>
                <a:gd name="connsiteX0" fmla="*/ 100686 w 529930"/>
                <a:gd name="connsiteY0" fmla="*/ 302057 h 1287721"/>
                <a:gd name="connsiteX1" fmla="*/ 121883 w 529930"/>
                <a:gd name="connsiteY1" fmla="*/ 302057 h 1287721"/>
                <a:gd name="connsiteX2" fmla="*/ 413344 w 529930"/>
                <a:gd name="connsiteY2" fmla="*/ 302057 h 1287721"/>
                <a:gd name="connsiteX3" fmla="*/ 434541 w 529930"/>
                <a:gd name="connsiteY3" fmla="*/ 302057 h 1287721"/>
                <a:gd name="connsiteX4" fmla="*/ 529930 w 529930"/>
                <a:gd name="connsiteY4" fmla="*/ 408043 h 1287721"/>
                <a:gd name="connsiteX5" fmla="*/ 529930 w 529930"/>
                <a:gd name="connsiteY5" fmla="*/ 884978 h 1287721"/>
                <a:gd name="connsiteX6" fmla="*/ 482234 w 529930"/>
                <a:gd name="connsiteY6" fmla="*/ 932671 h 1287721"/>
                <a:gd name="connsiteX7" fmla="*/ 434541 w 529930"/>
                <a:gd name="connsiteY7" fmla="*/ 884978 h 1287721"/>
                <a:gd name="connsiteX8" fmla="*/ 434541 w 529930"/>
                <a:gd name="connsiteY8" fmla="*/ 455736 h 1287721"/>
                <a:gd name="connsiteX9" fmla="*/ 423944 w 529930"/>
                <a:gd name="connsiteY9" fmla="*/ 445139 h 1287721"/>
                <a:gd name="connsiteX10" fmla="*/ 413344 w 529930"/>
                <a:gd name="connsiteY10" fmla="*/ 455736 h 1287721"/>
                <a:gd name="connsiteX11" fmla="*/ 413344 w 529930"/>
                <a:gd name="connsiteY11" fmla="*/ 747196 h 1287721"/>
                <a:gd name="connsiteX12" fmla="*/ 413344 w 529930"/>
                <a:gd name="connsiteY12" fmla="*/ 1218832 h 1287721"/>
                <a:gd name="connsiteX13" fmla="*/ 344454 w 529930"/>
                <a:gd name="connsiteY13" fmla="*/ 1287721 h 1287721"/>
                <a:gd name="connsiteX14" fmla="*/ 275562 w 529930"/>
                <a:gd name="connsiteY14" fmla="*/ 1218832 h 1287721"/>
                <a:gd name="connsiteX15" fmla="*/ 275562 w 529930"/>
                <a:gd name="connsiteY15" fmla="*/ 826685 h 1287721"/>
                <a:gd name="connsiteX16" fmla="*/ 264965 w 529930"/>
                <a:gd name="connsiteY16" fmla="*/ 816088 h 1287721"/>
                <a:gd name="connsiteX17" fmla="*/ 254365 w 529930"/>
                <a:gd name="connsiteY17" fmla="*/ 826685 h 1287721"/>
                <a:gd name="connsiteX18" fmla="*/ 254365 w 529930"/>
                <a:gd name="connsiteY18" fmla="*/ 1218832 h 1287721"/>
                <a:gd name="connsiteX19" fmla="*/ 185476 w 529930"/>
                <a:gd name="connsiteY19" fmla="*/ 1287721 h 1287721"/>
                <a:gd name="connsiteX20" fmla="*/ 116586 w 529930"/>
                <a:gd name="connsiteY20" fmla="*/ 1218832 h 1287721"/>
                <a:gd name="connsiteX21" fmla="*/ 116586 w 529930"/>
                <a:gd name="connsiteY21" fmla="*/ 450436 h 1287721"/>
                <a:gd name="connsiteX22" fmla="*/ 105986 w 529930"/>
                <a:gd name="connsiteY22" fmla="*/ 439839 h 1287721"/>
                <a:gd name="connsiteX23" fmla="*/ 95387 w 529930"/>
                <a:gd name="connsiteY23" fmla="*/ 450436 h 1287721"/>
                <a:gd name="connsiteX24" fmla="*/ 95387 w 529930"/>
                <a:gd name="connsiteY24" fmla="*/ 879678 h 1287721"/>
                <a:gd name="connsiteX25" fmla="*/ 47693 w 529930"/>
                <a:gd name="connsiteY25" fmla="*/ 927371 h 1287721"/>
                <a:gd name="connsiteX26" fmla="*/ 0 w 529930"/>
                <a:gd name="connsiteY26" fmla="*/ 879678 h 1287721"/>
                <a:gd name="connsiteX27" fmla="*/ 0 w 529930"/>
                <a:gd name="connsiteY27" fmla="*/ 402743 h 1287721"/>
                <a:gd name="connsiteX28" fmla="*/ 100686 w 529930"/>
                <a:gd name="connsiteY28" fmla="*/ 302057 h 1287721"/>
                <a:gd name="connsiteX29" fmla="*/ 264964 w 529930"/>
                <a:gd name="connsiteY29" fmla="*/ 0 h 1287721"/>
                <a:gd name="connsiteX30" fmla="*/ 402744 w 529930"/>
                <a:gd name="connsiteY30" fmla="*/ 137783 h 1287721"/>
                <a:gd name="connsiteX31" fmla="*/ 264964 w 529930"/>
                <a:gd name="connsiteY31" fmla="*/ 275563 h 1287721"/>
                <a:gd name="connsiteX32" fmla="*/ 127181 w 529930"/>
                <a:gd name="connsiteY32" fmla="*/ 137783 h 1287721"/>
                <a:gd name="connsiteX33" fmla="*/ 264964 w 529930"/>
                <a:gd name="connsiteY33" fmla="*/ 0 h 128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29930" h="1287721">
                  <a:moveTo>
                    <a:pt x="100686" y="302057"/>
                  </a:moveTo>
                  <a:lnTo>
                    <a:pt x="121883" y="302057"/>
                  </a:lnTo>
                  <a:lnTo>
                    <a:pt x="413344" y="302057"/>
                  </a:lnTo>
                  <a:lnTo>
                    <a:pt x="434541" y="302057"/>
                  </a:lnTo>
                  <a:cubicBezTo>
                    <a:pt x="487534" y="302057"/>
                    <a:pt x="529930" y="344450"/>
                    <a:pt x="529930" y="408043"/>
                  </a:cubicBezTo>
                  <a:lnTo>
                    <a:pt x="529930" y="884978"/>
                  </a:lnTo>
                  <a:cubicBezTo>
                    <a:pt x="529930" y="911474"/>
                    <a:pt x="508731" y="932671"/>
                    <a:pt x="482234" y="932671"/>
                  </a:cubicBezTo>
                  <a:cubicBezTo>
                    <a:pt x="455738" y="932671"/>
                    <a:pt x="434541" y="911474"/>
                    <a:pt x="434541" y="884978"/>
                  </a:cubicBezTo>
                  <a:lnTo>
                    <a:pt x="434541" y="455736"/>
                  </a:lnTo>
                  <a:cubicBezTo>
                    <a:pt x="434541" y="450436"/>
                    <a:pt x="429241" y="445139"/>
                    <a:pt x="423944" y="445139"/>
                  </a:cubicBezTo>
                  <a:cubicBezTo>
                    <a:pt x="418644" y="445139"/>
                    <a:pt x="413344" y="450436"/>
                    <a:pt x="413344" y="455736"/>
                  </a:cubicBezTo>
                  <a:lnTo>
                    <a:pt x="413344" y="747196"/>
                  </a:lnTo>
                  <a:lnTo>
                    <a:pt x="413344" y="1218832"/>
                  </a:lnTo>
                  <a:cubicBezTo>
                    <a:pt x="413344" y="1255928"/>
                    <a:pt x="381548" y="1287721"/>
                    <a:pt x="344454" y="1287721"/>
                  </a:cubicBezTo>
                  <a:cubicBezTo>
                    <a:pt x="307358" y="1287721"/>
                    <a:pt x="275562" y="1255928"/>
                    <a:pt x="275562" y="1218832"/>
                  </a:cubicBezTo>
                  <a:lnTo>
                    <a:pt x="275562" y="826685"/>
                  </a:lnTo>
                  <a:cubicBezTo>
                    <a:pt x="275562" y="821386"/>
                    <a:pt x="270265" y="816088"/>
                    <a:pt x="264965" y="816088"/>
                  </a:cubicBezTo>
                  <a:cubicBezTo>
                    <a:pt x="259665" y="816088"/>
                    <a:pt x="254365" y="821386"/>
                    <a:pt x="254365" y="826685"/>
                  </a:cubicBezTo>
                  <a:lnTo>
                    <a:pt x="254365" y="1218832"/>
                  </a:lnTo>
                  <a:cubicBezTo>
                    <a:pt x="254365" y="1255928"/>
                    <a:pt x="222569" y="1287721"/>
                    <a:pt x="185476" y="1287721"/>
                  </a:cubicBezTo>
                  <a:cubicBezTo>
                    <a:pt x="148379" y="1287721"/>
                    <a:pt x="116586" y="1255928"/>
                    <a:pt x="116586" y="1218832"/>
                  </a:cubicBezTo>
                  <a:lnTo>
                    <a:pt x="116586" y="450436"/>
                  </a:lnTo>
                  <a:cubicBezTo>
                    <a:pt x="116586" y="445139"/>
                    <a:pt x="111286" y="439839"/>
                    <a:pt x="105986" y="439839"/>
                  </a:cubicBezTo>
                  <a:cubicBezTo>
                    <a:pt x="100686" y="439839"/>
                    <a:pt x="95387" y="445139"/>
                    <a:pt x="95387" y="450436"/>
                  </a:cubicBezTo>
                  <a:lnTo>
                    <a:pt x="95387" y="879678"/>
                  </a:lnTo>
                  <a:cubicBezTo>
                    <a:pt x="95387" y="906175"/>
                    <a:pt x="74190" y="927371"/>
                    <a:pt x="47693" y="927371"/>
                  </a:cubicBezTo>
                  <a:cubicBezTo>
                    <a:pt x="21197" y="927371"/>
                    <a:pt x="0" y="906175"/>
                    <a:pt x="0" y="879678"/>
                  </a:cubicBezTo>
                  <a:lnTo>
                    <a:pt x="0" y="402743"/>
                  </a:lnTo>
                  <a:cubicBezTo>
                    <a:pt x="0" y="344450"/>
                    <a:pt x="47693" y="302057"/>
                    <a:pt x="100686" y="302057"/>
                  </a:cubicBezTo>
                  <a:close/>
                  <a:moveTo>
                    <a:pt x="264964" y="0"/>
                  </a:moveTo>
                  <a:cubicBezTo>
                    <a:pt x="344454" y="0"/>
                    <a:pt x="402744" y="58293"/>
                    <a:pt x="402744" y="137783"/>
                  </a:cubicBezTo>
                  <a:cubicBezTo>
                    <a:pt x="402744" y="211972"/>
                    <a:pt x="339154" y="275563"/>
                    <a:pt x="264964" y="275563"/>
                  </a:cubicBezTo>
                  <a:cubicBezTo>
                    <a:pt x="190774" y="275563"/>
                    <a:pt x="127181" y="211972"/>
                    <a:pt x="127181" y="137783"/>
                  </a:cubicBezTo>
                  <a:cubicBezTo>
                    <a:pt x="127181" y="63593"/>
                    <a:pt x="190774" y="0"/>
                    <a:pt x="26496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026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</p:grpSp>
      <p:pic>
        <p:nvPicPr>
          <p:cNvPr id="32" name="图片 31" descr="图形用户界面&#10;&#10;描述已自动生成">
            <a:extLst>
              <a:ext uri="{FF2B5EF4-FFF2-40B4-BE49-F238E27FC236}">
                <a16:creationId xmlns:a16="http://schemas.microsoft.com/office/drawing/2014/main" id="{598E2575-1069-4C1A-9B35-7E440EE146B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6484" b="90495" l="38789" r="72177">
                        <a14:foregroundMark x1="40235" y1="72473" x2="43344" y2="72473"/>
                        <a14:foregroundMark x1="70977" y1="72582" x2="72204" y2="78352"/>
                        <a14:foregroundMark x1="53001" y1="90549" x2="49209" y2="90165"/>
                        <a14:foregroundMark x1="43099" y1="79725" x2="41026" y2="76648"/>
                        <a14:foregroundMark x1="38789" y1="72363" x2="38843" y2="71868"/>
                        <a14:foregroundMark x1="61348" y1="56484" x2="60911" y2="564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93" t="53316" r="25854" b="6521"/>
          <a:stretch/>
        </p:blipFill>
        <p:spPr>
          <a:xfrm>
            <a:off x="2301040" y="1190973"/>
            <a:ext cx="2125483" cy="1182029"/>
          </a:xfrm>
          <a:prstGeom prst="rect">
            <a:avLst/>
          </a:prstGeom>
        </p:spPr>
      </p:pic>
      <p:grpSp>
        <p:nvGrpSpPr>
          <p:cNvPr id="33" name="926b7fd9-ff81-4351-b220-612abbb6f63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D55D69E-D164-4456-9DE3-826AB936D44D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917514" y="1299117"/>
            <a:ext cx="1548837" cy="2036836"/>
            <a:chOff x="4337051" y="1581150"/>
            <a:chExt cx="3506788" cy="4611688"/>
          </a:xfrm>
        </p:grpSpPr>
        <p:sp>
          <p:nvSpPr>
            <p:cNvPr id="34" name="ïṩ1íḋé">
              <a:extLst>
                <a:ext uri="{FF2B5EF4-FFF2-40B4-BE49-F238E27FC236}">
                  <a16:creationId xmlns:a16="http://schemas.microsoft.com/office/drawing/2014/main" id="{CB8958A5-D611-4CEB-B69C-DE5F6D2CD557}"/>
                </a:ext>
              </a:extLst>
            </p:cNvPr>
            <p:cNvSpPr/>
            <p:nvPr/>
          </p:nvSpPr>
          <p:spPr bwMode="auto">
            <a:xfrm>
              <a:off x="4337051" y="3349625"/>
              <a:ext cx="598488" cy="808038"/>
            </a:xfrm>
            <a:custGeom>
              <a:avLst/>
              <a:gdLst>
                <a:gd name="T0" fmla="*/ 46 w 54"/>
                <a:gd name="T1" fmla="*/ 3 h 73"/>
                <a:gd name="T2" fmla="*/ 27 w 54"/>
                <a:gd name="T3" fmla="*/ 5 h 73"/>
                <a:gd name="T4" fmla="*/ 0 w 54"/>
                <a:gd name="T5" fmla="*/ 52 h 73"/>
                <a:gd name="T6" fmla="*/ 8 w 54"/>
                <a:gd name="T7" fmla="*/ 69 h 73"/>
                <a:gd name="T8" fmla="*/ 15 w 54"/>
                <a:gd name="T9" fmla="*/ 73 h 73"/>
                <a:gd name="T10" fmla="*/ 7 w 54"/>
                <a:gd name="T11" fmla="*/ 56 h 73"/>
                <a:gd name="T12" fmla="*/ 34 w 54"/>
                <a:gd name="T13" fmla="*/ 9 h 73"/>
                <a:gd name="T14" fmla="*/ 54 w 54"/>
                <a:gd name="T15" fmla="*/ 7 h 73"/>
                <a:gd name="T16" fmla="*/ 46 w 54"/>
                <a:gd name="T1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3">
                  <a:moveTo>
                    <a:pt x="46" y="3"/>
                  </a:moveTo>
                  <a:cubicBezTo>
                    <a:pt x="41" y="0"/>
                    <a:pt x="35" y="0"/>
                    <a:pt x="27" y="5"/>
                  </a:cubicBezTo>
                  <a:cubicBezTo>
                    <a:pt x="12" y="13"/>
                    <a:pt x="0" y="34"/>
                    <a:pt x="0" y="52"/>
                  </a:cubicBezTo>
                  <a:cubicBezTo>
                    <a:pt x="0" y="60"/>
                    <a:pt x="3" y="66"/>
                    <a:pt x="8" y="69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0" y="70"/>
                    <a:pt x="7" y="64"/>
                    <a:pt x="7" y="56"/>
                  </a:cubicBezTo>
                  <a:cubicBezTo>
                    <a:pt x="7" y="39"/>
                    <a:pt x="19" y="18"/>
                    <a:pt x="34" y="9"/>
                  </a:cubicBezTo>
                  <a:cubicBezTo>
                    <a:pt x="42" y="5"/>
                    <a:pt x="49" y="4"/>
                    <a:pt x="54" y="7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0034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ṧḷiḍè">
              <a:extLst>
                <a:ext uri="{FF2B5EF4-FFF2-40B4-BE49-F238E27FC236}">
                  <a16:creationId xmlns:a16="http://schemas.microsoft.com/office/drawing/2014/main" id="{CC3E680B-365E-45E0-8911-2CF805740FE0}"/>
                </a:ext>
              </a:extLst>
            </p:cNvPr>
            <p:cNvSpPr/>
            <p:nvPr/>
          </p:nvSpPr>
          <p:spPr bwMode="auto">
            <a:xfrm>
              <a:off x="4414838" y="3349625"/>
              <a:ext cx="609600" cy="885825"/>
            </a:xfrm>
            <a:custGeom>
              <a:avLst/>
              <a:gdLst>
                <a:gd name="T0" fmla="*/ 27 w 55"/>
                <a:gd name="T1" fmla="*/ 9 h 80"/>
                <a:gd name="T2" fmla="*/ 54 w 55"/>
                <a:gd name="T3" fmla="*/ 24 h 80"/>
                <a:gd name="T4" fmla="*/ 27 w 55"/>
                <a:gd name="T5" fmla="*/ 71 h 80"/>
                <a:gd name="T6" fmla="*/ 0 w 55"/>
                <a:gd name="T7" fmla="*/ 56 h 80"/>
                <a:gd name="T8" fmla="*/ 27 w 55"/>
                <a:gd name="T9" fmla="*/ 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80">
                  <a:moveTo>
                    <a:pt x="27" y="9"/>
                  </a:moveTo>
                  <a:cubicBezTo>
                    <a:pt x="42" y="0"/>
                    <a:pt x="54" y="7"/>
                    <a:pt x="54" y="24"/>
                  </a:cubicBezTo>
                  <a:cubicBezTo>
                    <a:pt x="55" y="42"/>
                    <a:pt x="42" y="63"/>
                    <a:pt x="27" y="71"/>
                  </a:cubicBezTo>
                  <a:cubicBezTo>
                    <a:pt x="13" y="80"/>
                    <a:pt x="0" y="73"/>
                    <a:pt x="0" y="56"/>
                  </a:cubicBezTo>
                  <a:cubicBezTo>
                    <a:pt x="0" y="39"/>
                    <a:pt x="12" y="18"/>
                    <a:pt x="27" y="9"/>
                  </a:cubicBezTo>
                  <a:close/>
                </a:path>
              </a:pathLst>
            </a:custGeom>
            <a:solidFill>
              <a:srgbClr val="D2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ṥlïḍê">
              <a:extLst>
                <a:ext uri="{FF2B5EF4-FFF2-40B4-BE49-F238E27FC236}">
                  <a16:creationId xmlns:a16="http://schemas.microsoft.com/office/drawing/2014/main" id="{4FDC0879-9FFB-49F0-97D0-2D6C336F3753}"/>
                </a:ext>
              </a:extLst>
            </p:cNvPr>
            <p:cNvSpPr/>
            <p:nvPr/>
          </p:nvSpPr>
          <p:spPr bwMode="auto">
            <a:xfrm>
              <a:off x="4359276" y="3316288"/>
              <a:ext cx="987425" cy="1228725"/>
            </a:xfrm>
            <a:custGeom>
              <a:avLst/>
              <a:gdLst>
                <a:gd name="T0" fmla="*/ 65 w 89"/>
                <a:gd name="T1" fmla="*/ 4 h 111"/>
                <a:gd name="T2" fmla="*/ 38 w 89"/>
                <a:gd name="T3" fmla="*/ 7 h 111"/>
                <a:gd name="T4" fmla="*/ 0 w 89"/>
                <a:gd name="T5" fmla="*/ 72 h 111"/>
                <a:gd name="T6" fmla="*/ 11 w 89"/>
                <a:gd name="T7" fmla="*/ 97 h 111"/>
                <a:gd name="T8" fmla="*/ 35 w 89"/>
                <a:gd name="T9" fmla="*/ 111 h 111"/>
                <a:gd name="T10" fmla="*/ 24 w 89"/>
                <a:gd name="T11" fmla="*/ 86 h 111"/>
                <a:gd name="T12" fmla="*/ 62 w 89"/>
                <a:gd name="T13" fmla="*/ 21 h 111"/>
                <a:gd name="T14" fmla="*/ 89 w 89"/>
                <a:gd name="T15" fmla="*/ 18 h 111"/>
                <a:gd name="T16" fmla="*/ 65 w 89"/>
                <a:gd name="T17" fmla="*/ 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11">
                  <a:moveTo>
                    <a:pt x="65" y="4"/>
                  </a:moveTo>
                  <a:cubicBezTo>
                    <a:pt x="58" y="0"/>
                    <a:pt x="48" y="1"/>
                    <a:pt x="38" y="7"/>
                  </a:cubicBezTo>
                  <a:cubicBezTo>
                    <a:pt x="17" y="19"/>
                    <a:pt x="0" y="48"/>
                    <a:pt x="0" y="72"/>
                  </a:cubicBezTo>
                  <a:cubicBezTo>
                    <a:pt x="0" y="84"/>
                    <a:pt x="4" y="93"/>
                    <a:pt x="11" y="97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28" y="107"/>
                    <a:pt x="24" y="98"/>
                    <a:pt x="24" y="86"/>
                  </a:cubicBezTo>
                  <a:cubicBezTo>
                    <a:pt x="24" y="62"/>
                    <a:pt x="41" y="33"/>
                    <a:pt x="62" y="21"/>
                  </a:cubicBezTo>
                  <a:cubicBezTo>
                    <a:pt x="73" y="15"/>
                    <a:pt x="82" y="14"/>
                    <a:pt x="89" y="18"/>
                  </a:cubicBezTo>
                  <a:lnTo>
                    <a:pt x="65" y="4"/>
                  </a:lnTo>
                  <a:close/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isḻiḍe">
              <a:extLst>
                <a:ext uri="{FF2B5EF4-FFF2-40B4-BE49-F238E27FC236}">
                  <a16:creationId xmlns:a16="http://schemas.microsoft.com/office/drawing/2014/main" id="{BDB609F1-733F-42B8-A805-D7C72C215C2D}"/>
                </a:ext>
              </a:extLst>
            </p:cNvPr>
            <p:cNvSpPr/>
            <p:nvPr/>
          </p:nvSpPr>
          <p:spPr bwMode="auto">
            <a:xfrm>
              <a:off x="4624388" y="3416300"/>
              <a:ext cx="844550" cy="1227138"/>
            </a:xfrm>
            <a:custGeom>
              <a:avLst/>
              <a:gdLst>
                <a:gd name="T0" fmla="*/ 38 w 76"/>
                <a:gd name="T1" fmla="*/ 12 h 111"/>
                <a:gd name="T2" fmla="*/ 76 w 76"/>
                <a:gd name="T3" fmla="*/ 34 h 111"/>
                <a:gd name="T4" fmla="*/ 38 w 76"/>
                <a:gd name="T5" fmla="*/ 99 h 111"/>
                <a:gd name="T6" fmla="*/ 0 w 76"/>
                <a:gd name="T7" fmla="*/ 77 h 111"/>
                <a:gd name="T8" fmla="*/ 38 w 76"/>
                <a:gd name="T9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11">
                  <a:moveTo>
                    <a:pt x="38" y="12"/>
                  </a:moveTo>
                  <a:cubicBezTo>
                    <a:pt x="59" y="0"/>
                    <a:pt x="76" y="10"/>
                    <a:pt x="76" y="34"/>
                  </a:cubicBezTo>
                  <a:cubicBezTo>
                    <a:pt x="76" y="58"/>
                    <a:pt x="59" y="87"/>
                    <a:pt x="38" y="99"/>
                  </a:cubicBezTo>
                  <a:cubicBezTo>
                    <a:pt x="17" y="111"/>
                    <a:pt x="0" y="102"/>
                    <a:pt x="0" y="77"/>
                  </a:cubicBezTo>
                  <a:cubicBezTo>
                    <a:pt x="0" y="53"/>
                    <a:pt x="17" y="24"/>
                    <a:pt x="38" y="12"/>
                  </a:cubicBezTo>
                  <a:close/>
                </a:path>
              </a:pathLst>
            </a:custGeom>
            <a:solidFill>
              <a:srgbClr val="D2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ṩ1iḓe">
              <a:extLst>
                <a:ext uri="{FF2B5EF4-FFF2-40B4-BE49-F238E27FC236}">
                  <a16:creationId xmlns:a16="http://schemas.microsoft.com/office/drawing/2014/main" id="{DB309429-4281-44F8-9720-2B7CC6DFB8D4}"/>
                </a:ext>
              </a:extLst>
            </p:cNvPr>
            <p:cNvSpPr/>
            <p:nvPr/>
          </p:nvSpPr>
          <p:spPr bwMode="auto">
            <a:xfrm>
              <a:off x="6056313" y="4224338"/>
              <a:ext cx="1331913" cy="1790700"/>
            </a:xfrm>
            <a:custGeom>
              <a:avLst/>
              <a:gdLst>
                <a:gd name="T0" fmla="*/ 105 w 120"/>
                <a:gd name="T1" fmla="*/ 2 h 162"/>
                <a:gd name="T2" fmla="*/ 90 w 120"/>
                <a:gd name="T3" fmla="*/ 0 h 162"/>
                <a:gd name="T4" fmla="*/ 75 w 120"/>
                <a:gd name="T5" fmla="*/ 2 h 162"/>
                <a:gd name="T6" fmla="*/ 67 w 120"/>
                <a:gd name="T7" fmla="*/ 5 h 162"/>
                <a:gd name="T8" fmla="*/ 58 w 120"/>
                <a:gd name="T9" fmla="*/ 9 h 162"/>
                <a:gd name="T10" fmla="*/ 39 w 120"/>
                <a:gd name="T11" fmla="*/ 24 h 162"/>
                <a:gd name="T12" fmla="*/ 24 w 120"/>
                <a:gd name="T13" fmla="*/ 42 h 162"/>
                <a:gd name="T14" fmla="*/ 14 w 120"/>
                <a:gd name="T15" fmla="*/ 58 h 162"/>
                <a:gd name="T16" fmla="*/ 9 w 120"/>
                <a:gd name="T17" fmla="*/ 69 h 162"/>
                <a:gd name="T18" fmla="*/ 2 w 120"/>
                <a:gd name="T19" fmla="*/ 92 h 162"/>
                <a:gd name="T20" fmla="*/ 1 w 120"/>
                <a:gd name="T21" fmla="*/ 114 h 162"/>
                <a:gd name="T22" fmla="*/ 5 w 120"/>
                <a:gd name="T23" fmla="*/ 134 h 162"/>
                <a:gd name="T24" fmla="*/ 15 w 120"/>
                <a:gd name="T25" fmla="*/ 150 h 162"/>
                <a:gd name="T26" fmla="*/ 31 w 120"/>
                <a:gd name="T27" fmla="*/ 162 h 162"/>
                <a:gd name="T28" fmla="*/ 12 w 120"/>
                <a:gd name="T29" fmla="*/ 122 h 162"/>
                <a:gd name="T30" fmla="*/ 75 w 120"/>
                <a:gd name="T31" fmla="*/ 13 h 162"/>
                <a:gd name="T32" fmla="*/ 120 w 120"/>
                <a:gd name="T33" fmla="*/ 9 h 162"/>
                <a:gd name="T34" fmla="*/ 105 w 120"/>
                <a:gd name="T35" fmla="*/ 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62">
                  <a:moveTo>
                    <a:pt x="105" y="2"/>
                  </a:moveTo>
                  <a:cubicBezTo>
                    <a:pt x="102" y="2"/>
                    <a:pt x="96" y="0"/>
                    <a:pt x="90" y="0"/>
                  </a:cubicBezTo>
                  <a:cubicBezTo>
                    <a:pt x="83" y="0"/>
                    <a:pt x="78" y="1"/>
                    <a:pt x="75" y="2"/>
                  </a:cubicBezTo>
                  <a:cubicBezTo>
                    <a:pt x="73" y="3"/>
                    <a:pt x="69" y="4"/>
                    <a:pt x="67" y="5"/>
                  </a:cubicBezTo>
                  <a:cubicBezTo>
                    <a:pt x="64" y="6"/>
                    <a:pt x="60" y="8"/>
                    <a:pt x="58" y="9"/>
                  </a:cubicBezTo>
                  <a:cubicBezTo>
                    <a:pt x="49" y="14"/>
                    <a:pt x="44" y="19"/>
                    <a:pt x="39" y="24"/>
                  </a:cubicBezTo>
                  <a:cubicBezTo>
                    <a:pt x="32" y="30"/>
                    <a:pt x="26" y="38"/>
                    <a:pt x="24" y="42"/>
                  </a:cubicBezTo>
                  <a:cubicBezTo>
                    <a:pt x="19" y="49"/>
                    <a:pt x="18" y="50"/>
                    <a:pt x="14" y="58"/>
                  </a:cubicBezTo>
                  <a:cubicBezTo>
                    <a:pt x="12" y="61"/>
                    <a:pt x="11" y="63"/>
                    <a:pt x="9" y="69"/>
                  </a:cubicBezTo>
                  <a:cubicBezTo>
                    <a:pt x="7" y="73"/>
                    <a:pt x="4" y="83"/>
                    <a:pt x="2" y="92"/>
                  </a:cubicBezTo>
                  <a:cubicBezTo>
                    <a:pt x="2" y="95"/>
                    <a:pt x="0" y="104"/>
                    <a:pt x="1" y="114"/>
                  </a:cubicBezTo>
                  <a:cubicBezTo>
                    <a:pt x="1" y="123"/>
                    <a:pt x="3" y="129"/>
                    <a:pt x="5" y="134"/>
                  </a:cubicBezTo>
                  <a:cubicBezTo>
                    <a:pt x="7" y="137"/>
                    <a:pt x="10" y="143"/>
                    <a:pt x="15" y="150"/>
                  </a:cubicBezTo>
                  <a:cubicBezTo>
                    <a:pt x="21" y="157"/>
                    <a:pt x="27" y="160"/>
                    <a:pt x="31" y="162"/>
                  </a:cubicBezTo>
                  <a:cubicBezTo>
                    <a:pt x="20" y="156"/>
                    <a:pt x="13" y="142"/>
                    <a:pt x="12" y="122"/>
                  </a:cubicBezTo>
                  <a:cubicBezTo>
                    <a:pt x="12" y="82"/>
                    <a:pt x="40" y="33"/>
                    <a:pt x="75" y="13"/>
                  </a:cubicBezTo>
                  <a:cubicBezTo>
                    <a:pt x="93" y="3"/>
                    <a:pt x="109" y="2"/>
                    <a:pt x="120" y="9"/>
                  </a:cubicBezTo>
                  <a:cubicBezTo>
                    <a:pt x="113" y="5"/>
                    <a:pt x="107" y="3"/>
                    <a:pt x="105" y="2"/>
                  </a:cubicBezTo>
                  <a:close/>
                </a:path>
              </a:pathLst>
            </a:custGeom>
            <a:solidFill>
              <a:srgbClr val="0034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sľïḑé">
              <a:extLst>
                <a:ext uri="{FF2B5EF4-FFF2-40B4-BE49-F238E27FC236}">
                  <a16:creationId xmlns:a16="http://schemas.microsoft.com/office/drawing/2014/main" id="{938D0C07-DC74-4279-B63A-5694D40F9FDB}"/>
                </a:ext>
              </a:extLst>
            </p:cNvPr>
            <p:cNvSpPr/>
            <p:nvPr/>
          </p:nvSpPr>
          <p:spPr bwMode="auto">
            <a:xfrm>
              <a:off x="6189663" y="4246563"/>
              <a:ext cx="1587500" cy="1946275"/>
            </a:xfrm>
            <a:custGeom>
              <a:avLst/>
              <a:gdLst>
                <a:gd name="T0" fmla="*/ 143 w 143"/>
                <a:gd name="T1" fmla="*/ 54 h 176"/>
                <a:gd name="T2" fmla="*/ 140 w 143"/>
                <a:gd name="T3" fmla="*/ 42 h 176"/>
                <a:gd name="T4" fmla="*/ 131 w 143"/>
                <a:gd name="T5" fmla="*/ 25 h 176"/>
                <a:gd name="T6" fmla="*/ 128 w 143"/>
                <a:gd name="T7" fmla="*/ 22 h 176"/>
                <a:gd name="T8" fmla="*/ 124 w 143"/>
                <a:gd name="T9" fmla="*/ 17 h 176"/>
                <a:gd name="T10" fmla="*/ 113 w 143"/>
                <a:gd name="T11" fmla="*/ 10 h 176"/>
                <a:gd name="T12" fmla="*/ 108 w 143"/>
                <a:gd name="T13" fmla="*/ 7 h 176"/>
                <a:gd name="T14" fmla="*/ 63 w 143"/>
                <a:gd name="T15" fmla="*/ 11 h 176"/>
                <a:gd name="T16" fmla="*/ 0 w 143"/>
                <a:gd name="T17" fmla="*/ 120 h 176"/>
                <a:gd name="T18" fmla="*/ 19 w 143"/>
                <a:gd name="T19" fmla="*/ 160 h 176"/>
                <a:gd name="T20" fmla="*/ 24 w 143"/>
                <a:gd name="T21" fmla="*/ 163 h 176"/>
                <a:gd name="T22" fmla="*/ 24 w 143"/>
                <a:gd name="T23" fmla="*/ 163 h 176"/>
                <a:gd name="T24" fmla="*/ 47 w 143"/>
                <a:gd name="T25" fmla="*/ 171 h 176"/>
                <a:gd name="T26" fmla="*/ 69 w 143"/>
                <a:gd name="T27" fmla="*/ 170 h 176"/>
                <a:gd name="T28" fmla="*/ 81 w 143"/>
                <a:gd name="T29" fmla="*/ 165 h 176"/>
                <a:gd name="T30" fmla="*/ 91 w 143"/>
                <a:gd name="T31" fmla="*/ 160 h 176"/>
                <a:gd name="T32" fmla="*/ 109 w 143"/>
                <a:gd name="T33" fmla="*/ 144 h 176"/>
                <a:gd name="T34" fmla="*/ 117 w 143"/>
                <a:gd name="T35" fmla="*/ 135 h 176"/>
                <a:gd name="T36" fmla="*/ 120 w 143"/>
                <a:gd name="T37" fmla="*/ 130 h 176"/>
                <a:gd name="T38" fmla="*/ 127 w 143"/>
                <a:gd name="T39" fmla="*/ 120 h 176"/>
                <a:gd name="T40" fmla="*/ 139 w 143"/>
                <a:gd name="T41" fmla="*/ 92 h 176"/>
                <a:gd name="T42" fmla="*/ 140 w 143"/>
                <a:gd name="T43" fmla="*/ 86 h 176"/>
                <a:gd name="T44" fmla="*/ 143 w 143"/>
                <a:gd name="T45" fmla="*/ 75 h 176"/>
                <a:gd name="T46" fmla="*/ 143 w 143"/>
                <a:gd name="T47" fmla="*/ 63 h 176"/>
                <a:gd name="T48" fmla="*/ 143 w 143"/>
                <a:gd name="T49" fmla="*/ 54 h 176"/>
                <a:gd name="T50" fmla="*/ 88 w 143"/>
                <a:gd name="T51" fmla="*/ 159 h 176"/>
                <a:gd name="T52" fmla="*/ 35 w 143"/>
                <a:gd name="T53" fmla="*/ 128 h 176"/>
                <a:gd name="T54" fmla="*/ 88 w 143"/>
                <a:gd name="T55" fmla="*/ 37 h 176"/>
                <a:gd name="T56" fmla="*/ 141 w 143"/>
                <a:gd name="T57" fmla="*/ 67 h 176"/>
                <a:gd name="T58" fmla="*/ 88 w 143"/>
                <a:gd name="T59" fmla="*/ 15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3" h="176">
                  <a:moveTo>
                    <a:pt x="143" y="54"/>
                  </a:moveTo>
                  <a:cubicBezTo>
                    <a:pt x="142" y="50"/>
                    <a:pt x="142" y="47"/>
                    <a:pt x="140" y="42"/>
                  </a:cubicBezTo>
                  <a:cubicBezTo>
                    <a:pt x="138" y="37"/>
                    <a:pt x="135" y="30"/>
                    <a:pt x="131" y="25"/>
                  </a:cubicBezTo>
                  <a:cubicBezTo>
                    <a:pt x="130" y="24"/>
                    <a:pt x="129" y="23"/>
                    <a:pt x="128" y="22"/>
                  </a:cubicBezTo>
                  <a:cubicBezTo>
                    <a:pt x="126" y="20"/>
                    <a:pt x="125" y="19"/>
                    <a:pt x="124" y="17"/>
                  </a:cubicBezTo>
                  <a:cubicBezTo>
                    <a:pt x="119" y="13"/>
                    <a:pt x="117" y="12"/>
                    <a:pt x="113" y="10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97" y="0"/>
                    <a:pt x="81" y="1"/>
                    <a:pt x="63" y="11"/>
                  </a:cubicBezTo>
                  <a:cubicBezTo>
                    <a:pt x="28" y="31"/>
                    <a:pt x="0" y="80"/>
                    <a:pt x="0" y="120"/>
                  </a:cubicBezTo>
                  <a:cubicBezTo>
                    <a:pt x="1" y="140"/>
                    <a:pt x="8" y="154"/>
                    <a:pt x="19" y="160"/>
                  </a:cubicBezTo>
                  <a:cubicBezTo>
                    <a:pt x="24" y="163"/>
                    <a:pt x="24" y="163"/>
                    <a:pt x="24" y="163"/>
                  </a:cubicBezTo>
                  <a:cubicBezTo>
                    <a:pt x="24" y="163"/>
                    <a:pt x="24" y="163"/>
                    <a:pt x="24" y="163"/>
                  </a:cubicBezTo>
                  <a:cubicBezTo>
                    <a:pt x="33" y="169"/>
                    <a:pt x="41" y="170"/>
                    <a:pt x="47" y="171"/>
                  </a:cubicBezTo>
                  <a:cubicBezTo>
                    <a:pt x="51" y="172"/>
                    <a:pt x="59" y="173"/>
                    <a:pt x="69" y="170"/>
                  </a:cubicBezTo>
                  <a:cubicBezTo>
                    <a:pt x="74" y="168"/>
                    <a:pt x="78" y="167"/>
                    <a:pt x="81" y="165"/>
                  </a:cubicBezTo>
                  <a:cubicBezTo>
                    <a:pt x="85" y="164"/>
                    <a:pt x="87" y="162"/>
                    <a:pt x="91" y="160"/>
                  </a:cubicBezTo>
                  <a:cubicBezTo>
                    <a:pt x="97" y="156"/>
                    <a:pt x="105" y="149"/>
                    <a:pt x="109" y="144"/>
                  </a:cubicBezTo>
                  <a:cubicBezTo>
                    <a:pt x="113" y="140"/>
                    <a:pt x="114" y="138"/>
                    <a:pt x="117" y="135"/>
                  </a:cubicBezTo>
                  <a:cubicBezTo>
                    <a:pt x="118" y="134"/>
                    <a:pt x="119" y="132"/>
                    <a:pt x="120" y="130"/>
                  </a:cubicBezTo>
                  <a:cubicBezTo>
                    <a:pt x="125" y="123"/>
                    <a:pt x="125" y="123"/>
                    <a:pt x="127" y="120"/>
                  </a:cubicBezTo>
                  <a:cubicBezTo>
                    <a:pt x="135" y="106"/>
                    <a:pt x="138" y="93"/>
                    <a:pt x="139" y="92"/>
                  </a:cubicBezTo>
                  <a:cubicBezTo>
                    <a:pt x="139" y="90"/>
                    <a:pt x="140" y="88"/>
                    <a:pt x="140" y="86"/>
                  </a:cubicBezTo>
                  <a:cubicBezTo>
                    <a:pt x="141" y="83"/>
                    <a:pt x="142" y="78"/>
                    <a:pt x="143" y="75"/>
                  </a:cubicBezTo>
                  <a:cubicBezTo>
                    <a:pt x="143" y="72"/>
                    <a:pt x="143" y="68"/>
                    <a:pt x="143" y="63"/>
                  </a:cubicBezTo>
                  <a:cubicBezTo>
                    <a:pt x="143" y="61"/>
                    <a:pt x="143" y="57"/>
                    <a:pt x="143" y="54"/>
                  </a:cubicBezTo>
                  <a:close/>
                  <a:moveTo>
                    <a:pt x="88" y="159"/>
                  </a:moveTo>
                  <a:cubicBezTo>
                    <a:pt x="59" y="176"/>
                    <a:pt x="35" y="162"/>
                    <a:pt x="35" y="128"/>
                  </a:cubicBezTo>
                  <a:cubicBezTo>
                    <a:pt x="34" y="95"/>
                    <a:pt x="58" y="54"/>
                    <a:pt x="88" y="37"/>
                  </a:cubicBezTo>
                  <a:cubicBezTo>
                    <a:pt x="117" y="20"/>
                    <a:pt x="141" y="33"/>
                    <a:pt x="141" y="67"/>
                  </a:cubicBezTo>
                  <a:cubicBezTo>
                    <a:pt x="141" y="101"/>
                    <a:pt x="117" y="142"/>
                    <a:pt x="88" y="159"/>
                  </a:cubicBezTo>
                  <a:close/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iŝľîdè">
              <a:extLst>
                <a:ext uri="{FF2B5EF4-FFF2-40B4-BE49-F238E27FC236}">
                  <a16:creationId xmlns:a16="http://schemas.microsoft.com/office/drawing/2014/main" id="{942A5663-E1F4-491B-9D97-27DA650F69ED}"/>
                </a:ext>
              </a:extLst>
            </p:cNvPr>
            <p:cNvSpPr/>
            <p:nvPr/>
          </p:nvSpPr>
          <p:spPr bwMode="auto">
            <a:xfrm>
              <a:off x="6567488" y="4467225"/>
              <a:ext cx="1187450" cy="1725613"/>
            </a:xfrm>
            <a:custGeom>
              <a:avLst/>
              <a:gdLst>
                <a:gd name="T0" fmla="*/ 54 w 107"/>
                <a:gd name="T1" fmla="*/ 17 h 156"/>
                <a:gd name="T2" fmla="*/ 107 w 107"/>
                <a:gd name="T3" fmla="*/ 47 h 156"/>
                <a:gd name="T4" fmla="*/ 54 w 107"/>
                <a:gd name="T5" fmla="*/ 139 h 156"/>
                <a:gd name="T6" fmla="*/ 1 w 107"/>
                <a:gd name="T7" fmla="*/ 108 h 156"/>
                <a:gd name="T8" fmla="*/ 54 w 107"/>
                <a:gd name="T9" fmla="*/ 1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56">
                  <a:moveTo>
                    <a:pt x="54" y="17"/>
                  </a:moveTo>
                  <a:cubicBezTo>
                    <a:pt x="83" y="0"/>
                    <a:pt x="107" y="13"/>
                    <a:pt x="107" y="47"/>
                  </a:cubicBezTo>
                  <a:cubicBezTo>
                    <a:pt x="107" y="81"/>
                    <a:pt x="83" y="122"/>
                    <a:pt x="54" y="139"/>
                  </a:cubicBezTo>
                  <a:cubicBezTo>
                    <a:pt x="25" y="156"/>
                    <a:pt x="1" y="142"/>
                    <a:pt x="1" y="108"/>
                  </a:cubicBezTo>
                  <a:cubicBezTo>
                    <a:pt x="0" y="75"/>
                    <a:pt x="24" y="34"/>
                    <a:pt x="54" y="17"/>
                  </a:cubicBezTo>
                  <a:close/>
                </a:path>
              </a:pathLst>
            </a:custGeom>
            <a:solidFill>
              <a:srgbClr val="396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îṥḻíde">
              <a:extLst>
                <a:ext uri="{FF2B5EF4-FFF2-40B4-BE49-F238E27FC236}">
                  <a16:creationId xmlns:a16="http://schemas.microsoft.com/office/drawing/2014/main" id="{09F59182-D1CB-401A-BAAC-B8E0345E5F23}"/>
                </a:ext>
              </a:extLst>
            </p:cNvPr>
            <p:cNvSpPr/>
            <p:nvPr/>
          </p:nvSpPr>
          <p:spPr bwMode="auto">
            <a:xfrm>
              <a:off x="4802188" y="2100263"/>
              <a:ext cx="844550" cy="2079625"/>
            </a:xfrm>
            <a:custGeom>
              <a:avLst/>
              <a:gdLst>
                <a:gd name="T0" fmla="*/ 27 w 76"/>
                <a:gd name="T1" fmla="*/ 29 h 188"/>
                <a:gd name="T2" fmla="*/ 0 w 76"/>
                <a:gd name="T3" fmla="*/ 87 h 188"/>
                <a:gd name="T4" fmla="*/ 0 w 76"/>
                <a:gd name="T5" fmla="*/ 188 h 188"/>
                <a:gd name="T6" fmla="*/ 49 w 76"/>
                <a:gd name="T7" fmla="*/ 159 h 188"/>
                <a:gd name="T8" fmla="*/ 49 w 76"/>
                <a:gd name="T9" fmla="*/ 59 h 188"/>
                <a:gd name="T10" fmla="*/ 76 w 76"/>
                <a:gd name="T11" fmla="*/ 0 h 188"/>
                <a:gd name="T12" fmla="*/ 27 w 76"/>
                <a:gd name="T13" fmla="*/ 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88">
                  <a:moveTo>
                    <a:pt x="27" y="29"/>
                  </a:moveTo>
                  <a:cubicBezTo>
                    <a:pt x="11" y="38"/>
                    <a:pt x="0" y="59"/>
                    <a:pt x="0" y="87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49" y="159"/>
                    <a:pt x="49" y="159"/>
                    <a:pt x="49" y="1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30"/>
                    <a:pt x="59" y="10"/>
                    <a:pt x="76" y="0"/>
                  </a:cubicBezTo>
                  <a:lnTo>
                    <a:pt x="27" y="29"/>
                  </a:lnTo>
                  <a:close/>
                </a:path>
              </a:pathLst>
            </a:custGeom>
            <a:solidFill>
              <a:srgbClr val="518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ṥľíḋe">
              <a:extLst>
                <a:ext uri="{FF2B5EF4-FFF2-40B4-BE49-F238E27FC236}">
                  <a16:creationId xmlns:a16="http://schemas.microsoft.com/office/drawing/2014/main" id="{9E08E503-E6D0-4506-A396-EB010D09B9DB}"/>
                </a:ext>
              </a:extLst>
            </p:cNvPr>
            <p:cNvSpPr/>
            <p:nvPr/>
          </p:nvSpPr>
          <p:spPr bwMode="auto">
            <a:xfrm>
              <a:off x="5013326" y="1835150"/>
              <a:ext cx="2497138" cy="3582988"/>
            </a:xfrm>
            <a:custGeom>
              <a:avLst/>
              <a:gdLst>
                <a:gd name="T0" fmla="*/ 122 w 225"/>
                <a:gd name="T1" fmla="*/ 18 h 324"/>
                <a:gd name="T2" fmla="*/ 49 w 225"/>
                <a:gd name="T3" fmla="*/ 11 h 324"/>
                <a:gd name="T4" fmla="*/ 0 w 225"/>
                <a:gd name="T5" fmla="*/ 39 h 324"/>
                <a:gd name="T6" fmla="*/ 73 w 225"/>
                <a:gd name="T7" fmla="*/ 46 h 324"/>
                <a:gd name="T8" fmla="*/ 176 w 225"/>
                <a:gd name="T9" fmla="*/ 224 h 324"/>
                <a:gd name="T10" fmla="*/ 176 w 225"/>
                <a:gd name="T11" fmla="*/ 324 h 324"/>
                <a:gd name="T12" fmla="*/ 224 w 225"/>
                <a:gd name="T13" fmla="*/ 296 h 324"/>
                <a:gd name="T14" fmla="*/ 225 w 225"/>
                <a:gd name="T15" fmla="*/ 196 h 324"/>
                <a:gd name="T16" fmla="*/ 122 w 225"/>
                <a:gd name="T17" fmla="*/ 18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324">
                  <a:moveTo>
                    <a:pt x="122" y="18"/>
                  </a:moveTo>
                  <a:cubicBezTo>
                    <a:pt x="93" y="1"/>
                    <a:pt x="67" y="0"/>
                    <a:pt x="49" y="1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9" y="28"/>
                    <a:pt x="45" y="30"/>
                    <a:pt x="73" y="46"/>
                  </a:cubicBezTo>
                  <a:cubicBezTo>
                    <a:pt x="130" y="79"/>
                    <a:pt x="176" y="159"/>
                    <a:pt x="176" y="224"/>
                  </a:cubicBezTo>
                  <a:cubicBezTo>
                    <a:pt x="176" y="324"/>
                    <a:pt x="176" y="324"/>
                    <a:pt x="176" y="324"/>
                  </a:cubicBezTo>
                  <a:cubicBezTo>
                    <a:pt x="224" y="296"/>
                    <a:pt x="224" y="296"/>
                    <a:pt x="224" y="296"/>
                  </a:cubicBezTo>
                  <a:cubicBezTo>
                    <a:pt x="225" y="196"/>
                    <a:pt x="225" y="196"/>
                    <a:pt x="225" y="196"/>
                  </a:cubicBezTo>
                  <a:cubicBezTo>
                    <a:pt x="225" y="130"/>
                    <a:pt x="179" y="51"/>
                    <a:pt x="122" y="18"/>
                  </a:cubicBezTo>
                  <a:close/>
                </a:path>
              </a:pathLst>
            </a:custGeom>
            <a:solidFill>
              <a:srgbClr val="B6CE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ŝ1idê">
              <a:extLst>
                <a:ext uri="{FF2B5EF4-FFF2-40B4-BE49-F238E27FC236}">
                  <a16:creationId xmlns:a16="http://schemas.microsoft.com/office/drawing/2014/main" id="{AC222E77-1C09-4FA9-B816-4DF079A8848B}"/>
                </a:ext>
              </a:extLst>
            </p:cNvPr>
            <p:cNvSpPr/>
            <p:nvPr/>
          </p:nvSpPr>
          <p:spPr bwMode="auto">
            <a:xfrm>
              <a:off x="4679951" y="1979613"/>
              <a:ext cx="2287588" cy="3438525"/>
            </a:xfrm>
            <a:custGeom>
              <a:avLst/>
              <a:gdLst>
                <a:gd name="T0" fmla="*/ 103 w 206"/>
                <a:gd name="T1" fmla="*/ 33 h 311"/>
                <a:gd name="T2" fmla="*/ 206 w 206"/>
                <a:gd name="T3" fmla="*/ 211 h 311"/>
                <a:gd name="T4" fmla="*/ 206 w 206"/>
                <a:gd name="T5" fmla="*/ 311 h 311"/>
                <a:gd name="T6" fmla="*/ 195 w 206"/>
                <a:gd name="T7" fmla="*/ 304 h 311"/>
                <a:gd name="T8" fmla="*/ 195 w 206"/>
                <a:gd name="T9" fmla="*/ 204 h 311"/>
                <a:gd name="T10" fmla="*/ 103 w 206"/>
                <a:gd name="T11" fmla="*/ 46 h 311"/>
                <a:gd name="T12" fmla="*/ 11 w 206"/>
                <a:gd name="T13" fmla="*/ 98 h 311"/>
                <a:gd name="T14" fmla="*/ 11 w 206"/>
                <a:gd name="T15" fmla="*/ 199 h 311"/>
                <a:gd name="T16" fmla="*/ 0 w 206"/>
                <a:gd name="T17" fmla="*/ 192 h 311"/>
                <a:gd name="T18" fmla="*/ 0 w 206"/>
                <a:gd name="T19" fmla="*/ 92 h 311"/>
                <a:gd name="T20" fmla="*/ 103 w 206"/>
                <a:gd name="T21" fmla="*/ 33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6" h="311">
                  <a:moveTo>
                    <a:pt x="103" y="33"/>
                  </a:moveTo>
                  <a:cubicBezTo>
                    <a:pt x="160" y="66"/>
                    <a:pt x="206" y="146"/>
                    <a:pt x="206" y="2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204"/>
                    <a:pt x="195" y="204"/>
                    <a:pt x="195" y="204"/>
                  </a:cubicBezTo>
                  <a:cubicBezTo>
                    <a:pt x="195" y="146"/>
                    <a:pt x="154" y="75"/>
                    <a:pt x="103" y="46"/>
                  </a:cubicBezTo>
                  <a:cubicBezTo>
                    <a:pt x="53" y="17"/>
                    <a:pt x="11" y="40"/>
                    <a:pt x="11" y="98"/>
                  </a:cubicBezTo>
                  <a:cubicBezTo>
                    <a:pt x="11" y="199"/>
                    <a:pt x="11" y="199"/>
                    <a:pt x="11" y="19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27"/>
                    <a:pt x="47" y="0"/>
                    <a:pt x="103" y="33"/>
                  </a:cubicBezTo>
                  <a:close/>
                </a:path>
              </a:pathLst>
            </a:custGeom>
            <a:solidFill>
              <a:srgbClr val="D2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ś1îḋe">
              <a:extLst>
                <a:ext uri="{FF2B5EF4-FFF2-40B4-BE49-F238E27FC236}">
                  <a16:creationId xmlns:a16="http://schemas.microsoft.com/office/drawing/2014/main" id="{2156D22F-FCD1-4B10-8D9F-70832DDE6774}"/>
                </a:ext>
              </a:extLst>
            </p:cNvPr>
            <p:cNvSpPr/>
            <p:nvPr/>
          </p:nvSpPr>
          <p:spPr bwMode="auto">
            <a:xfrm>
              <a:off x="4813301" y="2055813"/>
              <a:ext cx="955675" cy="1084263"/>
            </a:xfrm>
            <a:custGeom>
              <a:avLst/>
              <a:gdLst>
                <a:gd name="T0" fmla="*/ 25 w 86"/>
                <a:gd name="T1" fmla="*/ 35 h 98"/>
                <a:gd name="T2" fmla="*/ 0 w 86"/>
                <a:gd name="T3" fmla="*/ 89 h 98"/>
                <a:gd name="T4" fmla="*/ 0 w 86"/>
                <a:gd name="T5" fmla="*/ 98 h 98"/>
                <a:gd name="T6" fmla="*/ 61 w 86"/>
                <a:gd name="T7" fmla="*/ 62 h 98"/>
                <a:gd name="T8" fmla="*/ 61 w 86"/>
                <a:gd name="T9" fmla="*/ 54 h 98"/>
                <a:gd name="T10" fmla="*/ 86 w 86"/>
                <a:gd name="T11" fmla="*/ 0 h 98"/>
                <a:gd name="T12" fmla="*/ 25 w 86"/>
                <a:gd name="T13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98">
                  <a:moveTo>
                    <a:pt x="25" y="35"/>
                  </a:moveTo>
                  <a:cubicBezTo>
                    <a:pt x="10" y="44"/>
                    <a:pt x="0" y="63"/>
                    <a:pt x="0" y="89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1" y="27"/>
                    <a:pt x="71" y="9"/>
                    <a:pt x="86" y="0"/>
                  </a:cubicBezTo>
                  <a:lnTo>
                    <a:pt x="25" y="35"/>
                  </a:lnTo>
                  <a:close/>
                </a:path>
              </a:pathLst>
            </a:custGeom>
            <a:solidFill>
              <a:srgbClr val="D33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śḻîḓé">
              <a:extLst>
                <a:ext uri="{FF2B5EF4-FFF2-40B4-BE49-F238E27FC236}">
                  <a16:creationId xmlns:a16="http://schemas.microsoft.com/office/drawing/2014/main" id="{B20A14EA-666C-4982-AC4D-36B620261FE3}"/>
                </a:ext>
              </a:extLst>
            </p:cNvPr>
            <p:cNvSpPr/>
            <p:nvPr/>
          </p:nvSpPr>
          <p:spPr bwMode="auto">
            <a:xfrm>
              <a:off x="4891088" y="1581150"/>
              <a:ext cx="2763838" cy="2797175"/>
            </a:xfrm>
            <a:custGeom>
              <a:avLst/>
              <a:gdLst>
                <a:gd name="T0" fmla="*/ 139 w 249"/>
                <a:gd name="T1" fmla="*/ 19 h 253"/>
                <a:gd name="T2" fmla="*/ 60 w 249"/>
                <a:gd name="T3" fmla="*/ 11 h 253"/>
                <a:gd name="T4" fmla="*/ 0 w 249"/>
                <a:gd name="T5" fmla="*/ 47 h 253"/>
                <a:gd name="T6" fmla="*/ 78 w 249"/>
                <a:gd name="T7" fmla="*/ 54 h 253"/>
                <a:gd name="T8" fmla="*/ 188 w 249"/>
                <a:gd name="T9" fmla="*/ 245 h 253"/>
                <a:gd name="T10" fmla="*/ 188 w 249"/>
                <a:gd name="T11" fmla="*/ 253 h 253"/>
                <a:gd name="T12" fmla="*/ 249 w 249"/>
                <a:gd name="T13" fmla="*/ 218 h 253"/>
                <a:gd name="T14" fmla="*/ 249 w 249"/>
                <a:gd name="T15" fmla="*/ 209 h 253"/>
                <a:gd name="T16" fmla="*/ 139 w 249"/>
                <a:gd name="T17" fmla="*/ 1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9" h="253">
                  <a:moveTo>
                    <a:pt x="139" y="19"/>
                  </a:moveTo>
                  <a:cubicBezTo>
                    <a:pt x="108" y="1"/>
                    <a:pt x="81" y="0"/>
                    <a:pt x="6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0" y="35"/>
                    <a:pt x="48" y="37"/>
                    <a:pt x="78" y="54"/>
                  </a:cubicBezTo>
                  <a:cubicBezTo>
                    <a:pt x="139" y="89"/>
                    <a:pt x="188" y="175"/>
                    <a:pt x="188" y="245"/>
                  </a:cubicBezTo>
                  <a:cubicBezTo>
                    <a:pt x="188" y="253"/>
                    <a:pt x="188" y="253"/>
                    <a:pt x="188" y="253"/>
                  </a:cubicBezTo>
                  <a:cubicBezTo>
                    <a:pt x="249" y="218"/>
                    <a:pt x="249" y="218"/>
                    <a:pt x="249" y="218"/>
                  </a:cubicBezTo>
                  <a:cubicBezTo>
                    <a:pt x="249" y="209"/>
                    <a:pt x="249" y="209"/>
                    <a:pt x="249" y="209"/>
                  </a:cubicBezTo>
                  <a:cubicBezTo>
                    <a:pt x="249" y="139"/>
                    <a:pt x="200" y="54"/>
                    <a:pt x="139" y="19"/>
                  </a:cubicBezTo>
                  <a:close/>
                </a:path>
              </a:pathLst>
            </a:custGeom>
            <a:solidFill>
              <a:srgbClr val="F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ṩḻîḑê">
              <a:extLst>
                <a:ext uri="{FF2B5EF4-FFF2-40B4-BE49-F238E27FC236}">
                  <a16:creationId xmlns:a16="http://schemas.microsoft.com/office/drawing/2014/main" id="{5E9BE0FD-9005-4AE3-B9CC-38506DFB1C92}"/>
                </a:ext>
              </a:extLst>
            </p:cNvPr>
            <p:cNvSpPr/>
            <p:nvPr/>
          </p:nvSpPr>
          <p:spPr bwMode="auto">
            <a:xfrm>
              <a:off x="4525963" y="1790700"/>
              <a:ext cx="2452688" cy="2587625"/>
            </a:xfrm>
            <a:custGeom>
              <a:avLst/>
              <a:gdLst>
                <a:gd name="T0" fmla="*/ 111 w 221"/>
                <a:gd name="T1" fmla="*/ 35 h 234"/>
                <a:gd name="T2" fmla="*/ 221 w 221"/>
                <a:gd name="T3" fmla="*/ 226 h 234"/>
                <a:gd name="T4" fmla="*/ 221 w 221"/>
                <a:gd name="T5" fmla="*/ 234 h 234"/>
                <a:gd name="T6" fmla="*/ 195 w 221"/>
                <a:gd name="T7" fmla="*/ 219 h 234"/>
                <a:gd name="T8" fmla="*/ 195 w 221"/>
                <a:gd name="T9" fmla="*/ 211 h 234"/>
                <a:gd name="T10" fmla="*/ 111 w 221"/>
                <a:gd name="T11" fmla="*/ 65 h 234"/>
                <a:gd name="T12" fmla="*/ 26 w 221"/>
                <a:gd name="T13" fmla="*/ 113 h 234"/>
                <a:gd name="T14" fmla="*/ 26 w 221"/>
                <a:gd name="T15" fmla="*/ 122 h 234"/>
                <a:gd name="T16" fmla="*/ 0 w 221"/>
                <a:gd name="T17" fmla="*/ 107 h 234"/>
                <a:gd name="T18" fmla="*/ 1 w 221"/>
                <a:gd name="T19" fmla="*/ 98 h 234"/>
                <a:gd name="T20" fmla="*/ 111 w 221"/>
                <a:gd name="T21" fmla="*/ 3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1" h="234">
                  <a:moveTo>
                    <a:pt x="111" y="35"/>
                  </a:moveTo>
                  <a:cubicBezTo>
                    <a:pt x="172" y="70"/>
                    <a:pt x="221" y="156"/>
                    <a:pt x="221" y="226"/>
                  </a:cubicBezTo>
                  <a:cubicBezTo>
                    <a:pt x="221" y="234"/>
                    <a:pt x="221" y="234"/>
                    <a:pt x="221" y="234"/>
                  </a:cubicBezTo>
                  <a:cubicBezTo>
                    <a:pt x="195" y="219"/>
                    <a:pt x="195" y="219"/>
                    <a:pt x="195" y="219"/>
                  </a:cubicBezTo>
                  <a:cubicBezTo>
                    <a:pt x="195" y="211"/>
                    <a:pt x="195" y="211"/>
                    <a:pt x="195" y="211"/>
                  </a:cubicBezTo>
                  <a:cubicBezTo>
                    <a:pt x="195" y="157"/>
                    <a:pt x="158" y="92"/>
                    <a:pt x="111" y="65"/>
                  </a:cubicBezTo>
                  <a:cubicBezTo>
                    <a:pt x="65" y="38"/>
                    <a:pt x="27" y="60"/>
                    <a:pt x="26" y="113"/>
                  </a:cubicBezTo>
                  <a:cubicBezTo>
                    <a:pt x="26" y="122"/>
                    <a:pt x="26" y="122"/>
                    <a:pt x="26" y="122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" y="98"/>
                    <a:pt x="1" y="98"/>
                    <a:pt x="1" y="98"/>
                  </a:cubicBezTo>
                  <a:cubicBezTo>
                    <a:pt x="1" y="28"/>
                    <a:pt x="50" y="0"/>
                    <a:pt x="111" y="35"/>
                  </a:cubicBezTo>
                  <a:close/>
                </a:path>
              </a:pathLst>
            </a:custGeom>
            <a:solidFill>
              <a:srgbClr val="FFD3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šliḋe">
              <a:extLst>
                <a:ext uri="{FF2B5EF4-FFF2-40B4-BE49-F238E27FC236}">
                  <a16:creationId xmlns:a16="http://schemas.microsoft.com/office/drawing/2014/main" id="{52DD7565-35A6-4C99-B0E6-F1D18675AED5}"/>
                </a:ext>
              </a:extLst>
            </p:cNvPr>
            <p:cNvSpPr/>
            <p:nvPr/>
          </p:nvSpPr>
          <p:spPr bwMode="auto">
            <a:xfrm>
              <a:off x="6734176" y="4787900"/>
              <a:ext cx="987425" cy="1216025"/>
            </a:xfrm>
            <a:custGeom>
              <a:avLst/>
              <a:gdLst>
                <a:gd name="T0" fmla="*/ 65 w 89"/>
                <a:gd name="T1" fmla="*/ 4 h 110"/>
                <a:gd name="T2" fmla="*/ 38 w 89"/>
                <a:gd name="T3" fmla="*/ 6 h 110"/>
                <a:gd name="T4" fmla="*/ 0 w 89"/>
                <a:gd name="T5" fmla="*/ 72 h 110"/>
                <a:gd name="T6" fmla="*/ 11 w 89"/>
                <a:gd name="T7" fmla="*/ 96 h 110"/>
                <a:gd name="T8" fmla="*/ 35 w 89"/>
                <a:gd name="T9" fmla="*/ 110 h 110"/>
                <a:gd name="T10" fmla="*/ 24 w 89"/>
                <a:gd name="T11" fmla="*/ 86 h 110"/>
                <a:gd name="T12" fmla="*/ 62 w 89"/>
                <a:gd name="T13" fmla="*/ 20 h 110"/>
                <a:gd name="T14" fmla="*/ 89 w 89"/>
                <a:gd name="T15" fmla="*/ 18 h 110"/>
                <a:gd name="T16" fmla="*/ 65 w 89"/>
                <a:gd name="T17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10">
                  <a:moveTo>
                    <a:pt x="65" y="4"/>
                  </a:moveTo>
                  <a:cubicBezTo>
                    <a:pt x="58" y="0"/>
                    <a:pt x="48" y="0"/>
                    <a:pt x="38" y="6"/>
                  </a:cubicBezTo>
                  <a:cubicBezTo>
                    <a:pt x="17" y="18"/>
                    <a:pt x="0" y="48"/>
                    <a:pt x="0" y="72"/>
                  </a:cubicBezTo>
                  <a:cubicBezTo>
                    <a:pt x="0" y="84"/>
                    <a:pt x="4" y="92"/>
                    <a:pt x="11" y="96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29" y="106"/>
                    <a:pt x="24" y="98"/>
                    <a:pt x="24" y="86"/>
                  </a:cubicBezTo>
                  <a:cubicBezTo>
                    <a:pt x="24" y="62"/>
                    <a:pt x="41" y="32"/>
                    <a:pt x="62" y="20"/>
                  </a:cubicBezTo>
                  <a:cubicBezTo>
                    <a:pt x="73" y="14"/>
                    <a:pt x="82" y="14"/>
                    <a:pt x="89" y="18"/>
                  </a:cubicBezTo>
                  <a:lnTo>
                    <a:pt x="65" y="4"/>
                  </a:lnTo>
                  <a:close/>
                </a:path>
              </a:pathLst>
            </a:custGeom>
            <a:solidFill>
              <a:srgbClr val="518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ïṩḻíḓê">
              <a:extLst>
                <a:ext uri="{FF2B5EF4-FFF2-40B4-BE49-F238E27FC236}">
                  <a16:creationId xmlns:a16="http://schemas.microsoft.com/office/drawing/2014/main" id="{0EC0F643-4AD4-41C1-B9C2-A338F4FBFF28}"/>
                </a:ext>
              </a:extLst>
            </p:cNvPr>
            <p:cNvSpPr/>
            <p:nvPr/>
          </p:nvSpPr>
          <p:spPr bwMode="auto">
            <a:xfrm>
              <a:off x="7000876" y="4876800"/>
              <a:ext cx="842963" cy="1238250"/>
            </a:xfrm>
            <a:custGeom>
              <a:avLst/>
              <a:gdLst>
                <a:gd name="T0" fmla="*/ 38 w 76"/>
                <a:gd name="T1" fmla="*/ 12 h 112"/>
                <a:gd name="T2" fmla="*/ 76 w 76"/>
                <a:gd name="T3" fmla="*/ 34 h 112"/>
                <a:gd name="T4" fmla="*/ 38 w 76"/>
                <a:gd name="T5" fmla="*/ 100 h 112"/>
                <a:gd name="T6" fmla="*/ 0 w 76"/>
                <a:gd name="T7" fmla="*/ 78 h 112"/>
                <a:gd name="T8" fmla="*/ 38 w 76"/>
                <a:gd name="T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12">
                  <a:moveTo>
                    <a:pt x="38" y="12"/>
                  </a:moveTo>
                  <a:cubicBezTo>
                    <a:pt x="59" y="0"/>
                    <a:pt x="76" y="10"/>
                    <a:pt x="76" y="34"/>
                  </a:cubicBezTo>
                  <a:cubicBezTo>
                    <a:pt x="76" y="58"/>
                    <a:pt x="59" y="88"/>
                    <a:pt x="38" y="100"/>
                  </a:cubicBezTo>
                  <a:cubicBezTo>
                    <a:pt x="17" y="112"/>
                    <a:pt x="0" y="102"/>
                    <a:pt x="0" y="78"/>
                  </a:cubicBezTo>
                  <a:cubicBezTo>
                    <a:pt x="0" y="54"/>
                    <a:pt x="17" y="24"/>
                    <a:pt x="38" y="12"/>
                  </a:cubicBezTo>
                  <a:close/>
                </a:path>
              </a:pathLst>
            </a:custGeom>
            <a:solidFill>
              <a:srgbClr val="98C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îşļîďê">
              <a:extLst>
                <a:ext uri="{FF2B5EF4-FFF2-40B4-BE49-F238E27FC236}">
                  <a16:creationId xmlns:a16="http://schemas.microsoft.com/office/drawing/2014/main" id="{8C74B707-E8B3-429D-8D7C-7C9713072EE3}"/>
                </a:ext>
              </a:extLst>
            </p:cNvPr>
            <p:cNvSpPr/>
            <p:nvPr/>
          </p:nvSpPr>
          <p:spPr bwMode="auto">
            <a:xfrm>
              <a:off x="7121526" y="5108575"/>
              <a:ext cx="600075" cy="806450"/>
            </a:xfrm>
            <a:custGeom>
              <a:avLst/>
              <a:gdLst>
                <a:gd name="T0" fmla="*/ 47 w 54"/>
                <a:gd name="T1" fmla="*/ 3 h 73"/>
                <a:gd name="T2" fmla="*/ 27 w 54"/>
                <a:gd name="T3" fmla="*/ 5 h 73"/>
                <a:gd name="T4" fmla="*/ 0 w 54"/>
                <a:gd name="T5" fmla="*/ 52 h 73"/>
                <a:gd name="T6" fmla="*/ 8 w 54"/>
                <a:gd name="T7" fmla="*/ 69 h 73"/>
                <a:gd name="T8" fmla="*/ 15 w 54"/>
                <a:gd name="T9" fmla="*/ 73 h 73"/>
                <a:gd name="T10" fmla="*/ 8 w 54"/>
                <a:gd name="T11" fmla="*/ 56 h 73"/>
                <a:gd name="T12" fmla="*/ 35 w 54"/>
                <a:gd name="T13" fmla="*/ 9 h 73"/>
                <a:gd name="T14" fmla="*/ 54 w 54"/>
                <a:gd name="T15" fmla="*/ 7 h 73"/>
                <a:gd name="T16" fmla="*/ 47 w 54"/>
                <a:gd name="T1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3">
                  <a:moveTo>
                    <a:pt x="47" y="3"/>
                  </a:moveTo>
                  <a:cubicBezTo>
                    <a:pt x="42" y="0"/>
                    <a:pt x="35" y="0"/>
                    <a:pt x="27" y="5"/>
                  </a:cubicBezTo>
                  <a:cubicBezTo>
                    <a:pt x="12" y="13"/>
                    <a:pt x="0" y="34"/>
                    <a:pt x="0" y="52"/>
                  </a:cubicBezTo>
                  <a:cubicBezTo>
                    <a:pt x="0" y="60"/>
                    <a:pt x="3" y="66"/>
                    <a:pt x="8" y="69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1" y="70"/>
                    <a:pt x="8" y="64"/>
                    <a:pt x="8" y="56"/>
                  </a:cubicBezTo>
                  <a:cubicBezTo>
                    <a:pt x="7" y="39"/>
                    <a:pt x="20" y="18"/>
                    <a:pt x="35" y="9"/>
                  </a:cubicBezTo>
                  <a:cubicBezTo>
                    <a:pt x="42" y="5"/>
                    <a:pt x="49" y="4"/>
                    <a:pt x="54" y="7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B6CE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şlîḍê">
              <a:extLst>
                <a:ext uri="{FF2B5EF4-FFF2-40B4-BE49-F238E27FC236}">
                  <a16:creationId xmlns:a16="http://schemas.microsoft.com/office/drawing/2014/main" id="{C5D182D6-52E5-4389-9A70-27AB2AACEF6A}"/>
                </a:ext>
              </a:extLst>
            </p:cNvPr>
            <p:cNvSpPr/>
            <p:nvPr/>
          </p:nvSpPr>
          <p:spPr bwMode="auto">
            <a:xfrm>
              <a:off x="7199313" y="5108575"/>
              <a:ext cx="611188" cy="884238"/>
            </a:xfrm>
            <a:custGeom>
              <a:avLst/>
              <a:gdLst>
                <a:gd name="T0" fmla="*/ 28 w 55"/>
                <a:gd name="T1" fmla="*/ 9 h 80"/>
                <a:gd name="T2" fmla="*/ 55 w 55"/>
                <a:gd name="T3" fmla="*/ 25 h 80"/>
                <a:gd name="T4" fmla="*/ 28 w 55"/>
                <a:gd name="T5" fmla="*/ 71 h 80"/>
                <a:gd name="T6" fmla="*/ 1 w 55"/>
                <a:gd name="T7" fmla="*/ 56 h 80"/>
                <a:gd name="T8" fmla="*/ 28 w 55"/>
                <a:gd name="T9" fmla="*/ 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80">
                  <a:moveTo>
                    <a:pt x="28" y="9"/>
                  </a:moveTo>
                  <a:cubicBezTo>
                    <a:pt x="43" y="0"/>
                    <a:pt x="55" y="7"/>
                    <a:pt x="55" y="25"/>
                  </a:cubicBezTo>
                  <a:cubicBezTo>
                    <a:pt x="55" y="42"/>
                    <a:pt x="43" y="63"/>
                    <a:pt x="28" y="71"/>
                  </a:cubicBezTo>
                  <a:cubicBezTo>
                    <a:pt x="13" y="80"/>
                    <a:pt x="1" y="73"/>
                    <a:pt x="1" y="56"/>
                  </a:cubicBezTo>
                  <a:cubicBezTo>
                    <a:pt x="0" y="39"/>
                    <a:pt x="13" y="18"/>
                    <a:pt x="28" y="9"/>
                  </a:cubicBezTo>
                  <a:close/>
                </a:path>
              </a:pathLst>
            </a:custGeom>
            <a:solidFill>
              <a:srgbClr val="D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iṩḷïdé">
              <a:extLst>
                <a:ext uri="{FF2B5EF4-FFF2-40B4-BE49-F238E27FC236}">
                  <a16:creationId xmlns:a16="http://schemas.microsoft.com/office/drawing/2014/main" id="{16C87D81-8666-4021-AC90-66204DC09BFE}"/>
                </a:ext>
              </a:extLst>
            </p:cNvPr>
            <p:cNvSpPr/>
            <p:nvPr/>
          </p:nvSpPr>
          <p:spPr bwMode="auto">
            <a:xfrm>
              <a:off x="4403726" y="3262313"/>
              <a:ext cx="1265238" cy="1779588"/>
            </a:xfrm>
            <a:custGeom>
              <a:avLst/>
              <a:gdLst>
                <a:gd name="T0" fmla="*/ 88 w 114"/>
                <a:gd name="T1" fmla="*/ 0 h 161"/>
                <a:gd name="T2" fmla="*/ 73 w 114"/>
                <a:gd name="T3" fmla="*/ 3 h 161"/>
                <a:gd name="T4" fmla="*/ 67 w 114"/>
                <a:gd name="T5" fmla="*/ 5 h 161"/>
                <a:gd name="T6" fmla="*/ 58 w 114"/>
                <a:gd name="T7" fmla="*/ 9 h 161"/>
                <a:gd name="T8" fmla="*/ 39 w 114"/>
                <a:gd name="T9" fmla="*/ 24 h 161"/>
                <a:gd name="T10" fmla="*/ 23 w 114"/>
                <a:gd name="T11" fmla="*/ 42 h 161"/>
                <a:gd name="T12" fmla="*/ 13 w 114"/>
                <a:gd name="T13" fmla="*/ 58 h 161"/>
                <a:gd name="T14" fmla="*/ 8 w 114"/>
                <a:gd name="T15" fmla="*/ 69 h 161"/>
                <a:gd name="T16" fmla="*/ 4 w 114"/>
                <a:gd name="T17" fmla="*/ 81 h 161"/>
                <a:gd name="T18" fmla="*/ 1 w 114"/>
                <a:gd name="T19" fmla="*/ 92 h 161"/>
                <a:gd name="T20" fmla="*/ 0 w 114"/>
                <a:gd name="T21" fmla="*/ 104 h 161"/>
                <a:gd name="T22" fmla="*/ 0 w 114"/>
                <a:gd name="T23" fmla="*/ 116 h 161"/>
                <a:gd name="T24" fmla="*/ 4 w 114"/>
                <a:gd name="T25" fmla="*/ 133 h 161"/>
                <a:gd name="T26" fmla="*/ 12 w 114"/>
                <a:gd name="T27" fmla="*/ 148 h 161"/>
                <a:gd name="T28" fmla="*/ 19 w 114"/>
                <a:gd name="T29" fmla="*/ 155 h 161"/>
                <a:gd name="T30" fmla="*/ 27 w 114"/>
                <a:gd name="T31" fmla="*/ 161 h 161"/>
                <a:gd name="T32" fmla="*/ 9 w 114"/>
                <a:gd name="T33" fmla="*/ 121 h 161"/>
                <a:gd name="T34" fmla="*/ 72 w 114"/>
                <a:gd name="T35" fmla="*/ 12 h 161"/>
                <a:gd name="T36" fmla="*/ 114 w 114"/>
                <a:gd name="T37" fmla="*/ 6 h 161"/>
                <a:gd name="T38" fmla="*/ 88 w 114"/>
                <a:gd name="T3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4" h="161">
                  <a:moveTo>
                    <a:pt x="88" y="0"/>
                  </a:moveTo>
                  <a:cubicBezTo>
                    <a:pt x="83" y="0"/>
                    <a:pt x="78" y="1"/>
                    <a:pt x="73" y="3"/>
                  </a:cubicBezTo>
                  <a:cubicBezTo>
                    <a:pt x="71" y="3"/>
                    <a:pt x="68" y="4"/>
                    <a:pt x="67" y="5"/>
                  </a:cubicBezTo>
                  <a:cubicBezTo>
                    <a:pt x="64" y="6"/>
                    <a:pt x="60" y="8"/>
                    <a:pt x="58" y="9"/>
                  </a:cubicBezTo>
                  <a:cubicBezTo>
                    <a:pt x="51" y="13"/>
                    <a:pt x="45" y="17"/>
                    <a:pt x="39" y="24"/>
                  </a:cubicBezTo>
                  <a:cubicBezTo>
                    <a:pt x="32" y="30"/>
                    <a:pt x="26" y="38"/>
                    <a:pt x="23" y="42"/>
                  </a:cubicBezTo>
                  <a:cubicBezTo>
                    <a:pt x="18" y="49"/>
                    <a:pt x="18" y="50"/>
                    <a:pt x="13" y="58"/>
                  </a:cubicBezTo>
                  <a:cubicBezTo>
                    <a:pt x="12" y="61"/>
                    <a:pt x="11" y="64"/>
                    <a:pt x="8" y="69"/>
                  </a:cubicBezTo>
                  <a:cubicBezTo>
                    <a:pt x="8" y="69"/>
                    <a:pt x="6" y="74"/>
                    <a:pt x="4" y="81"/>
                  </a:cubicBezTo>
                  <a:cubicBezTo>
                    <a:pt x="3" y="86"/>
                    <a:pt x="2" y="88"/>
                    <a:pt x="1" y="92"/>
                  </a:cubicBezTo>
                  <a:cubicBezTo>
                    <a:pt x="1" y="93"/>
                    <a:pt x="0" y="98"/>
                    <a:pt x="0" y="104"/>
                  </a:cubicBezTo>
                  <a:cubicBezTo>
                    <a:pt x="0" y="109"/>
                    <a:pt x="0" y="111"/>
                    <a:pt x="0" y="116"/>
                  </a:cubicBezTo>
                  <a:cubicBezTo>
                    <a:pt x="0" y="117"/>
                    <a:pt x="0" y="125"/>
                    <a:pt x="4" y="133"/>
                  </a:cubicBezTo>
                  <a:cubicBezTo>
                    <a:pt x="7" y="141"/>
                    <a:pt x="11" y="147"/>
                    <a:pt x="12" y="148"/>
                  </a:cubicBezTo>
                  <a:cubicBezTo>
                    <a:pt x="15" y="151"/>
                    <a:pt x="17" y="153"/>
                    <a:pt x="19" y="155"/>
                  </a:cubicBezTo>
                  <a:cubicBezTo>
                    <a:pt x="22" y="158"/>
                    <a:pt x="24" y="159"/>
                    <a:pt x="27" y="161"/>
                  </a:cubicBezTo>
                  <a:cubicBezTo>
                    <a:pt x="16" y="154"/>
                    <a:pt x="9" y="140"/>
                    <a:pt x="9" y="121"/>
                  </a:cubicBezTo>
                  <a:cubicBezTo>
                    <a:pt x="9" y="81"/>
                    <a:pt x="37" y="32"/>
                    <a:pt x="72" y="12"/>
                  </a:cubicBezTo>
                  <a:cubicBezTo>
                    <a:pt x="88" y="2"/>
                    <a:pt x="103" y="1"/>
                    <a:pt x="114" y="6"/>
                  </a:cubicBezTo>
                  <a:cubicBezTo>
                    <a:pt x="104" y="1"/>
                    <a:pt x="94" y="0"/>
                    <a:pt x="88" y="0"/>
                  </a:cubicBezTo>
                  <a:close/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ṩ1iḓe">
              <a:extLst>
                <a:ext uri="{FF2B5EF4-FFF2-40B4-BE49-F238E27FC236}">
                  <a16:creationId xmlns:a16="http://schemas.microsoft.com/office/drawing/2014/main" id="{624583E9-5E96-44F4-98B2-BFCBE58C513C}"/>
                </a:ext>
              </a:extLst>
            </p:cNvPr>
            <p:cNvSpPr/>
            <p:nvPr/>
          </p:nvSpPr>
          <p:spPr bwMode="auto">
            <a:xfrm>
              <a:off x="4503738" y="3273425"/>
              <a:ext cx="1541463" cy="1912938"/>
            </a:xfrm>
            <a:custGeom>
              <a:avLst/>
              <a:gdLst>
                <a:gd name="T0" fmla="*/ 138 w 139"/>
                <a:gd name="T1" fmla="*/ 52 h 173"/>
                <a:gd name="T2" fmla="*/ 136 w 139"/>
                <a:gd name="T3" fmla="*/ 40 h 173"/>
                <a:gd name="T4" fmla="*/ 127 w 139"/>
                <a:gd name="T5" fmla="*/ 22 h 173"/>
                <a:gd name="T6" fmla="*/ 120 w 139"/>
                <a:gd name="T7" fmla="*/ 15 h 173"/>
                <a:gd name="T8" fmla="*/ 111 w 139"/>
                <a:gd name="T9" fmla="*/ 9 h 173"/>
                <a:gd name="T10" fmla="*/ 107 w 139"/>
                <a:gd name="T11" fmla="*/ 6 h 173"/>
                <a:gd name="T12" fmla="*/ 63 w 139"/>
                <a:gd name="T13" fmla="*/ 11 h 173"/>
                <a:gd name="T14" fmla="*/ 0 w 139"/>
                <a:gd name="T15" fmla="*/ 120 h 173"/>
                <a:gd name="T16" fmla="*/ 18 w 139"/>
                <a:gd name="T17" fmla="*/ 160 h 173"/>
                <a:gd name="T18" fmla="*/ 22 w 139"/>
                <a:gd name="T19" fmla="*/ 162 h 173"/>
                <a:gd name="T20" fmla="*/ 32 w 139"/>
                <a:gd name="T21" fmla="*/ 167 h 173"/>
                <a:gd name="T22" fmla="*/ 42 w 139"/>
                <a:gd name="T23" fmla="*/ 169 h 173"/>
                <a:gd name="T24" fmla="*/ 61 w 139"/>
                <a:gd name="T25" fmla="*/ 169 h 173"/>
                <a:gd name="T26" fmla="*/ 82 w 139"/>
                <a:gd name="T27" fmla="*/ 160 h 173"/>
                <a:gd name="T28" fmla="*/ 91 w 139"/>
                <a:gd name="T29" fmla="*/ 154 h 173"/>
                <a:gd name="T30" fmla="*/ 100 w 139"/>
                <a:gd name="T31" fmla="*/ 146 h 173"/>
                <a:gd name="T32" fmla="*/ 104 w 139"/>
                <a:gd name="T33" fmla="*/ 142 h 173"/>
                <a:gd name="T34" fmla="*/ 122 w 139"/>
                <a:gd name="T35" fmla="*/ 117 h 173"/>
                <a:gd name="T36" fmla="*/ 134 w 139"/>
                <a:gd name="T37" fmla="*/ 89 h 173"/>
                <a:gd name="T38" fmla="*/ 139 w 139"/>
                <a:gd name="T39" fmla="*/ 65 h 173"/>
                <a:gd name="T40" fmla="*/ 138 w 139"/>
                <a:gd name="T41" fmla="*/ 52 h 173"/>
                <a:gd name="T42" fmla="*/ 83 w 139"/>
                <a:gd name="T43" fmla="*/ 156 h 173"/>
                <a:gd name="T44" fmla="*/ 30 w 139"/>
                <a:gd name="T45" fmla="*/ 126 h 173"/>
                <a:gd name="T46" fmla="*/ 83 w 139"/>
                <a:gd name="T47" fmla="*/ 34 h 173"/>
                <a:gd name="T48" fmla="*/ 136 w 139"/>
                <a:gd name="T49" fmla="*/ 64 h 173"/>
                <a:gd name="T50" fmla="*/ 83 w 139"/>
                <a:gd name="T51" fmla="*/ 15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9" h="173">
                  <a:moveTo>
                    <a:pt x="138" y="52"/>
                  </a:moveTo>
                  <a:cubicBezTo>
                    <a:pt x="138" y="46"/>
                    <a:pt x="137" y="43"/>
                    <a:pt x="136" y="40"/>
                  </a:cubicBezTo>
                  <a:cubicBezTo>
                    <a:pt x="136" y="38"/>
                    <a:pt x="133" y="30"/>
                    <a:pt x="127" y="22"/>
                  </a:cubicBezTo>
                  <a:cubicBezTo>
                    <a:pt x="124" y="19"/>
                    <a:pt x="122" y="16"/>
                    <a:pt x="120" y="15"/>
                  </a:cubicBezTo>
                  <a:cubicBezTo>
                    <a:pt x="117" y="12"/>
                    <a:pt x="114" y="11"/>
                    <a:pt x="111" y="9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6" y="0"/>
                    <a:pt x="80" y="1"/>
                    <a:pt x="63" y="11"/>
                  </a:cubicBezTo>
                  <a:cubicBezTo>
                    <a:pt x="28" y="31"/>
                    <a:pt x="0" y="80"/>
                    <a:pt x="0" y="120"/>
                  </a:cubicBezTo>
                  <a:cubicBezTo>
                    <a:pt x="0" y="139"/>
                    <a:pt x="7" y="153"/>
                    <a:pt x="18" y="160"/>
                  </a:cubicBezTo>
                  <a:cubicBezTo>
                    <a:pt x="22" y="162"/>
                    <a:pt x="22" y="162"/>
                    <a:pt x="22" y="162"/>
                  </a:cubicBezTo>
                  <a:cubicBezTo>
                    <a:pt x="24" y="163"/>
                    <a:pt x="27" y="165"/>
                    <a:pt x="32" y="167"/>
                  </a:cubicBezTo>
                  <a:cubicBezTo>
                    <a:pt x="36" y="168"/>
                    <a:pt x="39" y="169"/>
                    <a:pt x="42" y="169"/>
                  </a:cubicBezTo>
                  <a:cubicBezTo>
                    <a:pt x="44" y="170"/>
                    <a:pt x="51" y="171"/>
                    <a:pt x="61" y="169"/>
                  </a:cubicBezTo>
                  <a:cubicBezTo>
                    <a:pt x="71" y="166"/>
                    <a:pt x="79" y="162"/>
                    <a:pt x="82" y="160"/>
                  </a:cubicBezTo>
                  <a:cubicBezTo>
                    <a:pt x="83" y="159"/>
                    <a:pt x="88" y="156"/>
                    <a:pt x="91" y="154"/>
                  </a:cubicBezTo>
                  <a:cubicBezTo>
                    <a:pt x="94" y="152"/>
                    <a:pt x="97" y="149"/>
                    <a:pt x="100" y="146"/>
                  </a:cubicBezTo>
                  <a:cubicBezTo>
                    <a:pt x="101" y="145"/>
                    <a:pt x="103" y="143"/>
                    <a:pt x="104" y="142"/>
                  </a:cubicBezTo>
                  <a:cubicBezTo>
                    <a:pt x="107" y="139"/>
                    <a:pt x="114" y="131"/>
                    <a:pt x="122" y="117"/>
                  </a:cubicBezTo>
                  <a:cubicBezTo>
                    <a:pt x="130" y="105"/>
                    <a:pt x="133" y="95"/>
                    <a:pt x="134" y="89"/>
                  </a:cubicBezTo>
                  <a:cubicBezTo>
                    <a:pt x="137" y="82"/>
                    <a:pt x="139" y="72"/>
                    <a:pt x="139" y="65"/>
                  </a:cubicBezTo>
                  <a:cubicBezTo>
                    <a:pt x="139" y="59"/>
                    <a:pt x="139" y="57"/>
                    <a:pt x="138" y="52"/>
                  </a:cubicBezTo>
                  <a:close/>
                  <a:moveTo>
                    <a:pt x="83" y="156"/>
                  </a:moveTo>
                  <a:cubicBezTo>
                    <a:pt x="54" y="173"/>
                    <a:pt x="30" y="160"/>
                    <a:pt x="30" y="126"/>
                  </a:cubicBezTo>
                  <a:cubicBezTo>
                    <a:pt x="30" y="92"/>
                    <a:pt x="53" y="51"/>
                    <a:pt x="83" y="34"/>
                  </a:cubicBezTo>
                  <a:cubicBezTo>
                    <a:pt x="112" y="17"/>
                    <a:pt x="136" y="31"/>
                    <a:pt x="136" y="64"/>
                  </a:cubicBezTo>
                  <a:cubicBezTo>
                    <a:pt x="136" y="98"/>
                    <a:pt x="113" y="139"/>
                    <a:pt x="83" y="156"/>
                  </a:cubicBezTo>
                  <a:close/>
                </a:path>
              </a:pathLst>
            </a:custGeom>
            <a:solidFill>
              <a:srgbClr val="396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ṩ1ïḓê">
              <a:extLst>
                <a:ext uri="{FF2B5EF4-FFF2-40B4-BE49-F238E27FC236}">
                  <a16:creationId xmlns:a16="http://schemas.microsoft.com/office/drawing/2014/main" id="{3D67CD70-57A2-4101-BF65-E246B2370129}"/>
                </a:ext>
              </a:extLst>
            </p:cNvPr>
            <p:cNvSpPr/>
            <p:nvPr/>
          </p:nvSpPr>
          <p:spPr bwMode="auto">
            <a:xfrm>
              <a:off x="4835526" y="3460750"/>
              <a:ext cx="1176338" cy="1725613"/>
            </a:xfrm>
            <a:custGeom>
              <a:avLst/>
              <a:gdLst>
                <a:gd name="T0" fmla="*/ 53 w 106"/>
                <a:gd name="T1" fmla="*/ 17 h 156"/>
                <a:gd name="T2" fmla="*/ 106 w 106"/>
                <a:gd name="T3" fmla="*/ 47 h 156"/>
                <a:gd name="T4" fmla="*/ 53 w 106"/>
                <a:gd name="T5" fmla="*/ 139 h 156"/>
                <a:gd name="T6" fmla="*/ 0 w 106"/>
                <a:gd name="T7" fmla="*/ 109 h 156"/>
                <a:gd name="T8" fmla="*/ 53 w 106"/>
                <a:gd name="T9" fmla="*/ 1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56">
                  <a:moveTo>
                    <a:pt x="53" y="17"/>
                  </a:moveTo>
                  <a:cubicBezTo>
                    <a:pt x="82" y="0"/>
                    <a:pt x="106" y="14"/>
                    <a:pt x="106" y="47"/>
                  </a:cubicBezTo>
                  <a:cubicBezTo>
                    <a:pt x="106" y="81"/>
                    <a:pt x="83" y="122"/>
                    <a:pt x="53" y="139"/>
                  </a:cubicBezTo>
                  <a:cubicBezTo>
                    <a:pt x="24" y="156"/>
                    <a:pt x="0" y="143"/>
                    <a:pt x="0" y="109"/>
                  </a:cubicBezTo>
                  <a:cubicBezTo>
                    <a:pt x="0" y="75"/>
                    <a:pt x="23" y="34"/>
                    <a:pt x="53" y="17"/>
                  </a:cubicBezTo>
                  <a:close/>
                </a:path>
              </a:pathLst>
            </a:custGeom>
            <a:solidFill>
              <a:srgbClr val="518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iṡļïďê">
              <a:extLst>
                <a:ext uri="{FF2B5EF4-FFF2-40B4-BE49-F238E27FC236}">
                  <a16:creationId xmlns:a16="http://schemas.microsoft.com/office/drawing/2014/main" id="{1E832A20-345E-4888-85C4-E96EFB4367A0}"/>
                </a:ext>
              </a:extLst>
            </p:cNvPr>
            <p:cNvSpPr/>
            <p:nvPr/>
          </p:nvSpPr>
          <p:spPr bwMode="auto">
            <a:xfrm>
              <a:off x="4913313" y="3549650"/>
              <a:ext cx="1054100" cy="1547813"/>
            </a:xfrm>
            <a:custGeom>
              <a:avLst/>
              <a:gdLst>
                <a:gd name="T0" fmla="*/ 47 w 95"/>
                <a:gd name="T1" fmla="*/ 15 h 140"/>
                <a:gd name="T2" fmla="*/ 95 w 95"/>
                <a:gd name="T3" fmla="*/ 43 h 140"/>
                <a:gd name="T4" fmla="*/ 47 w 95"/>
                <a:gd name="T5" fmla="*/ 125 h 140"/>
                <a:gd name="T6" fmla="*/ 0 w 95"/>
                <a:gd name="T7" fmla="*/ 97 h 140"/>
                <a:gd name="T8" fmla="*/ 47 w 95"/>
                <a:gd name="T9" fmla="*/ 1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40">
                  <a:moveTo>
                    <a:pt x="47" y="15"/>
                  </a:moveTo>
                  <a:cubicBezTo>
                    <a:pt x="73" y="0"/>
                    <a:pt x="95" y="12"/>
                    <a:pt x="95" y="43"/>
                  </a:cubicBezTo>
                  <a:cubicBezTo>
                    <a:pt x="95" y="73"/>
                    <a:pt x="74" y="109"/>
                    <a:pt x="47" y="125"/>
                  </a:cubicBezTo>
                  <a:cubicBezTo>
                    <a:pt x="21" y="140"/>
                    <a:pt x="0" y="128"/>
                    <a:pt x="0" y="97"/>
                  </a:cubicBezTo>
                  <a:cubicBezTo>
                    <a:pt x="0" y="67"/>
                    <a:pt x="21" y="31"/>
                    <a:pt x="47" y="15"/>
                  </a:cubicBezTo>
                  <a:close/>
                </a:path>
              </a:pathLst>
            </a:custGeom>
            <a:solidFill>
              <a:srgbClr val="518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išľiḋé">
              <a:extLst>
                <a:ext uri="{FF2B5EF4-FFF2-40B4-BE49-F238E27FC236}">
                  <a16:creationId xmlns:a16="http://schemas.microsoft.com/office/drawing/2014/main" id="{D9585197-7314-404B-85E1-C6A49679EB85}"/>
                </a:ext>
              </a:extLst>
            </p:cNvPr>
            <p:cNvSpPr/>
            <p:nvPr/>
          </p:nvSpPr>
          <p:spPr bwMode="auto">
            <a:xfrm>
              <a:off x="4902201" y="3616325"/>
              <a:ext cx="1076325" cy="1392238"/>
            </a:xfrm>
            <a:custGeom>
              <a:avLst/>
              <a:gdLst>
                <a:gd name="T0" fmla="*/ 27 w 97"/>
                <a:gd name="T1" fmla="*/ 126 h 126"/>
                <a:gd name="T2" fmla="*/ 14 w 97"/>
                <a:gd name="T3" fmla="*/ 123 h 126"/>
                <a:gd name="T4" fmla="*/ 0 w 97"/>
                <a:gd name="T5" fmla="*/ 91 h 126"/>
                <a:gd name="T6" fmla="*/ 48 w 97"/>
                <a:gd name="T7" fmla="*/ 9 h 126"/>
                <a:gd name="T8" fmla="*/ 48 w 97"/>
                <a:gd name="T9" fmla="*/ 9 h 126"/>
                <a:gd name="T10" fmla="*/ 82 w 97"/>
                <a:gd name="T11" fmla="*/ 5 h 126"/>
                <a:gd name="T12" fmla="*/ 97 w 97"/>
                <a:gd name="T13" fmla="*/ 37 h 126"/>
                <a:gd name="T14" fmla="*/ 49 w 97"/>
                <a:gd name="T15" fmla="*/ 119 h 126"/>
                <a:gd name="T16" fmla="*/ 27 w 97"/>
                <a:gd name="T17" fmla="*/ 126 h 126"/>
                <a:gd name="T18" fmla="*/ 69 w 97"/>
                <a:gd name="T19" fmla="*/ 4 h 126"/>
                <a:gd name="T20" fmla="*/ 49 w 97"/>
                <a:gd name="T21" fmla="*/ 10 h 126"/>
                <a:gd name="T22" fmla="*/ 49 w 97"/>
                <a:gd name="T23" fmla="*/ 10 h 126"/>
                <a:gd name="T24" fmla="*/ 2 w 97"/>
                <a:gd name="T25" fmla="*/ 91 h 126"/>
                <a:gd name="T26" fmla="*/ 15 w 97"/>
                <a:gd name="T27" fmla="*/ 121 h 126"/>
                <a:gd name="T28" fmla="*/ 48 w 97"/>
                <a:gd name="T29" fmla="*/ 118 h 126"/>
                <a:gd name="T30" fmla="*/ 95 w 97"/>
                <a:gd name="T31" fmla="*/ 37 h 126"/>
                <a:gd name="T32" fmla="*/ 81 w 97"/>
                <a:gd name="T33" fmla="*/ 7 h 126"/>
                <a:gd name="T34" fmla="*/ 69 w 97"/>
                <a:gd name="T35" fmla="*/ 4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126">
                  <a:moveTo>
                    <a:pt x="27" y="126"/>
                  </a:moveTo>
                  <a:cubicBezTo>
                    <a:pt x="22" y="126"/>
                    <a:pt x="18" y="125"/>
                    <a:pt x="14" y="123"/>
                  </a:cubicBezTo>
                  <a:cubicBezTo>
                    <a:pt x="5" y="117"/>
                    <a:pt x="0" y="106"/>
                    <a:pt x="0" y="91"/>
                  </a:cubicBezTo>
                  <a:cubicBezTo>
                    <a:pt x="0" y="61"/>
                    <a:pt x="21" y="24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61" y="1"/>
                    <a:pt x="73" y="0"/>
                    <a:pt x="82" y="5"/>
                  </a:cubicBezTo>
                  <a:cubicBezTo>
                    <a:pt x="92" y="11"/>
                    <a:pt x="97" y="22"/>
                    <a:pt x="97" y="37"/>
                  </a:cubicBezTo>
                  <a:cubicBezTo>
                    <a:pt x="97" y="67"/>
                    <a:pt x="75" y="104"/>
                    <a:pt x="49" y="119"/>
                  </a:cubicBezTo>
                  <a:cubicBezTo>
                    <a:pt x="41" y="124"/>
                    <a:pt x="34" y="126"/>
                    <a:pt x="27" y="126"/>
                  </a:cubicBezTo>
                  <a:close/>
                  <a:moveTo>
                    <a:pt x="69" y="4"/>
                  </a:moveTo>
                  <a:cubicBezTo>
                    <a:pt x="63" y="4"/>
                    <a:pt x="56" y="6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23" y="25"/>
                    <a:pt x="2" y="62"/>
                    <a:pt x="2" y="91"/>
                  </a:cubicBezTo>
                  <a:cubicBezTo>
                    <a:pt x="2" y="106"/>
                    <a:pt x="6" y="116"/>
                    <a:pt x="15" y="121"/>
                  </a:cubicBezTo>
                  <a:cubicBezTo>
                    <a:pt x="24" y="126"/>
                    <a:pt x="35" y="125"/>
                    <a:pt x="48" y="118"/>
                  </a:cubicBezTo>
                  <a:cubicBezTo>
                    <a:pt x="74" y="103"/>
                    <a:pt x="95" y="66"/>
                    <a:pt x="95" y="37"/>
                  </a:cubicBezTo>
                  <a:cubicBezTo>
                    <a:pt x="95" y="22"/>
                    <a:pt x="90" y="12"/>
                    <a:pt x="81" y="7"/>
                  </a:cubicBezTo>
                  <a:cubicBezTo>
                    <a:pt x="78" y="5"/>
                    <a:pt x="74" y="4"/>
                    <a:pt x="69" y="4"/>
                  </a:cubicBezTo>
                  <a:close/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ṩľíďé">
              <a:extLst>
                <a:ext uri="{FF2B5EF4-FFF2-40B4-BE49-F238E27FC236}">
                  <a16:creationId xmlns:a16="http://schemas.microsoft.com/office/drawing/2014/main" id="{FE088280-C5A7-4227-B6FB-C36D57AEB3AA}"/>
                </a:ext>
              </a:extLst>
            </p:cNvPr>
            <p:cNvSpPr/>
            <p:nvPr/>
          </p:nvSpPr>
          <p:spPr bwMode="auto">
            <a:xfrm>
              <a:off x="5457826" y="4322763"/>
              <a:ext cx="44450" cy="55563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1 h 5"/>
                <a:gd name="T8" fmla="*/ 2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3" y="4"/>
                    <a:pt x="4" y="3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íSľiḋè">
              <a:extLst>
                <a:ext uri="{FF2B5EF4-FFF2-40B4-BE49-F238E27FC236}">
                  <a16:creationId xmlns:a16="http://schemas.microsoft.com/office/drawing/2014/main" id="{F8E03859-671E-4189-B66C-F05102B0FFCD}"/>
                </a:ext>
              </a:extLst>
            </p:cNvPr>
            <p:cNvSpPr/>
            <p:nvPr/>
          </p:nvSpPr>
          <p:spPr bwMode="auto">
            <a:xfrm>
              <a:off x="5546726" y="4213225"/>
              <a:ext cx="44450" cy="65088"/>
            </a:xfrm>
            <a:custGeom>
              <a:avLst/>
              <a:gdLst>
                <a:gd name="T0" fmla="*/ 2 w 4"/>
                <a:gd name="T1" fmla="*/ 1 h 6"/>
                <a:gd name="T2" fmla="*/ 0 w 4"/>
                <a:gd name="T3" fmla="*/ 4 h 6"/>
                <a:gd name="T4" fmla="*/ 2 w 4"/>
                <a:gd name="T5" fmla="*/ 5 h 6"/>
                <a:gd name="T6" fmla="*/ 4 w 4"/>
                <a:gd name="T7" fmla="*/ 2 h 6"/>
                <a:gd name="T8" fmla="*/ 2 w 4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1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5"/>
                    <a:pt x="1" y="6"/>
                    <a:pt x="2" y="5"/>
                  </a:cubicBezTo>
                  <a:cubicBezTo>
                    <a:pt x="3" y="5"/>
                    <a:pt x="4" y="3"/>
                    <a:pt x="4" y="2"/>
                  </a:cubicBezTo>
                  <a:cubicBezTo>
                    <a:pt x="4" y="1"/>
                    <a:pt x="3" y="0"/>
                    <a:pt x="2" y="1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ïṩlídé">
              <a:extLst>
                <a:ext uri="{FF2B5EF4-FFF2-40B4-BE49-F238E27FC236}">
                  <a16:creationId xmlns:a16="http://schemas.microsoft.com/office/drawing/2014/main" id="{F24FC165-2C16-4B6D-8279-7B08F1C792E5}"/>
                </a:ext>
              </a:extLst>
            </p:cNvPr>
            <p:cNvSpPr/>
            <p:nvPr/>
          </p:nvSpPr>
          <p:spPr bwMode="auto">
            <a:xfrm>
              <a:off x="5413376" y="4224338"/>
              <a:ext cx="44450" cy="5397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1 h 5"/>
                <a:gd name="T8" fmla="*/ 2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3" y="4"/>
                    <a:pt x="4" y="3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ïṡlíḑe">
              <a:extLst>
                <a:ext uri="{FF2B5EF4-FFF2-40B4-BE49-F238E27FC236}">
                  <a16:creationId xmlns:a16="http://schemas.microsoft.com/office/drawing/2014/main" id="{565C2641-829F-4911-9FB6-BA869A3F8FD2}"/>
                </a:ext>
              </a:extLst>
            </p:cNvPr>
            <p:cNvSpPr/>
            <p:nvPr/>
          </p:nvSpPr>
          <p:spPr bwMode="auto">
            <a:xfrm>
              <a:off x="5335588" y="4333875"/>
              <a:ext cx="44450" cy="66675"/>
            </a:xfrm>
            <a:custGeom>
              <a:avLst/>
              <a:gdLst>
                <a:gd name="T0" fmla="*/ 2 w 4"/>
                <a:gd name="T1" fmla="*/ 1 h 6"/>
                <a:gd name="T2" fmla="*/ 0 w 4"/>
                <a:gd name="T3" fmla="*/ 5 h 6"/>
                <a:gd name="T4" fmla="*/ 2 w 4"/>
                <a:gd name="T5" fmla="*/ 6 h 6"/>
                <a:gd name="T6" fmla="*/ 4 w 4"/>
                <a:gd name="T7" fmla="*/ 2 h 6"/>
                <a:gd name="T8" fmla="*/ 2 w 4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1"/>
                  </a:moveTo>
                  <a:cubicBezTo>
                    <a:pt x="1" y="2"/>
                    <a:pt x="0" y="3"/>
                    <a:pt x="0" y="5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4" y="5"/>
                    <a:pt x="4" y="4"/>
                    <a:pt x="4" y="2"/>
                  </a:cubicBezTo>
                  <a:cubicBezTo>
                    <a:pt x="4" y="1"/>
                    <a:pt x="4" y="0"/>
                    <a:pt x="2" y="1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í$ļïḓe">
              <a:extLst>
                <a:ext uri="{FF2B5EF4-FFF2-40B4-BE49-F238E27FC236}">
                  <a16:creationId xmlns:a16="http://schemas.microsoft.com/office/drawing/2014/main" id="{EB541A15-4CCF-441C-AE0F-9CF4D932CC3F}"/>
                </a:ext>
              </a:extLst>
            </p:cNvPr>
            <p:cNvSpPr/>
            <p:nvPr/>
          </p:nvSpPr>
          <p:spPr bwMode="auto">
            <a:xfrm>
              <a:off x="5402263" y="4456113"/>
              <a:ext cx="44450" cy="66675"/>
            </a:xfrm>
            <a:custGeom>
              <a:avLst/>
              <a:gdLst>
                <a:gd name="T0" fmla="*/ 2 w 4"/>
                <a:gd name="T1" fmla="*/ 1 h 6"/>
                <a:gd name="T2" fmla="*/ 0 w 4"/>
                <a:gd name="T3" fmla="*/ 4 h 6"/>
                <a:gd name="T4" fmla="*/ 2 w 4"/>
                <a:gd name="T5" fmla="*/ 5 h 6"/>
                <a:gd name="T6" fmla="*/ 4 w 4"/>
                <a:gd name="T7" fmla="*/ 2 h 6"/>
                <a:gd name="T8" fmla="*/ 2 w 4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1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5"/>
                    <a:pt x="1" y="6"/>
                    <a:pt x="2" y="5"/>
                  </a:cubicBezTo>
                  <a:cubicBezTo>
                    <a:pt x="3" y="5"/>
                    <a:pt x="4" y="3"/>
                    <a:pt x="4" y="2"/>
                  </a:cubicBezTo>
                  <a:cubicBezTo>
                    <a:pt x="4" y="0"/>
                    <a:pt x="3" y="0"/>
                    <a:pt x="2" y="1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iSlîḑè">
              <a:extLst>
                <a:ext uri="{FF2B5EF4-FFF2-40B4-BE49-F238E27FC236}">
                  <a16:creationId xmlns:a16="http://schemas.microsoft.com/office/drawing/2014/main" id="{DD298B77-8162-418D-B4DB-AA7B9E5D6DF5}"/>
                </a:ext>
              </a:extLst>
            </p:cNvPr>
            <p:cNvSpPr/>
            <p:nvPr/>
          </p:nvSpPr>
          <p:spPr bwMode="auto">
            <a:xfrm>
              <a:off x="5524501" y="4411663"/>
              <a:ext cx="44450" cy="55563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4 h 5"/>
                <a:gd name="T4" fmla="*/ 2 w 4"/>
                <a:gd name="T5" fmla="*/ 5 h 5"/>
                <a:gd name="T6" fmla="*/ 4 w 4"/>
                <a:gd name="T7" fmla="*/ 1 h 5"/>
                <a:gd name="T8" fmla="*/ 2 w 4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  <a:cubicBezTo>
                    <a:pt x="3" y="4"/>
                    <a:pt x="4" y="3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214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62" name="3b48022d-8ebe-47e1-91ab-18f507e852c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6C90A96-7407-4CBC-97C7-F487DF280750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997608" y="3677771"/>
            <a:ext cx="2230738" cy="2226318"/>
            <a:chOff x="3690938" y="1028700"/>
            <a:chExt cx="4806950" cy="4797426"/>
          </a:xfrm>
        </p:grpSpPr>
        <p:sp>
          <p:nvSpPr>
            <p:cNvPr id="63" name="ïSļíḍé">
              <a:extLst>
                <a:ext uri="{FF2B5EF4-FFF2-40B4-BE49-F238E27FC236}">
                  <a16:creationId xmlns:a16="http://schemas.microsoft.com/office/drawing/2014/main" id="{4D7E5E6D-0081-4D9F-B41B-DA78C0D0E873}"/>
                </a:ext>
              </a:extLst>
            </p:cNvPr>
            <p:cNvSpPr/>
            <p:nvPr/>
          </p:nvSpPr>
          <p:spPr bwMode="auto">
            <a:xfrm>
              <a:off x="4314826" y="1819275"/>
              <a:ext cx="3641725" cy="2797175"/>
            </a:xfrm>
            <a:custGeom>
              <a:avLst/>
              <a:gdLst>
                <a:gd name="T0" fmla="*/ 490 w 1103"/>
                <a:gd name="T1" fmla="*/ 815 h 849"/>
                <a:gd name="T2" fmla="*/ 473 w 1103"/>
                <a:gd name="T3" fmla="*/ 797 h 849"/>
                <a:gd name="T4" fmla="*/ 432 w 1103"/>
                <a:gd name="T5" fmla="*/ 797 h 849"/>
                <a:gd name="T6" fmla="*/ 432 w 1103"/>
                <a:gd name="T7" fmla="*/ 818 h 849"/>
                <a:gd name="T8" fmla="*/ 329 w 1103"/>
                <a:gd name="T9" fmla="*/ 818 h 849"/>
                <a:gd name="T10" fmla="*/ 329 w 1103"/>
                <a:gd name="T11" fmla="*/ 841 h 849"/>
                <a:gd name="T12" fmla="*/ 0 w 1103"/>
                <a:gd name="T13" fmla="*/ 841 h 849"/>
                <a:gd name="T14" fmla="*/ 0 w 1103"/>
                <a:gd name="T15" fmla="*/ 299 h 849"/>
                <a:gd name="T16" fmla="*/ 329 w 1103"/>
                <a:gd name="T17" fmla="*/ 299 h 849"/>
                <a:gd name="T18" fmla="*/ 329 w 1103"/>
                <a:gd name="T19" fmla="*/ 322 h 849"/>
                <a:gd name="T20" fmla="*/ 432 w 1103"/>
                <a:gd name="T21" fmla="*/ 322 h 849"/>
                <a:gd name="T22" fmla="*/ 432 w 1103"/>
                <a:gd name="T23" fmla="*/ 352 h 849"/>
                <a:gd name="T24" fmla="*/ 454 w 1103"/>
                <a:gd name="T25" fmla="*/ 352 h 849"/>
                <a:gd name="T26" fmla="*/ 461 w 1103"/>
                <a:gd name="T27" fmla="*/ 347 h 849"/>
                <a:gd name="T28" fmla="*/ 461 w 1103"/>
                <a:gd name="T29" fmla="*/ 346 h 849"/>
                <a:gd name="T30" fmla="*/ 528 w 1103"/>
                <a:gd name="T31" fmla="*/ 246 h 849"/>
                <a:gd name="T32" fmla="*/ 558 w 1103"/>
                <a:gd name="T33" fmla="*/ 224 h 849"/>
                <a:gd name="T34" fmla="*/ 569 w 1103"/>
                <a:gd name="T35" fmla="*/ 197 h 849"/>
                <a:gd name="T36" fmla="*/ 557 w 1103"/>
                <a:gd name="T37" fmla="*/ 95 h 849"/>
                <a:gd name="T38" fmla="*/ 577 w 1103"/>
                <a:gd name="T39" fmla="*/ 28 h 849"/>
                <a:gd name="T40" fmla="*/ 640 w 1103"/>
                <a:gd name="T41" fmla="*/ 0 h 849"/>
                <a:gd name="T42" fmla="*/ 643 w 1103"/>
                <a:gd name="T43" fmla="*/ 0 h 849"/>
                <a:gd name="T44" fmla="*/ 770 w 1103"/>
                <a:gd name="T45" fmla="*/ 76 h 849"/>
                <a:gd name="T46" fmla="*/ 801 w 1103"/>
                <a:gd name="T47" fmla="*/ 215 h 849"/>
                <a:gd name="T48" fmla="*/ 780 w 1103"/>
                <a:gd name="T49" fmla="*/ 313 h 849"/>
                <a:gd name="T50" fmla="*/ 990 w 1103"/>
                <a:gd name="T51" fmla="*/ 313 h 849"/>
                <a:gd name="T52" fmla="*/ 1099 w 1103"/>
                <a:gd name="T53" fmla="*/ 409 h 849"/>
                <a:gd name="T54" fmla="*/ 1060 w 1103"/>
                <a:gd name="T55" fmla="*/ 503 h 849"/>
                <a:gd name="T56" fmla="*/ 1064 w 1103"/>
                <a:gd name="T57" fmla="*/ 534 h 849"/>
                <a:gd name="T58" fmla="*/ 1014 w 1103"/>
                <a:gd name="T59" fmla="*/ 625 h 849"/>
                <a:gd name="T60" fmla="*/ 1016 w 1103"/>
                <a:gd name="T61" fmla="*/ 648 h 849"/>
                <a:gd name="T62" fmla="*/ 1016 w 1103"/>
                <a:gd name="T63" fmla="*/ 651 h 849"/>
                <a:gd name="T64" fmla="*/ 984 w 1103"/>
                <a:gd name="T65" fmla="*/ 725 h 849"/>
                <a:gd name="T66" fmla="*/ 983 w 1103"/>
                <a:gd name="T67" fmla="*/ 726 h 849"/>
                <a:gd name="T68" fmla="*/ 983 w 1103"/>
                <a:gd name="T69" fmla="*/ 726 h 849"/>
                <a:gd name="T70" fmla="*/ 977 w 1103"/>
                <a:gd name="T71" fmla="*/ 732 h 849"/>
                <a:gd name="T72" fmla="*/ 975 w 1103"/>
                <a:gd name="T73" fmla="*/ 733 h 849"/>
                <a:gd name="T74" fmla="*/ 968 w 1103"/>
                <a:gd name="T75" fmla="*/ 738 h 849"/>
                <a:gd name="T76" fmla="*/ 966 w 1103"/>
                <a:gd name="T77" fmla="*/ 739 h 849"/>
                <a:gd name="T78" fmla="*/ 960 w 1103"/>
                <a:gd name="T79" fmla="*/ 743 h 849"/>
                <a:gd name="T80" fmla="*/ 956 w 1103"/>
                <a:gd name="T81" fmla="*/ 745 h 849"/>
                <a:gd name="T82" fmla="*/ 956 w 1103"/>
                <a:gd name="T83" fmla="*/ 745 h 849"/>
                <a:gd name="T84" fmla="*/ 953 w 1103"/>
                <a:gd name="T85" fmla="*/ 746 h 849"/>
                <a:gd name="T86" fmla="*/ 953 w 1103"/>
                <a:gd name="T87" fmla="*/ 752 h 849"/>
                <a:gd name="T88" fmla="*/ 856 w 1103"/>
                <a:gd name="T89" fmla="*/ 849 h 849"/>
                <a:gd name="T90" fmla="*/ 568 w 1103"/>
                <a:gd name="T91" fmla="*/ 849 h 849"/>
                <a:gd name="T92" fmla="*/ 490 w 1103"/>
                <a:gd name="T93" fmla="*/ 815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03" h="849">
                  <a:moveTo>
                    <a:pt x="490" y="815"/>
                  </a:moveTo>
                  <a:cubicBezTo>
                    <a:pt x="473" y="797"/>
                    <a:pt x="473" y="797"/>
                    <a:pt x="473" y="797"/>
                  </a:cubicBezTo>
                  <a:cubicBezTo>
                    <a:pt x="432" y="797"/>
                    <a:pt x="432" y="797"/>
                    <a:pt x="432" y="797"/>
                  </a:cubicBezTo>
                  <a:cubicBezTo>
                    <a:pt x="432" y="818"/>
                    <a:pt x="432" y="818"/>
                    <a:pt x="432" y="818"/>
                  </a:cubicBezTo>
                  <a:cubicBezTo>
                    <a:pt x="329" y="818"/>
                    <a:pt x="329" y="818"/>
                    <a:pt x="329" y="818"/>
                  </a:cubicBezTo>
                  <a:cubicBezTo>
                    <a:pt x="329" y="841"/>
                    <a:pt x="329" y="841"/>
                    <a:pt x="329" y="841"/>
                  </a:cubicBezTo>
                  <a:cubicBezTo>
                    <a:pt x="0" y="841"/>
                    <a:pt x="0" y="841"/>
                    <a:pt x="0" y="841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329" y="299"/>
                    <a:pt x="329" y="299"/>
                    <a:pt x="329" y="299"/>
                  </a:cubicBezTo>
                  <a:cubicBezTo>
                    <a:pt x="329" y="322"/>
                    <a:pt x="329" y="322"/>
                    <a:pt x="329" y="322"/>
                  </a:cubicBezTo>
                  <a:cubicBezTo>
                    <a:pt x="432" y="322"/>
                    <a:pt x="432" y="322"/>
                    <a:pt x="432" y="322"/>
                  </a:cubicBezTo>
                  <a:cubicBezTo>
                    <a:pt x="432" y="352"/>
                    <a:pt x="432" y="352"/>
                    <a:pt x="432" y="352"/>
                  </a:cubicBezTo>
                  <a:cubicBezTo>
                    <a:pt x="454" y="352"/>
                    <a:pt x="454" y="352"/>
                    <a:pt x="454" y="352"/>
                  </a:cubicBezTo>
                  <a:cubicBezTo>
                    <a:pt x="457" y="352"/>
                    <a:pt x="460" y="350"/>
                    <a:pt x="461" y="347"/>
                  </a:cubicBezTo>
                  <a:cubicBezTo>
                    <a:pt x="461" y="346"/>
                    <a:pt x="461" y="346"/>
                    <a:pt x="461" y="346"/>
                  </a:cubicBezTo>
                  <a:cubicBezTo>
                    <a:pt x="471" y="306"/>
                    <a:pt x="495" y="271"/>
                    <a:pt x="528" y="246"/>
                  </a:cubicBezTo>
                  <a:cubicBezTo>
                    <a:pt x="558" y="224"/>
                    <a:pt x="558" y="224"/>
                    <a:pt x="558" y="224"/>
                  </a:cubicBezTo>
                  <a:cubicBezTo>
                    <a:pt x="566" y="217"/>
                    <a:pt x="571" y="207"/>
                    <a:pt x="569" y="197"/>
                  </a:cubicBezTo>
                  <a:cubicBezTo>
                    <a:pt x="557" y="95"/>
                    <a:pt x="557" y="95"/>
                    <a:pt x="557" y="95"/>
                  </a:cubicBezTo>
                  <a:cubicBezTo>
                    <a:pt x="554" y="71"/>
                    <a:pt x="561" y="47"/>
                    <a:pt x="577" y="28"/>
                  </a:cubicBezTo>
                  <a:cubicBezTo>
                    <a:pt x="593" y="11"/>
                    <a:pt x="616" y="0"/>
                    <a:pt x="640" y="0"/>
                  </a:cubicBezTo>
                  <a:cubicBezTo>
                    <a:pt x="641" y="0"/>
                    <a:pt x="642" y="0"/>
                    <a:pt x="643" y="0"/>
                  </a:cubicBezTo>
                  <a:cubicBezTo>
                    <a:pt x="700" y="2"/>
                    <a:pt x="746" y="30"/>
                    <a:pt x="770" y="76"/>
                  </a:cubicBezTo>
                  <a:cubicBezTo>
                    <a:pt x="789" y="112"/>
                    <a:pt x="799" y="159"/>
                    <a:pt x="801" y="215"/>
                  </a:cubicBezTo>
                  <a:cubicBezTo>
                    <a:pt x="802" y="249"/>
                    <a:pt x="795" y="282"/>
                    <a:pt x="780" y="313"/>
                  </a:cubicBezTo>
                  <a:cubicBezTo>
                    <a:pt x="990" y="313"/>
                    <a:pt x="990" y="313"/>
                    <a:pt x="990" y="313"/>
                  </a:cubicBezTo>
                  <a:cubicBezTo>
                    <a:pt x="1045" y="313"/>
                    <a:pt x="1094" y="354"/>
                    <a:pt x="1099" y="409"/>
                  </a:cubicBezTo>
                  <a:cubicBezTo>
                    <a:pt x="1103" y="446"/>
                    <a:pt x="1087" y="481"/>
                    <a:pt x="1060" y="503"/>
                  </a:cubicBezTo>
                  <a:cubicBezTo>
                    <a:pt x="1063" y="513"/>
                    <a:pt x="1064" y="524"/>
                    <a:pt x="1064" y="534"/>
                  </a:cubicBezTo>
                  <a:cubicBezTo>
                    <a:pt x="1064" y="572"/>
                    <a:pt x="1045" y="606"/>
                    <a:pt x="1014" y="625"/>
                  </a:cubicBezTo>
                  <a:cubicBezTo>
                    <a:pt x="1015" y="633"/>
                    <a:pt x="1016" y="641"/>
                    <a:pt x="1016" y="648"/>
                  </a:cubicBezTo>
                  <a:cubicBezTo>
                    <a:pt x="1016" y="649"/>
                    <a:pt x="1016" y="650"/>
                    <a:pt x="1016" y="651"/>
                  </a:cubicBezTo>
                  <a:cubicBezTo>
                    <a:pt x="1015" y="679"/>
                    <a:pt x="1004" y="705"/>
                    <a:pt x="984" y="725"/>
                  </a:cubicBezTo>
                  <a:cubicBezTo>
                    <a:pt x="983" y="726"/>
                    <a:pt x="983" y="726"/>
                    <a:pt x="983" y="726"/>
                  </a:cubicBezTo>
                  <a:cubicBezTo>
                    <a:pt x="983" y="726"/>
                    <a:pt x="983" y="726"/>
                    <a:pt x="983" y="726"/>
                  </a:cubicBezTo>
                  <a:cubicBezTo>
                    <a:pt x="981" y="728"/>
                    <a:pt x="979" y="730"/>
                    <a:pt x="977" y="732"/>
                  </a:cubicBezTo>
                  <a:cubicBezTo>
                    <a:pt x="976" y="732"/>
                    <a:pt x="975" y="733"/>
                    <a:pt x="975" y="733"/>
                  </a:cubicBezTo>
                  <a:cubicBezTo>
                    <a:pt x="973" y="734"/>
                    <a:pt x="971" y="736"/>
                    <a:pt x="968" y="738"/>
                  </a:cubicBezTo>
                  <a:cubicBezTo>
                    <a:pt x="968" y="738"/>
                    <a:pt x="967" y="739"/>
                    <a:pt x="966" y="739"/>
                  </a:cubicBezTo>
                  <a:cubicBezTo>
                    <a:pt x="964" y="740"/>
                    <a:pt x="962" y="742"/>
                    <a:pt x="960" y="743"/>
                  </a:cubicBezTo>
                  <a:cubicBezTo>
                    <a:pt x="959" y="744"/>
                    <a:pt x="957" y="744"/>
                    <a:pt x="956" y="745"/>
                  </a:cubicBezTo>
                  <a:cubicBezTo>
                    <a:pt x="956" y="745"/>
                    <a:pt x="956" y="745"/>
                    <a:pt x="956" y="745"/>
                  </a:cubicBezTo>
                  <a:cubicBezTo>
                    <a:pt x="955" y="745"/>
                    <a:pt x="954" y="746"/>
                    <a:pt x="953" y="746"/>
                  </a:cubicBezTo>
                  <a:cubicBezTo>
                    <a:pt x="953" y="748"/>
                    <a:pt x="953" y="750"/>
                    <a:pt x="953" y="752"/>
                  </a:cubicBezTo>
                  <a:cubicBezTo>
                    <a:pt x="953" y="806"/>
                    <a:pt x="910" y="849"/>
                    <a:pt x="856" y="849"/>
                  </a:cubicBezTo>
                  <a:cubicBezTo>
                    <a:pt x="568" y="849"/>
                    <a:pt x="568" y="849"/>
                    <a:pt x="568" y="849"/>
                  </a:cubicBezTo>
                  <a:cubicBezTo>
                    <a:pt x="539" y="849"/>
                    <a:pt x="510" y="837"/>
                    <a:pt x="490" y="8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íS1iḋè">
              <a:extLst>
                <a:ext uri="{FF2B5EF4-FFF2-40B4-BE49-F238E27FC236}">
                  <a16:creationId xmlns:a16="http://schemas.microsoft.com/office/drawing/2014/main" id="{9358D4F7-1A35-4169-A70E-1210E2C7F9BA}"/>
                </a:ext>
              </a:extLst>
            </p:cNvPr>
            <p:cNvSpPr/>
            <p:nvPr/>
          </p:nvSpPr>
          <p:spPr bwMode="auto">
            <a:xfrm>
              <a:off x="4406901" y="1914525"/>
              <a:ext cx="3446463" cy="2606675"/>
            </a:xfrm>
            <a:custGeom>
              <a:avLst/>
              <a:gdLst>
                <a:gd name="T0" fmla="*/ 475 w 1044"/>
                <a:gd name="T1" fmla="*/ 757 h 791"/>
                <a:gd name="T2" fmla="*/ 458 w 1044"/>
                <a:gd name="T3" fmla="*/ 739 h 791"/>
                <a:gd name="T4" fmla="*/ 375 w 1044"/>
                <a:gd name="T5" fmla="*/ 739 h 791"/>
                <a:gd name="T6" fmla="*/ 375 w 1044"/>
                <a:gd name="T7" fmla="*/ 761 h 791"/>
                <a:gd name="T8" fmla="*/ 272 w 1044"/>
                <a:gd name="T9" fmla="*/ 761 h 791"/>
                <a:gd name="T10" fmla="*/ 272 w 1044"/>
                <a:gd name="T11" fmla="*/ 783 h 791"/>
                <a:gd name="T12" fmla="*/ 0 w 1044"/>
                <a:gd name="T13" fmla="*/ 783 h 791"/>
                <a:gd name="T14" fmla="*/ 0 w 1044"/>
                <a:gd name="T15" fmla="*/ 299 h 791"/>
                <a:gd name="T16" fmla="*/ 272 w 1044"/>
                <a:gd name="T17" fmla="*/ 299 h 791"/>
                <a:gd name="T18" fmla="*/ 272 w 1044"/>
                <a:gd name="T19" fmla="*/ 322 h 791"/>
                <a:gd name="T20" fmla="*/ 375 w 1044"/>
                <a:gd name="T21" fmla="*/ 322 h 791"/>
                <a:gd name="T22" fmla="*/ 375 w 1044"/>
                <a:gd name="T23" fmla="*/ 351 h 791"/>
                <a:gd name="T24" fmla="*/ 426 w 1044"/>
                <a:gd name="T25" fmla="*/ 351 h 791"/>
                <a:gd name="T26" fmla="*/ 460 w 1044"/>
                <a:gd name="T27" fmla="*/ 325 h 791"/>
                <a:gd name="T28" fmla="*/ 460 w 1044"/>
                <a:gd name="T29" fmla="*/ 324 h 791"/>
                <a:gd name="T30" fmla="*/ 517 w 1044"/>
                <a:gd name="T31" fmla="*/ 240 h 791"/>
                <a:gd name="T32" fmla="*/ 547 w 1044"/>
                <a:gd name="T33" fmla="*/ 217 h 791"/>
                <a:gd name="T34" fmla="*/ 570 w 1044"/>
                <a:gd name="T35" fmla="*/ 164 h 791"/>
                <a:gd name="T36" fmla="*/ 557 w 1044"/>
                <a:gd name="T37" fmla="*/ 64 h 791"/>
                <a:gd name="T38" fmla="*/ 560 w 1044"/>
                <a:gd name="T39" fmla="*/ 36 h 791"/>
                <a:gd name="T40" fmla="*/ 612 w 1044"/>
                <a:gd name="T41" fmla="*/ 0 h 791"/>
                <a:gd name="T42" fmla="*/ 614 w 1044"/>
                <a:gd name="T43" fmla="*/ 0 h 791"/>
                <a:gd name="T44" fmla="*/ 717 w 1044"/>
                <a:gd name="T45" fmla="*/ 61 h 791"/>
                <a:gd name="T46" fmla="*/ 744 w 1044"/>
                <a:gd name="T47" fmla="*/ 186 h 791"/>
                <a:gd name="T48" fmla="*/ 711 w 1044"/>
                <a:gd name="T49" fmla="*/ 296 h 791"/>
                <a:gd name="T50" fmla="*/ 700 w 1044"/>
                <a:gd name="T51" fmla="*/ 312 h 791"/>
                <a:gd name="T52" fmla="*/ 962 w 1044"/>
                <a:gd name="T53" fmla="*/ 312 h 791"/>
                <a:gd name="T54" fmla="*/ 1043 w 1044"/>
                <a:gd name="T55" fmla="*/ 388 h 791"/>
                <a:gd name="T56" fmla="*/ 996 w 1044"/>
                <a:gd name="T57" fmla="*/ 463 h 791"/>
                <a:gd name="T58" fmla="*/ 1008 w 1044"/>
                <a:gd name="T59" fmla="*/ 505 h 791"/>
                <a:gd name="T60" fmla="*/ 950 w 1044"/>
                <a:gd name="T61" fmla="*/ 581 h 791"/>
                <a:gd name="T62" fmla="*/ 959 w 1044"/>
                <a:gd name="T63" fmla="*/ 619 h 791"/>
                <a:gd name="T64" fmla="*/ 959 w 1044"/>
                <a:gd name="T65" fmla="*/ 621 h 791"/>
                <a:gd name="T66" fmla="*/ 936 w 1044"/>
                <a:gd name="T67" fmla="*/ 675 h 791"/>
                <a:gd name="T68" fmla="*/ 936 w 1044"/>
                <a:gd name="T69" fmla="*/ 676 h 791"/>
                <a:gd name="T70" fmla="*/ 935 w 1044"/>
                <a:gd name="T71" fmla="*/ 676 h 791"/>
                <a:gd name="T72" fmla="*/ 931 w 1044"/>
                <a:gd name="T73" fmla="*/ 680 h 791"/>
                <a:gd name="T74" fmla="*/ 929 w 1044"/>
                <a:gd name="T75" fmla="*/ 681 h 791"/>
                <a:gd name="T76" fmla="*/ 924 w 1044"/>
                <a:gd name="T77" fmla="*/ 685 h 791"/>
                <a:gd name="T78" fmla="*/ 923 w 1044"/>
                <a:gd name="T79" fmla="*/ 686 h 791"/>
                <a:gd name="T80" fmla="*/ 918 w 1044"/>
                <a:gd name="T81" fmla="*/ 689 h 791"/>
                <a:gd name="T82" fmla="*/ 916 w 1044"/>
                <a:gd name="T83" fmla="*/ 690 h 791"/>
                <a:gd name="T84" fmla="*/ 916 w 1044"/>
                <a:gd name="T85" fmla="*/ 690 h 791"/>
                <a:gd name="T86" fmla="*/ 911 w 1044"/>
                <a:gd name="T87" fmla="*/ 692 h 791"/>
                <a:gd name="T88" fmla="*/ 909 w 1044"/>
                <a:gd name="T89" fmla="*/ 693 h 791"/>
                <a:gd name="T90" fmla="*/ 908 w 1044"/>
                <a:gd name="T91" fmla="*/ 693 h 791"/>
                <a:gd name="T92" fmla="*/ 904 w 1044"/>
                <a:gd name="T93" fmla="*/ 695 h 791"/>
                <a:gd name="T94" fmla="*/ 901 w 1044"/>
                <a:gd name="T95" fmla="*/ 695 h 791"/>
                <a:gd name="T96" fmla="*/ 900 w 1044"/>
                <a:gd name="T97" fmla="*/ 696 h 791"/>
                <a:gd name="T98" fmla="*/ 897 w 1044"/>
                <a:gd name="T99" fmla="*/ 696 h 791"/>
                <a:gd name="T100" fmla="*/ 892 w 1044"/>
                <a:gd name="T101" fmla="*/ 697 h 791"/>
                <a:gd name="T102" fmla="*/ 891 w 1044"/>
                <a:gd name="T103" fmla="*/ 697 h 791"/>
                <a:gd name="T104" fmla="*/ 896 w 1044"/>
                <a:gd name="T105" fmla="*/ 727 h 791"/>
                <a:gd name="T106" fmla="*/ 827 w 1044"/>
                <a:gd name="T107" fmla="*/ 791 h 791"/>
                <a:gd name="T108" fmla="*/ 553 w 1044"/>
                <a:gd name="T109" fmla="*/ 791 h 791"/>
                <a:gd name="T110" fmla="*/ 475 w 1044"/>
                <a:gd name="T111" fmla="*/ 757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4" h="791">
                  <a:moveTo>
                    <a:pt x="475" y="757"/>
                  </a:moveTo>
                  <a:cubicBezTo>
                    <a:pt x="458" y="739"/>
                    <a:pt x="458" y="739"/>
                    <a:pt x="458" y="739"/>
                  </a:cubicBezTo>
                  <a:cubicBezTo>
                    <a:pt x="375" y="739"/>
                    <a:pt x="375" y="739"/>
                    <a:pt x="375" y="739"/>
                  </a:cubicBezTo>
                  <a:cubicBezTo>
                    <a:pt x="375" y="761"/>
                    <a:pt x="375" y="761"/>
                    <a:pt x="375" y="761"/>
                  </a:cubicBezTo>
                  <a:cubicBezTo>
                    <a:pt x="272" y="761"/>
                    <a:pt x="272" y="761"/>
                    <a:pt x="272" y="761"/>
                  </a:cubicBezTo>
                  <a:cubicBezTo>
                    <a:pt x="272" y="783"/>
                    <a:pt x="272" y="783"/>
                    <a:pt x="272" y="783"/>
                  </a:cubicBezTo>
                  <a:cubicBezTo>
                    <a:pt x="0" y="783"/>
                    <a:pt x="0" y="783"/>
                    <a:pt x="0" y="783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272" y="299"/>
                    <a:pt x="272" y="299"/>
                    <a:pt x="272" y="299"/>
                  </a:cubicBezTo>
                  <a:cubicBezTo>
                    <a:pt x="272" y="322"/>
                    <a:pt x="272" y="322"/>
                    <a:pt x="272" y="322"/>
                  </a:cubicBezTo>
                  <a:cubicBezTo>
                    <a:pt x="375" y="322"/>
                    <a:pt x="375" y="322"/>
                    <a:pt x="375" y="322"/>
                  </a:cubicBezTo>
                  <a:cubicBezTo>
                    <a:pt x="375" y="351"/>
                    <a:pt x="375" y="351"/>
                    <a:pt x="375" y="351"/>
                  </a:cubicBezTo>
                  <a:cubicBezTo>
                    <a:pt x="426" y="351"/>
                    <a:pt x="426" y="351"/>
                    <a:pt x="426" y="351"/>
                  </a:cubicBezTo>
                  <a:cubicBezTo>
                    <a:pt x="442" y="351"/>
                    <a:pt x="456" y="341"/>
                    <a:pt x="460" y="325"/>
                  </a:cubicBezTo>
                  <a:cubicBezTo>
                    <a:pt x="460" y="324"/>
                    <a:pt x="460" y="324"/>
                    <a:pt x="460" y="324"/>
                  </a:cubicBezTo>
                  <a:cubicBezTo>
                    <a:pt x="469" y="291"/>
                    <a:pt x="489" y="261"/>
                    <a:pt x="517" y="240"/>
                  </a:cubicBezTo>
                  <a:cubicBezTo>
                    <a:pt x="547" y="217"/>
                    <a:pt x="547" y="217"/>
                    <a:pt x="547" y="217"/>
                  </a:cubicBezTo>
                  <a:cubicBezTo>
                    <a:pt x="564" y="205"/>
                    <a:pt x="572" y="185"/>
                    <a:pt x="570" y="164"/>
                  </a:cubicBezTo>
                  <a:cubicBezTo>
                    <a:pt x="557" y="64"/>
                    <a:pt x="557" y="64"/>
                    <a:pt x="557" y="64"/>
                  </a:cubicBezTo>
                  <a:cubicBezTo>
                    <a:pt x="556" y="55"/>
                    <a:pt x="557" y="45"/>
                    <a:pt x="560" y="36"/>
                  </a:cubicBezTo>
                  <a:cubicBezTo>
                    <a:pt x="569" y="14"/>
                    <a:pt x="590" y="0"/>
                    <a:pt x="612" y="0"/>
                  </a:cubicBezTo>
                  <a:cubicBezTo>
                    <a:pt x="612" y="0"/>
                    <a:pt x="613" y="0"/>
                    <a:pt x="614" y="0"/>
                  </a:cubicBezTo>
                  <a:cubicBezTo>
                    <a:pt x="661" y="2"/>
                    <a:pt x="697" y="23"/>
                    <a:pt x="717" y="61"/>
                  </a:cubicBezTo>
                  <a:cubicBezTo>
                    <a:pt x="734" y="92"/>
                    <a:pt x="743" y="135"/>
                    <a:pt x="744" y="186"/>
                  </a:cubicBezTo>
                  <a:cubicBezTo>
                    <a:pt x="745" y="225"/>
                    <a:pt x="734" y="264"/>
                    <a:pt x="711" y="296"/>
                  </a:cubicBezTo>
                  <a:cubicBezTo>
                    <a:pt x="707" y="303"/>
                    <a:pt x="703" y="308"/>
                    <a:pt x="700" y="312"/>
                  </a:cubicBezTo>
                  <a:cubicBezTo>
                    <a:pt x="962" y="312"/>
                    <a:pt x="962" y="312"/>
                    <a:pt x="962" y="312"/>
                  </a:cubicBezTo>
                  <a:cubicBezTo>
                    <a:pt x="1005" y="312"/>
                    <a:pt x="1041" y="346"/>
                    <a:pt x="1043" y="388"/>
                  </a:cubicBezTo>
                  <a:cubicBezTo>
                    <a:pt x="1044" y="422"/>
                    <a:pt x="1024" y="451"/>
                    <a:pt x="996" y="463"/>
                  </a:cubicBezTo>
                  <a:cubicBezTo>
                    <a:pt x="1003" y="475"/>
                    <a:pt x="1008" y="490"/>
                    <a:pt x="1008" y="505"/>
                  </a:cubicBezTo>
                  <a:cubicBezTo>
                    <a:pt x="1008" y="542"/>
                    <a:pt x="983" y="572"/>
                    <a:pt x="950" y="581"/>
                  </a:cubicBezTo>
                  <a:cubicBezTo>
                    <a:pt x="956" y="593"/>
                    <a:pt x="959" y="606"/>
                    <a:pt x="959" y="619"/>
                  </a:cubicBezTo>
                  <a:cubicBezTo>
                    <a:pt x="959" y="620"/>
                    <a:pt x="959" y="621"/>
                    <a:pt x="959" y="621"/>
                  </a:cubicBezTo>
                  <a:cubicBezTo>
                    <a:pt x="959" y="642"/>
                    <a:pt x="951" y="661"/>
                    <a:pt x="936" y="675"/>
                  </a:cubicBezTo>
                  <a:cubicBezTo>
                    <a:pt x="936" y="676"/>
                    <a:pt x="936" y="676"/>
                    <a:pt x="936" y="676"/>
                  </a:cubicBezTo>
                  <a:cubicBezTo>
                    <a:pt x="935" y="676"/>
                    <a:pt x="935" y="676"/>
                    <a:pt x="935" y="676"/>
                  </a:cubicBezTo>
                  <a:cubicBezTo>
                    <a:pt x="934" y="678"/>
                    <a:pt x="932" y="679"/>
                    <a:pt x="931" y="680"/>
                  </a:cubicBezTo>
                  <a:cubicBezTo>
                    <a:pt x="930" y="681"/>
                    <a:pt x="930" y="681"/>
                    <a:pt x="929" y="681"/>
                  </a:cubicBezTo>
                  <a:cubicBezTo>
                    <a:pt x="928" y="682"/>
                    <a:pt x="926" y="684"/>
                    <a:pt x="924" y="685"/>
                  </a:cubicBezTo>
                  <a:cubicBezTo>
                    <a:pt x="924" y="685"/>
                    <a:pt x="923" y="686"/>
                    <a:pt x="923" y="686"/>
                  </a:cubicBezTo>
                  <a:cubicBezTo>
                    <a:pt x="921" y="687"/>
                    <a:pt x="920" y="688"/>
                    <a:pt x="918" y="689"/>
                  </a:cubicBezTo>
                  <a:cubicBezTo>
                    <a:pt x="917" y="689"/>
                    <a:pt x="917" y="689"/>
                    <a:pt x="916" y="690"/>
                  </a:cubicBezTo>
                  <a:cubicBezTo>
                    <a:pt x="916" y="690"/>
                    <a:pt x="916" y="690"/>
                    <a:pt x="916" y="690"/>
                  </a:cubicBezTo>
                  <a:cubicBezTo>
                    <a:pt x="914" y="691"/>
                    <a:pt x="913" y="691"/>
                    <a:pt x="911" y="692"/>
                  </a:cubicBezTo>
                  <a:cubicBezTo>
                    <a:pt x="910" y="692"/>
                    <a:pt x="910" y="693"/>
                    <a:pt x="909" y="693"/>
                  </a:cubicBezTo>
                  <a:cubicBezTo>
                    <a:pt x="908" y="693"/>
                    <a:pt x="908" y="693"/>
                    <a:pt x="908" y="693"/>
                  </a:cubicBezTo>
                  <a:cubicBezTo>
                    <a:pt x="907" y="694"/>
                    <a:pt x="905" y="694"/>
                    <a:pt x="904" y="695"/>
                  </a:cubicBezTo>
                  <a:cubicBezTo>
                    <a:pt x="903" y="695"/>
                    <a:pt x="902" y="695"/>
                    <a:pt x="901" y="695"/>
                  </a:cubicBezTo>
                  <a:cubicBezTo>
                    <a:pt x="900" y="696"/>
                    <a:pt x="900" y="696"/>
                    <a:pt x="900" y="696"/>
                  </a:cubicBezTo>
                  <a:cubicBezTo>
                    <a:pt x="899" y="696"/>
                    <a:pt x="898" y="696"/>
                    <a:pt x="897" y="696"/>
                  </a:cubicBezTo>
                  <a:cubicBezTo>
                    <a:pt x="895" y="697"/>
                    <a:pt x="894" y="697"/>
                    <a:pt x="892" y="697"/>
                  </a:cubicBezTo>
                  <a:cubicBezTo>
                    <a:pt x="891" y="697"/>
                    <a:pt x="891" y="697"/>
                    <a:pt x="891" y="697"/>
                  </a:cubicBezTo>
                  <a:cubicBezTo>
                    <a:pt x="895" y="706"/>
                    <a:pt x="897" y="716"/>
                    <a:pt x="896" y="727"/>
                  </a:cubicBezTo>
                  <a:cubicBezTo>
                    <a:pt x="894" y="763"/>
                    <a:pt x="863" y="791"/>
                    <a:pt x="827" y="791"/>
                  </a:cubicBezTo>
                  <a:cubicBezTo>
                    <a:pt x="553" y="791"/>
                    <a:pt x="553" y="791"/>
                    <a:pt x="553" y="791"/>
                  </a:cubicBezTo>
                  <a:cubicBezTo>
                    <a:pt x="523" y="791"/>
                    <a:pt x="495" y="779"/>
                    <a:pt x="475" y="757"/>
                  </a:cubicBezTo>
                </a:path>
              </a:pathLst>
            </a:custGeom>
            <a:solidFill>
              <a:srgbClr val="245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îṣḷïḋê">
              <a:extLst>
                <a:ext uri="{FF2B5EF4-FFF2-40B4-BE49-F238E27FC236}">
                  <a16:creationId xmlns:a16="http://schemas.microsoft.com/office/drawing/2014/main" id="{5A2C91CF-D0DB-4DA4-BDE1-5DB836DC7079}"/>
                </a:ext>
              </a:extLst>
            </p:cNvPr>
            <p:cNvSpPr/>
            <p:nvPr/>
          </p:nvSpPr>
          <p:spPr bwMode="auto">
            <a:xfrm>
              <a:off x="5434013" y="1984375"/>
              <a:ext cx="2351088" cy="2466975"/>
            </a:xfrm>
            <a:custGeom>
              <a:avLst/>
              <a:gdLst>
                <a:gd name="T0" fmla="*/ 710 w 712"/>
                <a:gd name="T1" fmla="*/ 367 h 749"/>
                <a:gd name="T2" fmla="*/ 652 w 712"/>
                <a:gd name="T3" fmla="*/ 313 h 749"/>
                <a:gd name="T4" fmla="*/ 603 w 712"/>
                <a:gd name="T5" fmla="*/ 313 h 749"/>
                <a:gd name="T6" fmla="*/ 488 w 712"/>
                <a:gd name="T7" fmla="*/ 313 h 749"/>
                <a:gd name="T8" fmla="*/ 354 w 712"/>
                <a:gd name="T9" fmla="*/ 313 h 749"/>
                <a:gd name="T10" fmla="*/ 383 w 712"/>
                <a:gd name="T11" fmla="*/ 262 h 749"/>
                <a:gd name="T12" fmla="*/ 412 w 712"/>
                <a:gd name="T13" fmla="*/ 165 h 749"/>
                <a:gd name="T14" fmla="*/ 387 w 712"/>
                <a:gd name="T15" fmla="*/ 50 h 749"/>
                <a:gd name="T16" fmla="*/ 303 w 712"/>
                <a:gd name="T17" fmla="*/ 0 h 749"/>
                <a:gd name="T18" fmla="*/ 268 w 712"/>
                <a:gd name="T19" fmla="*/ 39 h 749"/>
                <a:gd name="T20" fmla="*/ 280 w 712"/>
                <a:gd name="T21" fmla="*/ 141 h 749"/>
                <a:gd name="T22" fmla="*/ 249 w 712"/>
                <a:gd name="T23" fmla="*/ 214 h 749"/>
                <a:gd name="T24" fmla="*/ 219 w 712"/>
                <a:gd name="T25" fmla="*/ 237 h 749"/>
                <a:gd name="T26" fmla="*/ 170 w 712"/>
                <a:gd name="T27" fmla="*/ 309 h 749"/>
                <a:gd name="T28" fmla="*/ 170 w 712"/>
                <a:gd name="T29" fmla="*/ 309 h 749"/>
                <a:gd name="T30" fmla="*/ 115 w 712"/>
                <a:gd name="T31" fmla="*/ 352 h 749"/>
                <a:gd name="T32" fmla="*/ 0 w 712"/>
                <a:gd name="T33" fmla="*/ 352 h 749"/>
                <a:gd name="T34" fmla="*/ 13 w 712"/>
                <a:gd name="T35" fmla="*/ 697 h 749"/>
                <a:gd name="T36" fmla="*/ 156 w 712"/>
                <a:gd name="T37" fmla="*/ 697 h 749"/>
                <a:gd name="T38" fmla="*/ 173 w 712"/>
                <a:gd name="T39" fmla="*/ 715 h 749"/>
                <a:gd name="T40" fmla="*/ 251 w 712"/>
                <a:gd name="T41" fmla="*/ 749 h 749"/>
                <a:gd name="T42" fmla="*/ 504 w 712"/>
                <a:gd name="T43" fmla="*/ 749 h 749"/>
                <a:gd name="T44" fmla="*/ 493 w 712"/>
                <a:gd name="T45" fmla="*/ 749 h 749"/>
                <a:gd name="T46" fmla="*/ 516 w 712"/>
                <a:gd name="T47" fmla="*/ 749 h 749"/>
                <a:gd name="T48" fmla="*/ 564 w 712"/>
                <a:gd name="T49" fmla="*/ 704 h 749"/>
                <a:gd name="T50" fmla="*/ 517 w 712"/>
                <a:gd name="T51" fmla="*/ 656 h 749"/>
                <a:gd name="T52" fmla="*/ 568 w 712"/>
                <a:gd name="T53" fmla="*/ 656 h 749"/>
                <a:gd name="T54" fmla="*/ 627 w 712"/>
                <a:gd name="T55" fmla="*/ 601 h 749"/>
                <a:gd name="T56" fmla="*/ 570 w 712"/>
                <a:gd name="T57" fmla="*/ 541 h 749"/>
                <a:gd name="T58" fmla="*/ 616 w 712"/>
                <a:gd name="T59" fmla="*/ 541 h 749"/>
                <a:gd name="T60" fmla="*/ 675 w 712"/>
                <a:gd name="T61" fmla="*/ 487 h 749"/>
                <a:gd name="T62" fmla="*/ 618 w 712"/>
                <a:gd name="T63" fmla="*/ 427 h 749"/>
                <a:gd name="T64" fmla="*/ 653 w 712"/>
                <a:gd name="T65" fmla="*/ 427 h 749"/>
                <a:gd name="T66" fmla="*/ 710 w 712"/>
                <a:gd name="T67" fmla="*/ 367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2" h="749">
                  <a:moveTo>
                    <a:pt x="710" y="367"/>
                  </a:moveTo>
                  <a:cubicBezTo>
                    <a:pt x="709" y="337"/>
                    <a:pt x="682" y="313"/>
                    <a:pt x="652" y="313"/>
                  </a:cubicBezTo>
                  <a:cubicBezTo>
                    <a:pt x="603" y="313"/>
                    <a:pt x="603" y="313"/>
                    <a:pt x="603" y="313"/>
                  </a:cubicBezTo>
                  <a:cubicBezTo>
                    <a:pt x="603" y="313"/>
                    <a:pt x="550" y="313"/>
                    <a:pt x="488" y="313"/>
                  </a:cubicBezTo>
                  <a:cubicBezTo>
                    <a:pt x="400" y="313"/>
                    <a:pt x="360" y="313"/>
                    <a:pt x="354" y="313"/>
                  </a:cubicBezTo>
                  <a:cubicBezTo>
                    <a:pt x="349" y="313"/>
                    <a:pt x="366" y="286"/>
                    <a:pt x="383" y="262"/>
                  </a:cubicBezTo>
                  <a:cubicBezTo>
                    <a:pt x="403" y="234"/>
                    <a:pt x="413" y="200"/>
                    <a:pt x="412" y="165"/>
                  </a:cubicBezTo>
                  <a:cubicBezTo>
                    <a:pt x="411" y="130"/>
                    <a:pt x="405" y="84"/>
                    <a:pt x="387" y="50"/>
                  </a:cubicBezTo>
                  <a:cubicBezTo>
                    <a:pt x="367" y="11"/>
                    <a:pt x="331" y="2"/>
                    <a:pt x="303" y="0"/>
                  </a:cubicBezTo>
                  <a:cubicBezTo>
                    <a:pt x="282" y="0"/>
                    <a:pt x="265" y="18"/>
                    <a:pt x="268" y="39"/>
                  </a:cubicBezTo>
                  <a:cubicBezTo>
                    <a:pt x="280" y="141"/>
                    <a:pt x="280" y="141"/>
                    <a:pt x="280" y="141"/>
                  </a:cubicBezTo>
                  <a:cubicBezTo>
                    <a:pt x="284" y="169"/>
                    <a:pt x="272" y="197"/>
                    <a:pt x="249" y="214"/>
                  </a:cubicBezTo>
                  <a:cubicBezTo>
                    <a:pt x="219" y="237"/>
                    <a:pt x="219" y="237"/>
                    <a:pt x="219" y="237"/>
                  </a:cubicBezTo>
                  <a:cubicBezTo>
                    <a:pt x="195" y="254"/>
                    <a:pt x="178" y="280"/>
                    <a:pt x="170" y="309"/>
                  </a:cubicBezTo>
                  <a:cubicBezTo>
                    <a:pt x="170" y="309"/>
                    <a:pt x="170" y="309"/>
                    <a:pt x="170" y="309"/>
                  </a:cubicBezTo>
                  <a:cubicBezTo>
                    <a:pt x="164" y="334"/>
                    <a:pt x="141" y="352"/>
                    <a:pt x="115" y="352"/>
                  </a:cubicBezTo>
                  <a:cubicBezTo>
                    <a:pt x="0" y="352"/>
                    <a:pt x="0" y="352"/>
                    <a:pt x="0" y="352"/>
                  </a:cubicBezTo>
                  <a:cubicBezTo>
                    <a:pt x="13" y="697"/>
                    <a:pt x="13" y="697"/>
                    <a:pt x="13" y="697"/>
                  </a:cubicBezTo>
                  <a:cubicBezTo>
                    <a:pt x="156" y="697"/>
                    <a:pt x="156" y="697"/>
                    <a:pt x="156" y="697"/>
                  </a:cubicBezTo>
                  <a:cubicBezTo>
                    <a:pt x="173" y="715"/>
                    <a:pt x="173" y="715"/>
                    <a:pt x="173" y="715"/>
                  </a:cubicBezTo>
                  <a:cubicBezTo>
                    <a:pt x="193" y="737"/>
                    <a:pt x="221" y="749"/>
                    <a:pt x="251" y="749"/>
                  </a:cubicBezTo>
                  <a:cubicBezTo>
                    <a:pt x="504" y="749"/>
                    <a:pt x="504" y="749"/>
                    <a:pt x="504" y="749"/>
                  </a:cubicBezTo>
                  <a:cubicBezTo>
                    <a:pt x="493" y="749"/>
                    <a:pt x="493" y="749"/>
                    <a:pt x="493" y="749"/>
                  </a:cubicBezTo>
                  <a:cubicBezTo>
                    <a:pt x="516" y="749"/>
                    <a:pt x="516" y="749"/>
                    <a:pt x="516" y="749"/>
                  </a:cubicBezTo>
                  <a:cubicBezTo>
                    <a:pt x="541" y="749"/>
                    <a:pt x="563" y="729"/>
                    <a:pt x="564" y="704"/>
                  </a:cubicBezTo>
                  <a:cubicBezTo>
                    <a:pt x="565" y="678"/>
                    <a:pt x="544" y="656"/>
                    <a:pt x="517" y="656"/>
                  </a:cubicBezTo>
                  <a:cubicBezTo>
                    <a:pt x="568" y="656"/>
                    <a:pt x="568" y="656"/>
                    <a:pt x="568" y="656"/>
                  </a:cubicBezTo>
                  <a:cubicBezTo>
                    <a:pt x="599" y="656"/>
                    <a:pt x="625" y="632"/>
                    <a:pt x="627" y="601"/>
                  </a:cubicBezTo>
                  <a:cubicBezTo>
                    <a:pt x="628" y="568"/>
                    <a:pt x="602" y="541"/>
                    <a:pt x="570" y="541"/>
                  </a:cubicBezTo>
                  <a:cubicBezTo>
                    <a:pt x="616" y="541"/>
                    <a:pt x="616" y="541"/>
                    <a:pt x="616" y="541"/>
                  </a:cubicBezTo>
                  <a:cubicBezTo>
                    <a:pt x="647" y="541"/>
                    <a:pt x="674" y="518"/>
                    <a:pt x="675" y="487"/>
                  </a:cubicBezTo>
                  <a:cubicBezTo>
                    <a:pt x="677" y="454"/>
                    <a:pt x="651" y="427"/>
                    <a:pt x="618" y="427"/>
                  </a:cubicBezTo>
                  <a:cubicBezTo>
                    <a:pt x="653" y="427"/>
                    <a:pt x="653" y="427"/>
                    <a:pt x="653" y="427"/>
                  </a:cubicBezTo>
                  <a:cubicBezTo>
                    <a:pt x="686" y="427"/>
                    <a:pt x="712" y="400"/>
                    <a:pt x="710" y="3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í$ḻíḋé">
              <a:extLst>
                <a:ext uri="{FF2B5EF4-FFF2-40B4-BE49-F238E27FC236}">
                  <a16:creationId xmlns:a16="http://schemas.microsoft.com/office/drawing/2014/main" id="{5CE329F6-16D0-4EF2-AAEF-6E86B01D369E}"/>
                </a:ext>
              </a:extLst>
            </p:cNvPr>
            <p:cNvSpPr/>
            <p:nvPr/>
          </p:nvSpPr>
          <p:spPr bwMode="auto">
            <a:xfrm>
              <a:off x="7140576" y="4144963"/>
              <a:ext cx="158750" cy="303213"/>
            </a:xfrm>
            <a:custGeom>
              <a:avLst/>
              <a:gdLst>
                <a:gd name="T0" fmla="*/ 0 w 48"/>
                <a:gd name="T1" fmla="*/ 0 h 92"/>
                <a:gd name="T2" fmla="*/ 0 w 48"/>
                <a:gd name="T3" fmla="*/ 0 h 92"/>
                <a:gd name="T4" fmla="*/ 47 w 48"/>
                <a:gd name="T5" fmla="*/ 48 h 92"/>
                <a:gd name="T6" fmla="*/ 6 w 48"/>
                <a:gd name="T7" fmla="*/ 92 h 92"/>
                <a:gd name="T8" fmla="*/ 47 w 48"/>
                <a:gd name="T9" fmla="*/ 48 h 92"/>
                <a:gd name="T10" fmla="*/ 0 w 48"/>
                <a:gd name="T1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9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7" y="0"/>
                    <a:pt x="48" y="22"/>
                    <a:pt x="47" y="48"/>
                  </a:cubicBezTo>
                  <a:cubicBezTo>
                    <a:pt x="46" y="71"/>
                    <a:pt x="28" y="89"/>
                    <a:pt x="6" y="92"/>
                  </a:cubicBezTo>
                  <a:cubicBezTo>
                    <a:pt x="28" y="89"/>
                    <a:pt x="46" y="71"/>
                    <a:pt x="47" y="48"/>
                  </a:cubicBezTo>
                  <a:cubicBezTo>
                    <a:pt x="48" y="22"/>
                    <a:pt x="27" y="0"/>
                    <a:pt x="0" y="0"/>
                  </a:cubicBezTo>
                </a:path>
              </a:pathLst>
            </a:custGeom>
            <a:solidFill>
              <a:srgbClr val="447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iṥlíďè">
              <a:extLst>
                <a:ext uri="{FF2B5EF4-FFF2-40B4-BE49-F238E27FC236}">
                  <a16:creationId xmlns:a16="http://schemas.microsoft.com/office/drawing/2014/main" id="{98094CA7-0B47-48ED-B0E9-DC3EFD529D5D}"/>
                </a:ext>
              </a:extLst>
            </p:cNvPr>
            <p:cNvSpPr/>
            <p:nvPr/>
          </p:nvSpPr>
          <p:spPr bwMode="auto">
            <a:xfrm>
              <a:off x="6996113" y="4144963"/>
              <a:ext cx="303213" cy="306388"/>
            </a:xfrm>
            <a:custGeom>
              <a:avLst/>
              <a:gdLst>
                <a:gd name="T0" fmla="*/ 44 w 92"/>
                <a:gd name="T1" fmla="*/ 0 h 93"/>
                <a:gd name="T2" fmla="*/ 1 w 92"/>
                <a:gd name="T3" fmla="*/ 0 h 93"/>
                <a:gd name="T4" fmla="*/ 48 w 92"/>
                <a:gd name="T5" fmla="*/ 48 h 93"/>
                <a:gd name="T6" fmla="*/ 0 w 92"/>
                <a:gd name="T7" fmla="*/ 93 h 93"/>
                <a:gd name="T8" fmla="*/ 20 w 92"/>
                <a:gd name="T9" fmla="*/ 93 h 93"/>
                <a:gd name="T10" fmla="*/ 31 w 92"/>
                <a:gd name="T11" fmla="*/ 93 h 93"/>
                <a:gd name="T12" fmla="*/ 43 w 92"/>
                <a:gd name="T13" fmla="*/ 93 h 93"/>
                <a:gd name="T14" fmla="*/ 50 w 92"/>
                <a:gd name="T15" fmla="*/ 92 h 93"/>
                <a:gd name="T16" fmla="*/ 91 w 92"/>
                <a:gd name="T17" fmla="*/ 48 h 93"/>
                <a:gd name="T18" fmla="*/ 44 w 92"/>
                <a:gd name="T19" fmla="*/ 0 h 93"/>
                <a:gd name="T20" fmla="*/ 44 w 92"/>
                <a:gd name="T21" fmla="*/ 0 h 93"/>
                <a:gd name="T22" fmla="*/ 44 w 92"/>
                <a:gd name="T2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" h="93">
                  <a:moveTo>
                    <a:pt x="4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8" y="0"/>
                    <a:pt x="49" y="22"/>
                    <a:pt x="48" y="48"/>
                  </a:cubicBezTo>
                  <a:cubicBezTo>
                    <a:pt x="47" y="73"/>
                    <a:pt x="25" y="93"/>
                    <a:pt x="0" y="93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5" y="93"/>
                    <a:pt x="48" y="93"/>
                    <a:pt x="50" y="92"/>
                  </a:cubicBezTo>
                  <a:cubicBezTo>
                    <a:pt x="72" y="89"/>
                    <a:pt x="90" y="71"/>
                    <a:pt x="91" y="48"/>
                  </a:cubicBezTo>
                  <a:cubicBezTo>
                    <a:pt x="92" y="22"/>
                    <a:pt x="71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rgbClr val="C7D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i$ḻïḑe">
              <a:extLst>
                <a:ext uri="{FF2B5EF4-FFF2-40B4-BE49-F238E27FC236}">
                  <a16:creationId xmlns:a16="http://schemas.microsoft.com/office/drawing/2014/main" id="{723D24C1-95AA-4DF6-8A62-0E8D32DAA32C}"/>
                </a:ext>
              </a:extLst>
            </p:cNvPr>
            <p:cNvSpPr/>
            <p:nvPr/>
          </p:nvSpPr>
          <p:spPr bwMode="auto">
            <a:xfrm>
              <a:off x="7315201" y="3767138"/>
              <a:ext cx="188913" cy="187325"/>
            </a:xfrm>
            <a:custGeom>
              <a:avLst/>
              <a:gdLst>
                <a:gd name="T0" fmla="*/ 1 w 57"/>
                <a:gd name="T1" fmla="*/ 0 h 57"/>
                <a:gd name="T2" fmla="*/ 0 w 57"/>
                <a:gd name="T3" fmla="*/ 0 h 57"/>
                <a:gd name="T4" fmla="*/ 57 w 57"/>
                <a:gd name="T5" fmla="*/ 57 h 57"/>
                <a:gd name="T6" fmla="*/ 1 w 57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5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57" y="26"/>
                    <a:pt x="57" y="57"/>
                  </a:cubicBezTo>
                  <a:cubicBezTo>
                    <a:pt x="57" y="26"/>
                    <a:pt x="32" y="1"/>
                    <a:pt x="1" y="0"/>
                  </a:cubicBezTo>
                </a:path>
              </a:pathLst>
            </a:custGeom>
            <a:solidFill>
              <a:srgbClr val="447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iṩḻídé">
              <a:extLst>
                <a:ext uri="{FF2B5EF4-FFF2-40B4-BE49-F238E27FC236}">
                  <a16:creationId xmlns:a16="http://schemas.microsoft.com/office/drawing/2014/main" id="{974D8A3E-FA6E-4241-A29E-8216CC7C9517}"/>
                </a:ext>
              </a:extLst>
            </p:cNvPr>
            <p:cNvSpPr/>
            <p:nvPr/>
          </p:nvSpPr>
          <p:spPr bwMode="auto">
            <a:xfrm>
              <a:off x="7167563" y="3767138"/>
              <a:ext cx="336550" cy="377825"/>
            </a:xfrm>
            <a:custGeom>
              <a:avLst/>
              <a:gdLst>
                <a:gd name="T0" fmla="*/ 45 w 102"/>
                <a:gd name="T1" fmla="*/ 0 h 115"/>
                <a:gd name="T2" fmla="*/ 2 w 102"/>
                <a:gd name="T3" fmla="*/ 0 h 115"/>
                <a:gd name="T4" fmla="*/ 59 w 102"/>
                <a:gd name="T5" fmla="*/ 60 h 115"/>
                <a:gd name="T6" fmla="*/ 0 w 102"/>
                <a:gd name="T7" fmla="*/ 115 h 115"/>
                <a:gd name="T8" fmla="*/ 43 w 102"/>
                <a:gd name="T9" fmla="*/ 115 h 115"/>
                <a:gd name="T10" fmla="*/ 102 w 102"/>
                <a:gd name="T11" fmla="*/ 60 h 115"/>
                <a:gd name="T12" fmla="*/ 102 w 102"/>
                <a:gd name="T13" fmla="*/ 57 h 115"/>
                <a:gd name="T14" fmla="*/ 45 w 102"/>
                <a:gd name="T15" fmla="*/ 0 h 115"/>
                <a:gd name="T16" fmla="*/ 46 w 102"/>
                <a:gd name="T17" fmla="*/ 0 h 115"/>
                <a:gd name="T18" fmla="*/ 45 w 102"/>
                <a:gd name="T1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" h="115">
                  <a:moveTo>
                    <a:pt x="4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4" y="0"/>
                    <a:pt x="60" y="27"/>
                    <a:pt x="59" y="60"/>
                  </a:cubicBezTo>
                  <a:cubicBezTo>
                    <a:pt x="57" y="91"/>
                    <a:pt x="31" y="115"/>
                    <a:pt x="0" y="115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74" y="115"/>
                    <a:pt x="100" y="91"/>
                    <a:pt x="102" y="60"/>
                  </a:cubicBezTo>
                  <a:cubicBezTo>
                    <a:pt x="102" y="59"/>
                    <a:pt x="102" y="58"/>
                    <a:pt x="102" y="57"/>
                  </a:cubicBezTo>
                  <a:cubicBezTo>
                    <a:pt x="102" y="26"/>
                    <a:pt x="76" y="0"/>
                    <a:pt x="45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C7D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ïs1iḋe">
              <a:extLst>
                <a:ext uri="{FF2B5EF4-FFF2-40B4-BE49-F238E27FC236}">
                  <a16:creationId xmlns:a16="http://schemas.microsoft.com/office/drawing/2014/main" id="{B32E5B1C-273F-4CE7-93E2-50C5F91CE5C7}"/>
                </a:ext>
              </a:extLst>
            </p:cNvPr>
            <p:cNvSpPr/>
            <p:nvPr/>
          </p:nvSpPr>
          <p:spPr bwMode="auto">
            <a:xfrm>
              <a:off x="7326313" y="3016250"/>
              <a:ext cx="452438" cy="750888"/>
            </a:xfrm>
            <a:custGeom>
              <a:avLst/>
              <a:gdLst>
                <a:gd name="T0" fmla="*/ 79 w 137"/>
                <a:gd name="T1" fmla="*/ 0 h 228"/>
                <a:gd name="T2" fmla="*/ 36 w 137"/>
                <a:gd name="T3" fmla="*/ 0 h 228"/>
                <a:gd name="T4" fmla="*/ 94 w 137"/>
                <a:gd name="T5" fmla="*/ 54 h 228"/>
                <a:gd name="T6" fmla="*/ 37 w 137"/>
                <a:gd name="T7" fmla="*/ 114 h 228"/>
                <a:gd name="T8" fmla="*/ 2 w 137"/>
                <a:gd name="T9" fmla="*/ 114 h 228"/>
                <a:gd name="T10" fmla="*/ 59 w 137"/>
                <a:gd name="T11" fmla="*/ 174 h 228"/>
                <a:gd name="T12" fmla="*/ 0 w 137"/>
                <a:gd name="T13" fmla="*/ 228 h 228"/>
                <a:gd name="T14" fmla="*/ 43 w 137"/>
                <a:gd name="T15" fmla="*/ 228 h 228"/>
                <a:gd name="T16" fmla="*/ 102 w 137"/>
                <a:gd name="T17" fmla="*/ 174 h 228"/>
                <a:gd name="T18" fmla="*/ 102 w 137"/>
                <a:gd name="T19" fmla="*/ 171 h 228"/>
                <a:gd name="T20" fmla="*/ 45 w 137"/>
                <a:gd name="T21" fmla="*/ 114 h 228"/>
                <a:gd name="T22" fmla="*/ 45 w 137"/>
                <a:gd name="T23" fmla="*/ 114 h 228"/>
                <a:gd name="T24" fmla="*/ 45 w 137"/>
                <a:gd name="T25" fmla="*/ 114 h 228"/>
                <a:gd name="T26" fmla="*/ 80 w 137"/>
                <a:gd name="T27" fmla="*/ 114 h 228"/>
                <a:gd name="T28" fmla="*/ 137 w 137"/>
                <a:gd name="T29" fmla="*/ 57 h 228"/>
                <a:gd name="T30" fmla="*/ 137 w 137"/>
                <a:gd name="T31" fmla="*/ 54 h 228"/>
                <a:gd name="T32" fmla="*/ 79 w 137"/>
                <a:gd name="T3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228">
                  <a:moveTo>
                    <a:pt x="79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66" y="0"/>
                    <a:pt x="93" y="24"/>
                    <a:pt x="94" y="54"/>
                  </a:cubicBezTo>
                  <a:cubicBezTo>
                    <a:pt x="96" y="87"/>
                    <a:pt x="70" y="114"/>
                    <a:pt x="37" y="114"/>
                  </a:cubicBezTo>
                  <a:cubicBezTo>
                    <a:pt x="2" y="114"/>
                    <a:pt x="2" y="114"/>
                    <a:pt x="2" y="114"/>
                  </a:cubicBezTo>
                  <a:cubicBezTo>
                    <a:pt x="35" y="114"/>
                    <a:pt x="61" y="141"/>
                    <a:pt x="59" y="174"/>
                  </a:cubicBezTo>
                  <a:cubicBezTo>
                    <a:pt x="58" y="205"/>
                    <a:pt x="31" y="228"/>
                    <a:pt x="0" y="228"/>
                  </a:cubicBezTo>
                  <a:cubicBezTo>
                    <a:pt x="43" y="228"/>
                    <a:pt x="43" y="228"/>
                    <a:pt x="43" y="228"/>
                  </a:cubicBezTo>
                  <a:cubicBezTo>
                    <a:pt x="74" y="228"/>
                    <a:pt x="101" y="205"/>
                    <a:pt x="102" y="174"/>
                  </a:cubicBezTo>
                  <a:cubicBezTo>
                    <a:pt x="102" y="173"/>
                    <a:pt x="102" y="172"/>
                    <a:pt x="102" y="171"/>
                  </a:cubicBezTo>
                  <a:cubicBezTo>
                    <a:pt x="102" y="140"/>
                    <a:pt x="77" y="114"/>
                    <a:pt x="45" y="114"/>
                  </a:cubicBezTo>
                  <a:cubicBezTo>
                    <a:pt x="45" y="114"/>
                    <a:pt x="45" y="114"/>
                    <a:pt x="45" y="114"/>
                  </a:cubicBezTo>
                  <a:cubicBezTo>
                    <a:pt x="45" y="114"/>
                    <a:pt x="45" y="114"/>
                    <a:pt x="45" y="114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112" y="114"/>
                    <a:pt x="137" y="89"/>
                    <a:pt x="137" y="57"/>
                  </a:cubicBezTo>
                  <a:cubicBezTo>
                    <a:pt x="137" y="56"/>
                    <a:pt x="137" y="55"/>
                    <a:pt x="137" y="54"/>
                  </a:cubicBezTo>
                  <a:cubicBezTo>
                    <a:pt x="136" y="24"/>
                    <a:pt x="109" y="0"/>
                    <a:pt x="79" y="0"/>
                  </a:cubicBezTo>
                </a:path>
              </a:pathLst>
            </a:custGeom>
            <a:solidFill>
              <a:srgbClr val="C7D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íśḷíḋè">
              <a:extLst>
                <a:ext uri="{FF2B5EF4-FFF2-40B4-BE49-F238E27FC236}">
                  <a16:creationId xmlns:a16="http://schemas.microsoft.com/office/drawing/2014/main" id="{38E896C4-76B4-4015-84A7-C9557D773732}"/>
                </a:ext>
              </a:extLst>
            </p:cNvPr>
            <p:cNvSpPr/>
            <p:nvPr/>
          </p:nvSpPr>
          <p:spPr bwMode="auto">
            <a:xfrm>
              <a:off x="5159376" y="3044825"/>
              <a:ext cx="415925" cy="1304925"/>
            </a:xfrm>
            <a:prstGeom prst="rect">
              <a:avLst/>
            </a:prstGeom>
            <a:solidFill>
              <a:srgbClr val="73A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íṥḷïḋê">
              <a:extLst>
                <a:ext uri="{FF2B5EF4-FFF2-40B4-BE49-F238E27FC236}">
                  <a16:creationId xmlns:a16="http://schemas.microsoft.com/office/drawing/2014/main" id="{D94D95A0-C57E-404A-B631-5B9CB48D3530}"/>
                </a:ext>
              </a:extLst>
            </p:cNvPr>
            <p:cNvSpPr/>
            <p:nvPr/>
          </p:nvSpPr>
          <p:spPr bwMode="auto">
            <a:xfrm>
              <a:off x="4479926" y="2968625"/>
              <a:ext cx="755650" cy="1457325"/>
            </a:xfrm>
            <a:prstGeom prst="rect">
              <a:avLst/>
            </a:prstGeom>
            <a:solidFill>
              <a:srgbClr val="245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ís1ïďê">
              <a:extLst>
                <a:ext uri="{FF2B5EF4-FFF2-40B4-BE49-F238E27FC236}">
                  <a16:creationId xmlns:a16="http://schemas.microsoft.com/office/drawing/2014/main" id="{FFB66E42-17EE-4CF6-8E3A-D13F4C4E2AA4}"/>
                </a:ext>
              </a:extLst>
            </p:cNvPr>
            <p:cNvSpPr/>
            <p:nvPr/>
          </p:nvSpPr>
          <p:spPr bwMode="auto">
            <a:xfrm>
              <a:off x="5299076" y="4030663"/>
              <a:ext cx="141288" cy="1412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îṧ1ïďê">
              <a:extLst>
                <a:ext uri="{FF2B5EF4-FFF2-40B4-BE49-F238E27FC236}">
                  <a16:creationId xmlns:a16="http://schemas.microsoft.com/office/drawing/2014/main" id="{56E6BBA9-348B-499F-886E-19DC6CE02BAC}"/>
                </a:ext>
              </a:extLst>
            </p:cNvPr>
            <p:cNvSpPr/>
            <p:nvPr/>
          </p:nvSpPr>
          <p:spPr bwMode="auto">
            <a:xfrm>
              <a:off x="6081713" y="5529263"/>
              <a:ext cx="28575" cy="296863"/>
            </a:xfrm>
            <a:custGeom>
              <a:avLst/>
              <a:gdLst>
                <a:gd name="T0" fmla="*/ 6 w 9"/>
                <a:gd name="T1" fmla="*/ 0 h 90"/>
                <a:gd name="T2" fmla="*/ 1 w 9"/>
                <a:gd name="T3" fmla="*/ 0 h 90"/>
                <a:gd name="T4" fmla="*/ 0 w 9"/>
                <a:gd name="T5" fmla="*/ 90 h 90"/>
                <a:gd name="T6" fmla="*/ 9 w 9"/>
                <a:gd name="T7" fmla="*/ 90 h 90"/>
                <a:gd name="T8" fmla="*/ 9 w 9"/>
                <a:gd name="T9" fmla="*/ 0 h 90"/>
                <a:gd name="T10" fmla="*/ 6 w 9"/>
                <a:gd name="T1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90">
                  <a:moveTo>
                    <a:pt x="6" y="0"/>
                  </a:moveTo>
                  <a:cubicBezTo>
                    <a:pt x="4" y="0"/>
                    <a:pt x="3" y="0"/>
                    <a:pt x="1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ïşlíḍe">
              <a:extLst>
                <a:ext uri="{FF2B5EF4-FFF2-40B4-BE49-F238E27FC236}">
                  <a16:creationId xmlns:a16="http://schemas.microsoft.com/office/drawing/2014/main" id="{AEE38DDB-406C-47B3-9563-4C78474532D4}"/>
                </a:ext>
              </a:extLst>
            </p:cNvPr>
            <p:cNvSpPr/>
            <p:nvPr/>
          </p:nvSpPr>
          <p:spPr bwMode="auto">
            <a:xfrm>
              <a:off x="6078538" y="1028700"/>
              <a:ext cx="28575" cy="177800"/>
            </a:xfrm>
            <a:custGeom>
              <a:avLst/>
              <a:gdLst>
                <a:gd name="T0" fmla="*/ 7 w 9"/>
                <a:gd name="T1" fmla="*/ 54 h 54"/>
                <a:gd name="T2" fmla="*/ 8 w 9"/>
                <a:gd name="T3" fmla="*/ 54 h 54"/>
                <a:gd name="T4" fmla="*/ 9 w 9"/>
                <a:gd name="T5" fmla="*/ 0 h 54"/>
                <a:gd name="T6" fmla="*/ 0 w 9"/>
                <a:gd name="T7" fmla="*/ 0 h 54"/>
                <a:gd name="T8" fmla="*/ 0 w 9"/>
                <a:gd name="T9" fmla="*/ 54 h 54"/>
                <a:gd name="T10" fmla="*/ 7 w 9"/>
                <a:gd name="T11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54">
                  <a:moveTo>
                    <a:pt x="7" y="54"/>
                  </a:moveTo>
                  <a:cubicBezTo>
                    <a:pt x="8" y="54"/>
                    <a:pt x="8" y="54"/>
                    <a:pt x="8" y="5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4"/>
                    <a:pt x="5" y="54"/>
                    <a:pt x="7" y="5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îsliďé">
              <a:extLst>
                <a:ext uri="{FF2B5EF4-FFF2-40B4-BE49-F238E27FC236}">
                  <a16:creationId xmlns:a16="http://schemas.microsoft.com/office/drawing/2014/main" id="{401E0B74-B01B-4DA7-B41F-9DB46F5D09BE}"/>
                </a:ext>
              </a:extLst>
            </p:cNvPr>
            <p:cNvSpPr/>
            <p:nvPr/>
          </p:nvSpPr>
          <p:spPr bwMode="auto">
            <a:xfrm>
              <a:off x="3690938" y="3414713"/>
              <a:ext cx="296863" cy="28575"/>
            </a:xfrm>
            <a:custGeom>
              <a:avLst/>
              <a:gdLst>
                <a:gd name="T0" fmla="*/ 90 w 90"/>
                <a:gd name="T1" fmla="*/ 6 h 9"/>
                <a:gd name="T2" fmla="*/ 90 w 90"/>
                <a:gd name="T3" fmla="*/ 1 h 9"/>
                <a:gd name="T4" fmla="*/ 0 w 90"/>
                <a:gd name="T5" fmla="*/ 0 h 9"/>
                <a:gd name="T6" fmla="*/ 0 w 90"/>
                <a:gd name="T7" fmla="*/ 9 h 9"/>
                <a:gd name="T8" fmla="*/ 90 w 90"/>
                <a:gd name="T9" fmla="*/ 9 h 9"/>
                <a:gd name="T10" fmla="*/ 90 w 90"/>
                <a:gd name="T11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9">
                  <a:moveTo>
                    <a:pt x="90" y="6"/>
                  </a:moveTo>
                  <a:cubicBezTo>
                    <a:pt x="90" y="4"/>
                    <a:pt x="90" y="3"/>
                    <a:pt x="9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8"/>
                    <a:pt x="90" y="7"/>
                    <a:pt x="90" y="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íṧ1îḍe">
              <a:extLst>
                <a:ext uri="{FF2B5EF4-FFF2-40B4-BE49-F238E27FC236}">
                  <a16:creationId xmlns:a16="http://schemas.microsoft.com/office/drawing/2014/main" id="{AF69A450-3CBD-4B9B-9EA2-3EE500AAA4CD}"/>
                </a:ext>
              </a:extLst>
            </p:cNvPr>
            <p:cNvSpPr/>
            <p:nvPr/>
          </p:nvSpPr>
          <p:spPr bwMode="auto">
            <a:xfrm>
              <a:off x="8320088" y="3411538"/>
              <a:ext cx="177800" cy="28575"/>
            </a:xfrm>
            <a:custGeom>
              <a:avLst/>
              <a:gdLst>
                <a:gd name="T0" fmla="*/ 0 w 54"/>
                <a:gd name="T1" fmla="*/ 7 h 9"/>
                <a:gd name="T2" fmla="*/ 0 w 54"/>
                <a:gd name="T3" fmla="*/ 8 h 9"/>
                <a:gd name="T4" fmla="*/ 54 w 54"/>
                <a:gd name="T5" fmla="*/ 9 h 9"/>
                <a:gd name="T6" fmla="*/ 54 w 54"/>
                <a:gd name="T7" fmla="*/ 0 h 9"/>
                <a:gd name="T8" fmla="*/ 0 w 54"/>
                <a:gd name="T9" fmla="*/ 0 h 9"/>
                <a:gd name="T10" fmla="*/ 0 w 54"/>
                <a:gd name="T1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9">
                  <a:moveTo>
                    <a:pt x="0" y="7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5"/>
                    <a:pt x="0" y="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i$lidê">
              <a:extLst>
                <a:ext uri="{FF2B5EF4-FFF2-40B4-BE49-F238E27FC236}">
                  <a16:creationId xmlns:a16="http://schemas.microsoft.com/office/drawing/2014/main" id="{3BFA2665-9425-43EF-8F09-D2B5598C28BC}"/>
                </a:ext>
              </a:extLst>
            </p:cNvPr>
            <p:cNvSpPr/>
            <p:nvPr/>
          </p:nvSpPr>
          <p:spPr bwMode="auto">
            <a:xfrm>
              <a:off x="4381501" y="1724025"/>
              <a:ext cx="230188" cy="230188"/>
            </a:xfrm>
            <a:custGeom>
              <a:avLst/>
              <a:gdLst>
                <a:gd name="T0" fmla="*/ 66 w 70"/>
                <a:gd name="T1" fmla="*/ 68 h 70"/>
                <a:gd name="T2" fmla="*/ 70 w 70"/>
                <a:gd name="T3" fmla="*/ 64 h 70"/>
                <a:gd name="T4" fmla="*/ 7 w 70"/>
                <a:gd name="T5" fmla="*/ 0 h 70"/>
                <a:gd name="T6" fmla="*/ 0 w 70"/>
                <a:gd name="T7" fmla="*/ 6 h 70"/>
                <a:gd name="T8" fmla="*/ 65 w 70"/>
                <a:gd name="T9" fmla="*/ 70 h 70"/>
                <a:gd name="T10" fmla="*/ 66 w 70"/>
                <a:gd name="T11" fmla="*/ 6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70">
                  <a:moveTo>
                    <a:pt x="66" y="68"/>
                  </a:moveTo>
                  <a:cubicBezTo>
                    <a:pt x="68" y="66"/>
                    <a:pt x="69" y="65"/>
                    <a:pt x="70" y="6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69"/>
                    <a:pt x="66" y="68"/>
                    <a:pt x="66" y="6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ísliḑé">
              <a:extLst>
                <a:ext uri="{FF2B5EF4-FFF2-40B4-BE49-F238E27FC236}">
                  <a16:creationId xmlns:a16="http://schemas.microsoft.com/office/drawing/2014/main" id="{1B811275-595D-4FB6-AC93-0B5A27225043}"/>
                </a:ext>
              </a:extLst>
            </p:cNvPr>
            <p:cNvSpPr/>
            <p:nvPr/>
          </p:nvSpPr>
          <p:spPr bwMode="auto">
            <a:xfrm>
              <a:off x="7659688" y="4986338"/>
              <a:ext cx="147638" cy="144463"/>
            </a:xfrm>
            <a:custGeom>
              <a:avLst/>
              <a:gdLst>
                <a:gd name="T0" fmla="*/ 1 w 45"/>
                <a:gd name="T1" fmla="*/ 5 h 44"/>
                <a:gd name="T2" fmla="*/ 0 w 45"/>
                <a:gd name="T3" fmla="*/ 6 h 44"/>
                <a:gd name="T4" fmla="*/ 38 w 45"/>
                <a:gd name="T5" fmla="*/ 44 h 44"/>
                <a:gd name="T6" fmla="*/ 45 w 45"/>
                <a:gd name="T7" fmla="*/ 38 h 44"/>
                <a:gd name="T8" fmla="*/ 6 w 45"/>
                <a:gd name="T9" fmla="*/ 0 h 44"/>
                <a:gd name="T10" fmla="*/ 1 w 45"/>
                <a:gd name="T11" fmla="*/ 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44">
                  <a:moveTo>
                    <a:pt x="1" y="5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2"/>
                    <a:pt x="3" y="4"/>
                    <a:pt x="1" y="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iṥľïḍe">
              <a:extLst>
                <a:ext uri="{FF2B5EF4-FFF2-40B4-BE49-F238E27FC236}">
                  <a16:creationId xmlns:a16="http://schemas.microsoft.com/office/drawing/2014/main" id="{3B640F4E-71AB-406E-99B9-C1F417D2933C}"/>
                </a:ext>
              </a:extLst>
            </p:cNvPr>
            <p:cNvSpPr/>
            <p:nvPr/>
          </p:nvSpPr>
          <p:spPr bwMode="auto">
            <a:xfrm>
              <a:off x="7570788" y="1717675"/>
              <a:ext cx="230188" cy="230188"/>
            </a:xfrm>
            <a:custGeom>
              <a:avLst/>
              <a:gdLst>
                <a:gd name="T0" fmla="*/ 2 w 70"/>
                <a:gd name="T1" fmla="*/ 66 h 70"/>
                <a:gd name="T2" fmla="*/ 6 w 70"/>
                <a:gd name="T3" fmla="*/ 70 h 70"/>
                <a:gd name="T4" fmla="*/ 70 w 70"/>
                <a:gd name="T5" fmla="*/ 7 h 70"/>
                <a:gd name="T6" fmla="*/ 64 w 70"/>
                <a:gd name="T7" fmla="*/ 0 h 70"/>
                <a:gd name="T8" fmla="*/ 0 w 70"/>
                <a:gd name="T9" fmla="*/ 65 h 70"/>
                <a:gd name="T10" fmla="*/ 2 w 70"/>
                <a:gd name="T11" fmla="*/ 6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" h="70">
                  <a:moveTo>
                    <a:pt x="2" y="66"/>
                  </a:moveTo>
                  <a:cubicBezTo>
                    <a:pt x="4" y="68"/>
                    <a:pt x="5" y="69"/>
                    <a:pt x="6" y="7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" y="65"/>
                    <a:pt x="2" y="66"/>
                    <a:pt x="2" y="6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işlïde">
              <a:extLst>
                <a:ext uri="{FF2B5EF4-FFF2-40B4-BE49-F238E27FC236}">
                  <a16:creationId xmlns:a16="http://schemas.microsoft.com/office/drawing/2014/main" id="{707C3D7F-2816-474B-9218-A5450A5CD647}"/>
                </a:ext>
              </a:extLst>
            </p:cNvPr>
            <p:cNvSpPr/>
            <p:nvPr/>
          </p:nvSpPr>
          <p:spPr bwMode="auto">
            <a:xfrm>
              <a:off x="4387851" y="4989513"/>
              <a:ext cx="144463" cy="147638"/>
            </a:xfrm>
            <a:custGeom>
              <a:avLst/>
              <a:gdLst>
                <a:gd name="T0" fmla="*/ 39 w 44"/>
                <a:gd name="T1" fmla="*/ 1 h 45"/>
                <a:gd name="T2" fmla="*/ 38 w 44"/>
                <a:gd name="T3" fmla="*/ 0 h 45"/>
                <a:gd name="T4" fmla="*/ 0 w 44"/>
                <a:gd name="T5" fmla="*/ 38 h 45"/>
                <a:gd name="T6" fmla="*/ 6 w 44"/>
                <a:gd name="T7" fmla="*/ 45 h 45"/>
                <a:gd name="T8" fmla="*/ 44 w 44"/>
                <a:gd name="T9" fmla="*/ 6 h 45"/>
                <a:gd name="T10" fmla="*/ 39 w 44"/>
                <a:gd name="T11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45">
                  <a:moveTo>
                    <a:pt x="39" y="1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2" y="5"/>
                    <a:pt x="40" y="3"/>
                    <a:pt x="39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î$1íḍe">
              <a:extLst>
                <a:ext uri="{FF2B5EF4-FFF2-40B4-BE49-F238E27FC236}">
                  <a16:creationId xmlns:a16="http://schemas.microsoft.com/office/drawing/2014/main" id="{95298791-C824-40B3-AD8A-42D980641485}"/>
                </a:ext>
              </a:extLst>
            </p:cNvPr>
            <p:cNvSpPr/>
            <p:nvPr/>
          </p:nvSpPr>
          <p:spPr bwMode="auto">
            <a:xfrm>
              <a:off x="8045451" y="2530475"/>
              <a:ext cx="290513" cy="134938"/>
            </a:xfrm>
            <a:custGeom>
              <a:avLst/>
              <a:gdLst>
                <a:gd name="T0" fmla="*/ 1 w 88"/>
                <a:gd name="T1" fmla="*/ 36 h 41"/>
                <a:gd name="T2" fmla="*/ 3 w 88"/>
                <a:gd name="T3" fmla="*/ 41 h 41"/>
                <a:gd name="T4" fmla="*/ 88 w 88"/>
                <a:gd name="T5" fmla="*/ 8 h 41"/>
                <a:gd name="T6" fmla="*/ 84 w 88"/>
                <a:gd name="T7" fmla="*/ 0 h 41"/>
                <a:gd name="T8" fmla="*/ 0 w 88"/>
                <a:gd name="T9" fmla="*/ 33 h 41"/>
                <a:gd name="T10" fmla="*/ 1 w 88"/>
                <a:gd name="T11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41">
                  <a:moveTo>
                    <a:pt x="1" y="36"/>
                  </a:moveTo>
                  <a:cubicBezTo>
                    <a:pt x="2" y="38"/>
                    <a:pt x="3" y="39"/>
                    <a:pt x="3" y="41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4"/>
                    <a:pt x="1" y="35"/>
                    <a:pt x="1" y="3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ïşliḑé">
              <a:extLst>
                <a:ext uri="{FF2B5EF4-FFF2-40B4-BE49-F238E27FC236}">
                  <a16:creationId xmlns:a16="http://schemas.microsoft.com/office/drawing/2014/main" id="{80F578AC-0264-4599-88D0-4BEC52815EAD}"/>
                </a:ext>
              </a:extLst>
            </p:cNvPr>
            <p:cNvSpPr/>
            <p:nvPr/>
          </p:nvSpPr>
          <p:spPr bwMode="auto">
            <a:xfrm>
              <a:off x="3852863" y="4230688"/>
              <a:ext cx="177800" cy="93663"/>
            </a:xfrm>
            <a:custGeom>
              <a:avLst/>
              <a:gdLst>
                <a:gd name="T0" fmla="*/ 51 w 54"/>
                <a:gd name="T1" fmla="*/ 1 h 28"/>
                <a:gd name="T2" fmla="*/ 51 w 54"/>
                <a:gd name="T3" fmla="*/ 0 h 28"/>
                <a:gd name="T4" fmla="*/ 0 w 54"/>
                <a:gd name="T5" fmla="*/ 20 h 28"/>
                <a:gd name="T6" fmla="*/ 4 w 54"/>
                <a:gd name="T7" fmla="*/ 28 h 28"/>
                <a:gd name="T8" fmla="*/ 54 w 54"/>
                <a:gd name="T9" fmla="*/ 8 h 28"/>
                <a:gd name="T10" fmla="*/ 51 w 54"/>
                <a:gd name="T11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28">
                  <a:moveTo>
                    <a:pt x="51" y="1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6"/>
                    <a:pt x="52" y="4"/>
                    <a:pt x="51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îšḻíďe">
              <a:extLst>
                <a:ext uri="{FF2B5EF4-FFF2-40B4-BE49-F238E27FC236}">
                  <a16:creationId xmlns:a16="http://schemas.microsoft.com/office/drawing/2014/main" id="{6A211966-03CD-4EB3-9298-B28AE256FBD9}"/>
                </a:ext>
              </a:extLst>
            </p:cNvPr>
            <p:cNvSpPr/>
            <p:nvPr/>
          </p:nvSpPr>
          <p:spPr bwMode="auto">
            <a:xfrm>
              <a:off x="8061326" y="4144963"/>
              <a:ext cx="290513" cy="128588"/>
            </a:xfrm>
            <a:custGeom>
              <a:avLst/>
              <a:gdLst>
                <a:gd name="T0" fmla="*/ 2 w 88"/>
                <a:gd name="T1" fmla="*/ 2 h 39"/>
                <a:gd name="T2" fmla="*/ 0 w 88"/>
                <a:gd name="T3" fmla="*/ 7 h 39"/>
                <a:gd name="T4" fmla="*/ 85 w 88"/>
                <a:gd name="T5" fmla="*/ 39 h 39"/>
                <a:gd name="T6" fmla="*/ 88 w 88"/>
                <a:gd name="T7" fmla="*/ 31 h 39"/>
                <a:gd name="T8" fmla="*/ 3 w 88"/>
                <a:gd name="T9" fmla="*/ 0 h 39"/>
                <a:gd name="T10" fmla="*/ 2 w 88"/>
                <a:gd name="T11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39">
                  <a:moveTo>
                    <a:pt x="2" y="2"/>
                  </a:moveTo>
                  <a:cubicBezTo>
                    <a:pt x="2" y="4"/>
                    <a:pt x="1" y="6"/>
                    <a:pt x="0" y="7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2"/>
                    <a:pt x="2" y="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ïṣļîdè">
              <a:extLst>
                <a:ext uri="{FF2B5EF4-FFF2-40B4-BE49-F238E27FC236}">
                  <a16:creationId xmlns:a16="http://schemas.microsoft.com/office/drawing/2014/main" id="{78CA3D9D-FF27-468B-9250-2BC14976CD1B}"/>
                </a:ext>
              </a:extLst>
            </p:cNvPr>
            <p:cNvSpPr/>
            <p:nvPr/>
          </p:nvSpPr>
          <p:spPr bwMode="auto">
            <a:xfrm>
              <a:off x="3835401" y="2581275"/>
              <a:ext cx="176213" cy="88900"/>
            </a:xfrm>
            <a:custGeom>
              <a:avLst/>
              <a:gdLst>
                <a:gd name="T0" fmla="*/ 53 w 53"/>
                <a:gd name="T1" fmla="*/ 20 h 27"/>
                <a:gd name="T2" fmla="*/ 53 w 53"/>
                <a:gd name="T3" fmla="*/ 19 h 27"/>
                <a:gd name="T4" fmla="*/ 3 w 53"/>
                <a:gd name="T5" fmla="*/ 0 h 27"/>
                <a:gd name="T6" fmla="*/ 0 w 53"/>
                <a:gd name="T7" fmla="*/ 8 h 27"/>
                <a:gd name="T8" fmla="*/ 50 w 53"/>
                <a:gd name="T9" fmla="*/ 27 h 27"/>
                <a:gd name="T10" fmla="*/ 53 w 53"/>
                <a:gd name="T11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27">
                  <a:moveTo>
                    <a:pt x="53" y="20"/>
                  </a:moveTo>
                  <a:cubicBezTo>
                    <a:pt x="53" y="19"/>
                    <a:pt x="53" y="19"/>
                    <a:pt x="53" y="1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1" y="24"/>
                    <a:pt x="52" y="22"/>
                    <a:pt x="53" y="2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íṩľïḍé">
              <a:extLst>
                <a:ext uri="{FF2B5EF4-FFF2-40B4-BE49-F238E27FC236}">
                  <a16:creationId xmlns:a16="http://schemas.microsoft.com/office/drawing/2014/main" id="{66EAEB07-3256-4862-905E-A1699BF51958}"/>
                </a:ext>
              </a:extLst>
            </p:cNvPr>
            <p:cNvSpPr/>
            <p:nvPr/>
          </p:nvSpPr>
          <p:spPr bwMode="auto">
            <a:xfrm>
              <a:off x="6883401" y="5364163"/>
              <a:ext cx="138113" cy="287338"/>
            </a:xfrm>
            <a:custGeom>
              <a:avLst/>
              <a:gdLst>
                <a:gd name="T0" fmla="*/ 5 w 42"/>
                <a:gd name="T1" fmla="*/ 1 h 87"/>
                <a:gd name="T2" fmla="*/ 0 w 42"/>
                <a:gd name="T3" fmla="*/ 3 h 87"/>
                <a:gd name="T4" fmla="*/ 34 w 42"/>
                <a:gd name="T5" fmla="*/ 87 h 87"/>
                <a:gd name="T6" fmla="*/ 42 w 42"/>
                <a:gd name="T7" fmla="*/ 83 h 87"/>
                <a:gd name="T8" fmla="*/ 8 w 42"/>
                <a:gd name="T9" fmla="*/ 0 h 87"/>
                <a:gd name="T10" fmla="*/ 5 w 42"/>
                <a:gd name="T11" fmla="*/ 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87">
                  <a:moveTo>
                    <a:pt x="5" y="1"/>
                  </a:moveTo>
                  <a:cubicBezTo>
                    <a:pt x="4" y="2"/>
                    <a:pt x="2" y="2"/>
                    <a:pt x="0" y="3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6" y="1"/>
                    <a:pt x="5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ïṩ1iḍê">
              <a:extLst>
                <a:ext uri="{FF2B5EF4-FFF2-40B4-BE49-F238E27FC236}">
                  <a16:creationId xmlns:a16="http://schemas.microsoft.com/office/drawing/2014/main" id="{2BBEFA2F-29D5-4586-8BB1-6EEF188F4A82}"/>
                </a:ext>
              </a:extLst>
            </p:cNvPr>
            <p:cNvSpPr/>
            <p:nvPr/>
          </p:nvSpPr>
          <p:spPr bwMode="auto">
            <a:xfrm>
              <a:off x="5167313" y="1203325"/>
              <a:ext cx="92075" cy="174625"/>
            </a:xfrm>
            <a:custGeom>
              <a:avLst/>
              <a:gdLst>
                <a:gd name="T0" fmla="*/ 27 w 28"/>
                <a:gd name="T1" fmla="*/ 50 h 53"/>
                <a:gd name="T2" fmla="*/ 28 w 28"/>
                <a:gd name="T3" fmla="*/ 50 h 53"/>
                <a:gd name="T4" fmla="*/ 8 w 28"/>
                <a:gd name="T5" fmla="*/ 0 h 53"/>
                <a:gd name="T6" fmla="*/ 0 w 28"/>
                <a:gd name="T7" fmla="*/ 4 h 53"/>
                <a:gd name="T8" fmla="*/ 20 w 28"/>
                <a:gd name="T9" fmla="*/ 53 h 53"/>
                <a:gd name="T10" fmla="*/ 27 w 28"/>
                <a:gd name="T11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53">
                  <a:moveTo>
                    <a:pt x="27" y="50"/>
                  </a:moveTo>
                  <a:cubicBezTo>
                    <a:pt x="28" y="50"/>
                    <a:pt x="28" y="50"/>
                    <a:pt x="28" y="5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3" y="52"/>
                    <a:pt x="25" y="51"/>
                    <a:pt x="27" y="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ïsḷidé">
              <a:extLst>
                <a:ext uri="{FF2B5EF4-FFF2-40B4-BE49-F238E27FC236}">
                  <a16:creationId xmlns:a16="http://schemas.microsoft.com/office/drawing/2014/main" id="{9401176C-AF23-4C93-88BE-C0DAB1CBAF61}"/>
                </a:ext>
              </a:extLst>
            </p:cNvPr>
            <p:cNvSpPr/>
            <p:nvPr/>
          </p:nvSpPr>
          <p:spPr bwMode="auto">
            <a:xfrm>
              <a:off x="5232401" y="5387975"/>
              <a:ext cx="131763" cy="290513"/>
            </a:xfrm>
            <a:custGeom>
              <a:avLst/>
              <a:gdLst>
                <a:gd name="T0" fmla="*/ 37 w 40"/>
                <a:gd name="T1" fmla="*/ 2 h 88"/>
                <a:gd name="T2" fmla="*/ 32 w 40"/>
                <a:gd name="T3" fmla="*/ 0 h 88"/>
                <a:gd name="T4" fmla="*/ 0 w 40"/>
                <a:gd name="T5" fmla="*/ 84 h 88"/>
                <a:gd name="T6" fmla="*/ 8 w 40"/>
                <a:gd name="T7" fmla="*/ 88 h 88"/>
                <a:gd name="T8" fmla="*/ 40 w 40"/>
                <a:gd name="T9" fmla="*/ 3 h 88"/>
                <a:gd name="T10" fmla="*/ 37 w 40"/>
                <a:gd name="T11" fmla="*/ 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88">
                  <a:moveTo>
                    <a:pt x="37" y="2"/>
                  </a:moveTo>
                  <a:cubicBezTo>
                    <a:pt x="36" y="1"/>
                    <a:pt x="34" y="1"/>
                    <a:pt x="32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39" y="3"/>
                    <a:pt x="38" y="2"/>
                    <a:pt x="37" y="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iSḻîḍé">
              <a:extLst>
                <a:ext uri="{FF2B5EF4-FFF2-40B4-BE49-F238E27FC236}">
                  <a16:creationId xmlns:a16="http://schemas.microsoft.com/office/drawing/2014/main" id="{84580F73-03FA-4B1C-873D-38EBF4272B7A}"/>
                </a:ext>
              </a:extLst>
            </p:cNvPr>
            <p:cNvSpPr/>
            <p:nvPr/>
          </p:nvSpPr>
          <p:spPr bwMode="auto">
            <a:xfrm>
              <a:off x="6867526" y="1176338"/>
              <a:ext cx="88900" cy="177800"/>
            </a:xfrm>
            <a:custGeom>
              <a:avLst/>
              <a:gdLst>
                <a:gd name="T0" fmla="*/ 7 w 27"/>
                <a:gd name="T1" fmla="*/ 53 h 54"/>
                <a:gd name="T2" fmla="*/ 8 w 27"/>
                <a:gd name="T3" fmla="*/ 54 h 54"/>
                <a:gd name="T4" fmla="*/ 27 w 27"/>
                <a:gd name="T5" fmla="*/ 4 h 54"/>
                <a:gd name="T6" fmla="*/ 19 w 27"/>
                <a:gd name="T7" fmla="*/ 0 h 54"/>
                <a:gd name="T8" fmla="*/ 0 w 27"/>
                <a:gd name="T9" fmla="*/ 51 h 54"/>
                <a:gd name="T10" fmla="*/ 7 w 27"/>
                <a:gd name="T11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54">
                  <a:moveTo>
                    <a:pt x="7" y="53"/>
                  </a:moveTo>
                  <a:cubicBezTo>
                    <a:pt x="8" y="54"/>
                    <a:pt x="8" y="54"/>
                    <a:pt x="8" y="5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" y="52"/>
                    <a:pt x="5" y="52"/>
                    <a:pt x="7" y="5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íšḻiďè">
              <a:extLst>
                <a:ext uri="{FF2B5EF4-FFF2-40B4-BE49-F238E27FC236}">
                  <a16:creationId xmlns:a16="http://schemas.microsoft.com/office/drawing/2014/main" id="{8672C329-927F-47A5-AA8A-F98F38FACBE7}"/>
                </a:ext>
              </a:extLst>
            </p:cNvPr>
            <p:cNvSpPr/>
            <p:nvPr/>
          </p:nvSpPr>
          <p:spPr bwMode="auto">
            <a:xfrm>
              <a:off x="4100513" y="3414713"/>
              <a:ext cx="95250" cy="19050"/>
            </a:xfrm>
            <a:custGeom>
              <a:avLst/>
              <a:gdLst>
                <a:gd name="T0" fmla="*/ 1 w 29"/>
                <a:gd name="T1" fmla="*/ 6 h 6"/>
                <a:gd name="T2" fmla="*/ 29 w 29"/>
                <a:gd name="T3" fmla="*/ 6 h 6"/>
                <a:gd name="T4" fmla="*/ 29 w 29"/>
                <a:gd name="T5" fmla="*/ 0 h 6"/>
                <a:gd name="T6" fmla="*/ 0 w 29"/>
                <a:gd name="T7" fmla="*/ 0 h 6"/>
                <a:gd name="T8" fmla="*/ 1 w 29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6">
                  <a:moveTo>
                    <a:pt x="1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4"/>
                    <a:pt x="1" y="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íš1ïdê">
              <a:extLst>
                <a:ext uri="{FF2B5EF4-FFF2-40B4-BE49-F238E27FC236}">
                  <a16:creationId xmlns:a16="http://schemas.microsoft.com/office/drawing/2014/main" id="{AB528D8B-11B4-4DC5-8BBA-DA5E15F66851}"/>
                </a:ext>
              </a:extLst>
            </p:cNvPr>
            <p:cNvSpPr/>
            <p:nvPr/>
          </p:nvSpPr>
          <p:spPr bwMode="auto">
            <a:xfrm>
              <a:off x="7758113" y="2689225"/>
              <a:ext cx="195263" cy="85725"/>
            </a:xfrm>
            <a:custGeom>
              <a:avLst/>
              <a:gdLst>
                <a:gd name="T0" fmla="*/ 8 w 59"/>
                <a:gd name="T1" fmla="*/ 26 h 26"/>
                <a:gd name="T2" fmla="*/ 59 w 59"/>
                <a:gd name="T3" fmla="*/ 6 h 26"/>
                <a:gd name="T4" fmla="*/ 57 w 59"/>
                <a:gd name="T5" fmla="*/ 0 h 26"/>
                <a:gd name="T6" fmla="*/ 0 w 59"/>
                <a:gd name="T7" fmla="*/ 23 h 26"/>
                <a:gd name="T8" fmla="*/ 8 w 59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">
                  <a:moveTo>
                    <a:pt x="8" y="26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8" y="4"/>
                    <a:pt x="57" y="2"/>
                    <a:pt x="57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4"/>
                    <a:pt x="6" y="25"/>
                    <a:pt x="8" y="2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ïsļîḋe">
              <a:extLst>
                <a:ext uri="{FF2B5EF4-FFF2-40B4-BE49-F238E27FC236}">
                  <a16:creationId xmlns:a16="http://schemas.microsoft.com/office/drawing/2014/main" id="{D10B4522-BD09-4AA1-A0F2-A17A69AD2FA6}"/>
                </a:ext>
              </a:extLst>
            </p:cNvPr>
            <p:cNvSpPr/>
            <p:nvPr/>
          </p:nvSpPr>
          <p:spPr bwMode="auto">
            <a:xfrm>
              <a:off x="4064001" y="2665413"/>
              <a:ext cx="131763" cy="73025"/>
            </a:xfrm>
            <a:custGeom>
              <a:avLst/>
              <a:gdLst>
                <a:gd name="T0" fmla="*/ 40 w 40"/>
                <a:gd name="T1" fmla="*/ 14 h 22"/>
                <a:gd name="T2" fmla="*/ 3 w 40"/>
                <a:gd name="T3" fmla="*/ 0 h 22"/>
                <a:gd name="T4" fmla="*/ 2 w 40"/>
                <a:gd name="T5" fmla="*/ 1 h 22"/>
                <a:gd name="T6" fmla="*/ 0 w 40"/>
                <a:gd name="T7" fmla="*/ 7 h 22"/>
                <a:gd name="T8" fmla="*/ 40 w 40"/>
                <a:gd name="T9" fmla="*/ 22 h 22"/>
                <a:gd name="T10" fmla="*/ 40 w 40"/>
                <a:gd name="T11" fmla="*/ 1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2">
                  <a:moveTo>
                    <a:pt x="40" y="14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3"/>
                    <a:pt x="1" y="5"/>
                    <a:pt x="0" y="7"/>
                  </a:cubicBezTo>
                  <a:cubicBezTo>
                    <a:pt x="40" y="22"/>
                    <a:pt x="40" y="22"/>
                    <a:pt x="40" y="22"/>
                  </a:cubicBezTo>
                  <a:lnTo>
                    <a:pt x="40" y="1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îṩľiḑê">
              <a:extLst>
                <a:ext uri="{FF2B5EF4-FFF2-40B4-BE49-F238E27FC236}">
                  <a16:creationId xmlns:a16="http://schemas.microsoft.com/office/drawing/2014/main" id="{B057204F-4EE1-4DCB-A23C-D08529EE1C8D}"/>
                </a:ext>
              </a:extLst>
            </p:cNvPr>
            <p:cNvSpPr/>
            <p:nvPr/>
          </p:nvSpPr>
          <p:spPr bwMode="auto">
            <a:xfrm>
              <a:off x="6708776" y="1404938"/>
              <a:ext cx="161925" cy="374650"/>
            </a:xfrm>
            <a:custGeom>
              <a:avLst/>
              <a:gdLst>
                <a:gd name="T0" fmla="*/ 7 w 49"/>
                <a:gd name="T1" fmla="*/ 114 h 114"/>
                <a:gd name="T2" fmla="*/ 49 w 49"/>
                <a:gd name="T3" fmla="*/ 3 h 114"/>
                <a:gd name="T4" fmla="*/ 48 w 49"/>
                <a:gd name="T5" fmla="*/ 3 h 114"/>
                <a:gd name="T6" fmla="*/ 41 w 49"/>
                <a:gd name="T7" fmla="*/ 0 h 114"/>
                <a:gd name="T8" fmla="*/ 0 w 49"/>
                <a:gd name="T9" fmla="*/ 110 h 114"/>
                <a:gd name="T10" fmla="*/ 7 w 49"/>
                <a:gd name="T11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114">
                  <a:moveTo>
                    <a:pt x="7" y="114"/>
                  </a:move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6" y="2"/>
                    <a:pt x="44" y="1"/>
                    <a:pt x="41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11"/>
                    <a:pt x="4" y="113"/>
                    <a:pt x="7" y="11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íŝļiḑe">
              <a:extLst>
                <a:ext uri="{FF2B5EF4-FFF2-40B4-BE49-F238E27FC236}">
                  <a16:creationId xmlns:a16="http://schemas.microsoft.com/office/drawing/2014/main" id="{0373CDFA-283A-4712-8D0F-AFF7803A20B5}"/>
                </a:ext>
              </a:extLst>
            </p:cNvPr>
            <p:cNvSpPr/>
            <p:nvPr/>
          </p:nvSpPr>
          <p:spPr bwMode="auto">
            <a:xfrm>
              <a:off x="7342188" y="4673600"/>
              <a:ext cx="290513" cy="285750"/>
            </a:xfrm>
            <a:custGeom>
              <a:avLst/>
              <a:gdLst>
                <a:gd name="T0" fmla="*/ 0 w 88"/>
                <a:gd name="T1" fmla="*/ 4 h 87"/>
                <a:gd name="T2" fmla="*/ 83 w 88"/>
                <a:gd name="T3" fmla="*/ 87 h 87"/>
                <a:gd name="T4" fmla="*/ 83 w 88"/>
                <a:gd name="T5" fmla="*/ 86 h 87"/>
                <a:gd name="T6" fmla="*/ 88 w 88"/>
                <a:gd name="T7" fmla="*/ 81 h 87"/>
                <a:gd name="T8" fmla="*/ 7 w 88"/>
                <a:gd name="T9" fmla="*/ 0 h 87"/>
                <a:gd name="T10" fmla="*/ 0 w 88"/>
                <a:gd name="T11" fmla="*/ 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7">
                  <a:moveTo>
                    <a:pt x="0" y="4"/>
                  </a:moveTo>
                  <a:cubicBezTo>
                    <a:pt x="83" y="87"/>
                    <a:pt x="83" y="87"/>
                    <a:pt x="83" y="87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5" y="85"/>
                    <a:pt x="87" y="83"/>
                    <a:pt x="88" y="8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2"/>
                    <a:pt x="2" y="3"/>
                    <a:pt x="0" y="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íṣ1îḑé">
              <a:extLst>
                <a:ext uri="{FF2B5EF4-FFF2-40B4-BE49-F238E27FC236}">
                  <a16:creationId xmlns:a16="http://schemas.microsoft.com/office/drawing/2014/main" id="{CE63F89F-BE33-4648-B21D-9ABFA045F770}"/>
                </a:ext>
              </a:extLst>
            </p:cNvPr>
            <p:cNvSpPr/>
            <p:nvPr/>
          </p:nvSpPr>
          <p:spPr bwMode="auto">
            <a:xfrm>
              <a:off x="8002588" y="3411538"/>
              <a:ext cx="254000" cy="25400"/>
            </a:xfrm>
            <a:custGeom>
              <a:avLst/>
              <a:gdLst>
                <a:gd name="T0" fmla="*/ 77 w 77"/>
                <a:gd name="T1" fmla="*/ 0 h 8"/>
                <a:gd name="T2" fmla="*/ 4 w 77"/>
                <a:gd name="T3" fmla="*/ 0 h 8"/>
                <a:gd name="T4" fmla="*/ 0 w 77"/>
                <a:gd name="T5" fmla="*/ 8 h 8"/>
                <a:gd name="T6" fmla="*/ 77 w 77"/>
                <a:gd name="T7" fmla="*/ 8 h 8"/>
                <a:gd name="T8" fmla="*/ 77 w 77"/>
                <a:gd name="T9" fmla="*/ 7 h 8"/>
                <a:gd name="T10" fmla="*/ 77 w 77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8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5"/>
                    <a:pt x="0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77" y="5"/>
                    <a:pt x="77" y="2"/>
                    <a:pt x="77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îšľîḓé">
              <a:extLst>
                <a:ext uri="{FF2B5EF4-FFF2-40B4-BE49-F238E27FC236}">
                  <a16:creationId xmlns:a16="http://schemas.microsoft.com/office/drawing/2014/main" id="{5C196EA3-E126-49BA-A454-031842FB7323}"/>
                </a:ext>
              </a:extLst>
            </p:cNvPr>
            <p:cNvSpPr/>
            <p:nvPr/>
          </p:nvSpPr>
          <p:spPr bwMode="auto">
            <a:xfrm>
              <a:off x="4079876" y="4165600"/>
              <a:ext cx="115888" cy="68263"/>
            </a:xfrm>
            <a:custGeom>
              <a:avLst/>
              <a:gdLst>
                <a:gd name="T0" fmla="*/ 35 w 35"/>
                <a:gd name="T1" fmla="*/ 0 h 21"/>
                <a:gd name="T2" fmla="*/ 0 w 35"/>
                <a:gd name="T3" fmla="*/ 13 h 21"/>
                <a:gd name="T4" fmla="*/ 0 w 35"/>
                <a:gd name="T5" fmla="*/ 14 h 21"/>
                <a:gd name="T6" fmla="*/ 3 w 35"/>
                <a:gd name="T7" fmla="*/ 21 h 21"/>
                <a:gd name="T8" fmla="*/ 35 w 35"/>
                <a:gd name="T9" fmla="*/ 8 h 21"/>
                <a:gd name="T10" fmla="*/ 35 w 35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21">
                  <a:moveTo>
                    <a:pt x="35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2" y="19"/>
                    <a:pt x="3" y="21"/>
                  </a:cubicBezTo>
                  <a:cubicBezTo>
                    <a:pt x="35" y="8"/>
                    <a:pt x="35" y="8"/>
                    <a:pt x="35" y="8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îS1ïḍê">
              <a:extLst>
                <a:ext uri="{FF2B5EF4-FFF2-40B4-BE49-F238E27FC236}">
                  <a16:creationId xmlns:a16="http://schemas.microsoft.com/office/drawing/2014/main" id="{83C15CE0-5EEF-4D03-8594-C59D4DA4E94B}"/>
                </a:ext>
              </a:extLst>
            </p:cNvPr>
            <p:cNvSpPr/>
            <p:nvPr/>
          </p:nvSpPr>
          <p:spPr bwMode="auto">
            <a:xfrm>
              <a:off x="7775576" y="4046538"/>
              <a:ext cx="187325" cy="85725"/>
            </a:xfrm>
            <a:custGeom>
              <a:avLst/>
              <a:gdLst>
                <a:gd name="T0" fmla="*/ 0 w 57"/>
                <a:gd name="T1" fmla="*/ 6 h 26"/>
                <a:gd name="T2" fmla="*/ 55 w 57"/>
                <a:gd name="T3" fmla="*/ 26 h 26"/>
                <a:gd name="T4" fmla="*/ 57 w 57"/>
                <a:gd name="T5" fmla="*/ 20 h 26"/>
                <a:gd name="T6" fmla="*/ 1 w 57"/>
                <a:gd name="T7" fmla="*/ 0 h 26"/>
                <a:gd name="T8" fmla="*/ 0 w 57"/>
                <a:gd name="T9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26">
                  <a:moveTo>
                    <a:pt x="0" y="6"/>
                  </a:moveTo>
                  <a:cubicBezTo>
                    <a:pt x="55" y="26"/>
                    <a:pt x="55" y="26"/>
                    <a:pt x="55" y="26"/>
                  </a:cubicBezTo>
                  <a:cubicBezTo>
                    <a:pt x="56" y="24"/>
                    <a:pt x="57" y="22"/>
                    <a:pt x="57" y="2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1" y="4"/>
                    <a:pt x="0" y="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ïṩḷïdê">
              <a:extLst>
                <a:ext uri="{FF2B5EF4-FFF2-40B4-BE49-F238E27FC236}">
                  <a16:creationId xmlns:a16="http://schemas.microsoft.com/office/drawing/2014/main" id="{E09B3CB8-75A9-45B5-ADB5-6EB422CA0E1C}"/>
                </a:ext>
              </a:extLst>
            </p:cNvPr>
            <p:cNvSpPr/>
            <p:nvPr/>
          </p:nvSpPr>
          <p:spPr bwMode="auto">
            <a:xfrm>
              <a:off x="4559301" y="4708525"/>
              <a:ext cx="273050" cy="254000"/>
            </a:xfrm>
            <a:custGeom>
              <a:avLst/>
              <a:gdLst>
                <a:gd name="T0" fmla="*/ 72 w 83"/>
                <a:gd name="T1" fmla="*/ 0 h 77"/>
                <a:gd name="T2" fmla="*/ 0 w 83"/>
                <a:gd name="T3" fmla="*/ 72 h 77"/>
                <a:gd name="T4" fmla="*/ 1 w 83"/>
                <a:gd name="T5" fmla="*/ 72 h 77"/>
                <a:gd name="T6" fmla="*/ 6 w 83"/>
                <a:gd name="T7" fmla="*/ 77 h 77"/>
                <a:gd name="T8" fmla="*/ 83 w 83"/>
                <a:gd name="T9" fmla="*/ 0 h 77"/>
                <a:gd name="T10" fmla="*/ 72 w 83"/>
                <a:gd name="T11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77">
                  <a:moveTo>
                    <a:pt x="72" y="0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2" y="74"/>
                    <a:pt x="4" y="76"/>
                    <a:pt x="6" y="77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isľiḑe">
              <a:extLst>
                <a:ext uri="{FF2B5EF4-FFF2-40B4-BE49-F238E27FC236}">
                  <a16:creationId xmlns:a16="http://schemas.microsoft.com/office/drawing/2014/main" id="{E24F99FF-F830-4C61-9BFB-52A488668B00}"/>
                </a:ext>
              </a:extLst>
            </p:cNvPr>
            <p:cNvSpPr/>
            <p:nvPr/>
          </p:nvSpPr>
          <p:spPr bwMode="auto">
            <a:xfrm>
              <a:off x="6078538" y="1268413"/>
              <a:ext cx="25400" cy="557213"/>
            </a:xfrm>
            <a:custGeom>
              <a:avLst/>
              <a:gdLst>
                <a:gd name="T0" fmla="*/ 8 w 8"/>
                <a:gd name="T1" fmla="*/ 169 h 169"/>
                <a:gd name="T2" fmla="*/ 8 w 8"/>
                <a:gd name="T3" fmla="*/ 0 h 169"/>
                <a:gd name="T4" fmla="*/ 7 w 8"/>
                <a:gd name="T5" fmla="*/ 0 h 169"/>
                <a:gd name="T6" fmla="*/ 0 w 8"/>
                <a:gd name="T7" fmla="*/ 0 h 169"/>
                <a:gd name="T8" fmla="*/ 0 w 8"/>
                <a:gd name="T9" fmla="*/ 169 h 169"/>
                <a:gd name="T10" fmla="*/ 8 w 8"/>
                <a:gd name="T11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69">
                  <a:moveTo>
                    <a:pt x="8" y="16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2" y="0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lnTo>
                    <a:pt x="8" y="16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ïṡľïḍè">
              <a:extLst>
                <a:ext uri="{FF2B5EF4-FFF2-40B4-BE49-F238E27FC236}">
                  <a16:creationId xmlns:a16="http://schemas.microsoft.com/office/drawing/2014/main" id="{E04FFFE4-3A35-41CD-9751-648C43A5E62D}"/>
                </a:ext>
              </a:extLst>
            </p:cNvPr>
            <p:cNvSpPr/>
            <p:nvPr/>
          </p:nvSpPr>
          <p:spPr bwMode="auto">
            <a:xfrm>
              <a:off x="5375276" y="4702175"/>
              <a:ext cx="239713" cy="587375"/>
            </a:xfrm>
            <a:custGeom>
              <a:avLst/>
              <a:gdLst>
                <a:gd name="T0" fmla="*/ 67 w 73"/>
                <a:gd name="T1" fmla="*/ 0 h 178"/>
                <a:gd name="T2" fmla="*/ 0 w 73"/>
                <a:gd name="T3" fmla="*/ 176 h 178"/>
                <a:gd name="T4" fmla="*/ 6 w 73"/>
                <a:gd name="T5" fmla="*/ 178 h 178"/>
                <a:gd name="T6" fmla="*/ 73 w 73"/>
                <a:gd name="T7" fmla="*/ 3 h 178"/>
                <a:gd name="T8" fmla="*/ 67 w 73"/>
                <a:gd name="T9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78">
                  <a:moveTo>
                    <a:pt x="67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2" y="177"/>
                    <a:pt x="4" y="177"/>
                    <a:pt x="6" y="178"/>
                  </a:cubicBezTo>
                  <a:cubicBezTo>
                    <a:pt x="73" y="3"/>
                    <a:pt x="73" y="3"/>
                    <a:pt x="73" y="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ïSļidè">
              <a:extLst>
                <a:ext uri="{FF2B5EF4-FFF2-40B4-BE49-F238E27FC236}">
                  <a16:creationId xmlns:a16="http://schemas.microsoft.com/office/drawing/2014/main" id="{A02221D7-63B5-4742-A031-35C43746DAF4}"/>
                </a:ext>
              </a:extLst>
            </p:cNvPr>
            <p:cNvSpPr/>
            <p:nvPr/>
          </p:nvSpPr>
          <p:spPr bwMode="auto">
            <a:xfrm>
              <a:off x="6081713" y="4768850"/>
              <a:ext cx="19050" cy="649288"/>
            </a:xfrm>
            <a:custGeom>
              <a:avLst/>
              <a:gdLst>
                <a:gd name="T0" fmla="*/ 0 w 6"/>
                <a:gd name="T1" fmla="*/ 0 h 197"/>
                <a:gd name="T2" fmla="*/ 0 w 6"/>
                <a:gd name="T3" fmla="*/ 197 h 197"/>
                <a:gd name="T4" fmla="*/ 6 w 6"/>
                <a:gd name="T5" fmla="*/ 196 h 197"/>
                <a:gd name="T6" fmla="*/ 6 w 6"/>
                <a:gd name="T7" fmla="*/ 0 h 197"/>
                <a:gd name="T8" fmla="*/ 0 w 6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97">
                  <a:moveTo>
                    <a:pt x="0" y="0"/>
                  </a:moveTo>
                  <a:cubicBezTo>
                    <a:pt x="0" y="197"/>
                    <a:pt x="0" y="197"/>
                    <a:pt x="0" y="197"/>
                  </a:cubicBezTo>
                  <a:cubicBezTo>
                    <a:pt x="2" y="197"/>
                    <a:pt x="4" y="197"/>
                    <a:pt x="6" y="196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îşḷïḍé">
              <a:extLst>
                <a:ext uri="{FF2B5EF4-FFF2-40B4-BE49-F238E27FC236}">
                  <a16:creationId xmlns:a16="http://schemas.microsoft.com/office/drawing/2014/main" id="{26767BC9-1853-4222-A5E4-9F1E2892982E}"/>
                </a:ext>
              </a:extLst>
            </p:cNvPr>
            <p:cNvSpPr/>
            <p:nvPr/>
          </p:nvSpPr>
          <p:spPr bwMode="auto">
            <a:xfrm>
              <a:off x="6626226" y="4748213"/>
              <a:ext cx="230188" cy="523875"/>
            </a:xfrm>
            <a:custGeom>
              <a:avLst/>
              <a:gdLst>
                <a:gd name="T0" fmla="*/ 6 w 70"/>
                <a:gd name="T1" fmla="*/ 0 h 159"/>
                <a:gd name="T2" fmla="*/ 0 w 70"/>
                <a:gd name="T3" fmla="*/ 2 h 159"/>
                <a:gd name="T4" fmla="*/ 64 w 70"/>
                <a:gd name="T5" fmla="*/ 159 h 159"/>
                <a:gd name="T6" fmla="*/ 70 w 70"/>
                <a:gd name="T7" fmla="*/ 156 h 159"/>
                <a:gd name="T8" fmla="*/ 6 w 70"/>
                <a:gd name="T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9">
                  <a:moveTo>
                    <a:pt x="6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6" y="158"/>
                    <a:pt x="68" y="157"/>
                    <a:pt x="70" y="156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îṥľîde">
              <a:extLst>
                <a:ext uri="{FF2B5EF4-FFF2-40B4-BE49-F238E27FC236}">
                  <a16:creationId xmlns:a16="http://schemas.microsoft.com/office/drawing/2014/main" id="{F82FCA82-BFB4-496B-A81C-9D168D6F6044}"/>
                </a:ext>
              </a:extLst>
            </p:cNvPr>
            <p:cNvSpPr/>
            <p:nvPr/>
          </p:nvSpPr>
          <p:spPr bwMode="auto">
            <a:xfrm>
              <a:off x="7081838" y="2017713"/>
              <a:ext cx="431800" cy="427038"/>
            </a:xfrm>
            <a:custGeom>
              <a:avLst/>
              <a:gdLst>
                <a:gd name="T0" fmla="*/ 4 w 131"/>
                <a:gd name="T1" fmla="*/ 130 h 130"/>
                <a:gd name="T2" fmla="*/ 131 w 131"/>
                <a:gd name="T3" fmla="*/ 4 h 130"/>
                <a:gd name="T4" fmla="*/ 126 w 131"/>
                <a:gd name="T5" fmla="*/ 0 h 130"/>
                <a:gd name="T6" fmla="*/ 0 w 131"/>
                <a:gd name="T7" fmla="*/ 126 h 130"/>
                <a:gd name="T8" fmla="*/ 4 w 131"/>
                <a:gd name="T9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30">
                  <a:moveTo>
                    <a:pt x="4" y="130"/>
                  </a:moveTo>
                  <a:cubicBezTo>
                    <a:pt x="131" y="4"/>
                    <a:pt x="131" y="4"/>
                    <a:pt x="131" y="4"/>
                  </a:cubicBezTo>
                  <a:cubicBezTo>
                    <a:pt x="129" y="3"/>
                    <a:pt x="128" y="1"/>
                    <a:pt x="126" y="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4" y="13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íṥļiḍè">
              <a:extLst>
                <a:ext uri="{FF2B5EF4-FFF2-40B4-BE49-F238E27FC236}">
                  <a16:creationId xmlns:a16="http://schemas.microsoft.com/office/drawing/2014/main" id="{0140B4F4-493C-4F6F-956B-7C50FE499D15}"/>
                </a:ext>
              </a:extLst>
            </p:cNvPr>
            <p:cNvSpPr/>
            <p:nvPr/>
          </p:nvSpPr>
          <p:spPr bwMode="auto">
            <a:xfrm>
              <a:off x="5295901" y="1516063"/>
              <a:ext cx="263525" cy="547688"/>
            </a:xfrm>
            <a:custGeom>
              <a:avLst/>
              <a:gdLst>
                <a:gd name="T0" fmla="*/ 80 w 80"/>
                <a:gd name="T1" fmla="*/ 163 h 166"/>
                <a:gd name="T2" fmla="*/ 6 w 80"/>
                <a:gd name="T3" fmla="*/ 0 h 166"/>
                <a:gd name="T4" fmla="*/ 0 w 80"/>
                <a:gd name="T5" fmla="*/ 3 h 166"/>
                <a:gd name="T6" fmla="*/ 74 w 80"/>
                <a:gd name="T7" fmla="*/ 166 h 166"/>
                <a:gd name="T8" fmla="*/ 80 w 80"/>
                <a:gd name="T9" fmla="*/ 16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166">
                  <a:moveTo>
                    <a:pt x="80" y="163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74" y="166"/>
                    <a:pt x="74" y="166"/>
                    <a:pt x="74" y="166"/>
                  </a:cubicBezTo>
                  <a:lnTo>
                    <a:pt x="80" y="16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iṩliḓè">
              <a:extLst>
                <a:ext uri="{FF2B5EF4-FFF2-40B4-BE49-F238E27FC236}">
                  <a16:creationId xmlns:a16="http://schemas.microsoft.com/office/drawing/2014/main" id="{54B067C1-CE30-4978-B699-21590C3C63D0}"/>
                </a:ext>
              </a:extLst>
            </p:cNvPr>
            <p:cNvSpPr/>
            <p:nvPr/>
          </p:nvSpPr>
          <p:spPr bwMode="auto">
            <a:xfrm>
              <a:off x="4681538" y="2009775"/>
              <a:ext cx="376238" cy="379413"/>
            </a:xfrm>
            <a:custGeom>
              <a:avLst/>
              <a:gdLst>
                <a:gd name="T0" fmla="*/ 114 w 114"/>
                <a:gd name="T1" fmla="*/ 110 h 115"/>
                <a:gd name="T2" fmla="*/ 4 w 114"/>
                <a:gd name="T3" fmla="*/ 0 h 115"/>
                <a:gd name="T4" fmla="*/ 0 w 114"/>
                <a:gd name="T5" fmla="*/ 5 h 115"/>
                <a:gd name="T6" fmla="*/ 109 w 114"/>
                <a:gd name="T7" fmla="*/ 115 h 115"/>
                <a:gd name="T8" fmla="*/ 114 w 114"/>
                <a:gd name="T9" fmla="*/ 11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5">
                  <a:moveTo>
                    <a:pt x="114" y="11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2"/>
                    <a:pt x="1" y="3"/>
                    <a:pt x="0" y="5"/>
                  </a:cubicBezTo>
                  <a:cubicBezTo>
                    <a:pt x="109" y="115"/>
                    <a:pt x="109" y="115"/>
                    <a:pt x="109" y="115"/>
                  </a:cubicBezTo>
                  <a:lnTo>
                    <a:pt x="114" y="1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06" name="5665b5f2-dca1-4fb2-9947-1223cd3d272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1789E89-CEAF-4417-BB48-50F7A3C8B925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846644" y="2832603"/>
            <a:ext cx="1737122" cy="1330663"/>
            <a:chOff x="3778250" y="1655763"/>
            <a:chExt cx="4633913" cy="3549650"/>
          </a:xfrm>
        </p:grpSpPr>
        <p:sp>
          <p:nvSpPr>
            <p:cNvPr id="107" name="iṧļîďè">
              <a:extLst>
                <a:ext uri="{FF2B5EF4-FFF2-40B4-BE49-F238E27FC236}">
                  <a16:creationId xmlns:a16="http://schemas.microsoft.com/office/drawing/2014/main" id="{915BE218-1177-45F3-99B4-427D6E787D0C}"/>
                </a:ext>
              </a:extLst>
            </p:cNvPr>
            <p:cNvSpPr/>
            <p:nvPr/>
          </p:nvSpPr>
          <p:spPr bwMode="auto">
            <a:xfrm>
              <a:off x="4203700" y="2009776"/>
              <a:ext cx="3783013" cy="2492375"/>
            </a:xfrm>
            <a:custGeom>
              <a:avLst/>
              <a:gdLst>
                <a:gd name="T0" fmla="*/ 1672 w 1672"/>
                <a:gd name="T1" fmla="*/ 1103 h 1103"/>
                <a:gd name="T2" fmla="*/ 0 w 1672"/>
                <a:gd name="T3" fmla="*/ 1103 h 1103"/>
                <a:gd name="T4" fmla="*/ 0 w 1672"/>
                <a:gd name="T5" fmla="*/ 836 h 1103"/>
                <a:gd name="T6" fmla="*/ 836 w 1672"/>
                <a:gd name="T7" fmla="*/ 0 h 1103"/>
                <a:gd name="T8" fmla="*/ 1672 w 1672"/>
                <a:gd name="T9" fmla="*/ 836 h 1103"/>
                <a:gd name="T10" fmla="*/ 1672 w 1672"/>
                <a:gd name="T11" fmla="*/ 1103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2" h="1103">
                  <a:moveTo>
                    <a:pt x="1672" y="1103"/>
                  </a:moveTo>
                  <a:cubicBezTo>
                    <a:pt x="0" y="1103"/>
                    <a:pt x="0" y="1103"/>
                    <a:pt x="0" y="1103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0" y="375"/>
                    <a:pt x="375" y="0"/>
                    <a:pt x="836" y="0"/>
                  </a:cubicBezTo>
                  <a:cubicBezTo>
                    <a:pt x="1297" y="0"/>
                    <a:pt x="1672" y="375"/>
                    <a:pt x="1672" y="836"/>
                  </a:cubicBezTo>
                  <a:lnTo>
                    <a:pt x="1672" y="1103"/>
                  </a:lnTo>
                  <a:close/>
                </a:path>
              </a:pathLst>
            </a:custGeom>
            <a:solidFill>
              <a:srgbClr val="FF9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íšľíde">
              <a:extLst>
                <a:ext uri="{FF2B5EF4-FFF2-40B4-BE49-F238E27FC236}">
                  <a16:creationId xmlns:a16="http://schemas.microsoft.com/office/drawing/2014/main" id="{735703BD-CA57-494C-B475-6C2C08A1C57D}"/>
                </a:ext>
              </a:extLst>
            </p:cNvPr>
            <p:cNvSpPr/>
            <p:nvPr/>
          </p:nvSpPr>
          <p:spPr bwMode="auto">
            <a:xfrm>
              <a:off x="6094413" y="2009776"/>
              <a:ext cx="1892300" cy="2492375"/>
            </a:xfrm>
            <a:custGeom>
              <a:avLst/>
              <a:gdLst>
                <a:gd name="T0" fmla="*/ 0 w 836"/>
                <a:gd name="T1" fmla="*/ 0 h 1103"/>
                <a:gd name="T2" fmla="*/ 0 w 836"/>
                <a:gd name="T3" fmla="*/ 0 h 1103"/>
                <a:gd name="T4" fmla="*/ 0 w 836"/>
                <a:gd name="T5" fmla="*/ 1103 h 1103"/>
                <a:gd name="T6" fmla="*/ 836 w 836"/>
                <a:gd name="T7" fmla="*/ 1103 h 1103"/>
                <a:gd name="T8" fmla="*/ 836 w 836"/>
                <a:gd name="T9" fmla="*/ 836 h 1103"/>
                <a:gd name="T10" fmla="*/ 0 w 836"/>
                <a:gd name="T11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6" h="110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03"/>
                    <a:pt x="0" y="1103"/>
                    <a:pt x="0" y="1103"/>
                  </a:cubicBezTo>
                  <a:cubicBezTo>
                    <a:pt x="836" y="1103"/>
                    <a:pt x="836" y="1103"/>
                    <a:pt x="836" y="1103"/>
                  </a:cubicBezTo>
                  <a:cubicBezTo>
                    <a:pt x="836" y="836"/>
                    <a:pt x="836" y="836"/>
                    <a:pt x="836" y="836"/>
                  </a:cubicBezTo>
                  <a:cubicBezTo>
                    <a:pt x="836" y="375"/>
                    <a:pt x="461" y="0"/>
                    <a:pt x="0" y="0"/>
                  </a:cubicBezTo>
                  <a:close/>
                </a:path>
              </a:pathLst>
            </a:custGeom>
            <a:solidFill>
              <a:srgbClr val="EC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iṡḷïḍe">
              <a:extLst>
                <a:ext uri="{FF2B5EF4-FFF2-40B4-BE49-F238E27FC236}">
                  <a16:creationId xmlns:a16="http://schemas.microsoft.com/office/drawing/2014/main" id="{4BA8362E-A131-4B4A-B72D-7A8668300596}"/>
                </a:ext>
              </a:extLst>
            </p:cNvPr>
            <p:cNvSpPr/>
            <p:nvPr/>
          </p:nvSpPr>
          <p:spPr bwMode="auto">
            <a:xfrm>
              <a:off x="4768850" y="2009776"/>
              <a:ext cx="2651125" cy="2492375"/>
            </a:xfrm>
            <a:custGeom>
              <a:avLst/>
              <a:gdLst>
                <a:gd name="T0" fmla="*/ 0 w 1172"/>
                <a:gd name="T1" fmla="*/ 240 h 1103"/>
                <a:gd name="T2" fmla="*/ 0 w 1172"/>
                <a:gd name="T3" fmla="*/ 1103 h 1103"/>
                <a:gd name="T4" fmla="*/ 1172 w 1172"/>
                <a:gd name="T5" fmla="*/ 1103 h 1103"/>
                <a:gd name="T6" fmla="*/ 1172 w 1172"/>
                <a:gd name="T7" fmla="*/ 240 h 1103"/>
                <a:gd name="T8" fmla="*/ 586 w 1172"/>
                <a:gd name="T9" fmla="*/ 0 h 1103"/>
                <a:gd name="T10" fmla="*/ 0 w 1172"/>
                <a:gd name="T11" fmla="*/ 24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2" h="1103">
                  <a:moveTo>
                    <a:pt x="0" y="240"/>
                  </a:moveTo>
                  <a:cubicBezTo>
                    <a:pt x="0" y="1103"/>
                    <a:pt x="0" y="1103"/>
                    <a:pt x="0" y="1103"/>
                  </a:cubicBezTo>
                  <a:cubicBezTo>
                    <a:pt x="1172" y="1103"/>
                    <a:pt x="1172" y="1103"/>
                    <a:pt x="1172" y="1103"/>
                  </a:cubicBezTo>
                  <a:cubicBezTo>
                    <a:pt x="1172" y="240"/>
                    <a:pt x="1172" y="240"/>
                    <a:pt x="1172" y="240"/>
                  </a:cubicBezTo>
                  <a:cubicBezTo>
                    <a:pt x="1021" y="92"/>
                    <a:pt x="814" y="0"/>
                    <a:pt x="586" y="0"/>
                  </a:cubicBezTo>
                  <a:cubicBezTo>
                    <a:pt x="358" y="0"/>
                    <a:pt x="151" y="92"/>
                    <a:pt x="0" y="240"/>
                  </a:cubicBezTo>
                  <a:close/>
                </a:path>
              </a:pathLst>
            </a:custGeom>
            <a:solidFill>
              <a:srgbClr val="FFB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ï$líḑê">
              <a:extLst>
                <a:ext uri="{FF2B5EF4-FFF2-40B4-BE49-F238E27FC236}">
                  <a16:creationId xmlns:a16="http://schemas.microsoft.com/office/drawing/2014/main" id="{61560E53-7DC2-4F0B-81D9-F1BEC270DCE8}"/>
                </a:ext>
              </a:extLst>
            </p:cNvPr>
            <p:cNvSpPr/>
            <p:nvPr/>
          </p:nvSpPr>
          <p:spPr bwMode="auto">
            <a:xfrm>
              <a:off x="6094413" y="2009776"/>
              <a:ext cx="1325563" cy="2492375"/>
            </a:xfrm>
            <a:custGeom>
              <a:avLst/>
              <a:gdLst>
                <a:gd name="T0" fmla="*/ 0 w 586"/>
                <a:gd name="T1" fmla="*/ 0 h 1103"/>
                <a:gd name="T2" fmla="*/ 0 w 586"/>
                <a:gd name="T3" fmla="*/ 1103 h 1103"/>
                <a:gd name="T4" fmla="*/ 586 w 586"/>
                <a:gd name="T5" fmla="*/ 1103 h 1103"/>
                <a:gd name="T6" fmla="*/ 586 w 586"/>
                <a:gd name="T7" fmla="*/ 240 h 1103"/>
                <a:gd name="T8" fmla="*/ 0 w 586"/>
                <a:gd name="T9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6" h="1103">
                  <a:moveTo>
                    <a:pt x="0" y="0"/>
                  </a:moveTo>
                  <a:cubicBezTo>
                    <a:pt x="0" y="1103"/>
                    <a:pt x="0" y="1103"/>
                    <a:pt x="0" y="1103"/>
                  </a:cubicBezTo>
                  <a:cubicBezTo>
                    <a:pt x="586" y="1103"/>
                    <a:pt x="586" y="1103"/>
                    <a:pt x="586" y="1103"/>
                  </a:cubicBezTo>
                  <a:cubicBezTo>
                    <a:pt x="586" y="240"/>
                    <a:pt x="586" y="240"/>
                    <a:pt x="586" y="240"/>
                  </a:cubicBezTo>
                  <a:cubicBezTo>
                    <a:pt x="435" y="92"/>
                    <a:pt x="228" y="0"/>
                    <a:pt x="0" y="0"/>
                  </a:cubicBezTo>
                  <a:close/>
                </a:path>
              </a:pathLst>
            </a:custGeom>
            <a:solidFill>
              <a:srgbClr val="FF9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ïṧļiďé">
              <a:extLst>
                <a:ext uri="{FF2B5EF4-FFF2-40B4-BE49-F238E27FC236}">
                  <a16:creationId xmlns:a16="http://schemas.microsoft.com/office/drawing/2014/main" id="{0530E0E8-49EA-4E5A-8822-499B65E283AD}"/>
                </a:ext>
              </a:extLst>
            </p:cNvPr>
            <p:cNvSpPr/>
            <p:nvPr/>
          </p:nvSpPr>
          <p:spPr bwMode="auto">
            <a:xfrm>
              <a:off x="5676900" y="1655763"/>
              <a:ext cx="836613" cy="2846388"/>
            </a:xfrm>
            <a:custGeom>
              <a:avLst/>
              <a:gdLst>
                <a:gd name="T0" fmla="*/ 370 w 370"/>
                <a:gd name="T1" fmla="*/ 1260 h 1260"/>
                <a:gd name="T2" fmla="*/ 0 w 370"/>
                <a:gd name="T3" fmla="*/ 1260 h 1260"/>
                <a:gd name="T4" fmla="*/ 0 w 370"/>
                <a:gd name="T5" fmla="*/ 185 h 1260"/>
                <a:gd name="T6" fmla="*/ 185 w 370"/>
                <a:gd name="T7" fmla="*/ 0 h 1260"/>
                <a:gd name="T8" fmla="*/ 370 w 370"/>
                <a:gd name="T9" fmla="*/ 185 h 1260"/>
                <a:gd name="T10" fmla="*/ 370 w 370"/>
                <a:gd name="T11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0" h="1260">
                  <a:moveTo>
                    <a:pt x="370" y="1260"/>
                  </a:moveTo>
                  <a:cubicBezTo>
                    <a:pt x="0" y="1260"/>
                    <a:pt x="0" y="1260"/>
                    <a:pt x="0" y="126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83"/>
                    <a:pt x="83" y="0"/>
                    <a:pt x="185" y="0"/>
                  </a:cubicBezTo>
                  <a:cubicBezTo>
                    <a:pt x="287" y="0"/>
                    <a:pt x="370" y="83"/>
                    <a:pt x="370" y="185"/>
                  </a:cubicBezTo>
                  <a:lnTo>
                    <a:pt x="370" y="1260"/>
                  </a:lnTo>
                  <a:close/>
                </a:path>
              </a:pathLst>
            </a:custGeom>
            <a:solidFill>
              <a:srgbClr val="FFD2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iṩlíḑé">
              <a:extLst>
                <a:ext uri="{FF2B5EF4-FFF2-40B4-BE49-F238E27FC236}">
                  <a16:creationId xmlns:a16="http://schemas.microsoft.com/office/drawing/2014/main" id="{FA5B1772-B813-489B-B54B-2EF25D1A6C6B}"/>
                </a:ext>
              </a:extLst>
            </p:cNvPr>
            <p:cNvSpPr/>
            <p:nvPr/>
          </p:nvSpPr>
          <p:spPr bwMode="auto">
            <a:xfrm>
              <a:off x="6094413" y="1655763"/>
              <a:ext cx="419100" cy="2846388"/>
            </a:xfrm>
            <a:custGeom>
              <a:avLst/>
              <a:gdLst>
                <a:gd name="T0" fmla="*/ 0 w 185"/>
                <a:gd name="T1" fmla="*/ 0 h 1260"/>
                <a:gd name="T2" fmla="*/ 0 w 185"/>
                <a:gd name="T3" fmla="*/ 0 h 1260"/>
                <a:gd name="T4" fmla="*/ 0 w 185"/>
                <a:gd name="T5" fmla="*/ 1260 h 1260"/>
                <a:gd name="T6" fmla="*/ 185 w 185"/>
                <a:gd name="T7" fmla="*/ 1260 h 1260"/>
                <a:gd name="T8" fmla="*/ 185 w 185"/>
                <a:gd name="T9" fmla="*/ 185 h 1260"/>
                <a:gd name="T10" fmla="*/ 0 w 185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26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60"/>
                    <a:pt x="0" y="1260"/>
                    <a:pt x="0" y="1260"/>
                  </a:cubicBezTo>
                  <a:cubicBezTo>
                    <a:pt x="185" y="1260"/>
                    <a:pt x="185" y="1260"/>
                    <a:pt x="185" y="1260"/>
                  </a:cubicBezTo>
                  <a:cubicBezTo>
                    <a:pt x="185" y="185"/>
                    <a:pt x="185" y="185"/>
                    <a:pt x="185" y="185"/>
                  </a:cubicBezTo>
                  <a:cubicBezTo>
                    <a:pt x="185" y="83"/>
                    <a:pt x="102" y="0"/>
                    <a:pt x="0" y="0"/>
                  </a:cubicBezTo>
                  <a:close/>
                </a:path>
              </a:pathLst>
            </a:custGeom>
            <a:solidFill>
              <a:srgbClr val="FFB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ïSļiḍe">
              <a:extLst>
                <a:ext uri="{FF2B5EF4-FFF2-40B4-BE49-F238E27FC236}">
                  <a16:creationId xmlns:a16="http://schemas.microsoft.com/office/drawing/2014/main" id="{61F0CE69-B19F-44F2-9E25-968D4E146382}"/>
                </a:ext>
              </a:extLst>
            </p:cNvPr>
            <p:cNvSpPr/>
            <p:nvPr/>
          </p:nvSpPr>
          <p:spPr bwMode="auto">
            <a:xfrm>
              <a:off x="3778250" y="4367213"/>
              <a:ext cx="4633913" cy="838200"/>
            </a:xfrm>
            <a:custGeom>
              <a:avLst/>
              <a:gdLst>
                <a:gd name="T0" fmla="*/ 1868 w 2048"/>
                <a:gd name="T1" fmla="*/ 371 h 371"/>
                <a:gd name="T2" fmla="*/ 180 w 2048"/>
                <a:gd name="T3" fmla="*/ 371 h 371"/>
                <a:gd name="T4" fmla="*/ 0 w 2048"/>
                <a:gd name="T5" fmla="*/ 191 h 371"/>
                <a:gd name="T6" fmla="*/ 0 w 2048"/>
                <a:gd name="T7" fmla="*/ 180 h 371"/>
                <a:gd name="T8" fmla="*/ 180 w 2048"/>
                <a:gd name="T9" fmla="*/ 0 h 371"/>
                <a:gd name="T10" fmla="*/ 1868 w 2048"/>
                <a:gd name="T11" fmla="*/ 0 h 371"/>
                <a:gd name="T12" fmla="*/ 2048 w 2048"/>
                <a:gd name="T13" fmla="*/ 180 h 371"/>
                <a:gd name="T14" fmla="*/ 2048 w 2048"/>
                <a:gd name="T15" fmla="*/ 191 h 371"/>
                <a:gd name="T16" fmla="*/ 1868 w 2048"/>
                <a:gd name="T17" fmla="*/ 371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8" h="371">
                  <a:moveTo>
                    <a:pt x="1868" y="371"/>
                  </a:moveTo>
                  <a:cubicBezTo>
                    <a:pt x="180" y="371"/>
                    <a:pt x="180" y="371"/>
                    <a:pt x="180" y="371"/>
                  </a:cubicBezTo>
                  <a:cubicBezTo>
                    <a:pt x="81" y="371"/>
                    <a:pt x="0" y="290"/>
                    <a:pt x="0" y="191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868" y="0"/>
                    <a:pt x="1868" y="0"/>
                    <a:pt x="1868" y="0"/>
                  </a:cubicBezTo>
                  <a:cubicBezTo>
                    <a:pt x="1967" y="0"/>
                    <a:pt x="2048" y="81"/>
                    <a:pt x="2048" y="180"/>
                  </a:cubicBezTo>
                  <a:cubicBezTo>
                    <a:pt x="2048" y="191"/>
                    <a:pt x="2048" y="191"/>
                    <a:pt x="2048" y="191"/>
                  </a:cubicBezTo>
                  <a:cubicBezTo>
                    <a:pt x="2048" y="290"/>
                    <a:pt x="1967" y="371"/>
                    <a:pt x="1868" y="371"/>
                  </a:cubicBezTo>
                  <a:close/>
                </a:path>
              </a:pathLst>
            </a:custGeom>
            <a:solidFill>
              <a:srgbClr val="FFF3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îṧľíďe">
              <a:extLst>
                <a:ext uri="{FF2B5EF4-FFF2-40B4-BE49-F238E27FC236}">
                  <a16:creationId xmlns:a16="http://schemas.microsoft.com/office/drawing/2014/main" id="{6596A698-54D6-4BBC-926B-86B6F6121608}"/>
                </a:ext>
              </a:extLst>
            </p:cNvPr>
            <p:cNvSpPr/>
            <p:nvPr/>
          </p:nvSpPr>
          <p:spPr bwMode="auto">
            <a:xfrm>
              <a:off x="6094413" y="4367213"/>
              <a:ext cx="2317750" cy="838200"/>
            </a:xfrm>
            <a:custGeom>
              <a:avLst/>
              <a:gdLst>
                <a:gd name="T0" fmla="*/ 844 w 1024"/>
                <a:gd name="T1" fmla="*/ 0 h 371"/>
                <a:gd name="T2" fmla="*/ 0 w 1024"/>
                <a:gd name="T3" fmla="*/ 0 h 371"/>
                <a:gd name="T4" fmla="*/ 0 w 1024"/>
                <a:gd name="T5" fmla="*/ 371 h 371"/>
                <a:gd name="T6" fmla="*/ 844 w 1024"/>
                <a:gd name="T7" fmla="*/ 371 h 371"/>
                <a:gd name="T8" fmla="*/ 1024 w 1024"/>
                <a:gd name="T9" fmla="*/ 191 h 371"/>
                <a:gd name="T10" fmla="*/ 1024 w 1024"/>
                <a:gd name="T11" fmla="*/ 180 h 371"/>
                <a:gd name="T12" fmla="*/ 844 w 1024"/>
                <a:gd name="T1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4" h="371">
                  <a:moveTo>
                    <a:pt x="8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71"/>
                    <a:pt x="0" y="371"/>
                    <a:pt x="0" y="371"/>
                  </a:cubicBezTo>
                  <a:cubicBezTo>
                    <a:pt x="844" y="371"/>
                    <a:pt x="844" y="371"/>
                    <a:pt x="844" y="371"/>
                  </a:cubicBezTo>
                  <a:cubicBezTo>
                    <a:pt x="943" y="371"/>
                    <a:pt x="1024" y="290"/>
                    <a:pt x="1024" y="191"/>
                  </a:cubicBezTo>
                  <a:cubicBezTo>
                    <a:pt x="1024" y="180"/>
                    <a:pt x="1024" y="180"/>
                    <a:pt x="1024" y="180"/>
                  </a:cubicBezTo>
                  <a:cubicBezTo>
                    <a:pt x="1024" y="81"/>
                    <a:pt x="943" y="0"/>
                    <a:pt x="844" y="0"/>
                  </a:cubicBezTo>
                  <a:close/>
                </a:path>
              </a:pathLst>
            </a:custGeom>
            <a:solidFill>
              <a:srgbClr val="FFD2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5" name="7f89e2cd-8591-4eee-972e-67da696c74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FE2B00F-5DC8-4A4E-BB8D-50898B76B5E7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4396044" y="237068"/>
            <a:ext cx="1610144" cy="1392792"/>
            <a:chOff x="3314700" y="1022351"/>
            <a:chExt cx="5562601" cy="4811712"/>
          </a:xfrm>
        </p:grpSpPr>
        <p:sp>
          <p:nvSpPr>
            <p:cNvPr id="116" name="îś1iḍé">
              <a:extLst>
                <a:ext uri="{FF2B5EF4-FFF2-40B4-BE49-F238E27FC236}">
                  <a16:creationId xmlns:a16="http://schemas.microsoft.com/office/drawing/2014/main" id="{2C64635A-0E70-46D4-9779-6B8955576A86}"/>
                </a:ext>
              </a:extLst>
            </p:cNvPr>
            <p:cNvSpPr/>
            <p:nvPr/>
          </p:nvSpPr>
          <p:spPr bwMode="auto">
            <a:xfrm>
              <a:off x="4308475" y="1022351"/>
              <a:ext cx="3597275" cy="4630738"/>
            </a:xfrm>
            <a:custGeom>
              <a:avLst/>
              <a:gdLst>
                <a:gd name="T0" fmla="*/ 318 w 2224"/>
                <a:gd name="T1" fmla="*/ 1873 h 2865"/>
                <a:gd name="T2" fmla="*/ 305 w 2224"/>
                <a:gd name="T3" fmla="*/ 1898 h 2865"/>
                <a:gd name="T4" fmla="*/ 302 w 2224"/>
                <a:gd name="T5" fmla="*/ 1902 h 2865"/>
                <a:gd name="T6" fmla="*/ 353 w 2224"/>
                <a:gd name="T7" fmla="*/ 2004 h 2865"/>
                <a:gd name="T8" fmla="*/ 364 w 2224"/>
                <a:gd name="T9" fmla="*/ 2000 h 2865"/>
                <a:gd name="T10" fmla="*/ 345 w 2224"/>
                <a:gd name="T11" fmla="*/ 1989 h 2865"/>
                <a:gd name="T12" fmla="*/ 361 w 2224"/>
                <a:gd name="T13" fmla="*/ 1959 h 2865"/>
                <a:gd name="T14" fmla="*/ 318 w 2224"/>
                <a:gd name="T15" fmla="*/ 1873 h 2865"/>
                <a:gd name="T16" fmla="*/ 1112 w 2224"/>
                <a:gd name="T17" fmla="*/ 0 h 2865"/>
                <a:gd name="T18" fmla="*/ 0 w 2224"/>
                <a:gd name="T19" fmla="*/ 684 h 2865"/>
                <a:gd name="T20" fmla="*/ 253 w 2224"/>
                <a:gd name="T21" fmla="*/ 1796 h 2865"/>
                <a:gd name="T22" fmla="*/ 267 w 2224"/>
                <a:gd name="T23" fmla="*/ 1759 h 2865"/>
                <a:gd name="T24" fmla="*/ 33 w 2224"/>
                <a:gd name="T25" fmla="*/ 707 h 2865"/>
                <a:gd name="T26" fmla="*/ 1112 w 2224"/>
                <a:gd name="T27" fmla="*/ 43 h 2865"/>
                <a:gd name="T28" fmla="*/ 1115 w 2224"/>
                <a:gd name="T29" fmla="*/ 45 h 2865"/>
                <a:gd name="T30" fmla="*/ 1118 w 2224"/>
                <a:gd name="T31" fmla="*/ 43 h 2865"/>
                <a:gd name="T32" fmla="*/ 2197 w 2224"/>
                <a:gd name="T33" fmla="*/ 707 h 2865"/>
                <a:gd name="T34" fmla="*/ 1118 w 2224"/>
                <a:gd name="T35" fmla="*/ 2823 h 2865"/>
                <a:gd name="T36" fmla="*/ 1115 w 2224"/>
                <a:gd name="T37" fmla="*/ 2820 h 2865"/>
                <a:gd name="T38" fmla="*/ 1112 w 2224"/>
                <a:gd name="T39" fmla="*/ 2823 h 2865"/>
                <a:gd name="T40" fmla="*/ 594 w 2224"/>
                <a:gd name="T41" fmla="*/ 2327 h 2865"/>
                <a:gd name="T42" fmla="*/ 594 w 2224"/>
                <a:gd name="T43" fmla="*/ 2337 h 2865"/>
                <a:gd name="T44" fmla="*/ 594 w 2224"/>
                <a:gd name="T45" fmla="*/ 2337 h 2865"/>
                <a:gd name="T46" fmla="*/ 595 w 2224"/>
                <a:gd name="T47" fmla="*/ 2368 h 2865"/>
                <a:gd name="T48" fmla="*/ 606 w 2224"/>
                <a:gd name="T49" fmla="*/ 2391 h 2865"/>
                <a:gd name="T50" fmla="*/ 1112 w 2224"/>
                <a:gd name="T51" fmla="*/ 2865 h 2865"/>
                <a:gd name="T52" fmla="*/ 2224 w 2224"/>
                <a:gd name="T53" fmla="*/ 684 h 2865"/>
                <a:gd name="T54" fmla="*/ 1112 w 2224"/>
                <a:gd name="T55" fmla="*/ 0 h 2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224" h="2865">
                  <a:moveTo>
                    <a:pt x="318" y="1873"/>
                  </a:moveTo>
                  <a:cubicBezTo>
                    <a:pt x="311" y="1888"/>
                    <a:pt x="305" y="1898"/>
                    <a:pt x="305" y="1898"/>
                  </a:cubicBezTo>
                  <a:cubicBezTo>
                    <a:pt x="304" y="1899"/>
                    <a:pt x="303" y="1901"/>
                    <a:pt x="302" y="1902"/>
                  </a:cubicBezTo>
                  <a:cubicBezTo>
                    <a:pt x="318" y="1936"/>
                    <a:pt x="335" y="1970"/>
                    <a:pt x="353" y="2004"/>
                  </a:cubicBezTo>
                  <a:cubicBezTo>
                    <a:pt x="364" y="2000"/>
                    <a:pt x="364" y="2000"/>
                    <a:pt x="364" y="2000"/>
                  </a:cubicBezTo>
                  <a:cubicBezTo>
                    <a:pt x="352" y="1994"/>
                    <a:pt x="345" y="1989"/>
                    <a:pt x="345" y="1989"/>
                  </a:cubicBezTo>
                  <a:cubicBezTo>
                    <a:pt x="353" y="1987"/>
                    <a:pt x="358" y="1976"/>
                    <a:pt x="361" y="1959"/>
                  </a:cubicBezTo>
                  <a:cubicBezTo>
                    <a:pt x="346" y="1930"/>
                    <a:pt x="332" y="1901"/>
                    <a:pt x="318" y="1873"/>
                  </a:cubicBezTo>
                  <a:moveTo>
                    <a:pt x="1112" y="0"/>
                  </a:moveTo>
                  <a:cubicBezTo>
                    <a:pt x="0" y="684"/>
                    <a:pt x="0" y="684"/>
                    <a:pt x="0" y="684"/>
                  </a:cubicBezTo>
                  <a:cubicBezTo>
                    <a:pt x="0" y="684"/>
                    <a:pt x="0" y="1211"/>
                    <a:pt x="253" y="1796"/>
                  </a:cubicBezTo>
                  <a:cubicBezTo>
                    <a:pt x="267" y="1759"/>
                    <a:pt x="267" y="1759"/>
                    <a:pt x="267" y="1759"/>
                  </a:cubicBezTo>
                  <a:cubicBezTo>
                    <a:pt x="33" y="1202"/>
                    <a:pt x="33" y="707"/>
                    <a:pt x="33" y="707"/>
                  </a:cubicBezTo>
                  <a:cubicBezTo>
                    <a:pt x="1112" y="43"/>
                    <a:pt x="1112" y="43"/>
                    <a:pt x="1112" y="43"/>
                  </a:cubicBezTo>
                  <a:cubicBezTo>
                    <a:pt x="1115" y="45"/>
                    <a:pt x="1115" y="45"/>
                    <a:pt x="1115" y="45"/>
                  </a:cubicBezTo>
                  <a:cubicBezTo>
                    <a:pt x="1118" y="43"/>
                    <a:pt x="1118" y="43"/>
                    <a:pt x="1118" y="43"/>
                  </a:cubicBezTo>
                  <a:cubicBezTo>
                    <a:pt x="2197" y="707"/>
                    <a:pt x="2197" y="707"/>
                    <a:pt x="2197" y="707"/>
                  </a:cubicBezTo>
                  <a:cubicBezTo>
                    <a:pt x="2197" y="707"/>
                    <a:pt x="2197" y="2076"/>
                    <a:pt x="1118" y="2823"/>
                  </a:cubicBezTo>
                  <a:cubicBezTo>
                    <a:pt x="1117" y="2822"/>
                    <a:pt x="1116" y="2821"/>
                    <a:pt x="1115" y="2820"/>
                  </a:cubicBezTo>
                  <a:cubicBezTo>
                    <a:pt x="1114" y="2821"/>
                    <a:pt x="1113" y="2822"/>
                    <a:pt x="1112" y="2823"/>
                  </a:cubicBezTo>
                  <a:cubicBezTo>
                    <a:pt x="900" y="2676"/>
                    <a:pt x="730" y="2506"/>
                    <a:pt x="594" y="2327"/>
                  </a:cubicBezTo>
                  <a:cubicBezTo>
                    <a:pt x="594" y="2337"/>
                    <a:pt x="594" y="2337"/>
                    <a:pt x="594" y="2337"/>
                  </a:cubicBezTo>
                  <a:cubicBezTo>
                    <a:pt x="594" y="2337"/>
                    <a:pt x="594" y="2337"/>
                    <a:pt x="594" y="2337"/>
                  </a:cubicBezTo>
                  <a:cubicBezTo>
                    <a:pt x="595" y="2368"/>
                    <a:pt x="595" y="2368"/>
                    <a:pt x="595" y="2368"/>
                  </a:cubicBezTo>
                  <a:cubicBezTo>
                    <a:pt x="595" y="2368"/>
                    <a:pt x="600" y="2377"/>
                    <a:pt x="606" y="2391"/>
                  </a:cubicBezTo>
                  <a:cubicBezTo>
                    <a:pt x="742" y="2562"/>
                    <a:pt x="908" y="2725"/>
                    <a:pt x="1112" y="2865"/>
                  </a:cubicBezTo>
                  <a:cubicBezTo>
                    <a:pt x="2224" y="2096"/>
                    <a:pt x="2224" y="684"/>
                    <a:pt x="2224" y="684"/>
                  </a:cubicBezTo>
                  <a:cubicBezTo>
                    <a:pt x="1112" y="0"/>
                    <a:pt x="1112" y="0"/>
                    <a:pt x="1112" y="0"/>
                  </a:cubicBezTo>
                </a:path>
              </a:pathLst>
            </a:cu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išlïḓe">
              <a:extLst>
                <a:ext uri="{FF2B5EF4-FFF2-40B4-BE49-F238E27FC236}">
                  <a16:creationId xmlns:a16="http://schemas.microsoft.com/office/drawing/2014/main" id="{53F8CB8A-40E4-4304-924F-89D40D1D45A3}"/>
                </a:ext>
              </a:extLst>
            </p:cNvPr>
            <p:cNvSpPr/>
            <p:nvPr/>
          </p:nvSpPr>
          <p:spPr bwMode="auto">
            <a:xfrm>
              <a:off x="4360863" y="1092201"/>
              <a:ext cx="3490913" cy="4492625"/>
            </a:xfrm>
            <a:custGeom>
              <a:avLst/>
              <a:gdLst>
                <a:gd name="T0" fmla="*/ 1079 w 2157"/>
                <a:gd name="T1" fmla="*/ 0 h 2780"/>
                <a:gd name="T2" fmla="*/ 0 w 2157"/>
                <a:gd name="T3" fmla="*/ 664 h 2780"/>
                <a:gd name="T4" fmla="*/ 1079 w 2157"/>
                <a:gd name="T5" fmla="*/ 2780 h 2780"/>
                <a:gd name="T6" fmla="*/ 2157 w 2157"/>
                <a:gd name="T7" fmla="*/ 664 h 2780"/>
                <a:gd name="T8" fmla="*/ 1079 w 2157"/>
                <a:gd name="T9" fmla="*/ 0 h 2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7" h="2780">
                  <a:moveTo>
                    <a:pt x="1079" y="0"/>
                  </a:moveTo>
                  <a:cubicBezTo>
                    <a:pt x="0" y="664"/>
                    <a:pt x="0" y="664"/>
                    <a:pt x="0" y="664"/>
                  </a:cubicBezTo>
                  <a:cubicBezTo>
                    <a:pt x="0" y="664"/>
                    <a:pt x="0" y="2033"/>
                    <a:pt x="1079" y="2780"/>
                  </a:cubicBezTo>
                  <a:cubicBezTo>
                    <a:pt x="2157" y="2033"/>
                    <a:pt x="2157" y="664"/>
                    <a:pt x="2157" y="664"/>
                  </a:cubicBezTo>
                  <a:cubicBezTo>
                    <a:pt x="1079" y="0"/>
                    <a:pt x="1079" y="0"/>
                    <a:pt x="107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îs1îḍé">
              <a:extLst>
                <a:ext uri="{FF2B5EF4-FFF2-40B4-BE49-F238E27FC236}">
                  <a16:creationId xmlns:a16="http://schemas.microsoft.com/office/drawing/2014/main" id="{132A21E8-ECA2-4068-9086-A577C5E51CB5}"/>
                </a:ext>
              </a:extLst>
            </p:cNvPr>
            <p:cNvSpPr/>
            <p:nvPr/>
          </p:nvSpPr>
          <p:spPr bwMode="auto">
            <a:xfrm>
              <a:off x="6111875" y="1092201"/>
              <a:ext cx="1751013" cy="4492625"/>
            </a:xfrm>
            <a:custGeom>
              <a:avLst/>
              <a:gdLst>
                <a:gd name="T0" fmla="*/ 3 w 1082"/>
                <a:gd name="T1" fmla="*/ 0 h 2780"/>
                <a:gd name="T2" fmla="*/ 0 w 1082"/>
                <a:gd name="T3" fmla="*/ 2 h 2780"/>
                <a:gd name="T4" fmla="*/ 1075 w 1082"/>
                <a:gd name="T5" fmla="*/ 664 h 2780"/>
                <a:gd name="T6" fmla="*/ 0 w 1082"/>
                <a:gd name="T7" fmla="*/ 2777 h 2780"/>
                <a:gd name="T8" fmla="*/ 3 w 1082"/>
                <a:gd name="T9" fmla="*/ 2780 h 2780"/>
                <a:gd name="T10" fmla="*/ 1082 w 1082"/>
                <a:gd name="T11" fmla="*/ 664 h 2780"/>
                <a:gd name="T12" fmla="*/ 3 w 1082"/>
                <a:gd name="T13" fmla="*/ 0 h 2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2" h="2780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075" y="664"/>
                    <a:pt x="1075" y="664"/>
                    <a:pt x="1075" y="664"/>
                  </a:cubicBezTo>
                  <a:cubicBezTo>
                    <a:pt x="1075" y="664"/>
                    <a:pt x="1075" y="2030"/>
                    <a:pt x="0" y="2777"/>
                  </a:cubicBezTo>
                  <a:cubicBezTo>
                    <a:pt x="1" y="2778"/>
                    <a:pt x="2" y="2779"/>
                    <a:pt x="3" y="2780"/>
                  </a:cubicBezTo>
                  <a:cubicBezTo>
                    <a:pt x="1082" y="2033"/>
                    <a:pt x="1082" y="664"/>
                    <a:pt x="1082" y="664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EAEA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ïṧḷidè">
              <a:extLst>
                <a:ext uri="{FF2B5EF4-FFF2-40B4-BE49-F238E27FC236}">
                  <a16:creationId xmlns:a16="http://schemas.microsoft.com/office/drawing/2014/main" id="{10FF6A1C-64E9-4A8D-9816-7AC7CEBFD813}"/>
                </a:ext>
              </a:extLst>
            </p:cNvPr>
            <p:cNvSpPr/>
            <p:nvPr/>
          </p:nvSpPr>
          <p:spPr bwMode="auto">
            <a:xfrm>
              <a:off x="6088063" y="1095376"/>
              <a:ext cx="1763713" cy="4484688"/>
            </a:xfrm>
            <a:custGeom>
              <a:avLst/>
              <a:gdLst>
                <a:gd name="T0" fmla="*/ 15 w 1090"/>
                <a:gd name="T1" fmla="*/ 0 h 2775"/>
                <a:gd name="T2" fmla="*/ 0 w 1090"/>
                <a:gd name="T3" fmla="*/ 9 h 2775"/>
                <a:gd name="T4" fmla="*/ 0 w 1090"/>
                <a:gd name="T5" fmla="*/ 2765 h 2775"/>
                <a:gd name="T6" fmla="*/ 15 w 1090"/>
                <a:gd name="T7" fmla="*/ 2775 h 2775"/>
                <a:gd name="T8" fmla="*/ 1090 w 1090"/>
                <a:gd name="T9" fmla="*/ 662 h 2775"/>
                <a:gd name="T10" fmla="*/ 15 w 1090"/>
                <a:gd name="T11" fmla="*/ 0 h 2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0" h="2775">
                  <a:moveTo>
                    <a:pt x="15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2765"/>
                    <a:pt x="0" y="2765"/>
                    <a:pt x="0" y="2765"/>
                  </a:cubicBezTo>
                  <a:cubicBezTo>
                    <a:pt x="5" y="2768"/>
                    <a:pt x="10" y="2772"/>
                    <a:pt x="15" y="2775"/>
                  </a:cubicBezTo>
                  <a:cubicBezTo>
                    <a:pt x="1090" y="2028"/>
                    <a:pt x="1090" y="662"/>
                    <a:pt x="1090" y="662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F9F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íŝḻiḑê">
              <a:extLst>
                <a:ext uri="{FF2B5EF4-FFF2-40B4-BE49-F238E27FC236}">
                  <a16:creationId xmlns:a16="http://schemas.microsoft.com/office/drawing/2014/main" id="{0EE28DB4-D1DA-4169-A37E-C0FECE9CB9D0}"/>
                </a:ext>
              </a:extLst>
            </p:cNvPr>
            <p:cNvSpPr/>
            <p:nvPr/>
          </p:nvSpPr>
          <p:spPr bwMode="auto">
            <a:xfrm>
              <a:off x="5546725" y="2979738"/>
              <a:ext cx="1039813" cy="862013"/>
            </a:xfrm>
            <a:custGeom>
              <a:avLst/>
              <a:gdLst>
                <a:gd name="T0" fmla="*/ 86 w 655"/>
                <a:gd name="T1" fmla="*/ 180 h 543"/>
                <a:gd name="T2" fmla="*/ 294 w 655"/>
                <a:gd name="T3" fmla="*/ 370 h 543"/>
                <a:gd name="T4" fmla="*/ 551 w 655"/>
                <a:gd name="T5" fmla="*/ 0 h 543"/>
                <a:gd name="T6" fmla="*/ 655 w 655"/>
                <a:gd name="T7" fmla="*/ 86 h 543"/>
                <a:gd name="T8" fmla="*/ 294 w 655"/>
                <a:gd name="T9" fmla="*/ 543 h 543"/>
                <a:gd name="T10" fmla="*/ 0 w 655"/>
                <a:gd name="T11" fmla="*/ 215 h 543"/>
                <a:gd name="T12" fmla="*/ 86 w 655"/>
                <a:gd name="T13" fmla="*/ 18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5" h="543">
                  <a:moveTo>
                    <a:pt x="86" y="180"/>
                  </a:moveTo>
                  <a:lnTo>
                    <a:pt x="294" y="370"/>
                  </a:lnTo>
                  <a:lnTo>
                    <a:pt x="551" y="0"/>
                  </a:lnTo>
                  <a:lnTo>
                    <a:pt x="655" y="86"/>
                  </a:lnTo>
                  <a:lnTo>
                    <a:pt x="294" y="543"/>
                  </a:lnTo>
                  <a:lnTo>
                    <a:pt x="0" y="215"/>
                  </a:lnTo>
                  <a:lnTo>
                    <a:pt x="86" y="180"/>
                  </a:lnTo>
                  <a:close/>
                </a:path>
              </a:pathLst>
            </a:cu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ṩḻîḍé">
              <a:extLst>
                <a:ext uri="{FF2B5EF4-FFF2-40B4-BE49-F238E27FC236}">
                  <a16:creationId xmlns:a16="http://schemas.microsoft.com/office/drawing/2014/main" id="{AE87F196-AB00-4AE3-A237-B907B8AA0DD9}"/>
                </a:ext>
              </a:extLst>
            </p:cNvPr>
            <p:cNvSpPr/>
            <p:nvPr/>
          </p:nvSpPr>
          <p:spPr bwMode="auto">
            <a:xfrm>
              <a:off x="5651500" y="2973388"/>
              <a:ext cx="889000" cy="777875"/>
            </a:xfrm>
            <a:custGeom>
              <a:avLst/>
              <a:gdLst>
                <a:gd name="T0" fmla="*/ 69 w 560"/>
                <a:gd name="T1" fmla="*/ 195 h 490"/>
                <a:gd name="T2" fmla="*/ 237 w 560"/>
                <a:gd name="T3" fmla="*/ 349 h 490"/>
                <a:gd name="T4" fmla="*/ 476 w 560"/>
                <a:gd name="T5" fmla="*/ 0 h 490"/>
                <a:gd name="T6" fmla="*/ 560 w 560"/>
                <a:gd name="T7" fmla="*/ 69 h 490"/>
                <a:gd name="T8" fmla="*/ 237 w 560"/>
                <a:gd name="T9" fmla="*/ 490 h 490"/>
                <a:gd name="T10" fmla="*/ 0 w 560"/>
                <a:gd name="T11" fmla="*/ 224 h 490"/>
                <a:gd name="T12" fmla="*/ 69 w 560"/>
                <a:gd name="T13" fmla="*/ 19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0" h="490">
                  <a:moveTo>
                    <a:pt x="69" y="195"/>
                  </a:moveTo>
                  <a:lnTo>
                    <a:pt x="237" y="349"/>
                  </a:lnTo>
                  <a:lnTo>
                    <a:pt x="476" y="0"/>
                  </a:lnTo>
                  <a:lnTo>
                    <a:pt x="560" y="69"/>
                  </a:lnTo>
                  <a:lnTo>
                    <a:pt x="237" y="490"/>
                  </a:lnTo>
                  <a:lnTo>
                    <a:pt x="0" y="224"/>
                  </a:lnTo>
                  <a:lnTo>
                    <a:pt x="69" y="195"/>
                  </a:lnTo>
                  <a:close/>
                </a:path>
              </a:pathLst>
            </a:custGeom>
            <a:solidFill>
              <a:srgbClr val="3AD2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îš1îḍé">
              <a:extLst>
                <a:ext uri="{FF2B5EF4-FFF2-40B4-BE49-F238E27FC236}">
                  <a16:creationId xmlns:a16="http://schemas.microsoft.com/office/drawing/2014/main" id="{A76166E7-8E6F-4719-A0DB-F943D9D7966C}"/>
                </a:ext>
              </a:extLst>
            </p:cNvPr>
            <p:cNvSpPr/>
            <p:nvPr/>
          </p:nvSpPr>
          <p:spPr bwMode="auto">
            <a:xfrm>
              <a:off x="4491038" y="4330701"/>
              <a:ext cx="417513" cy="584200"/>
            </a:xfrm>
            <a:custGeom>
              <a:avLst/>
              <a:gdLst>
                <a:gd name="T0" fmla="*/ 185 w 258"/>
                <a:gd name="T1" fmla="*/ 0 h 361"/>
                <a:gd name="T2" fmla="*/ 56 w 258"/>
                <a:gd name="T3" fmla="*/ 134 h 361"/>
                <a:gd name="T4" fmla="*/ 141 w 258"/>
                <a:gd name="T5" fmla="*/ 361 h 361"/>
                <a:gd name="T6" fmla="*/ 239 w 258"/>
                <a:gd name="T7" fmla="*/ 341 h 361"/>
                <a:gd name="T8" fmla="*/ 166 w 258"/>
                <a:gd name="T9" fmla="*/ 136 h 361"/>
                <a:gd name="T10" fmla="*/ 258 w 258"/>
                <a:gd name="T11" fmla="*/ 119 h 361"/>
                <a:gd name="T12" fmla="*/ 185 w 258"/>
                <a:gd name="T13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361">
                  <a:moveTo>
                    <a:pt x="185" y="0"/>
                  </a:moveTo>
                  <a:cubicBezTo>
                    <a:pt x="185" y="0"/>
                    <a:pt x="0" y="22"/>
                    <a:pt x="56" y="134"/>
                  </a:cubicBezTo>
                  <a:cubicBezTo>
                    <a:pt x="91" y="207"/>
                    <a:pt x="120" y="283"/>
                    <a:pt x="141" y="361"/>
                  </a:cubicBezTo>
                  <a:cubicBezTo>
                    <a:pt x="239" y="341"/>
                    <a:pt x="239" y="341"/>
                    <a:pt x="239" y="341"/>
                  </a:cubicBezTo>
                  <a:cubicBezTo>
                    <a:pt x="239" y="341"/>
                    <a:pt x="200" y="158"/>
                    <a:pt x="166" y="136"/>
                  </a:cubicBezTo>
                  <a:cubicBezTo>
                    <a:pt x="258" y="119"/>
                    <a:pt x="258" y="119"/>
                    <a:pt x="258" y="119"/>
                  </a:cubicBezTo>
                  <a:cubicBezTo>
                    <a:pt x="185" y="0"/>
                    <a:pt x="185" y="0"/>
                    <a:pt x="185" y="0"/>
                  </a:cubicBezTo>
                </a:path>
              </a:pathLst>
            </a:cu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íSlíḍè">
              <a:extLst>
                <a:ext uri="{FF2B5EF4-FFF2-40B4-BE49-F238E27FC236}">
                  <a16:creationId xmlns:a16="http://schemas.microsoft.com/office/drawing/2014/main" id="{33A17E2D-18C7-46EE-AC15-48D685BA6228}"/>
                </a:ext>
              </a:extLst>
            </p:cNvPr>
            <p:cNvSpPr/>
            <p:nvPr/>
          </p:nvSpPr>
          <p:spPr bwMode="auto">
            <a:xfrm>
              <a:off x="4759325" y="4551363"/>
              <a:ext cx="4763" cy="317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0 h 2"/>
                <a:gd name="T4" fmla="*/ 3 w 3"/>
                <a:gd name="T5" fmla="*/ 2 h 2"/>
                <a:gd name="T6" fmla="*/ 0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2"/>
                    <a:pt x="3" y="2"/>
                  </a:cubicBez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Sľîḍe">
              <a:extLst>
                <a:ext uri="{FF2B5EF4-FFF2-40B4-BE49-F238E27FC236}">
                  <a16:creationId xmlns:a16="http://schemas.microsoft.com/office/drawing/2014/main" id="{F352904A-001B-410A-8C7D-087DA94BB5C0}"/>
                </a:ext>
              </a:extLst>
            </p:cNvPr>
            <p:cNvSpPr/>
            <p:nvPr/>
          </p:nvSpPr>
          <p:spPr bwMode="auto">
            <a:xfrm>
              <a:off x="4748213" y="4538663"/>
              <a:ext cx="119063" cy="301625"/>
            </a:xfrm>
            <a:custGeom>
              <a:avLst/>
              <a:gdLst>
                <a:gd name="T0" fmla="*/ 44 w 74"/>
                <a:gd name="T1" fmla="*/ 0 h 187"/>
                <a:gd name="T2" fmla="*/ 0 w 74"/>
                <a:gd name="T3" fmla="*/ 8 h 187"/>
                <a:gd name="T4" fmla="*/ 66 w 74"/>
                <a:gd name="T5" fmla="*/ 180 h 187"/>
                <a:gd name="T6" fmla="*/ 72 w 74"/>
                <a:gd name="T7" fmla="*/ 185 h 187"/>
                <a:gd name="T8" fmla="*/ 74 w 74"/>
                <a:gd name="T9" fmla="*/ 187 h 187"/>
                <a:gd name="T10" fmla="*/ 10 w 74"/>
                <a:gd name="T11" fmla="*/ 10 h 187"/>
                <a:gd name="T12" fmla="*/ 7 w 74"/>
                <a:gd name="T13" fmla="*/ 8 h 187"/>
                <a:gd name="T14" fmla="*/ 7 w 74"/>
                <a:gd name="T15" fmla="*/ 8 h 187"/>
                <a:gd name="T16" fmla="*/ 7 w 74"/>
                <a:gd name="T17" fmla="*/ 8 h 187"/>
                <a:gd name="T18" fmla="*/ 48 w 74"/>
                <a:gd name="T19" fmla="*/ 0 h 187"/>
                <a:gd name="T20" fmla="*/ 44 w 74"/>
                <a:gd name="T21" fmla="*/ 1 h 187"/>
                <a:gd name="T22" fmla="*/ 44 w 74"/>
                <a:gd name="T2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187">
                  <a:moveTo>
                    <a:pt x="44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5" y="24"/>
                    <a:pt x="53" y="127"/>
                    <a:pt x="66" y="180"/>
                  </a:cubicBezTo>
                  <a:cubicBezTo>
                    <a:pt x="68" y="182"/>
                    <a:pt x="70" y="183"/>
                    <a:pt x="72" y="185"/>
                  </a:cubicBezTo>
                  <a:cubicBezTo>
                    <a:pt x="73" y="185"/>
                    <a:pt x="73" y="186"/>
                    <a:pt x="74" y="187"/>
                  </a:cubicBezTo>
                  <a:cubicBezTo>
                    <a:pt x="62" y="137"/>
                    <a:pt x="35" y="33"/>
                    <a:pt x="10" y="10"/>
                  </a:cubicBezTo>
                  <a:cubicBezTo>
                    <a:pt x="9" y="10"/>
                    <a:pt x="8" y="9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rgbClr val="F09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iṣlîḓé">
              <a:extLst>
                <a:ext uri="{FF2B5EF4-FFF2-40B4-BE49-F238E27FC236}">
                  <a16:creationId xmlns:a16="http://schemas.microsoft.com/office/drawing/2014/main" id="{9BCC083B-68E0-4DB6-9DB4-67AE43382393}"/>
                </a:ext>
              </a:extLst>
            </p:cNvPr>
            <p:cNvSpPr/>
            <p:nvPr/>
          </p:nvSpPr>
          <p:spPr bwMode="auto">
            <a:xfrm>
              <a:off x="4506913" y="4808538"/>
              <a:ext cx="407988" cy="188913"/>
            </a:xfrm>
            <a:custGeom>
              <a:avLst/>
              <a:gdLst>
                <a:gd name="T0" fmla="*/ 190 w 252"/>
                <a:gd name="T1" fmla="*/ 25 h 117"/>
                <a:gd name="T2" fmla="*/ 46 w 252"/>
                <a:gd name="T3" fmla="*/ 63 h 117"/>
                <a:gd name="T4" fmla="*/ 65 w 252"/>
                <a:gd name="T5" fmla="*/ 100 h 117"/>
                <a:gd name="T6" fmla="*/ 244 w 252"/>
                <a:gd name="T7" fmla="*/ 92 h 117"/>
                <a:gd name="T8" fmla="*/ 221 w 252"/>
                <a:gd name="T9" fmla="*/ 18 h 117"/>
                <a:gd name="T10" fmla="*/ 190 w 252"/>
                <a:gd name="T11" fmla="*/ 2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2" h="117">
                  <a:moveTo>
                    <a:pt x="190" y="25"/>
                  </a:moveTo>
                  <a:cubicBezTo>
                    <a:pt x="190" y="25"/>
                    <a:pt x="132" y="66"/>
                    <a:pt x="46" y="63"/>
                  </a:cubicBezTo>
                  <a:cubicBezTo>
                    <a:pt x="46" y="63"/>
                    <a:pt x="0" y="84"/>
                    <a:pt x="65" y="100"/>
                  </a:cubicBezTo>
                  <a:cubicBezTo>
                    <a:pt x="130" y="117"/>
                    <a:pt x="236" y="105"/>
                    <a:pt x="244" y="92"/>
                  </a:cubicBezTo>
                  <a:cubicBezTo>
                    <a:pt x="252" y="79"/>
                    <a:pt x="240" y="36"/>
                    <a:pt x="221" y="18"/>
                  </a:cubicBezTo>
                  <a:cubicBezTo>
                    <a:pt x="202" y="0"/>
                    <a:pt x="190" y="25"/>
                    <a:pt x="190" y="25"/>
                  </a:cubicBezTo>
                </a:path>
              </a:pathLst>
            </a:custGeom>
            <a:solidFill>
              <a:srgbClr val="6C6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îSlíḍè">
              <a:extLst>
                <a:ext uri="{FF2B5EF4-FFF2-40B4-BE49-F238E27FC236}">
                  <a16:creationId xmlns:a16="http://schemas.microsoft.com/office/drawing/2014/main" id="{4201DC80-55AF-487C-A3A8-47ABCCB8F734}"/>
                </a:ext>
              </a:extLst>
            </p:cNvPr>
            <p:cNvSpPr/>
            <p:nvPr/>
          </p:nvSpPr>
          <p:spPr bwMode="auto">
            <a:xfrm>
              <a:off x="5053013" y="4710113"/>
              <a:ext cx="298450" cy="749300"/>
            </a:xfrm>
            <a:custGeom>
              <a:avLst/>
              <a:gdLst>
                <a:gd name="T0" fmla="*/ 4 w 185"/>
                <a:gd name="T1" fmla="*/ 28 h 463"/>
                <a:gd name="T2" fmla="*/ 30 w 185"/>
                <a:gd name="T3" fmla="*/ 172 h 463"/>
                <a:gd name="T4" fmla="*/ 51 w 185"/>
                <a:gd name="T5" fmla="*/ 463 h 463"/>
                <a:gd name="T6" fmla="*/ 120 w 185"/>
                <a:gd name="T7" fmla="*/ 463 h 463"/>
                <a:gd name="T8" fmla="*/ 152 w 185"/>
                <a:gd name="T9" fmla="*/ 246 h 463"/>
                <a:gd name="T10" fmla="*/ 135 w 185"/>
                <a:gd name="T11" fmla="*/ 86 h 463"/>
                <a:gd name="T12" fmla="*/ 131 w 185"/>
                <a:gd name="T13" fmla="*/ 0 h 463"/>
                <a:gd name="T14" fmla="*/ 4 w 185"/>
                <a:gd name="T15" fmla="*/ 28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5" h="463">
                  <a:moveTo>
                    <a:pt x="4" y="28"/>
                  </a:moveTo>
                  <a:cubicBezTo>
                    <a:pt x="4" y="28"/>
                    <a:pt x="0" y="112"/>
                    <a:pt x="30" y="172"/>
                  </a:cubicBezTo>
                  <a:cubicBezTo>
                    <a:pt x="51" y="463"/>
                    <a:pt x="51" y="463"/>
                    <a:pt x="51" y="463"/>
                  </a:cubicBezTo>
                  <a:cubicBezTo>
                    <a:pt x="120" y="463"/>
                    <a:pt x="120" y="463"/>
                    <a:pt x="120" y="463"/>
                  </a:cubicBezTo>
                  <a:cubicBezTo>
                    <a:pt x="120" y="463"/>
                    <a:pt x="120" y="321"/>
                    <a:pt x="152" y="246"/>
                  </a:cubicBezTo>
                  <a:cubicBezTo>
                    <a:pt x="185" y="170"/>
                    <a:pt x="135" y="86"/>
                    <a:pt x="135" y="86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4" y="28"/>
                    <a:pt x="4" y="28"/>
                    <a:pt x="4" y="28"/>
                  </a:cubicBezTo>
                </a:path>
              </a:pathLst>
            </a:cu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í$ļíďè">
              <a:extLst>
                <a:ext uri="{FF2B5EF4-FFF2-40B4-BE49-F238E27FC236}">
                  <a16:creationId xmlns:a16="http://schemas.microsoft.com/office/drawing/2014/main" id="{2FA0C2D1-6C09-4233-8A85-D62992A148D0}"/>
                </a:ext>
              </a:extLst>
            </p:cNvPr>
            <p:cNvSpPr/>
            <p:nvPr/>
          </p:nvSpPr>
          <p:spPr bwMode="auto">
            <a:xfrm>
              <a:off x="4956175" y="4098926"/>
              <a:ext cx="412750" cy="717550"/>
            </a:xfrm>
            <a:custGeom>
              <a:avLst/>
              <a:gdLst>
                <a:gd name="T0" fmla="*/ 28 w 255"/>
                <a:gd name="T1" fmla="*/ 271 h 444"/>
                <a:gd name="T2" fmla="*/ 46 w 255"/>
                <a:gd name="T3" fmla="*/ 439 h 444"/>
                <a:gd name="T4" fmla="*/ 222 w 255"/>
                <a:gd name="T5" fmla="*/ 416 h 444"/>
                <a:gd name="T6" fmla="*/ 222 w 255"/>
                <a:gd name="T7" fmla="*/ 256 h 444"/>
                <a:gd name="T8" fmla="*/ 207 w 255"/>
                <a:gd name="T9" fmla="*/ 56 h 444"/>
                <a:gd name="T10" fmla="*/ 130 w 255"/>
                <a:gd name="T11" fmla="*/ 56 h 444"/>
                <a:gd name="T12" fmla="*/ 28 w 255"/>
                <a:gd name="T13" fmla="*/ 271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444">
                  <a:moveTo>
                    <a:pt x="28" y="271"/>
                  </a:moveTo>
                  <a:cubicBezTo>
                    <a:pt x="28" y="271"/>
                    <a:pt x="0" y="435"/>
                    <a:pt x="46" y="439"/>
                  </a:cubicBezTo>
                  <a:cubicBezTo>
                    <a:pt x="91" y="444"/>
                    <a:pt x="222" y="416"/>
                    <a:pt x="222" y="416"/>
                  </a:cubicBezTo>
                  <a:cubicBezTo>
                    <a:pt x="222" y="416"/>
                    <a:pt x="190" y="310"/>
                    <a:pt x="222" y="256"/>
                  </a:cubicBezTo>
                  <a:cubicBezTo>
                    <a:pt x="255" y="202"/>
                    <a:pt x="244" y="112"/>
                    <a:pt x="207" y="56"/>
                  </a:cubicBezTo>
                  <a:cubicBezTo>
                    <a:pt x="171" y="0"/>
                    <a:pt x="130" y="56"/>
                    <a:pt x="130" y="56"/>
                  </a:cubicBezTo>
                  <a:cubicBezTo>
                    <a:pt x="28" y="271"/>
                    <a:pt x="28" y="271"/>
                    <a:pt x="28" y="271"/>
                  </a:cubicBezTo>
                </a:path>
              </a:pathLst>
            </a:custGeom>
            <a:solidFill>
              <a:srgbClr val="47E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îśľiḑê">
              <a:extLst>
                <a:ext uri="{FF2B5EF4-FFF2-40B4-BE49-F238E27FC236}">
                  <a16:creationId xmlns:a16="http://schemas.microsoft.com/office/drawing/2014/main" id="{59B9F0F3-592B-4EC2-B6E6-76DD95528E4A}"/>
                </a:ext>
              </a:extLst>
            </p:cNvPr>
            <p:cNvSpPr/>
            <p:nvPr/>
          </p:nvSpPr>
          <p:spPr bwMode="auto">
            <a:xfrm>
              <a:off x="4986338" y="3159126"/>
              <a:ext cx="284163" cy="284163"/>
            </a:xfrm>
            <a:prstGeom prst="ellipse">
              <a:avLst/>
            </a:pr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iSľîḓé">
              <a:extLst>
                <a:ext uri="{FF2B5EF4-FFF2-40B4-BE49-F238E27FC236}">
                  <a16:creationId xmlns:a16="http://schemas.microsoft.com/office/drawing/2014/main" id="{6EBC9B3B-4910-4009-9CA0-0561F2C2E838}"/>
                </a:ext>
              </a:extLst>
            </p:cNvPr>
            <p:cNvSpPr/>
            <p:nvPr/>
          </p:nvSpPr>
          <p:spPr bwMode="auto">
            <a:xfrm>
              <a:off x="5030788" y="3373438"/>
              <a:ext cx="173038" cy="157163"/>
            </a:xfrm>
            <a:prstGeom prst="rect">
              <a:avLst/>
            </a:pr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ŝḻïḋê">
              <a:extLst>
                <a:ext uri="{FF2B5EF4-FFF2-40B4-BE49-F238E27FC236}">
                  <a16:creationId xmlns:a16="http://schemas.microsoft.com/office/drawing/2014/main" id="{6586BFBD-DDF2-47FE-B195-04E968DC9449}"/>
                </a:ext>
              </a:extLst>
            </p:cNvPr>
            <p:cNvSpPr/>
            <p:nvPr/>
          </p:nvSpPr>
          <p:spPr bwMode="auto">
            <a:xfrm>
              <a:off x="4884738" y="5389563"/>
              <a:ext cx="400050" cy="177800"/>
            </a:xfrm>
            <a:custGeom>
              <a:avLst/>
              <a:gdLst>
                <a:gd name="T0" fmla="*/ 198 w 248"/>
                <a:gd name="T1" fmla="*/ 22 h 110"/>
                <a:gd name="T2" fmla="*/ 50 w 248"/>
                <a:gd name="T3" fmla="*/ 28 h 110"/>
                <a:gd name="T4" fmla="*/ 60 w 248"/>
                <a:gd name="T5" fmla="*/ 69 h 110"/>
                <a:gd name="T6" fmla="*/ 237 w 248"/>
                <a:gd name="T7" fmla="*/ 99 h 110"/>
                <a:gd name="T8" fmla="*/ 231 w 248"/>
                <a:gd name="T9" fmla="*/ 22 h 110"/>
                <a:gd name="T10" fmla="*/ 198 w 248"/>
                <a:gd name="T11" fmla="*/ 2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8" h="110">
                  <a:moveTo>
                    <a:pt x="198" y="22"/>
                  </a:moveTo>
                  <a:cubicBezTo>
                    <a:pt x="198" y="22"/>
                    <a:pt x="134" y="50"/>
                    <a:pt x="50" y="28"/>
                  </a:cubicBezTo>
                  <a:cubicBezTo>
                    <a:pt x="50" y="28"/>
                    <a:pt x="0" y="39"/>
                    <a:pt x="60" y="69"/>
                  </a:cubicBezTo>
                  <a:cubicBezTo>
                    <a:pt x="121" y="99"/>
                    <a:pt x="226" y="110"/>
                    <a:pt x="237" y="99"/>
                  </a:cubicBezTo>
                  <a:cubicBezTo>
                    <a:pt x="248" y="88"/>
                    <a:pt x="246" y="43"/>
                    <a:pt x="231" y="22"/>
                  </a:cubicBezTo>
                  <a:cubicBezTo>
                    <a:pt x="215" y="0"/>
                    <a:pt x="198" y="22"/>
                    <a:pt x="198" y="22"/>
                  </a:cubicBezTo>
                </a:path>
              </a:pathLst>
            </a:custGeom>
            <a:solidFill>
              <a:srgbClr val="6C6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íş1íďè">
              <a:extLst>
                <a:ext uri="{FF2B5EF4-FFF2-40B4-BE49-F238E27FC236}">
                  <a16:creationId xmlns:a16="http://schemas.microsoft.com/office/drawing/2014/main" id="{17123657-1A43-4161-A163-E5AFAFD808DD}"/>
                </a:ext>
              </a:extLst>
            </p:cNvPr>
            <p:cNvSpPr/>
            <p:nvPr/>
          </p:nvSpPr>
          <p:spPr bwMode="auto">
            <a:xfrm>
              <a:off x="4398963" y="3814763"/>
              <a:ext cx="490538" cy="682625"/>
            </a:xfrm>
            <a:custGeom>
              <a:avLst/>
              <a:gdLst>
                <a:gd name="T0" fmla="*/ 224 w 303"/>
                <a:gd name="T1" fmla="*/ 0 h 422"/>
                <a:gd name="T2" fmla="*/ 97 w 303"/>
                <a:gd name="T3" fmla="*/ 327 h 422"/>
                <a:gd name="T4" fmla="*/ 49 w 303"/>
                <a:gd name="T5" fmla="*/ 400 h 422"/>
                <a:gd name="T6" fmla="*/ 109 w 303"/>
                <a:gd name="T7" fmla="*/ 368 h 422"/>
                <a:gd name="T8" fmla="*/ 129 w 303"/>
                <a:gd name="T9" fmla="*/ 411 h 422"/>
                <a:gd name="T10" fmla="*/ 142 w 303"/>
                <a:gd name="T11" fmla="*/ 352 h 422"/>
                <a:gd name="T12" fmla="*/ 249 w 303"/>
                <a:gd name="T13" fmla="*/ 170 h 422"/>
                <a:gd name="T14" fmla="*/ 301 w 303"/>
                <a:gd name="T15" fmla="*/ 10 h 422"/>
                <a:gd name="T16" fmla="*/ 224 w 303"/>
                <a:gd name="T17" fmla="*/ 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3" h="422">
                  <a:moveTo>
                    <a:pt x="224" y="0"/>
                  </a:moveTo>
                  <a:cubicBezTo>
                    <a:pt x="97" y="327"/>
                    <a:pt x="97" y="327"/>
                    <a:pt x="97" y="327"/>
                  </a:cubicBezTo>
                  <a:cubicBezTo>
                    <a:pt x="97" y="327"/>
                    <a:pt x="0" y="353"/>
                    <a:pt x="49" y="400"/>
                  </a:cubicBezTo>
                  <a:cubicBezTo>
                    <a:pt x="49" y="400"/>
                    <a:pt x="41" y="355"/>
                    <a:pt x="109" y="368"/>
                  </a:cubicBezTo>
                  <a:cubicBezTo>
                    <a:pt x="109" y="368"/>
                    <a:pt x="129" y="400"/>
                    <a:pt x="129" y="411"/>
                  </a:cubicBezTo>
                  <a:cubicBezTo>
                    <a:pt x="129" y="422"/>
                    <a:pt x="151" y="375"/>
                    <a:pt x="142" y="352"/>
                  </a:cubicBezTo>
                  <a:cubicBezTo>
                    <a:pt x="165" y="285"/>
                    <a:pt x="202" y="223"/>
                    <a:pt x="249" y="170"/>
                  </a:cubicBezTo>
                  <a:cubicBezTo>
                    <a:pt x="249" y="170"/>
                    <a:pt x="303" y="75"/>
                    <a:pt x="301" y="10"/>
                  </a:cubicBezTo>
                  <a:cubicBezTo>
                    <a:pt x="224" y="0"/>
                    <a:pt x="224" y="0"/>
                    <a:pt x="224" y="0"/>
                  </a:cubicBezTo>
                </a:path>
              </a:pathLst>
            </a:cu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ísļïde">
              <a:extLst>
                <a:ext uri="{FF2B5EF4-FFF2-40B4-BE49-F238E27FC236}">
                  <a16:creationId xmlns:a16="http://schemas.microsoft.com/office/drawing/2014/main" id="{6A25FA38-4ADB-44C5-B2EB-F0099CC451A5}"/>
                </a:ext>
              </a:extLst>
            </p:cNvPr>
            <p:cNvSpPr/>
            <p:nvPr/>
          </p:nvSpPr>
          <p:spPr bwMode="auto">
            <a:xfrm>
              <a:off x="5435600" y="3482976"/>
              <a:ext cx="438150" cy="296863"/>
            </a:xfrm>
            <a:custGeom>
              <a:avLst/>
              <a:gdLst>
                <a:gd name="T0" fmla="*/ 9 w 271"/>
                <a:gd name="T1" fmla="*/ 89 h 184"/>
                <a:gd name="T2" fmla="*/ 112 w 271"/>
                <a:gd name="T3" fmla="*/ 111 h 184"/>
                <a:gd name="T4" fmla="*/ 177 w 271"/>
                <a:gd name="T5" fmla="*/ 27 h 184"/>
                <a:gd name="T6" fmla="*/ 210 w 271"/>
                <a:gd name="T7" fmla="*/ 3 h 184"/>
                <a:gd name="T8" fmla="*/ 261 w 271"/>
                <a:gd name="T9" fmla="*/ 29 h 184"/>
                <a:gd name="T10" fmla="*/ 196 w 271"/>
                <a:gd name="T11" fmla="*/ 85 h 184"/>
                <a:gd name="T12" fmla="*/ 125 w 271"/>
                <a:gd name="T13" fmla="*/ 184 h 184"/>
                <a:gd name="T14" fmla="*/ 0 w 271"/>
                <a:gd name="T15" fmla="*/ 184 h 184"/>
                <a:gd name="T16" fmla="*/ 9 w 271"/>
                <a:gd name="T17" fmla="*/ 89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184">
                  <a:moveTo>
                    <a:pt x="9" y="89"/>
                  </a:moveTo>
                  <a:cubicBezTo>
                    <a:pt x="9" y="89"/>
                    <a:pt x="78" y="122"/>
                    <a:pt x="112" y="111"/>
                  </a:cubicBezTo>
                  <a:cubicBezTo>
                    <a:pt x="137" y="103"/>
                    <a:pt x="163" y="54"/>
                    <a:pt x="177" y="27"/>
                  </a:cubicBezTo>
                  <a:cubicBezTo>
                    <a:pt x="183" y="14"/>
                    <a:pt x="195" y="5"/>
                    <a:pt x="210" y="3"/>
                  </a:cubicBezTo>
                  <a:cubicBezTo>
                    <a:pt x="235" y="0"/>
                    <a:pt x="271" y="1"/>
                    <a:pt x="261" y="29"/>
                  </a:cubicBezTo>
                  <a:cubicBezTo>
                    <a:pt x="246" y="72"/>
                    <a:pt x="196" y="85"/>
                    <a:pt x="196" y="85"/>
                  </a:cubicBezTo>
                  <a:cubicBezTo>
                    <a:pt x="125" y="184"/>
                    <a:pt x="125" y="184"/>
                    <a:pt x="125" y="184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9" y="89"/>
                    <a:pt x="9" y="89"/>
                    <a:pt x="9" y="89"/>
                  </a:cubicBezTo>
                </a:path>
              </a:pathLst>
            </a:custGeom>
            <a:solidFill>
              <a:srgbClr val="FDA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îṧ1ïde">
              <a:extLst>
                <a:ext uri="{FF2B5EF4-FFF2-40B4-BE49-F238E27FC236}">
                  <a16:creationId xmlns:a16="http://schemas.microsoft.com/office/drawing/2014/main" id="{4003C22D-B7BF-4E74-B3FD-A451068ADF8D}"/>
                </a:ext>
              </a:extLst>
            </p:cNvPr>
            <p:cNvSpPr/>
            <p:nvPr/>
          </p:nvSpPr>
          <p:spPr bwMode="auto">
            <a:xfrm>
              <a:off x="4954588" y="3143251"/>
              <a:ext cx="293688" cy="292100"/>
            </a:xfrm>
            <a:prstGeom prst="ellipse">
              <a:avLst/>
            </a:prstGeom>
            <a:solidFill>
              <a:srgbClr val="3D21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îsḻíḍé">
              <a:extLst>
                <a:ext uri="{FF2B5EF4-FFF2-40B4-BE49-F238E27FC236}">
                  <a16:creationId xmlns:a16="http://schemas.microsoft.com/office/drawing/2014/main" id="{E729C753-6534-45A4-B6E4-84DD6290483E}"/>
                </a:ext>
              </a:extLst>
            </p:cNvPr>
            <p:cNvSpPr/>
            <p:nvPr/>
          </p:nvSpPr>
          <p:spPr bwMode="auto">
            <a:xfrm>
              <a:off x="5070475" y="3097213"/>
              <a:ext cx="215900" cy="122238"/>
            </a:xfrm>
            <a:prstGeom prst="ellipse">
              <a:avLst/>
            </a:prstGeom>
            <a:solidFill>
              <a:srgbClr val="3D21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íSlîďé">
              <a:extLst>
                <a:ext uri="{FF2B5EF4-FFF2-40B4-BE49-F238E27FC236}">
                  <a16:creationId xmlns:a16="http://schemas.microsoft.com/office/drawing/2014/main" id="{F1F6E39E-D985-481A-9C62-22BA08001054}"/>
                </a:ext>
              </a:extLst>
            </p:cNvPr>
            <p:cNvSpPr/>
            <p:nvPr/>
          </p:nvSpPr>
          <p:spPr bwMode="auto">
            <a:xfrm>
              <a:off x="5059363" y="4810126"/>
              <a:ext cx="1588" cy="17463"/>
            </a:xfrm>
            <a:custGeom>
              <a:avLst/>
              <a:gdLst>
                <a:gd name="T0" fmla="*/ 0 w 1"/>
                <a:gd name="T1" fmla="*/ 0 h 11"/>
                <a:gd name="T2" fmla="*/ 0 w 1"/>
                <a:gd name="T3" fmla="*/ 0 h 11"/>
                <a:gd name="T4" fmla="*/ 0 w 1"/>
                <a:gd name="T5" fmla="*/ 11 h 11"/>
                <a:gd name="T6" fmla="*/ 1 w 1"/>
                <a:gd name="T7" fmla="*/ 10 h 11"/>
                <a:gd name="T8" fmla="*/ 0 w 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7"/>
                    <a:pt x="0" y="3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íṥḻîde">
              <a:extLst>
                <a:ext uri="{FF2B5EF4-FFF2-40B4-BE49-F238E27FC236}">
                  <a16:creationId xmlns:a16="http://schemas.microsoft.com/office/drawing/2014/main" id="{6C86F840-387E-4BAF-AA3F-2E7DCDE9D45D}"/>
                </a:ext>
              </a:extLst>
            </p:cNvPr>
            <p:cNvSpPr/>
            <p:nvPr/>
          </p:nvSpPr>
          <p:spPr bwMode="auto">
            <a:xfrm>
              <a:off x="5267325" y="4781551"/>
              <a:ext cx="1588" cy="17463"/>
            </a:xfrm>
            <a:custGeom>
              <a:avLst/>
              <a:gdLst>
                <a:gd name="T0" fmla="*/ 0 w 1"/>
                <a:gd name="T1" fmla="*/ 0 h 11"/>
                <a:gd name="T2" fmla="*/ 1 w 1"/>
                <a:gd name="T3" fmla="*/ 11 h 11"/>
                <a:gd name="T4" fmla="*/ 1 w 1"/>
                <a:gd name="T5" fmla="*/ 11 h 11"/>
                <a:gd name="T6" fmla="*/ 1 w 1"/>
                <a:gd name="T7" fmla="*/ 1 h 11"/>
                <a:gd name="T8" fmla="*/ 0 w 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1">
                  <a:moveTo>
                    <a:pt x="0" y="0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íSliḑé">
              <a:extLst>
                <a:ext uri="{FF2B5EF4-FFF2-40B4-BE49-F238E27FC236}">
                  <a16:creationId xmlns:a16="http://schemas.microsoft.com/office/drawing/2014/main" id="{DB893426-0FDB-4F7D-B9DD-63727359AD94}"/>
                </a:ext>
              </a:extLst>
            </p:cNvPr>
            <p:cNvSpPr/>
            <p:nvPr/>
          </p:nvSpPr>
          <p:spPr bwMode="auto">
            <a:xfrm>
              <a:off x="5267325" y="4779963"/>
              <a:ext cx="1588" cy="3175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0 w 1"/>
                <a:gd name="T5" fmla="*/ 1 h 2"/>
                <a:gd name="T6" fmla="*/ 1 w 1"/>
                <a:gd name="T7" fmla="*/ 2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íṡḻiďe">
              <a:extLst>
                <a:ext uri="{FF2B5EF4-FFF2-40B4-BE49-F238E27FC236}">
                  <a16:creationId xmlns:a16="http://schemas.microsoft.com/office/drawing/2014/main" id="{87B333CE-FB3D-44AB-91B8-EFBC38CECA9D}"/>
                </a:ext>
              </a:extLst>
            </p:cNvPr>
            <p:cNvSpPr/>
            <p:nvPr/>
          </p:nvSpPr>
          <p:spPr bwMode="auto">
            <a:xfrm>
              <a:off x="5059363" y="4779963"/>
              <a:ext cx="209550" cy="46038"/>
            </a:xfrm>
            <a:custGeom>
              <a:avLst/>
              <a:gdLst>
                <a:gd name="T0" fmla="*/ 129 w 130"/>
                <a:gd name="T1" fmla="*/ 0 h 28"/>
                <a:gd name="T2" fmla="*/ 0 w 130"/>
                <a:gd name="T3" fmla="*/ 18 h 28"/>
                <a:gd name="T4" fmla="*/ 1 w 130"/>
                <a:gd name="T5" fmla="*/ 28 h 28"/>
                <a:gd name="T6" fmla="*/ 130 w 130"/>
                <a:gd name="T7" fmla="*/ 12 h 28"/>
                <a:gd name="T8" fmla="*/ 129 w 130"/>
                <a:gd name="T9" fmla="*/ 1 h 28"/>
                <a:gd name="T10" fmla="*/ 129 w 130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28">
                  <a:moveTo>
                    <a:pt x="129" y="0"/>
                  </a:moveTo>
                  <a:cubicBezTo>
                    <a:pt x="94" y="6"/>
                    <a:pt x="36" y="17"/>
                    <a:pt x="0" y="18"/>
                  </a:cubicBezTo>
                  <a:cubicBezTo>
                    <a:pt x="0" y="21"/>
                    <a:pt x="1" y="25"/>
                    <a:pt x="1" y="28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F09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îṩļïde">
              <a:extLst>
                <a:ext uri="{FF2B5EF4-FFF2-40B4-BE49-F238E27FC236}">
                  <a16:creationId xmlns:a16="http://schemas.microsoft.com/office/drawing/2014/main" id="{524E764A-2C84-4443-AA2E-3BB97CD8C03D}"/>
                </a:ext>
              </a:extLst>
            </p:cNvPr>
            <p:cNvSpPr/>
            <p:nvPr/>
          </p:nvSpPr>
          <p:spPr bwMode="auto">
            <a:xfrm>
              <a:off x="5059363" y="4779963"/>
              <a:ext cx="209550" cy="30163"/>
            </a:xfrm>
            <a:custGeom>
              <a:avLst/>
              <a:gdLst>
                <a:gd name="T0" fmla="*/ 130 w 130"/>
                <a:gd name="T1" fmla="*/ 0 h 18"/>
                <a:gd name="T2" fmla="*/ 0 w 130"/>
                <a:gd name="T3" fmla="*/ 18 h 18"/>
                <a:gd name="T4" fmla="*/ 0 w 130"/>
                <a:gd name="T5" fmla="*/ 18 h 18"/>
                <a:gd name="T6" fmla="*/ 0 w 130"/>
                <a:gd name="T7" fmla="*/ 18 h 18"/>
                <a:gd name="T8" fmla="*/ 129 w 130"/>
                <a:gd name="T9" fmla="*/ 0 h 18"/>
                <a:gd name="T10" fmla="*/ 130 w 130"/>
                <a:gd name="T11" fmla="*/ 0 h 18"/>
                <a:gd name="T12" fmla="*/ 130 w 13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18">
                  <a:moveTo>
                    <a:pt x="13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6" y="17"/>
                    <a:pt x="94" y="6"/>
                    <a:pt x="129" y="0"/>
                  </a:cubicBezTo>
                  <a:cubicBezTo>
                    <a:pt x="129" y="0"/>
                    <a:pt x="129" y="0"/>
                    <a:pt x="130" y="0"/>
                  </a:cubicBezTo>
                  <a:cubicBezTo>
                    <a:pt x="130" y="0"/>
                    <a:pt x="130" y="0"/>
                    <a:pt x="130" y="0"/>
                  </a:cubicBezTo>
                </a:path>
              </a:pathLst>
            </a:custGeom>
            <a:solidFill>
              <a:srgbClr val="43D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ïSľíḋê">
              <a:extLst>
                <a:ext uri="{FF2B5EF4-FFF2-40B4-BE49-F238E27FC236}">
                  <a16:creationId xmlns:a16="http://schemas.microsoft.com/office/drawing/2014/main" id="{C651C95F-D871-4D62-BAD0-A47CB1F134BB}"/>
                </a:ext>
              </a:extLst>
            </p:cNvPr>
            <p:cNvSpPr/>
            <p:nvPr/>
          </p:nvSpPr>
          <p:spPr bwMode="auto">
            <a:xfrm>
              <a:off x="4759325" y="4173538"/>
              <a:ext cx="563563" cy="431800"/>
            </a:xfrm>
            <a:custGeom>
              <a:avLst/>
              <a:gdLst>
                <a:gd name="T0" fmla="*/ 140 w 348"/>
                <a:gd name="T1" fmla="*/ 28 h 267"/>
                <a:gd name="T2" fmla="*/ 0 w 348"/>
                <a:gd name="T3" fmla="*/ 84 h 267"/>
                <a:gd name="T4" fmla="*/ 56 w 348"/>
                <a:gd name="T5" fmla="*/ 267 h 267"/>
                <a:gd name="T6" fmla="*/ 286 w 348"/>
                <a:gd name="T7" fmla="*/ 194 h 267"/>
                <a:gd name="T8" fmla="*/ 183 w 348"/>
                <a:gd name="T9" fmla="*/ 0 h 267"/>
                <a:gd name="T10" fmla="*/ 140 w 348"/>
                <a:gd name="T11" fmla="*/ 28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8" h="267">
                  <a:moveTo>
                    <a:pt x="140" y="28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56" y="267"/>
                    <a:pt x="56" y="267"/>
                    <a:pt x="56" y="267"/>
                  </a:cubicBezTo>
                  <a:cubicBezTo>
                    <a:pt x="56" y="267"/>
                    <a:pt x="224" y="259"/>
                    <a:pt x="286" y="194"/>
                  </a:cubicBezTo>
                  <a:cubicBezTo>
                    <a:pt x="348" y="130"/>
                    <a:pt x="183" y="0"/>
                    <a:pt x="183" y="0"/>
                  </a:cubicBezTo>
                  <a:cubicBezTo>
                    <a:pt x="140" y="28"/>
                    <a:pt x="140" y="28"/>
                    <a:pt x="140" y="28"/>
                  </a:cubicBezTo>
                </a:path>
              </a:pathLst>
            </a:custGeom>
            <a:solidFill>
              <a:srgbClr val="47E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iš1ïḍé">
              <a:extLst>
                <a:ext uri="{FF2B5EF4-FFF2-40B4-BE49-F238E27FC236}">
                  <a16:creationId xmlns:a16="http://schemas.microsoft.com/office/drawing/2014/main" id="{7F224196-FA1D-49BE-8BC8-E0F987A432EE}"/>
                </a:ext>
              </a:extLst>
            </p:cNvPr>
            <p:cNvSpPr/>
            <p:nvPr/>
          </p:nvSpPr>
          <p:spPr bwMode="auto">
            <a:xfrm>
              <a:off x="4872038" y="4587876"/>
              <a:ext cx="123825" cy="17463"/>
            </a:xfrm>
            <a:custGeom>
              <a:avLst/>
              <a:gdLst>
                <a:gd name="T0" fmla="*/ 76 w 76"/>
                <a:gd name="T1" fmla="*/ 0 h 11"/>
                <a:gd name="T2" fmla="*/ 0 w 76"/>
                <a:gd name="T3" fmla="*/ 11 h 11"/>
                <a:gd name="T4" fmla="*/ 1 w 76"/>
                <a:gd name="T5" fmla="*/ 11 h 11"/>
                <a:gd name="T6" fmla="*/ 76 w 76"/>
                <a:gd name="T7" fmla="*/ 2 h 11"/>
                <a:gd name="T8" fmla="*/ 76 w 7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1">
                  <a:moveTo>
                    <a:pt x="76" y="0"/>
                  </a:moveTo>
                  <a:cubicBezTo>
                    <a:pt x="44" y="6"/>
                    <a:pt x="16" y="9"/>
                    <a:pt x="0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34" y="10"/>
                    <a:pt x="76" y="2"/>
                  </a:cubicBezTo>
                  <a:cubicBezTo>
                    <a:pt x="76" y="1"/>
                    <a:pt x="76" y="1"/>
                    <a:pt x="76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íşḷiḑe">
              <a:extLst>
                <a:ext uri="{FF2B5EF4-FFF2-40B4-BE49-F238E27FC236}">
                  <a16:creationId xmlns:a16="http://schemas.microsoft.com/office/drawing/2014/main" id="{AFA93FA9-A10A-4DF6-BB31-54B5D1161487}"/>
                </a:ext>
              </a:extLst>
            </p:cNvPr>
            <p:cNvSpPr/>
            <p:nvPr/>
          </p:nvSpPr>
          <p:spPr bwMode="auto">
            <a:xfrm>
              <a:off x="4995863" y="4429126"/>
              <a:ext cx="273050" cy="161925"/>
            </a:xfrm>
            <a:custGeom>
              <a:avLst/>
              <a:gdLst>
                <a:gd name="T0" fmla="*/ 156 w 169"/>
                <a:gd name="T1" fmla="*/ 0 h 100"/>
                <a:gd name="T2" fmla="*/ 142 w 169"/>
                <a:gd name="T3" fmla="*/ 36 h 100"/>
                <a:gd name="T4" fmla="*/ 0 w 169"/>
                <a:gd name="T5" fmla="*/ 98 h 100"/>
                <a:gd name="T6" fmla="*/ 0 w 169"/>
                <a:gd name="T7" fmla="*/ 100 h 100"/>
                <a:gd name="T8" fmla="*/ 155 w 169"/>
                <a:gd name="T9" fmla="*/ 36 h 100"/>
                <a:gd name="T10" fmla="*/ 169 w 169"/>
                <a:gd name="T11" fmla="*/ 1 h 100"/>
                <a:gd name="T12" fmla="*/ 156 w 169"/>
                <a:gd name="T1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100">
                  <a:moveTo>
                    <a:pt x="156" y="0"/>
                  </a:moveTo>
                  <a:cubicBezTo>
                    <a:pt x="157" y="13"/>
                    <a:pt x="152" y="27"/>
                    <a:pt x="142" y="36"/>
                  </a:cubicBezTo>
                  <a:cubicBezTo>
                    <a:pt x="110" y="69"/>
                    <a:pt x="51" y="88"/>
                    <a:pt x="0" y="98"/>
                  </a:cubicBezTo>
                  <a:cubicBezTo>
                    <a:pt x="0" y="99"/>
                    <a:pt x="0" y="99"/>
                    <a:pt x="0" y="100"/>
                  </a:cubicBezTo>
                  <a:cubicBezTo>
                    <a:pt x="53" y="91"/>
                    <a:pt x="120" y="72"/>
                    <a:pt x="155" y="36"/>
                  </a:cubicBezTo>
                  <a:cubicBezTo>
                    <a:pt x="164" y="27"/>
                    <a:pt x="169" y="14"/>
                    <a:pt x="169" y="1"/>
                  </a:cubicBezTo>
                  <a:cubicBezTo>
                    <a:pt x="156" y="0"/>
                    <a:pt x="156" y="0"/>
                    <a:pt x="156" y="0"/>
                  </a:cubicBezTo>
                </a:path>
              </a:pathLst>
            </a:custGeom>
            <a:solidFill>
              <a:srgbClr val="43D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ṩļíďe">
              <a:extLst>
                <a:ext uri="{FF2B5EF4-FFF2-40B4-BE49-F238E27FC236}">
                  <a16:creationId xmlns:a16="http://schemas.microsoft.com/office/drawing/2014/main" id="{B4A6BCB3-AFAD-4B07-957F-6EB21406886F}"/>
                </a:ext>
              </a:extLst>
            </p:cNvPr>
            <p:cNvSpPr/>
            <p:nvPr/>
          </p:nvSpPr>
          <p:spPr bwMode="auto">
            <a:xfrm>
              <a:off x="4727575" y="3454401"/>
              <a:ext cx="781050" cy="996950"/>
            </a:xfrm>
            <a:custGeom>
              <a:avLst/>
              <a:gdLst>
                <a:gd name="T0" fmla="*/ 201 w 483"/>
                <a:gd name="T1" fmla="*/ 25 h 616"/>
                <a:gd name="T2" fmla="*/ 0 w 483"/>
                <a:gd name="T3" fmla="*/ 219 h 616"/>
                <a:gd name="T4" fmla="*/ 99 w 483"/>
                <a:gd name="T5" fmla="*/ 282 h 616"/>
                <a:gd name="T6" fmla="*/ 86 w 483"/>
                <a:gd name="T7" fmla="*/ 484 h 616"/>
                <a:gd name="T8" fmla="*/ 392 w 483"/>
                <a:gd name="T9" fmla="*/ 484 h 616"/>
                <a:gd name="T10" fmla="*/ 392 w 483"/>
                <a:gd name="T11" fmla="*/ 206 h 616"/>
                <a:gd name="T12" fmla="*/ 483 w 483"/>
                <a:gd name="T13" fmla="*/ 213 h 616"/>
                <a:gd name="T14" fmla="*/ 483 w 483"/>
                <a:gd name="T15" fmla="*/ 109 h 616"/>
                <a:gd name="T16" fmla="*/ 282 w 483"/>
                <a:gd name="T17" fmla="*/ 25 h 616"/>
                <a:gd name="T18" fmla="*/ 201 w 483"/>
                <a:gd name="T19" fmla="*/ 25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3" h="616">
                  <a:moveTo>
                    <a:pt x="201" y="25"/>
                  </a:moveTo>
                  <a:cubicBezTo>
                    <a:pt x="201" y="25"/>
                    <a:pt x="56" y="0"/>
                    <a:pt x="0" y="219"/>
                  </a:cubicBezTo>
                  <a:cubicBezTo>
                    <a:pt x="0" y="219"/>
                    <a:pt x="61" y="271"/>
                    <a:pt x="99" y="282"/>
                  </a:cubicBezTo>
                  <a:cubicBezTo>
                    <a:pt x="99" y="282"/>
                    <a:pt x="121" y="476"/>
                    <a:pt x="86" y="484"/>
                  </a:cubicBezTo>
                  <a:cubicBezTo>
                    <a:pt x="86" y="484"/>
                    <a:pt x="289" y="616"/>
                    <a:pt x="392" y="484"/>
                  </a:cubicBezTo>
                  <a:cubicBezTo>
                    <a:pt x="392" y="484"/>
                    <a:pt x="347" y="273"/>
                    <a:pt x="392" y="206"/>
                  </a:cubicBezTo>
                  <a:cubicBezTo>
                    <a:pt x="483" y="213"/>
                    <a:pt x="483" y="213"/>
                    <a:pt x="483" y="213"/>
                  </a:cubicBezTo>
                  <a:cubicBezTo>
                    <a:pt x="483" y="109"/>
                    <a:pt x="483" y="109"/>
                    <a:pt x="483" y="109"/>
                  </a:cubicBezTo>
                  <a:cubicBezTo>
                    <a:pt x="483" y="109"/>
                    <a:pt x="347" y="34"/>
                    <a:pt x="282" y="25"/>
                  </a:cubicBezTo>
                  <a:cubicBezTo>
                    <a:pt x="201" y="25"/>
                    <a:pt x="201" y="25"/>
                    <a:pt x="201" y="25"/>
                  </a:cubicBezTo>
                </a:path>
              </a:pathLst>
            </a:custGeom>
            <a:solidFill>
              <a:srgbClr val="6C6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îs1idé">
              <a:extLst>
                <a:ext uri="{FF2B5EF4-FFF2-40B4-BE49-F238E27FC236}">
                  <a16:creationId xmlns:a16="http://schemas.microsoft.com/office/drawing/2014/main" id="{3AEE61C9-63F5-4E17-B5AE-E136631CFBD2}"/>
                </a:ext>
              </a:extLst>
            </p:cNvPr>
            <p:cNvSpPr/>
            <p:nvPr/>
          </p:nvSpPr>
          <p:spPr bwMode="auto">
            <a:xfrm>
              <a:off x="4752975" y="4335463"/>
              <a:ext cx="76200" cy="203200"/>
            </a:xfrm>
            <a:custGeom>
              <a:avLst/>
              <a:gdLst>
                <a:gd name="T0" fmla="*/ 47 w 47"/>
                <a:gd name="T1" fmla="*/ 125 h 125"/>
                <a:gd name="T2" fmla="*/ 45 w 47"/>
                <a:gd name="T3" fmla="*/ 125 h 125"/>
                <a:gd name="T4" fmla="*/ 47 w 47"/>
                <a:gd name="T5" fmla="*/ 125 h 125"/>
                <a:gd name="T6" fmla="*/ 47 w 47"/>
                <a:gd name="T7" fmla="*/ 125 h 125"/>
                <a:gd name="T8" fmla="*/ 0 w 47"/>
                <a:gd name="T9" fmla="*/ 1 h 125"/>
                <a:gd name="T10" fmla="*/ 0 w 47"/>
                <a:gd name="T11" fmla="*/ 1 h 125"/>
                <a:gd name="T12" fmla="*/ 0 w 47"/>
                <a:gd name="T13" fmla="*/ 1 h 125"/>
                <a:gd name="T14" fmla="*/ 8 w 47"/>
                <a:gd name="T15" fmla="*/ 0 h 125"/>
                <a:gd name="T16" fmla="*/ 6 w 47"/>
                <a:gd name="T17" fmla="*/ 0 h 125"/>
                <a:gd name="T18" fmla="*/ 8 w 47"/>
                <a:gd name="T19" fmla="*/ 0 h 125"/>
                <a:gd name="T20" fmla="*/ 8 w 47"/>
                <a:gd name="T2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125">
                  <a:moveTo>
                    <a:pt x="47" y="125"/>
                  </a:moveTo>
                  <a:cubicBezTo>
                    <a:pt x="45" y="125"/>
                    <a:pt x="45" y="125"/>
                    <a:pt x="45" y="125"/>
                  </a:cubicBezTo>
                  <a:cubicBezTo>
                    <a:pt x="47" y="125"/>
                    <a:pt x="47" y="125"/>
                    <a:pt x="47" y="125"/>
                  </a:cubicBezTo>
                  <a:cubicBezTo>
                    <a:pt x="47" y="125"/>
                    <a:pt x="47" y="125"/>
                    <a:pt x="47" y="125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iṥľïḓe">
              <a:extLst>
                <a:ext uri="{FF2B5EF4-FFF2-40B4-BE49-F238E27FC236}">
                  <a16:creationId xmlns:a16="http://schemas.microsoft.com/office/drawing/2014/main" id="{BC5EB1E8-EF96-4AF7-8BC0-14DEA9061DB0}"/>
                </a:ext>
              </a:extLst>
            </p:cNvPr>
            <p:cNvSpPr/>
            <p:nvPr/>
          </p:nvSpPr>
          <p:spPr bwMode="auto">
            <a:xfrm>
              <a:off x="4752975" y="4335463"/>
              <a:ext cx="74613" cy="203200"/>
            </a:xfrm>
            <a:custGeom>
              <a:avLst/>
              <a:gdLst>
                <a:gd name="T0" fmla="*/ 8 w 46"/>
                <a:gd name="T1" fmla="*/ 0 h 125"/>
                <a:gd name="T2" fmla="*/ 6 w 46"/>
                <a:gd name="T3" fmla="*/ 0 h 125"/>
                <a:gd name="T4" fmla="*/ 0 w 46"/>
                <a:gd name="T5" fmla="*/ 1 h 125"/>
                <a:gd name="T6" fmla="*/ 0 w 46"/>
                <a:gd name="T7" fmla="*/ 1 h 125"/>
                <a:gd name="T8" fmla="*/ 41 w 46"/>
                <a:gd name="T9" fmla="*/ 125 h 125"/>
                <a:gd name="T10" fmla="*/ 46 w 46"/>
                <a:gd name="T11" fmla="*/ 124 h 125"/>
                <a:gd name="T12" fmla="*/ 8 w 46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25">
                  <a:moveTo>
                    <a:pt x="8" y="0"/>
                  </a:moveTo>
                  <a:cubicBezTo>
                    <a:pt x="8" y="0"/>
                    <a:pt x="7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6" y="124"/>
                    <a:pt x="46" y="124"/>
                    <a:pt x="46" y="124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F09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îšḻídê">
              <a:extLst>
                <a:ext uri="{FF2B5EF4-FFF2-40B4-BE49-F238E27FC236}">
                  <a16:creationId xmlns:a16="http://schemas.microsoft.com/office/drawing/2014/main" id="{19AD52B4-FD3D-4633-871A-77EF5A284393}"/>
                </a:ext>
              </a:extLst>
            </p:cNvPr>
            <p:cNvSpPr/>
            <p:nvPr/>
          </p:nvSpPr>
          <p:spPr bwMode="auto">
            <a:xfrm>
              <a:off x="4819650" y="4537076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0 w 6"/>
                <a:gd name="T3" fmla="*/ 1 h 2"/>
                <a:gd name="T4" fmla="*/ 0 w 6"/>
                <a:gd name="T5" fmla="*/ 2 h 2"/>
                <a:gd name="T6" fmla="*/ 4 w 6"/>
                <a:gd name="T7" fmla="*/ 1 h 2"/>
                <a:gd name="T8" fmla="*/ 6 w 6"/>
                <a:gd name="T9" fmla="*/ 1 h 2"/>
                <a:gd name="T10" fmla="*/ 5 w 6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E495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íṡḻíḓê">
              <a:extLst>
                <a:ext uri="{FF2B5EF4-FFF2-40B4-BE49-F238E27FC236}">
                  <a16:creationId xmlns:a16="http://schemas.microsoft.com/office/drawing/2014/main" id="{827E3A9C-8353-46FF-9AAF-06F449413BB3}"/>
                </a:ext>
              </a:extLst>
            </p:cNvPr>
            <p:cNvSpPr/>
            <p:nvPr/>
          </p:nvSpPr>
          <p:spPr bwMode="auto">
            <a:xfrm>
              <a:off x="4819650" y="4537076"/>
              <a:ext cx="9525" cy="3175"/>
            </a:xfrm>
            <a:custGeom>
              <a:avLst/>
              <a:gdLst>
                <a:gd name="T0" fmla="*/ 5 w 6"/>
                <a:gd name="T1" fmla="*/ 0 h 2"/>
                <a:gd name="T2" fmla="*/ 0 w 6"/>
                <a:gd name="T3" fmla="*/ 1 h 2"/>
                <a:gd name="T4" fmla="*/ 0 w 6"/>
                <a:gd name="T5" fmla="*/ 2 h 2"/>
                <a:gd name="T6" fmla="*/ 4 w 6"/>
                <a:gd name="T7" fmla="*/ 1 h 2"/>
                <a:gd name="T8" fmla="*/ 6 w 6"/>
                <a:gd name="T9" fmla="*/ 1 h 2"/>
                <a:gd name="T10" fmla="*/ 5 w 6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2">
                  <a:moveTo>
                    <a:pt x="5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íṥḻîdé">
              <a:extLst>
                <a:ext uri="{FF2B5EF4-FFF2-40B4-BE49-F238E27FC236}">
                  <a16:creationId xmlns:a16="http://schemas.microsoft.com/office/drawing/2014/main" id="{627FCCFC-A76E-4AB0-B573-140DC8AA70FD}"/>
                </a:ext>
              </a:extLst>
            </p:cNvPr>
            <p:cNvSpPr/>
            <p:nvPr/>
          </p:nvSpPr>
          <p:spPr bwMode="auto">
            <a:xfrm>
              <a:off x="4765675" y="4335463"/>
              <a:ext cx="63500" cy="203200"/>
            </a:xfrm>
            <a:custGeom>
              <a:avLst/>
              <a:gdLst>
                <a:gd name="T0" fmla="*/ 0 w 40"/>
                <a:gd name="T1" fmla="*/ 0 h 128"/>
                <a:gd name="T2" fmla="*/ 0 w 40"/>
                <a:gd name="T3" fmla="*/ 0 h 128"/>
                <a:gd name="T4" fmla="*/ 0 w 40"/>
                <a:gd name="T5" fmla="*/ 0 h 128"/>
                <a:gd name="T6" fmla="*/ 39 w 40"/>
                <a:gd name="T7" fmla="*/ 127 h 128"/>
                <a:gd name="T8" fmla="*/ 40 w 40"/>
                <a:gd name="T9" fmla="*/ 128 h 128"/>
                <a:gd name="T10" fmla="*/ 40 w 40"/>
                <a:gd name="T11" fmla="*/ 128 h 128"/>
                <a:gd name="T12" fmla="*/ 40 w 40"/>
                <a:gd name="T13" fmla="*/ 128 h 128"/>
                <a:gd name="T14" fmla="*/ 0 w 40"/>
                <a:gd name="T1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12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9" y="127"/>
                  </a:lnTo>
                  <a:lnTo>
                    <a:pt x="40" y="128"/>
                  </a:lnTo>
                  <a:lnTo>
                    <a:pt x="40" y="128"/>
                  </a:lnTo>
                  <a:lnTo>
                    <a:pt x="40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D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îṩ1íḓe">
              <a:extLst>
                <a:ext uri="{FF2B5EF4-FFF2-40B4-BE49-F238E27FC236}">
                  <a16:creationId xmlns:a16="http://schemas.microsoft.com/office/drawing/2014/main" id="{50E22F54-346D-4FFF-9349-CEAB66385072}"/>
                </a:ext>
              </a:extLst>
            </p:cNvPr>
            <p:cNvSpPr/>
            <p:nvPr/>
          </p:nvSpPr>
          <p:spPr bwMode="auto">
            <a:xfrm>
              <a:off x="4765675" y="4335463"/>
              <a:ext cx="63500" cy="203200"/>
            </a:xfrm>
            <a:custGeom>
              <a:avLst/>
              <a:gdLst>
                <a:gd name="T0" fmla="*/ 0 w 40"/>
                <a:gd name="T1" fmla="*/ 0 h 128"/>
                <a:gd name="T2" fmla="*/ 0 w 40"/>
                <a:gd name="T3" fmla="*/ 0 h 128"/>
                <a:gd name="T4" fmla="*/ 0 w 40"/>
                <a:gd name="T5" fmla="*/ 0 h 128"/>
                <a:gd name="T6" fmla="*/ 39 w 40"/>
                <a:gd name="T7" fmla="*/ 127 h 128"/>
                <a:gd name="T8" fmla="*/ 40 w 40"/>
                <a:gd name="T9" fmla="*/ 128 h 128"/>
                <a:gd name="T10" fmla="*/ 40 w 40"/>
                <a:gd name="T11" fmla="*/ 128 h 128"/>
                <a:gd name="T12" fmla="*/ 40 w 40"/>
                <a:gd name="T13" fmla="*/ 128 h 128"/>
                <a:gd name="T14" fmla="*/ 0 w 40"/>
                <a:gd name="T1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12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9" y="127"/>
                  </a:lnTo>
                  <a:lnTo>
                    <a:pt x="40" y="128"/>
                  </a:lnTo>
                  <a:lnTo>
                    <a:pt x="40" y="128"/>
                  </a:lnTo>
                  <a:lnTo>
                    <a:pt x="40" y="12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ïšḷîďê">
              <a:extLst>
                <a:ext uri="{FF2B5EF4-FFF2-40B4-BE49-F238E27FC236}">
                  <a16:creationId xmlns:a16="http://schemas.microsoft.com/office/drawing/2014/main" id="{1A3FFC7D-423E-46A0-8D24-376117B753F7}"/>
                </a:ext>
              </a:extLst>
            </p:cNvPr>
            <p:cNvSpPr/>
            <p:nvPr/>
          </p:nvSpPr>
          <p:spPr bwMode="auto">
            <a:xfrm>
              <a:off x="5510213" y="3649663"/>
              <a:ext cx="11113" cy="4763"/>
            </a:xfrm>
            <a:custGeom>
              <a:avLst/>
              <a:gdLst>
                <a:gd name="T0" fmla="*/ 0 w 7"/>
                <a:gd name="T1" fmla="*/ 0 h 3"/>
                <a:gd name="T2" fmla="*/ 7 w 7"/>
                <a:gd name="T3" fmla="*/ 3 h 3"/>
                <a:gd name="T4" fmla="*/ 7 w 7"/>
                <a:gd name="T5" fmla="*/ 3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2" y="1"/>
                    <a:pt x="5" y="2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iṥ1îḑé">
              <a:extLst>
                <a:ext uri="{FF2B5EF4-FFF2-40B4-BE49-F238E27FC236}">
                  <a16:creationId xmlns:a16="http://schemas.microsoft.com/office/drawing/2014/main" id="{5A112D67-657E-489E-B119-399967598BC4}"/>
                </a:ext>
              </a:extLst>
            </p:cNvPr>
            <p:cNvSpPr/>
            <p:nvPr/>
          </p:nvSpPr>
          <p:spPr bwMode="auto">
            <a:xfrm>
              <a:off x="5508625" y="3649663"/>
              <a:ext cx="17463" cy="130175"/>
            </a:xfrm>
            <a:custGeom>
              <a:avLst/>
              <a:gdLst>
                <a:gd name="T0" fmla="*/ 0 w 11"/>
                <a:gd name="T1" fmla="*/ 0 h 81"/>
                <a:gd name="T2" fmla="*/ 0 w 11"/>
                <a:gd name="T3" fmla="*/ 81 h 81"/>
                <a:gd name="T4" fmla="*/ 11 w 11"/>
                <a:gd name="T5" fmla="*/ 81 h 81"/>
                <a:gd name="T6" fmla="*/ 8 w 11"/>
                <a:gd name="T7" fmla="*/ 3 h 81"/>
                <a:gd name="T8" fmla="*/ 1 w 11"/>
                <a:gd name="T9" fmla="*/ 0 h 81"/>
                <a:gd name="T10" fmla="*/ 0 w 11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1">
                  <a:moveTo>
                    <a:pt x="0" y="0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2"/>
                    <a:pt x="3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09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iṩľïdé">
              <a:extLst>
                <a:ext uri="{FF2B5EF4-FFF2-40B4-BE49-F238E27FC236}">
                  <a16:creationId xmlns:a16="http://schemas.microsoft.com/office/drawing/2014/main" id="{23722A74-24CF-448D-AA37-B8EC5BC40B5A}"/>
                </a:ext>
              </a:extLst>
            </p:cNvPr>
            <p:cNvSpPr/>
            <p:nvPr/>
          </p:nvSpPr>
          <p:spPr bwMode="auto">
            <a:xfrm>
              <a:off x="5508625" y="3649663"/>
              <a:ext cx="1588" cy="130175"/>
            </a:xfrm>
            <a:prstGeom prst="rect">
              <a:avLst/>
            </a:prstGeom>
            <a:solidFill>
              <a:srgbClr val="665E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i$liďé">
              <a:extLst>
                <a:ext uri="{FF2B5EF4-FFF2-40B4-BE49-F238E27FC236}">
                  <a16:creationId xmlns:a16="http://schemas.microsoft.com/office/drawing/2014/main" id="{261A3A5F-0C94-4D6F-928F-2094DEBB644F}"/>
                </a:ext>
              </a:extLst>
            </p:cNvPr>
            <p:cNvSpPr/>
            <p:nvPr/>
          </p:nvSpPr>
          <p:spPr bwMode="auto">
            <a:xfrm>
              <a:off x="5508625" y="3649663"/>
              <a:ext cx="1588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îṥļîḋè">
              <a:extLst>
                <a:ext uri="{FF2B5EF4-FFF2-40B4-BE49-F238E27FC236}">
                  <a16:creationId xmlns:a16="http://schemas.microsoft.com/office/drawing/2014/main" id="{8CC3BF4F-0460-408E-BB27-496E50DC7476}"/>
                </a:ext>
              </a:extLst>
            </p:cNvPr>
            <p:cNvSpPr/>
            <p:nvPr/>
          </p:nvSpPr>
          <p:spPr bwMode="auto">
            <a:xfrm>
              <a:off x="4872038" y="3905251"/>
              <a:ext cx="6350" cy="15875"/>
            </a:xfrm>
            <a:custGeom>
              <a:avLst/>
              <a:gdLst>
                <a:gd name="T0" fmla="*/ 2 w 3"/>
                <a:gd name="T1" fmla="*/ 0 h 9"/>
                <a:gd name="T2" fmla="*/ 0 w 3"/>
                <a:gd name="T3" fmla="*/ 9 h 9"/>
                <a:gd name="T4" fmla="*/ 0 w 3"/>
                <a:gd name="T5" fmla="*/ 9 h 9"/>
                <a:gd name="T6" fmla="*/ 3 w 3"/>
                <a:gd name="T7" fmla="*/ 1 h 9"/>
                <a:gd name="T8" fmla="*/ 2 w 3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cubicBezTo>
                    <a:pt x="2" y="3"/>
                    <a:pt x="1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is1ïḑe">
              <a:extLst>
                <a:ext uri="{FF2B5EF4-FFF2-40B4-BE49-F238E27FC236}">
                  <a16:creationId xmlns:a16="http://schemas.microsoft.com/office/drawing/2014/main" id="{B49ACA48-9A87-43ED-9A67-1BCEA364E6BA}"/>
                </a:ext>
              </a:extLst>
            </p:cNvPr>
            <p:cNvSpPr/>
            <p:nvPr/>
          </p:nvSpPr>
          <p:spPr bwMode="auto">
            <a:xfrm>
              <a:off x="4749800" y="3832226"/>
              <a:ext cx="127000" cy="88900"/>
            </a:xfrm>
            <a:custGeom>
              <a:avLst/>
              <a:gdLst>
                <a:gd name="T0" fmla="*/ 3 w 78"/>
                <a:gd name="T1" fmla="*/ 0 h 55"/>
                <a:gd name="T2" fmla="*/ 0 w 78"/>
                <a:gd name="T3" fmla="*/ 7 h 55"/>
                <a:gd name="T4" fmla="*/ 76 w 78"/>
                <a:gd name="T5" fmla="*/ 55 h 55"/>
                <a:gd name="T6" fmla="*/ 78 w 78"/>
                <a:gd name="T7" fmla="*/ 46 h 55"/>
                <a:gd name="T8" fmla="*/ 78 w 78"/>
                <a:gd name="T9" fmla="*/ 46 h 55"/>
                <a:gd name="T10" fmla="*/ 3 w 78"/>
                <a:gd name="T11" fmla="*/ 0 h 55"/>
                <a:gd name="T12" fmla="*/ 3 w 7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55">
                  <a:moveTo>
                    <a:pt x="3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7" y="52"/>
                    <a:pt x="78" y="49"/>
                    <a:pt x="78" y="4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53" y="37"/>
                    <a:pt x="22" y="15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F09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ïṧľiḋè">
              <a:extLst>
                <a:ext uri="{FF2B5EF4-FFF2-40B4-BE49-F238E27FC236}">
                  <a16:creationId xmlns:a16="http://schemas.microsoft.com/office/drawing/2014/main" id="{C1E7DA64-9BB0-4222-A77B-505226A998E6}"/>
                </a:ext>
              </a:extLst>
            </p:cNvPr>
            <p:cNvSpPr/>
            <p:nvPr/>
          </p:nvSpPr>
          <p:spPr bwMode="auto">
            <a:xfrm>
              <a:off x="4754563" y="3832226"/>
              <a:ext cx="122238" cy="73025"/>
            </a:xfrm>
            <a:custGeom>
              <a:avLst/>
              <a:gdLst>
                <a:gd name="T0" fmla="*/ 0 w 75"/>
                <a:gd name="T1" fmla="*/ 0 h 46"/>
                <a:gd name="T2" fmla="*/ 75 w 75"/>
                <a:gd name="T3" fmla="*/ 46 h 46"/>
                <a:gd name="T4" fmla="*/ 0 w 75"/>
                <a:gd name="T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46">
                  <a:moveTo>
                    <a:pt x="0" y="0"/>
                  </a:moveTo>
                  <a:cubicBezTo>
                    <a:pt x="19" y="15"/>
                    <a:pt x="50" y="37"/>
                    <a:pt x="75" y="4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65E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ïṧḻiḍé">
              <a:extLst>
                <a:ext uri="{FF2B5EF4-FFF2-40B4-BE49-F238E27FC236}">
                  <a16:creationId xmlns:a16="http://schemas.microsoft.com/office/drawing/2014/main" id="{2EFFF000-61A4-4B86-82DD-DD256FBD8D9A}"/>
                </a:ext>
              </a:extLst>
            </p:cNvPr>
            <p:cNvSpPr/>
            <p:nvPr/>
          </p:nvSpPr>
          <p:spPr bwMode="auto">
            <a:xfrm>
              <a:off x="5330825" y="4271963"/>
              <a:ext cx="3175" cy="12700"/>
            </a:xfrm>
            <a:custGeom>
              <a:avLst/>
              <a:gdLst>
                <a:gd name="T0" fmla="*/ 0 w 2"/>
                <a:gd name="T1" fmla="*/ 0 h 8"/>
                <a:gd name="T2" fmla="*/ 0 w 2"/>
                <a:gd name="T3" fmla="*/ 0 h 8"/>
                <a:gd name="T4" fmla="*/ 2 w 2"/>
                <a:gd name="T5" fmla="*/ 8 h 8"/>
                <a:gd name="T6" fmla="*/ 2 w 2"/>
                <a:gd name="T7" fmla="*/ 8 h 8"/>
                <a:gd name="T8" fmla="*/ 0 w 2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5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íšľíḋé">
              <a:extLst>
                <a:ext uri="{FF2B5EF4-FFF2-40B4-BE49-F238E27FC236}">
                  <a16:creationId xmlns:a16="http://schemas.microsoft.com/office/drawing/2014/main" id="{73614DC6-67B5-4265-A590-760721F55038}"/>
                </a:ext>
              </a:extLst>
            </p:cNvPr>
            <p:cNvSpPr/>
            <p:nvPr/>
          </p:nvSpPr>
          <p:spPr bwMode="auto">
            <a:xfrm>
              <a:off x="5203825" y="4271963"/>
              <a:ext cx="130175" cy="69850"/>
            </a:xfrm>
            <a:custGeom>
              <a:avLst/>
              <a:gdLst>
                <a:gd name="T0" fmla="*/ 78 w 80"/>
                <a:gd name="T1" fmla="*/ 0 h 44"/>
                <a:gd name="T2" fmla="*/ 77 w 80"/>
                <a:gd name="T3" fmla="*/ 0 h 44"/>
                <a:gd name="T4" fmla="*/ 26 w 80"/>
                <a:gd name="T5" fmla="*/ 30 h 44"/>
                <a:gd name="T6" fmla="*/ 0 w 80"/>
                <a:gd name="T7" fmla="*/ 36 h 44"/>
                <a:gd name="T8" fmla="*/ 6 w 80"/>
                <a:gd name="T9" fmla="*/ 44 h 44"/>
                <a:gd name="T10" fmla="*/ 80 w 80"/>
                <a:gd name="T11" fmla="*/ 8 h 44"/>
                <a:gd name="T12" fmla="*/ 78 w 80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4">
                  <a:moveTo>
                    <a:pt x="78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5" y="4"/>
                    <a:pt x="59" y="21"/>
                    <a:pt x="26" y="30"/>
                  </a:cubicBezTo>
                  <a:cubicBezTo>
                    <a:pt x="17" y="32"/>
                    <a:pt x="9" y="34"/>
                    <a:pt x="0" y="36"/>
                  </a:cubicBezTo>
                  <a:cubicBezTo>
                    <a:pt x="2" y="38"/>
                    <a:pt x="4" y="41"/>
                    <a:pt x="6" y="44"/>
                  </a:cubicBezTo>
                  <a:cubicBezTo>
                    <a:pt x="36" y="41"/>
                    <a:pt x="62" y="31"/>
                    <a:pt x="80" y="8"/>
                  </a:cubicBezTo>
                  <a:cubicBezTo>
                    <a:pt x="79" y="5"/>
                    <a:pt x="78" y="3"/>
                    <a:pt x="78" y="0"/>
                  </a:cubicBezTo>
                </a:path>
              </a:pathLst>
            </a:custGeom>
            <a:solidFill>
              <a:srgbClr val="43D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îŝ1iďè">
              <a:extLst>
                <a:ext uri="{FF2B5EF4-FFF2-40B4-BE49-F238E27FC236}">
                  <a16:creationId xmlns:a16="http://schemas.microsoft.com/office/drawing/2014/main" id="{AD39EEEE-0B33-42C2-9888-B21352F38236}"/>
                </a:ext>
              </a:extLst>
            </p:cNvPr>
            <p:cNvSpPr/>
            <p:nvPr/>
          </p:nvSpPr>
          <p:spPr bwMode="auto">
            <a:xfrm>
              <a:off x="4878388" y="4254501"/>
              <a:ext cx="336550" cy="88900"/>
            </a:xfrm>
            <a:custGeom>
              <a:avLst/>
              <a:gdLst>
                <a:gd name="T0" fmla="*/ 12 w 208"/>
                <a:gd name="T1" fmla="*/ 0 h 55"/>
                <a:gd name="T2" fmla="*/ 0 w 208"/>
                <a:gd name="T3" fmla="*/ 5 h 55"/>
                <a:gd name="T4" fmla="*/ 188 w 208"/>
                <a:gd name="T5" fmla="*/ 55 h 55"/>
                <a:gd name="T6" fmla="*/ 208 w 208"/>
                <a:gd name="T7" fmla="*/ 54 h 55"/>
                <a:gd name="T8" fmla="*/ 202 w 208"/>
                <a:gd name="T9" fmla="*/ 46 h 55"/>
                <a:gd name="T10" fmla="*/ 174 w 208"/>
                <a:gd name="T11" fmla="*/ 48 h 55"/>
                <a:gd name="T12" fmla="*/ 13 w 208"/>
                <a:gd name="T13" fmla="*/ 1 h 55"/>
                <a:gd name="T14" fmla="*/ 12 w 208"/>
                <a:gd name="T1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55">
                  <a:moveTo>
                    <a:pt x="12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02" y="55"/>
                    <a:pt x="188" y="55"/>
                  </a:cubicBezTo>
                  <a:cubicBezTo>
                    <a:pt x="195" y="55"/>
                    <a:pt x="201" y="55"/>
                    <a:pt x="208" y="54"/>
                  </a:cubicBezTo>
                  <a:cubicBezTo>
                    <a:pt x="206" y="51"/>
                    <a:pt x="204" y="48"/>
                    <a:pt x="202" y="46"/>
                  </a:cubicBezTo>
                  <a:cubicBezTo>
                    <a:pt x="193" y="47"/>
                    <a:pt x="183" y="48"/>
                    <a:pt x="174" y="48"/>
                  </a:cubicBezTo>
                  <a:cubicBezTo>
                    <a:pt x="109" y="48"/>
                    <a:pt x="45" y="18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</a:path>
              </a:pathLst>
            </a:custGeom>
            <a:solidFill>
              <a:srgbClr val="43D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íṥlïḑè">
              <a:extLst>
                <a:ext uri="{FF2B5EF4-FFF2-40B4-BE49-F238E27FC236}">
                  <a16:creationId xmlns:a16="http://schemas.microsoft.com/office/drawing/2014/main" id="{8DC046AB-AEA2-4CF1-A724-A79F275CACE9}"/>
                </a:ext>
              </a:extLst>
            </p:cNvPr>
            <p:cNvSpPr/>
            <p:nvPr/>
          </p:nvSpPr>
          <p:spPr bwMode="auto">
            <a:xfrm>
              <a:off x="4899025" y="4256088"/>
              <a:ext cx="431800" cy="76200"/>
            </a:xfrm>
            <a:custGeom>
              <a:avLst/>
              <a:gdLst>
                <a:gd name="T0" fmla="*/ 267 w 267"/>
                <a:gd name="T1" fmla="*/ 9 h 47"/>
                <a:gd name="T2" fmla="*/ 266 w 267"/>
                <a:gd name="T3" fmla="*/ 9 h 47"/>
                <a:gd name="T4" fmla="*/ 267 w 267"/>
                <a:gd name="T5" fmla="*/ 9 h 47"/>
                <a:gd name="T6" fmla="*/ 267 w 267"/>
                <a:gd name="T7" fmla="*/ 9 h 47"/>
                <a:gd name="T8" fmla="*/ 267 w 267"/>
                <a:gd name="T9" fmla="*/ 9 h 47"/>
                <a:gd name="T10" fmla="*/ 0 w 267"/>
                <a:gd name="T11" fmla="*/ 0 h 47"/>
                <a:gd name="T12" fmla="*/ 161 w 267"/>
                <a:gd name="T13" fmla="*/ 47 h 47"/>
                <a:gd name="T14" fmla="*/ 189 w 267"/>
                <a:gd name="T15" fmla="*/ 45 h 47"/>
                <a:gd name="T16" fmla="*/ 215 w 267"/>
                <a:gd name="T17" fmla="*/ 39 h 47"/>
                <a:gd name="T18" fmla="*/ 167 w 267"/>
                <a:gd name="T19" fmla="*/ 45 h 47"/>
                <a:gd name="T20" fmla="*/ 0 w 267"/>
                <a:gd name="T2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47">
                  <a:moveTo>
                    <a:pt x="267" y="9"/>
                  </a:moveTo>
                  <a:cubicBezTo>
                    <a:pt x="267" y="9"/>
                    <a:pt x="266" y="9"/>
                    <a:pt x="266" y="9"/>
                  </a:cubicBezTo>
                  <a:cubicBezTo>
                    <a:pt x="266" y="9"/>
                    <a:pt x="266" y="9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moveTo>
                    <a:pt x="0" y="0"/>
                  </a:moveTo>
                  <a:cubicBezTo>
                    <a:pt x="32" y="17"/>
                    <a:pt x="96" y="47"/>
                    <a:pt x="161" y="47"/>
                  </a:cubicBezTo>
                  <a:cubicBezTo>
                    <a:pt x="170" y="47"/>
                    <a:pt x="180" y="46"/>
                    <a:pt x="189" y="45"/>
                  </a:cubicBezTo>
                  <a:cubicBezTo>
                    <a:pt x="198" y="43"/>
                    <a:pt x="206" y="41"/>
                    <a:pt x="215" y="39"/>
                  </a:cubicBezTo>
                  <a:cubicBezTo>
                    <a:pt x="202" y="42"/>
                    <a:pt x="186" y="45"/>
                    <a:pt x="167" y="45"/>
                  </a:cubicBezTo>
                  <a:cubicBezTo>
                    <a:pt x="127" y="45"/>
                    <a:pt x="72" y="34"/>
                    <a:pt x="0" y="0"/>
                  </a:cubicBezTo>
                </a:path>
              </a:pathLst>
            </a:custGeom>
            <a:solidFill>
              <a:srgbClr val="665E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îṡḻiḓe">
              <a:extLst>
                <a:ext uri="{FF2B5EF4-FFF2-40B4-BE49-F238E27FC236}">
                  <a16:creationId xmlns:a16="http://schemas.microsoft.com/office/drawing/2014/main" id="{FE1FB1FC-02EE-467B-91E2-E494AB27AD84}"/>
                </a:ext>
              </a:extLst>
            </p:cNvPr>
            <p:cNvSpPr/>
            <p:nvPr/>
          </p:nvSpPr>
          <p:spPr bwMode="auto">
            <a:xfrm>
              <a:off x="4424363" y="4976813"/>
              <a:ext cx="463550" cy="47625"/>
            </a:xfrm>
            <a:prstGeom prst="rect">
              <a:avLst/>
            </a:pr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is1ïḋe">
              <a:extLst>
                <a:ext uri="{FF2B5EF4-FFF2-40B4-BE49-F238E27FC236}">
                  <a16:creationId xmlns:a16="http://schemas.microsoft.com/office/drawing/2014/main" id="{19E114E3-C13C-4B6F-9B6D-681CAE135814}"/>
                </a:ext>
              </a:extLst>
            </p:cNvPr>
            <p:cNvSpPr/>
            <p:nvPr/>
          </p:nvSpPr>
          <p:spPr bwMode="auto">
            <a:xfrm>
              <a:off x="4424363" y="4976813"/>
              <a:ext cx="463550" cy="4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îṩ1iḍè">
              <a:extLst>
                <a:ext uri="{FF2B5EF4-FFF2-40B4-BE49-F238E27FC236}">
                  <a16:creationId xmlns:a16="http://schemas.microsoft.com/office/drawing/2014/main" id="{0AC24966-415B-4922-B64E-CD15350E527B}"/>
                </a:ext>
              </a:extLst>
            </p:cNvPr>
            <p:cNvSpPr/>
            <p:nvPr/>
          </p:nvSpPr>
          <p:spPr bwMode="auto">
            <a:xfrm>
              <a:off x="4460875" y="4398963"/>
              <a:ext cx="153988" cy="150813"/>
            </a:xfrm>
            <a:custGeom>
              <a:avLst/>
              <a:gdLst>
                <a:gd name="T0" fmla="*/ 0 w 97"/>
                <a:gd name="T1" fmla="*/ 11 h 95"/>
                <a:gd name="T2" fmla="*/ 35 w 97"/>
                <a:gd name="T3" fmla="*/ 95 h 95"/>
                <a:gd name="T4" fmla="*/ 97 w 97"/>
                <a:gd name="T5" fmla="*/ 95 h 95"/>
                <a:gd name="T6" fmla="*/ 61 w 97"/>
                <a:gd name="T7" fmla="*/ 0 h 95"/>
                <a:gd name="T8" fmla="*/ 0 w 97"/>
                <a:gd name="T9" fmla="*/ 1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5">
                  <a:moveTo>
                    <a:pt x="0" y="11"/>
                  </a:moveTo>
                  <a:lnTo>
                    <a:pt x="35" y="95"/>
                  </a:lnTo>
                  <a:lnTo>
                    <a:pt x="97" y="95"/>
                  </a:lnTo>
                  <a:lnTo>
                    <a:pt x="61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ïṣḻîdê">
              <a:extLst>
                <a:ext uri="{FF2B5EF4-FFF2-40B4-BE49-F238E27FC236}">
                  <a16:creationId xmlns:a16="http://schemas.microsoft.com/office/drawing/2014/main" id="{8EAE768E-A219-409B-81DB-7019F5E52845}"/>
                </a:ext>
              </a:extLst>
            </p:cNvPr>
            <p:cNvSpPr/>
            <p:nvPr/>
          </p:nvSpPr>
          <p:spPr bwMode="auto">
            <a:xfrm>
              <a:off x="4460875" y="4398963"/>
              <a:ext cx="153988" cy="150813"/>
            </a:xfrm>
            <a:custGeom>
              <a:avLst/>
              <a:gdLst>
                <a:gd name="T0" fmla="*/ 0 w 97"/>
                <a:gd name="T1" fmla="*/ 11 h 95"/>
                <a:gd name="T2" fmla="*/ 35 w 97"/>
                <a:gd name="T3" fmla="*/ 95 h 95"/>
                <a:gd name="T4" fmla="*/ 97 w 97"/>
                <a:gd name="T5" fmla="*/ 95 h 95"/>
                <a:gd name="T6" fmla="*/ 61 w 97"/>
                <a:gd name="T7" fmla="*/ 0 h 95"/>
                <a:gd name="T8" fmla="*/ 0 w 97"/>
                <a:gd name="T9" fmla="*/ 1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5">
                  <a:moveTo>
                    <a:pt x="0" y="11"/>
                  </a:moveTo>
                  <a:lnTo>
                    <a:pt x="35" y="95"/>
                  </a:lnTo>
                  <a:lnTo>
                    <a:pt x="97" y="95"/>
                  </a:lnTo>
                  <a:lnTo>
                    <a:pt x="61" y="0"/>
                  </a:lnTo>
                  <a:lnTo>
                    <a:pt x="0" y="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iṧḷiḓé">
              <a:extLst>
                <a:ext uri="{FF2B5EF4-FFF2-40B4-BE49-F238E27FC236}">
                  <a16:creationId xmlns:a16="http://schemas.microsoft.com/office/drawing/2014/main" id="{47DE1BDE-D917-4531-9523-B04306DD22CE}"/>
                </a:ext>
              </a:extLst>
            </p:cNvPr>
            <p:cNvSpPr/>
            <p:nvPr/>
          </p:nvSpPr>
          <p:spPr bwMode="auto">
            <a:xfrm>
              <a:off x="4513263" y="4529138"/>
              <a:ext cx="711200" cy="1304925"/>
            </a:xfrm>
            <a:custGeom>
              <a:avLst/>
              <a:gdLst>
                <a:gd name="T0" fmla="*/ 382 w 448"/>
                <a:gd name="T1" fmla="*/ 822 h 822"/>
                <a:gd name="T2" fmla="*/ 448 w 448"/>
                <a:gd name="T3" fmla="*/ 822 h 822"/>
                <a:gd name="T4" fmla="*/ 59 w 448"/>
                <a:gd name="T5" fmla="*/ 0 h 822"/>
                <a:gd name="T6" fmla="*/ 0 w 448"/>
                <a:gd name="T7" fmla="*/ 6 h 822"/>
                <a:gd name="T8" fmla="*/ 382 w 448"/>
                <a:gd name="T9" fmla="*/ 822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8" h="822">
                  <a:moveTo>
                    <a:pt x="382" y="822"/>
                  </a:moveTo>
                  <a:lnTo>
                    <a:pt x="448" y="822"/>
                  </a:lnTo>
                  <a:lnTo>
                    <a:pt x="59" y="0"/>
                  </a:lnTo>
                  <a:lnTo>
                    <a:pt x="0" y="6"/>
                  </a:lnTo>
                  <a:lnTo>
                    <a:pt x="382" y="822"/>
                  </a:lnTo>
                  <a:close/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iSlîḑe">
              <a:extLst>
                <a:ext uri="{FF2B5EF4-FFF2-40B4-BE49-F238E27FC236}">
                  <a16:creationId xmlns:a16="http://schemas.microsoft.com/office/drawing/2014/main" id="{11ECD3CA-0872-41F5-B674-D7B74292DA37}"/>
                </a:ext>
              </a:extLst>
            </p:cNvPr>
            <p:cNvSpPr/>
            <p:nvPr/>
          </p:nvSpPr>
          <p:spPr bwMode="auto">
            <a:xfrm>
              <a:off x="4513263" y="4529138"/>
              <a:ext cx="711200" cy="1304925"/>
            </a:xfrm>
            <a:custGeom>
              <a:avLst/>
              <a:gdLst>
                <a:gd name="T0" fmla="*/ 382 w 448"/>
                <a:gd name="T1" fmla="*/ 822 h 822"/>
                <a:gd name="T2" fmla="*/ 448 w 448"/>
                <a:gd name="T3" fmla="*/ 822 h 822"/>
                <a:gd name="T4" fmla="*/ 59 w 448"/>
                <a:gd name="T5" fmla="*/ 0 h 822"/>
                <a:gd name="T6" fmla="*/ 0 w 448"/>
                <a:gd name="T7" fmla="*/ 6 h 822"/>
                <a:gd name="T8" fmla="*/ 382 w 448"/>
                <a:gd name="T9" fmla="*/ 822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8" h="822">
                  <a:moveTo>
                    <a:pt x="382" y="822"/>
                  </a:moveTo>
                  <a:lnTo>
                    <a:pt x="448" y="822"/>
                  </a:lnTo>
                  <a:lnTo>
                    <a:pt x="59" y="0"/>
                  </a:lnTo>
                  <a:lnTo>
                    <a:pt x="0" y="6"/>
                  </a:lnTo>
                  <a:lnTo>
                    <a:pt x="382" y="8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îs1íḋe">
              <a:extLst>
                <a:ext uri="{FF2B5EF4-FFF2-40B4-BE49-F238E27FC236}">
                  <a16:creationId xmlns:a16="http://schemas.microsoft.com/office/drawing/2014/main" id="{644E15C9-2D10-4989-BD6A-A5658F3E4288}"/>
                </a:ext>
              </a:extLst>
            </p:cNvPr>
            <p:cNvSpPr/>
            <p:nvPr/>
          </p:nvSpPr>
          <p:spPr bwMode="auto">
            <a:xfrm>
              <a:off x="4332288" y="4611688"/>
              <a:ext cx="282575" cy="1222375"/>
            </a:xfrm>
            <a:custGeom>
              <a:avLst/>
              <a:gdLst>
                <a:gd name="T0" fmla="*/ 0 w 178"/>
                <a:gd name="T1" fmla="*/ 770 h 770"/>
                <a:gd name="T2" fmla="*/ 33 w 178"/>
                <a:gd name="T3" fmla="*/ 770 h 770"/>
                <a:gd name="T4" fmla="*/ 178 w 178"/>
                <a:gd name="T5" fmla="*/ 27 h 770"/>
                <a:gd name="T6" fmla="*/ 157 w 178"/>
                <a:gd name="T7" fmla="*/ 0 h 770"/>
                <a:gd name="T8" fmla="*/ 0 w 178"/>
                <a:gd name="T9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770">
                  <a:moveTo>
                    <a:pt x="0" y="770"/>
                  </a:moveTo>
                  <a:lnTo>
                    <a:pt x="33" y="770"/>
                  </a:lnTo>
                  <a:lnTo>
                    <a:pt x="178" y="27"/>
                  </a:lnTo>
                  <a:lnTo>
                    <a:pt x="157" y="0"/>
                  </a:lnTo>
                  <a:lnTo>
                    <a:pt x="0" y="770"/>
                  </a:lnTo>
                  <a:close/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îŝľïḑé">
              <a:extLst>
                <a:ext uri="{FF2B5EF4-FFF2-40B4-BE49-F238E27FC236}">
                  <a16:creationId xmlns:a16="http://schemas.microsoft.com/office/drawing/2014/main" id="{2601DCAF-3790-459E-9F0C-0D0C84083726}"/>
                </a:ext>
              </a:extLst>
            </p:cNvPr>
            <p:cNvSpPr/>
            <p:nvPr/>
          </p:nvSpPr>
          <p:spPr bwMode="auto">
            <a:xfrm>
              <a:off x="4332288" y="4611688"/>
              <a:ext cx="282575" cy="1222375"/>
            </a:xfrm>
            <a:custGeom>
              <a:avLst/>
              <a:gdLst>
                <a:gd name="T0" fmla="*/ 0 w 178"/>
                <a:gd name="T1" fmla="*/ 770 h 770"/>
                <a:gd name="T2" fmla="*/ 33 w 178"/>
                <a:gd name="T3" fmla="*/ 770 h 770"/>
                <a:gd name="T4" fmla="*/ 178 w 178"/>
                <a:gd name="T5" fmla="*/ 27 h 770"/>
                <a:gd name="T6" fmla="*/ 157 w 178"/>
                <a:gd name="T7" fmla="*/ 0 h 770"/>
                <a:gd name="T8" fmla="*/ 0 w 178"/>
                <a:gd name="T9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770">
                  <a:moveTo>
                    <a:pt x="0" y="770"/>
                  </a:moveTo>
                  <a:lnTo>
                    <a:pt x="33" y="770"/>
                  </a:lnTo>
                  <a:lnTo>
                    <a:pt x="178" y="27"/>
                  </a:lnTo>
                  <a:lnTo>
                    <a:pt x="157" y="0"/>
                  </a:lnTo>
                  <a:lnTo>
                    <a:pt x="0" y="77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íś1ïďê">
              <a:extLst>
                <a:ext uri="{FF2B5EF4-FFF2-40B4-BE49-F238E27FC236}">
                  <a16:creationId xmlns:a16="http://schemas.microsoft.com/office/drawing/2014/main" id="{5D288752-CF1E-46E3-A6B8-C1406C1B1CB0}"/>
                </a:ext>
              </a:extLst>
            </p:cNvPr>
            <p:cNvSpPr/>
            <p:nvPr/>
          </p:nvSpPr>
          <p:spPr bwMode="auto">
            <a:xfrm>
              <a:off x="4516438" y="4549776"/>
              <a:ext cx="101600" cy="14288"/>
            </a:xfrm>
            <a:custGeom>
              <a:avLst/>
              <a:gdLst>
                <a:gd name="T0" fmla="*/ 5 w 64"/>
                <a:gd name="T1" fmla="*/ 9 h 9"/>
                <a:gd name="T2" fmla="*/ 0 w 64"/>
                <a:gd name="T3" fmla="*/ 0 h 9"/>
                <a:gd name="T4" fmla="*/ 62 w 64"/>
                <a:gd name="T5" fmla="*/ 0 h 9"/>
                <a:gd name="T6" fmla="*/ 64 w 64"/>
                <a:gd name="T7" fmla="*/ 5 h 9"/>
                <a:gd name="T8" fmla="*/ 5 w 6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9">
                  <a:moveTo>
                    <a:pt x="5" y="9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4" y="5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EC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ísliďê">
              <a:extLst>
                <a:ext uri="{FF2B5EF4-FFF2-40B4-BE49-F238E27FC236}">
                  <a16:creationId xmlns:a16="http://schemas.microsoft.com/office/drawing/2014/main" id="{82B9D2FF-9F42-4E1B-BFF3-EC785999DD11}"/>
                </a:ext>
              </a:extLst>
            </p:cNvPr>
            <p:cNvSpPr/>
            <p:nvPr/>
          </p:nvSpPr>
          <p:spPr bwMode="auto">
            <a:xfrm>
              <a:off x="4516438" y="4549776"/>
              <a:ext cx="101600" cy="14288"/>
            </a:xfrm>
            <a:custGeom>
              <a:avLst/>
              <a:gdLst>
                <a:gd name="T0" fmla="*/ 5 w 64"/>
                <a:gd name="T1" fmla="*/ 9 h 9"/>
                <a:gd name="T2" fmla="*/ 0 w 64"/>
                <a:gd name="T3" fmla="*/ 0 h 9"/>
                <a:gd name="T4" fmla="*/ 62 w 64"/>
                <a:gd name="T5" fmla="*/ 0 h 9"/>
                <a:gd name="T6" fmla="*/ 64 w 64"/>
                <a:gd name="T7" fmla="*/ 5 h 9"/>
                <a:gd name="T8" fmla="*/ 5 w 6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9">
                  <a:moveTo>
                    <a:pt x="5" y="9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4" y="5"/>
                  </a:lnTo>
                  <a:lnTo>
                    <a:pt x="5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ísľíďè">
              <a:extLst>
                <a:ext uri="{FF2B5EF4-FFF2-40B4-BE49-F238E27FC236}">
                  <a16:creationId xmlns:a16="http://schemas.microsoft.com/office/drawing/2014/main" id="{A5A1C133-9A33-4DF4-92DA-A4918EBC7906}"/>
                </a:ext>
              </a:extLst>
            </p:cNvPr>
            <p:cNvSpPr/>
            <p:nvPr/>
          </p:nvSpPr>
          <p:spPr bwMode="auto">
            <a:xfrm>
              <a:off x="4516438" y="4549776"/>
              <a:ext cx="101600" cy="14288"/>
            </a:xfrm>
            <a:custGeom>
              <a:avLst/>
              <a:gdLst>
                <a:gd name="T0" fmla="*/ 62 w 64"/>
                <a:gd name="T1" fmla="*/ 0 h 9"/>
                <a:gd name="T2" fmla="*/ 0 w 64"/>
                <a:gd name="T3" fmla="*/ 0 h 9"/>
                <a:gd name="T4" fmla="*/ 5 w 64"/>
                <a:gd name="T5" fmla="*/ 9 h 9"/>
                <a:gd name="T6" fmla="*/ 64 w 64"/>
                <a:gd name="T7" fmla="*/ 5 h 9"/>
                <a:gd name="T8" fmla="*/ 62 w 64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9">
                  <a:moveTo>
                    <a:pt x="62" y="0"/>
                  </a:moveTo>
                  <a:lnTo>
                    <a:pt x="0" y="0"/>
                  </a:lnTo>
                  <a:lnTo>
                    <a:pt x="5" y="9"/>
                  </a:lnTo>
                  <a:lnTo>
                    <a:pt x="64" y="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ïşḻiḍe">
              <a:extLst>
                <a:ext uri="{FF2B5EF4-FFF2-40B4-BE49-F238E27FC236}">
                  <a16:creationId xmlns:a16="http://schemas.microsoft.com/office/drawing/2014/main" id="{47BC46D0-493C-434F-946C-83FA17B13FE9}"/>
                </a:ext>
              </a:extLst>
            </p:cNvPr>
            <p:cNvSpPr/>
            <p:nvPr/>
          </p:nvSpPr>
          <p:spPr bwMode="auto">
            <a:xfrm>
              <a:off x="4516438" y="4549776"/>
              <a:ext cx="101600" cy="14288"/>
            </a:xfrm>
            <a:custGeom>
              <a:avLst/>
              <a:gdLst>
                <a:gd name="T0" fmla="*/ 62 w 64"/>
                <a:gd name="T1" fmla="*/ 0 h 9"/>
                <a:gd name="T2" fmla="*/ 0 w 64"/>
                <a:gd name="T3" fmla="*/ 0 h 9"/>
                <a:gd name="T4" fmla="*/ 5 w 64"/>
                <a:gd name="T5" fmla="*/ 9 h 9"/>
                <a:gd name="T6" fmla="*/ 64 w 64"/>
                <a:gd name="T7" fmla="*/ 5 h 9"/>
                <a:gd name="T8" fmla="*/ 62 w 64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9">
                  <a:moveTo>
                    <a:pt x="62" y="0"/>
                  </a:moveTo>
                  <a:lnTo>
                    <a:pt x="0" y="0"/>
                  </a:lnTo>
                  <a:lnTo>
                    <a:pt x="5" y="9"/>
                  </a:lnTo>
                  <a:lnTo>
                    <a:pt x="64" y="5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íṣlïdè">
              <a:extLst>
                <a:ext uri="{FF2B5EF4-FFF2-40B4-BE49-F238E27FC236}">
                  <a16:creationId xmlns:a16="http://schemas.microsoft.com/office/drawing/2014/main" id="{5637467E-3917-4CDE-98D5-3577FC02A851}"/>
                </a:ext>
              </a:extLst>
            </p:cNvPr>
            <p:cNvSpPr/>
            <p:nvPr/>
          </p:nvSpPr>
          <p:spPr bwMode="auto">
            <a:xfrm>
              <a:off x="4567238" y="4664076"/>
              <a:ext cx="33338" cy="69850"/>
            </a:xfrm>
            <a:custGeom>
              <a:avLst/>
              <a:gdLst>
                <a:gd name="T0" fmla="*/ 21 w 21"/>
                <a:gd name="T1" fmla="*/ 41 h 44"/>
                <a:gd name="T2" fmla="*/ 21 w 21"/>
                <a:gd name="T3" fmla="*/ 44 h 44"/>
                <a:gd name="T4" fmla="*/ 21 w 21"/>
                <a:gd name="T5" fmla="*/ 41 h 44"/>
                <a:gd name="T6" fmla="*/ 21 w 21"/>
                <a:gd name="T7" fmla="*/ 41 h 44"/>
                <a:gd name="T8" fmla="*/ 2 w 21"/>
                <a:gd name="T9" fmla="*/ 0 h 44"/>
                <a:gd name="T10" fmla="*/ 0 w 21"/>
                <a:gd name="T11" fmla="*/ 14 h 44"/>
                <a:gd name="T12" fmla="*/ 0 w 21"/>
                <a:gd name="T13" fmla="*/ 14 h 44"/>
                <a:gd name="T14" fmla="*/ 2 w 21"/>
                <a:gd name="T15" fmla="*/ 0 h 44"/>
                <a:gd name="T16" fmla="*/ 2 w 21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44">
                  <a:moveTo>
                    <a:pt x="21" y="41"/>
                  </a:moveTo>
                  <a:lnTo>
                    <a:pt x="21" y="44"/>
                  </a:lnTo>
                  <a:lnTo>
                    <a:pt x="21" y="41"/>
                  </a:lnTo>
                  <a:lnTo>
                    <a:pt x="21" y="41"/>
                  </a:lnTo>
                  <a:close/>
                  <a:moveTo>
                    <a:pt x="2" y="0"/>
                  </a:move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" name="í$1íḓè">
              <a:extLst>
                <a:ext uri="{FF2B5EF4-FFF2-40B4-BE49-F238E27FC236}">
                  <a16:creationId xmlns:a16="http://schemas.microsoft.com/office/drawing/2014/main" id="{D14A9424-52C5-44D9-B0D1-0DDAD6F7DD1D}"/>
                </a:ext>
              </a:extLst>
            </p:cNvPr>
            <p:cNvSpPr/>
            <p:nvPr/>
          </p:nvSpPr>
          <p:spPr bwMode="auto">
            <a:xfrm>
              <a:off x="4567238" y="4664076"/>
              <a:ext cx="33338" cy="69850"/>
            </a:xfrm>
            <a:custGeom>
              <a:avLst/>
              <a:gdLst>
                <a:gd name="T0" fmla="*/ 21 w 21"/>
                <a:gd name="T1" fmla="*/ 41 h 44"/>
                <a:gd name="T2" fmla="*/ 21 w 21"/>
                <a:gd name="T3" fmla="*/ 44 h 44"/>
                <a:gd name="T4" fmla="*/ 21 w 21"/>
                <a:gd name="T5" fmla="*/ 41 h 44"/>
                <a:gd name="T6" fmla="*/ 21 w 21"/>
                <a:gd name="T7" fmla="*/ 41 h 44"/>
                <a:gd name="T8" fmla="*/ 2 w 21"/>
                <a:gd name="T9" fmla="*/ 0 h 44"/>
                <a:gd name="T10" fmla="*/ 0 w 21"/>
                <a:gd name="T11" fmla="*/ 14 h 44"/>
                <a:gd name="T12" fmla="*/ 0 w 21"/>
                <a:gd name="T13" fmla="*/ 14 h 44"/>
                <a:gd name="T14" fmla="*/ 2 w 21"/>
                <a:gd name="T15" fmla="*/ 0 h 44"/>
                <a:gd name="T16" fmla="*/ 2 w 21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44">
                  <a:moveTo>
                    <a:pt x="21" y="41"/>
                  </a:moveTo>
                  <a:lnTo>
                    <a:pt x="21" y="44"/>
                  </a:lnTo>
                  <a:lnTo>
                    <a:pt x="21" y="41"/>
                  </a:lnTo>
                  <a:lnTo>
                    <a:pt x="21" y="41"/>
                  </a:lnTo>
                  <a:moveTo>
                    <a:pt x="2" y="0"/>
                  </a:move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" name="îS1íḋè">
              <a:extLst>
                <a:ext uri="{FF2B5EF4-FFF2-40B4-BE49-F238E27FC236}">
                  <a16:creationId xmlns:a16="http://schemas.microsoft.com/office/drawing/2014/main" id="{BFEEBCA0-EBBB-45FB-A842-4C22BFCD96B3}"/>
                </a:ext>
              </a:extLst>
            </p:cNvPr>
            <p:cNvSpPr/>
            <p:nvPr/>
          </p:nvSpPr>
          <p:spPr bwMode="auto">
            <a:xfrm>
              <a:off x="4567238" y="4664076"/>
              <a:ext cx="33338" cy="82550"/>
            </a:xfrm>
            <a:custGeom>
              <a:avLst/>
              <a:gdLst>
                <a:gd name="T0" fmla="*/ 2 w 21"/>
                <a:gd name="T1" fmla="*/ 0 h 52"/>
                <a:gd name="T2" fmla="*/ 0 w 21"/>
                <a:gd name="T3" fmla="*/ 14 h 52"/>
                <a:gd name="T4" fmla="*/ 19 w 21"/>
                <a:gd name="T5" fmla="*/ 52 h 52"/>
                <a:gd name="T6" fmla="*/ 21 w 21"/>
                <a:gd name="T7" fmla="*/ 44 h 52"/>
                <a:gd name="T8" fmla="*/ 21 w 21"/>
                <a:gd name="T9" fmla="*/ 41 h 52"/>
                <a:gd name="T10" fmla="*/ 2 w 21"/>
                <a:gd name="T1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52">
                  <a:moveTo>
                    <a:pt x="2" y="0"/>
                  </a:moveTo>
                  <a:lnTo>
                    <a:pt x="0" y="14"/>
                  </a:lnTo>
                  <a:lnTo>
                    <a:pt x="19" y="52"/>
                  </a:lnTo>
                  <a:lnTo>
                    <a:pt x="21" y="44"/>
                  </a:lnTo>
                  <a:lnTo>
                    <a:pt x="21" y="4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" name="îṡliďe">
              <a:extLst>
                <a:ext uri="{FF2B5EF4-FFF2-40B4-BE49-F238E27FC236}">
                  <a16:creationId xmlns:a16="http://schemas.microsoft.com/office/drawing/2014/main" id="{BE27DE77-DBDA-41E4-94A8-CA9AF0B70059}"/>
                </a:ext>
              </a:extLst>
            </p:cNvPr>
            <p:cNvSpPr/>
            <p:nvPr/>
          </p:nvSpPr>
          <p:spPr bwMode="auto">
            <a:xfrm>
              <a:off x="4567238" y="4664076"/>
              <a:ext cx="33338" cy="82550"/>
            </a:xfrm>
            <a:custGeom>
              <a:avLst/>
              <a:gdLst>
                <a:gd name="T0" fmla="*/ 2 w 21"/>
                <a:gd name="T1" fmla="*/ 0 h 52"/>
                <a:gd name="T2" fmla="*/ 0 w 21"/>
                <a:gd name="T3" fmla="*/ 14 h 52"/>
                <a:gd name="T4" fmla="*/ 19 w 21"/>
                <a:gd name="T5" fmla="*/ 52 h 52"/>
                <a:gd name="T6" fmla="*/ 21 w 21"/>
                <a:gd name="T7" fmla="*/ 44 h 52"/>
                <a:gd name="T8" fmla="*/ 21 w 21"/>
                <a:gd name="T9" fmla="*/ 41 h 52"/>
                <a:gd name="T10" fmla="*/ 2 w 21"/>
                <a:gd name="T1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52">
                  <a:moveTo>
                    <a:pt x="2" y="0"/>
                  </a:moveTo>
                  <a:lnTo>
                    <a:pt x="0" y="14"/>
                  </a:lnTo>
                  <a:lnTo>
                    <a:pt x="19" y="52"/>
                  </a:lnTo>
                  <a:lnTo>
                    <a:pt x="21" y="44"/>
                  </a:lnTo>
                  <a:lnTo>
                    <a:pt x="21" y="4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" name="î$ḷiḋé">
              <a:extLst>
                <a:ext uri="{FF2B5EF4-FFF2-40B4-BE49-F238E27FC236}">
                  <a16:creationId xmlns:a16="http://schemas.microsoft.com/office/drawing/2014/main" id="{29412E48-5EDD-4939-AFCF-9F666FF7236D}"/>
                </a:ext>
              </a:extLst>
            </p:cNvPr>
            <p:cNvSpPr/>
            <p:nvPr/>
          </p:nvSpPr>
          <p:spPr bwMode="auto">
            <a:xfrm>
              <a:off x="4543425" y="4976813"/>
              <a:ext cx="23813" cy="47625"/>
            </a:xfrm>
            <a:custGeom>
              <a:avLst/>
              <a:gdLst>
                <a:gd name="T0" fmla="*/ 15 w 15"/>
                <a:gd name="T1" fmla="*/ 0 h 30"/>
                <a:gd name="T2" fmla="*/ 6 w 15"/>
                <a:gd name="T3" fmla="*/ 0 h 30"/>
                <a:gd name="T4" fmla="*/ 0 w 15"/>
                <a:gd name="T5" fmla="*/ 29 h 30"/>
                <a:gd name="T6" fmla="*/ 0 w 15"/>
                <a:gd name="T7" fmla="*/ 30 h 30"/>
                <a:gd name="T8" fmla="*/ 10 w 15"/>
                <a:gd name="T9" fmla="*/ 30 h 30"/>
                <a:gd name="T10" fmla="*/ 15 w 15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30">
                  <a:moveTo>
                    <a:pt x="15" y="0"/>
                  </a:moveTo>
                  <a:lnTo>
                    <a:pt x="6" y="0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0" y="3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" name="îsḻïḓè">
              <a:extLst>
                <a:ext uri="{FF2B5EF4-FFF2-40B4-BE49-F238E27FC236}">
                  <a16:creationId xmlns:a16="http://schemas.microsoft.com/office/drawing/2014/main" id="{0AF6DCED-B6EE-4048-AE1F-A9C9834D9622}"/>
                </a:ext>
              </a:extLst>
            </p:cNvPr>
            <p:cNvSpPr/>
            <p:nvPr/>
          </p:nvSpPr>
          <p:spPr bwMode="auto">
            <a:xfrm>
              <a:off x="4543425" y="4976813"/>
              <a:ext cx="23813" cy="47625"/>
            </a:xfrm>
            <a:custGeom>
              <a:avLst/>
              <a:gdLst>
                <a:gd name="T0" fmla="*/ 15 w 15"/>
                <a:gd name="T1" fmla="*/ 0 h 30"/>
                <a:gd name="T2" fmla="*/ 6 w 15"/>
                <a:gd name="T3" fmla="*/ 0 h 30"/>
                <a:gd name="T4" fmla="*/ 0 w 15"/>
                <a:gd name="T5" fmla="*/ 29 h 30"/>
                <a:gd name="T6" fmla="*/ 0 w 15"/>
                <a:gd name="T7" fmla="*/ 30 h 30"/>
                <a:gd name="T8" fmla="*/ 10 w 15"/>
                <a:gd name="T9" fmla="*/ 30 h 30"/>
                <a:gd name="T10" fmla="*/ 15 w 15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30">
                  <a:moveTo>
                    <a:pt x="15" y="0"/>
                  </a:moveTo>
                  <a:lnTo>
                    <a:pt x="6" y="0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0" y="30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" name="îṥ1ïḓé">
              <a:extLst>
                <a:ext uri="{FF2B5EF4-FFF2-40B4-BE49-F238E27FC236}">
                  <a16:creationId xmlns:a16="http://schemas.microsoft.com/office/drawing/2014/main" id="{23F31294-C0E1-4E33-9A9A-1B5C96B9F676}"/>
                </a:ext>
              </a:extLst>
            </p:cNvPr>
            <p:cNvSpPr/>
            <p:nvPr/>
          </p:nvSpPr>
          <p:spPr bwMode="auto">
            <a:xfrm>
              <a:off x="4543425" y="4976813"/>
              <a:ext cx="9525" cy="46038"/>
            </a:xfrm>
            <a:custGeom>
              <a:avLst/>
              <a:gdLst>
                <a:gd name="T0" fmla="*/ 6 w 6"/>
                <a:gd name="T1" fmla="*/ 0 h 29"/>
                <a:gd name="T2" fmla="*/ 6 w 6"/>
                <a:gd name="T3" fmla="*/ 0 h 29"/>
                <a:gd name="T4" fmla="*/ 0 w 6"/>
                <a:gd name="T5" fmla="*/ 29 h 29"/>
                <a:gd name="T6" fmla="*/ 6 w 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9">
                  <a:moveTo>
                    <a:pt x="6" y="0"/>
                  </a:moveTo>
                  <a:lnTo>
                    <a:pt x="6" y="0"/>
                  </a:lnTo>
                  <a:lnTo>
                    <a:pt x="0" y="2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0" name="ïSľïďê">
              <a:extLst>
                <a:ext uri="{FF2B5EF4-FFF2-40B4-BE49-F238E27FC236}">
                  <a16:creationId xmlns:a16="http://schemas.microsoft.com/office/drawing/2014/main" id="{2AB8DED9-17A7-4F1C-9897-FF07B9200908}"/>
                </a:ext>
              </a:extLst>
            </p:cNvPr>
            <p:cNvSpPr/>
            <p:nvPr/>
          </p:nvSpPr>
          <p:spPr bwMode="auto">
            <a:xfrm>
              <a:off x="4543425" y="4976813"/>
              <a:ext cx="9525" cy="46038"/>
            </a:xfrm>
            <a:custGeom>
              <a:avLst/>
              <a:gdLst>
                <a:gd name="T0" fmla="*/ 6 w 6"/>
                <a:gd name="T1" fmla="*/ 0 h 29"/>
                <a:gd name="T2" fmla="*/ 6 w 6"/>
                <a:gd name="T3" fmla="*/ 0 h 29"/>
                <a:gd name="T4" fmla="*/ 0 w 6"/>
                <a:gd name="T5" fmla="*/ 29 h 29"/>
                <a:gd name="T6" fmla="*/ 6 w 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9">
                  <a:moveTo>
                    <a:pt x="6" y="0"/>
                  </a:moveTo>
                  <a:lnTo>
                    <a:pt x="6" y="0"/>
                  </a:lnTo>
                  <a:lnTo>
                    <a:pt x="0" y="29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1" name="iṥļîḍe">
              <a:extLst>
                <a:ext uri="{FF2B5EF4-FFF2-40B4-BE49-F238E27FC236}">
                  <a16:creationId xmlns:a16="http://schemas.microsoft.com/office/drawing/2014/main" id="{016A6FC0-886A-42DB-84F4-D211DD496C3E}"/>
                </a:ext>
              </a:extLst>
            </p:cNvPr>
            <p:cNvSpPr/>
            <p:nvPr/>
          </p:nvSpPr>
          <p:spPr bwMode="auto">
            <a:xfrm>
              <a:off x="4795838" y="5249863"/>
              <a:ext cx="236538" cy="50800"/>
            </a:xfrm>
            <a:prstGeom prst="rect">
              <a:avLst/>
            </a:pr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2" name="isḷiḋê">
              <a:extLst>
                <a:ext uri="{FF2B5EF4-FFF2-40B4-BE49-F238E27FC236}">
                  <a16:creationId xmlns:a16="http://schemas.microsoft.com/office/drawing/2014/main" id="{305991D8-3EC8-45F7-AE29-1420B5DCCE6F}"/>
                </a:ext>
              </a:extLst>
            </p:cNvPr>
            <p:cNvSpPr/>
            <p:nvPr/>
          </p:nvSpPr>
          <p:spPr bwMode="auto">
            <a:xfrm>
              <a:off x="4795838" y="5249863"/>
              <a:ext cx="236538" cy="5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3" name="îś1íḓé">
              <a:extLst>
                <a:ext uri="{FF2B5EF4-FFF2-40B4-BE49-F238E27FC236}">
                  <a16:creationId xmlns:a16="http://schemas.microsoft.com/office/drawing/2014/main" id="{8FFB0FAF-F4C9-4BC4-A12E-8256D23DE1E8}"/>
                </a:ext>
              </a:extLst>
            </p:cNvPr>
            <p:cNvSpPr/>
            <p:nvPr/>
          </p:nvSpPr>
          <p:spPr bwMode="auto">
            <a:xfrm>
              <a:off x="4916488" y="5534026"/>
              <a:ext cx="238125" cy="33338"/>
            </a:xfrm>
            <a:prstGeom prst="rect">
              <a:avLst/>
            </a:pr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4" name="îṣlïḑê">
              <a:extLst>
                <a:ext uri="{FF2B5EF4-FFF2-40B4-BE49-F238E27FC236}">
                  <a16:creationId xmlns:a16="http://schemas.microsoft.com/office/drawing/2014/main" id="{740C8781-82E1-472D-9743-12BC0549FFED}"/>
                </a:ext>
              </a:extLst>
            </p:cNvPr>
            <p:cNvSpPr/>
            <p:nvPr/>
          </p:nvSpPr>
          <p:spPr bwMode="auto">
            <a:xfrm>
              <a:off x="4916488" y="5534026"/>
              <a:ext cx="238125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5" name="íŝļíḋê">
              <a:extLst>
                <a:ext uri="{FF2B5EF4-FFF2-40B4-BE49-F238E27FC236}">
                  <a16:creationId xmlns:a16="http://schemas.microsoft.com/office/drawing/2014/main" id="{27844A81-0FF1-4064-9987-4418AF9ACCBB}"/>
                </a:ext>
              </a:extLst>
            </p:cNvPr>
            <p:cNvSpPr/>
            <p:nvPr/>
          </p:nvSpPr>
          <p:spPr bwMode="auto">
            <a:xfrm>
              <a:off x="4973638" y="5300663"/>
              <a:ext cx="11113" cy="15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6" name="îŝlïďé">
              <a:extLst>
                <a:ext uri="{FF2B5EF4-FFF2-40B4-BE49-F238E27FC236}">
                  <a16:creationId xmlns:a16="http://schemas.microsoft.com/office/drawing/2014/main" id="{D55B6A1F-8BF5-4995-94AD-CE2FCEEE812A}"/>
                </a:ext>
              </a:extLst>
            </p:cNvPr>
            <p:cNvSpPr/>
            <p:nvPr/>
          </p:nvSpPr>
          <p:spPr bwMode="auto">
            <a:xfrm>
              <a:off x="4973638" y="5300663"/>
              <a:ext cx="11113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7" name="iSḷïďé">
              <a:extLst>
                <a:ext uri="{FF2B5EF4-FFF2-40B4-BE49-F238E27FC236}">
                  <a16:creationId xmlns:a16="http://schemas.microsoft.com/office/drawing/2014/main" id="{C4EE64FD-163C-41D0-9C6F-345296B64CAA}"/>
                </a:ext>
              </a:extLst>
            </p:cNvPr>
            <p:cNvSpPr/>
            <p:nvPr/>
          </p:nvSpPr>
          <p:spPr bwMode="auto">
            <a:xfrm>
              <a:off x="4972050" y="5300663"/>
              <a:ext cx="1588" cy="1588"/>
            </a:xfrm>
            <a:prstGeom prst="rect">
              <a:avLst/>
            </a:pr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8" name="îṩlíḍé">
              <a:extLst>
                <a:ext uri="{FF2B5EF4-FFF2-40B4-BE49-F238E27FC236}">
                  <a16:creationId xmlns:a16="http://schemas.microsoft.com/office/drawing/2014/main" id="{9CA41EB1-C5B9-42DB-AA5D-9DCFC9F0DE49}"/>
                </a:ext>
              </a:extLst>
            </p:cNvPr>
            <p:cNvSpPr/>
            <p:nvPr/>
          </p:nvSpPr>
          <p:spPr bwMode="auto">
            <a:xfrm>
              <a:off x="4972050" y="5300663"/>
              <a:ext cx="1588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9" name="îṡlïḍe">
              <a:extLst>
                <a:ext uri="{FF2B5EF4-FFF2-40B4-BE49-F238E27FC236}">
                  <a16:creationId xmlns:a16="http://schemas.microsoft.com/office/drawing/2014/main" id="{C83F28F5-C2AB-44E1-8DC2-EDFAAA0EC8ED}"/>
                </a:ext>
              </a:extLst>
            </p:cNvPr>
            <p:cNvSpPr/>
            <p:nvPr/>
          </p:nvSpPr>
          <p:spPr bwMode="auto">
            <a:xfrm>
              <a:off x="4946650" y="5249863"/>
              <a:ext cx="38100" cy="50800"/>
            </a:xfrm>
            <a:custGeom>
              <a:avLst/>
              <a:gdLst>
                <a:gd name="T0" fmla="*/ 13 w 24"/>
                <a:gd name="T1" fmla="*/ 0 h 32"/>
                <a:gd name="T2" fmla="*/ 0 w 24"/>
                <a:gd name="T3" fmla="*/ 0 h 32"/>
                <a:gd name="T4" fmla="*/ 0 w 24"/>
                <a:gd name="T5" fmla="*/ 0 h 32"/>
                <a:gd name="T6" fmla="*/ 16 w 24"/>
                <a:gd name="T7" fmla="*/ 32 h 32"/>
                <a:gd name="T8" fmla="*/ 17 w 24"/>
                <a:gd name="T9" fmla="*/ 32 h 32"/>
                <a:gd name="T10" fmla="*/ 24 w 24"/>
                <a:gd name="T11" fmla="*/ 32 h 32"/>
                <a:gd name="T12" fmla="*/ 13 w 24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24" y="3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0" name="îśḻïḋé">
              <a:extLst>
                <a:ext uri="{FF2B5EF4-FFF2-40B4-BE49-F238E27FC236}">
                  <a16:creationId xmlns:a16="http://schemas.microsoft.com/office/drawing/2014/main" id="{30D22ACC-B22D-497A-AF97-998D869EFE32}"/>
                </a:ext>
              </a:extLst>
            </p:cNvPr>
            <p:cNvSpPr/>
            <p:nvPr/>
          </p:nvSpPr>
          <p:spPr bwMode="auto">
            <a:xfrm>
              <a:off x="4946650" y="5249863"/>
              <a:ext cx="38100" cy="50800"/>
            </a:xfrm>
            <a:custGeom>
              <a:avLst/>
              <a:gdLst>
                <a:gd name="T0" fmla="*/ 13 w 24"/>
                <a:gd name="T1" fmla="*/ 0 h 32"/>
                <a:gd name="T2" fmla="*/ 0 w 24"/>
                <a:gd name="T3" fmla="*/ 0 h 32"/>
                <a:gd name="T4" fmla="*/ 0 w 24"/>
                <a:gd name="T5" fmla="*/ 0 h 32"/>
                <a:gd name="T6" fmla="*/ 16 w 24"/>
                <a:gd name="T7" fmla="*/ 32 h 32"/>
                <a:gd name="T8" fmla="*/ 17 w 24"/>
                <a:gd name="T9" fmla="*/ 32 h 32"/>
                <a:gd name="T10" fmla="*/ 24 w 24"/>
                <a:gd name="T11" fmla="*/ 32 h 32"/>
                <a:gd name="T12" fmla="*/ 13 w 24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24" y="32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1" name="íṣḻïḍè">
              <a:extLst>
                <a:ext uri="{FF2B5EF4-FFF2-40B4-BE49-F238E27FC236}">
                  <a16:creationId xmlns:a16="http://schemas.microsoft.com/office/drawing/2014/main" id="{F87060AF-5258-4690-A6CE-597DEEF1BFB7}"/>
                </a:ext>
              </a:extLst>
            </p:cNvPr>
            <p:cNvSpPr/>
            <p:nvPr/>
          </p:nvSpPr>
          <p:spPr bwMode="auto">
            <a:xfrm>
              <a:off x="5081588" y="5534026"/>
              <a:ext cx="30163" cy="33338"/>
            </a:xfrm>
            <a:custGeom>
              <a:avLst/>
              <a:gdLst>
                <a:gd name="T0" fmla="*/ 10 w 19"/>
                <a:gd name="T1" fmla="*/ 0 h 21"/>
                <a:gd name="T2" fmla="*/ 0 w 19"/>
                <a:gd name="T3" fmla="*/ 0 h 21"/>
                <a:gd name="T4" fmla="*/ 0 w 19"/>
                <a:gd name="T5" fmla="*/ 0 h 21"/>
                <a:gd name="T6" fmla="*/ 10 w 19"/>
                <a:gd name="T7" fmla="*/ 21 h 21"/>
                <a:gd name="T8" fmla="*/ 19 w 19"/>
                <a:gd name="T9" fmla="*/ 21 h 21"/>
                <a:gd name="T10" fmla="*/ 10 w 19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>
                  <a:moveTo>
                    <a:pt x="1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21"/>
                  </a:lnTo>
                  <a:lnTo>
                    <a:pt x="19" y="2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2" name="îṧlíḍé">
              <a:extLst>
                <a:ext uri="{FF2B5EF4-FFF2-40B4-BE49-F238E27FC236}">
                  <a16:creationId xmlns:a16="http://schemas.microsoft.com/office/drawing/2014/main" id="{F485FDF6-4A6A-4E70-9B1C-E213FE77699E}"/>
                </a:ext>
              </a:extLst>
            </p:cNvPr>
            <p:cNvSpPr/>
            <p:nvPr/>
          </p:nvSpPr>
          <p:spPr bwMode="auto">
            <a:xfrm>
              <a:off x="5081588" y="5534026"/>
              <a:ext cx="30163" cy="33338"/>
            </a:xfrm>
            <a:custGeom>
              <a:avLst/>
              <a:gdLst>
                <a:gd name="T0" fmla="*/ 10 w 19"/>
                <a:gd name="T1" fmla="*/ 0 h 21"/>
                <a:gd name="T2" fmla="*/ 0 w 19"/>
                <a:gd name="T3" fmla="*/ 0 h 21"/>
                <a:gd name="T4" fmla="*/ 0 w 19"/>
                <a:gd name="T5" fmla="*/ 0 h 21"/>
                <a:gd name="T6" fmla="*/ 10 w 19"/>
                <a:gd name="T7" fmla="*/ 21 h 21"/>
                <a:gd name="T8" fmla="*/ 19 w 19"/>
                <a:gd name="T9" fmla="*/ 21 h 21"/>
                <a:gd name="T10" fmla="*/ 10 w 19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>
                  <a:moveTo>
                    <a:pt x="1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21"/>
                  </a:lnTo>
                  <a:lnTo>
                    <a:pt x="19" y="21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ïŝḷîḋe">
              <a:extLst>
                <a:ext uri="{FF2B5EF4-FFF2-40B4-BE49-F238E27FC236}">
                  <a16:creationId xmlns:a16="http://schemas.microsoft.com/office/drawing/2014/main" id="{E346AA11-FB24-48F7-A31F-37908935453D}"/>
                </a:ext>
              </a:extLst>
            </p:cNvPr>
            <p:cNvSpPr/>
            <p:nvPr/>
          </p:nvSpPr>
          <p:spPr bwMode="auto">
            <a:xfrm>
              <a:off x="4819650" y="4976813"/>
              <a:ext cx="31750" cy="47625"/>
            </a:xfrm>
            <a:custGeom>
              <a:avLst/>
              <a:gdLst>
                <a:gd name="T0" fmla="*/ 6 w 20"/>
                <a:gd name="T1" fmla="*/ 0 h 30"/>
                <a:gd name="T2" fmla="*/ 0 w 20"/>
                <a:gd name="T3" fmla="*/ 0 h 30"/>
                <a:gd name="T4" fmla="*/ 13 w 20"/>
                <a:gd name="T5" fmla="*/ 30 h 30"/>
                <a:gd name="T6" fmla="*/ 20 w 20"/>
                <a:gd name="T7" fmla="*/ 30 h 30"/>
                <a:gd name="T8" fmla="*/ 6 w 20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0">
                  <a:moveTo>
                    <a:pt x="6" y="0"/>
                  </a:moveTo>
                  <a:lnTo>
                    <a:pt x="0" y="0"/>
                  </a:lnTo>
                  <a:lnTo>
                    <a:pt x="13" y="30"/>
                  </a:lnTo>
                  <a:lnTo>
                    <a:pt x="20" y="3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íSliḓê">
              <a:extLst>
                <a:ext uri="{FF2B5EF4-FFF2-40B4-BE49-F238E27FC236}">
                  <a16:creationId xmlns:a16="http://schemas.microsoft.com/office/drawing/2014/main" id="{E94488FD-58DE-446A-995B-DC6CDDE3175D}"/>
                </a:ext>
              </a:extLst>
            </p:cNvPr>
            <p:cNvSpPr/>
            <p:nvPr/>
          </p:nvSpPr>
          <p:spPr bwMode="auto">
            <a:xfrm>
              <a:off x="4819650" y="4976813"/>
              <a:ext cx="31750" cy="47625"/>
            </a:xfrm>
            <a:custGeom>
              <a:avLst/>
              <a:gdLst>
                <a:gd name="T0" fmla="*/ 6 w 20"/>
                <a:gd name="T1" fmla="*/ 0 h 30"/>
                <a:gd name="T2" fmla="*/ 0 w 20"/>
                <a:gd name="T3" fmla="*/ 0 h 30"/>
                <a:gd name="T4" fmla="*/ 13 w 20"/>
                <a:gd name="T5" fmla="*/ 30 h 30"/>
                <a:gd name="T6" fmla="*/ 20 w 20"/>
                <a:gd name="T7" fmla="*/ 30 h 30"/>
                <a:gd name="T8" fmla="*/ 6 w 20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0">
                  <a:moveTo>
                    <a:pt x="6" y="0"/>
                  </a:moveTo>
                  <a:lnTo>
                    <a:pt x="0" y="0"/>
                  </a:lnTo>
                  <a:lnTo>
                    <a:pt x="13" y="30"/>
                  </a:lnTo>
                  <a:lnTo>
                    <a:pt x="20" y="30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îşlidé">
              <a:extLst>
                <a:ext uri="{FF2B5EF4-FFF2-40B4-BE49-F238E27FC236}">
                  <a16:creationId xmlns:a16="http://schemas.microsoft.com/office/drawing/2014/main" id="{6268C1EB-52A5-4444-844F-F2BB25BAA228}"/>
                </a:ext>
              </a:extLst>
            </p:cNvPr>
            <p:cNvSpPr/>
            <p:nvPr/>
          </p:nvSpPr>
          <p:spPr bwMode="auto">
            <a:xfrm>
              <a:off x="4819650" y="4976813"/>
              <a:ext cx="20638" cy="47625"/>
            </a:xfrm>
            <a:custGeom>
              <a:avLst/>
              <a:gdLst>
                <a:gd name="T0" fmla="*/ 0 w 13"/>
                <a:gd name="T1" fmla="*/ 0 h 30"/>
                <a:gd name="T2" fmla="*/ 0 w 13"/>
                <a:gd name="T3" fmla="*/ 0 h 30"/>
                <a:gd name="T4" fmla="*/ 13 w 13"/>
                <a:gd name="T5" fmla="*/ 30 h 30"/>
                <a:gd name="T6" fmla="*/ 13 w 13"/>
                <a:gd name="T7" fmla="*/ 30 h 30"/>
                <a:gd name="T8" fmla="*/ 0 w 13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0">
                  <a:moveTo>
                    <a:pt x="0" y="0"/>
                  </a:moveTo>
                  <a:lnTo>
                    <a:pt x="0" y="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ï$ḻiḍe">
              <a:extLst>
                <a:ext uri="{FF2B5EF4-FFF2-40B4-BE49-F238E27FC236}">
                  <a16:creationId xmlns:a16="http://schemas.microsoft.com/office/drawing/2014/main" id="{FC8D078F-4EEE-47EA-BA32-7A640BBB26B7}"/>
                </a:ext>
              </a:extLst>
            </p:cNvPr>
            <p:cNvSpPr/>
            <p:nvPr/>
          </p:nvSpPr>
          <p:spPr bwMode="auto">
            <a:xfrm>
              <a:off x="4819650" y="4976813"/>
              <a:ext cx="20638" cy="47625"/>
            </a:xfrm>
            <a:custGeom>
              <a:avLst/>
              <a:gdLst>
                <a:gd name="T0" fmla="*/ 0 w 13"/>
                <a:gd name="T1" fmla="*/ 0 h 30"/>
                <a:gd name="T2" fmla="*/ 0 w 13"/>
                <a:gd name="T3" fmla="*/ 0 h 30"/>
                <a:gd name="T4" fmla="*/ 13 w 13"/>
                <a:gd name="T5" fmla="*/ 30 h 30"/>
                <a:gd name="T6" fmla="*/ 13 w 13"/>
                <a:gd name="T7" fmla="*/ 30 h 30"/>
                <a:gd name="T8" fmla="*/ 0 w 13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0">
                  <a:moveTo>
                    <a:pt x="0" y="0"/>
                  </a:moveTo>
                  <a:lnTo>
                    <a:pt x="0" y="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îṣ1ïḓé">
              <a:extLst>
                <a:ext uri="{FF2B5EF4-FFF2-40B4-BE49-F238E27FC236}">
                  <a16:creationId xmlns:a16="http://schemas.microsoft.com/office/drawing/2014/main" id="{DA542B3A-A34D-4634-9E2E-9A05401D87AC}"/>
                </a:ext>
              </a:extLst>
            </p:cNvPr>
            <p:cNvSpPr/>
            <p:nvPr/>
          </p:nvSpPr>
          <p:spPr bwMode="auto">
            <a:xfrm>
              <a:off x="4305300" y="1287463"/>
              <a:ext cx="87313" cy="87313"/>
            </a:xfrm>
            <a:custGeom>
              <a:avLst/>
              <a:gdLst>
                <a:gd name="T0" fmla="*/ 34 w 54"/>
                <a:gd name="T1" fmla="*/ 0 h 54"/>
                <a:gd name="T2" fmla="*/ 28 w 54"/>
                <a:gd name="T3" fmla="*/ 3 h 54"/>
                <a:gd name="T4" fmla="*/ 27 w 54"/>
                <a:gd name="T5" fmla="*/ 5 h 54"/>
                <a:gd name="T6" fmla="*/ 14 w 54"/>
                <a:gd name="T7" fmla="*/ 13 h 54"/>
                <a:gd name="T8" fmla="*/ 10 w 54"/>
                <a:gd name="T9" fmla="*/ 13 h 54"/>
                <a:gd name="T10" fmla="*/ 8 w 54"/>
                <a:gd name="T11" fmla="*/ 12 h 54"/>
                <a:gd name="T12" fmla="*/ 8 w 54"/>
                <a:gd name="T13" fmla="*/ 12 h 54"/>
                <a:gd name="T14" fmla="*/ 0 w 54"/>
                <a:gd name="T15" fmla="*/ 19 h 54"/>
                <a:gd name="T16" fmla="*/ 3 w 54"/>
                <a:gd name="T17" fmla="*/ 26 h 54"/>
                <a:gd name="T18" fmla="*/ 5 w 54"/>
                <a:gd name="T19" fmla="*/ 26 h 54"/>
                <a:gd name="T20" fmla="*/ 13 w 54"/>
                <a:gd name="T21" fmla="*/ 44 h 54"/>
                <a:gd name="T22" fmla="*/ 12 w 54"/>
                <a:gd name="T23" fmla="*/ 46 h 54"/>
                <a:gd name="T24" fmla="*/ 19 w 54"/>
                <a:gd name="T25" fmla="*/ 54 h 54"/>
                <a:gd name="T26" fmla="*/ 20 w 54"/>
                <a:gd name="T27" fmla="*/ 54 h 54"/>
                <a:gd name="T28" fmla="*/ 26 w 54"/>
                <a:gd name="T29" fmla="*/ 51 h 54"/>
                <a:gd name="T30" fmla="*/ 26 w 54"/>
                <a:gd name="T31" fmla="*/ 49 h 54"/>
                <a:gd name="T32" fmla="*/ 40 w 54"/>
                <a:gd name="T33" fmla="*/ 41 h 54"/>
                <a:gd name="T34" fmla="*/ 44 w 54"/>
                <a:gd name="T35" fmla="*/ 41 h 54"/>
                <a:gd name="T36" fmla="*/ 46 w 54"/>
                <a:gd name="T37" fmla="*/ 42 h 54"/>
                <a:gd name="T38" fmla="*/ 46 w 54"/>
                <a:gd name="T39" fmla="*/ 42 h 54"/>
                <a:gd name="T40" fmla="*/ 54 w 54"/>
                <a:gd name="T41" fmla="*/ 35 h 54"/>
                <a:gd name="T42" fmla="*/ 51 w 54"/>
                <a:gd name="T43" fmla="*/ 28 h 54"/>
                <a:gd name="T44" fmla="*/ 49 w 54"/>
                <a:gd name="T45" fmla="*/ 28 h 54"/>
                <a:gd name="T46" fmla="*/ 41 w 54"/>
                <a:gd name="T47" fmla="*/ 10 h 54"/>
                <a:gd name="T48" fmla="*/ 41 w 54"/>
                <a:gd name="T49" fmla="*/ 8 h 54"/>
                <a:gd name="T50" fmla="*/ 35 w 54"/>
                <a:gd name="T51" fmla="*/ 0 h 54"/>
                <a:gd name="T52" fmla="*/ 34 w 54"/>
                <a:gd name="T5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4">
                  <a:moveTo>
                    <a:pt x="34" y="0"/>
                  </a:moveTo>
                  <a:cubicBezTo>
                    <a:pt x="32" y="0"/>
                    <a:pt x="30" y="1"/>
                    <a:pt x="28" y="3"/>
                  </a:cubicBezTo>
                  <a:cubicBezTo>
                    <a:pt x="28" y="4"/>
                    <a:pt x="28" y="4"/>
                    <a:pt x="27" y="5"/>
                  </a:cubicBezTo>
                  <a:cubicBezTo>
                    <a:pt x="25" y="10"/>
                    <a:pt x="20" y="13"/>
                    <a:pt x="14" y="13"/>
                  </a:cubicBezTo>
                  <a:cubicBezTo>
                    <a:pt x="13" y="13"/>
                    <a:pt x="11" y="13"/>
                    <a:pt x="10" y="13"/>
                  </a:cubicBezTo>
                  <a:cubicBezTo>
                    <a:pt x="9" y="13"/>
                    <a:pt x="9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5"/>
                    <a:pt x="0" y="19"/>
                  </a:cubicBezTo>
                  <a:cubicBezTo>
                    <a:pt x="0" y="22"/>
                    <a:pt x="1" y="24"/>
                    <a:pt x="3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11" y="29"/>
                    <a:pt x="15" y="37"/>
                    <a:pt x="13" y="44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50"/>
                    <a:pt x="15" y="53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4"/>
                    <a:pt x="24" y="53"/>
                    <a:pt x="26" y="51"/>
                  </a:cubicBezTo>
                  <a:cubicBezTo>
                    <a:pt x="26" y="50"/>
                    <a:pt x="26" y="50"/>
                    <a:pt x="26" y="49"/>
                  </a:cubicBezTo>
                  <a:cubicBezTo>
                    <a:pt x="29" y="44"/>
                    <a:pt x="34" y="41"/>
                    <a:pt x="40" y="41"/>
                  </a:cubicBezTo>
                  <a:cubicBezTo>
                    <a:pt x="41" y="41"/>
                    <a:pt x="43" y="41"/>
                    <a:pt x="44" y="41"/>
                  </a:cubicBezTo>
                  <a:cubicBezTo>
                    <a:pt x="45" y="41"/>
                    <a:pt x="45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0" y="42"/>
                    <a:pt x="53" y="39"/>
                    <a:pt x="54" y="35"/>
                  </a:cubicBezTo>
                  <a:cubicBezTo>
                    <a:pt x="54" y="32"/>
                    <a:pt x="53" y="30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42" y="25"/>
                    <a:pt x="39" y="17"/>
                    <a:pt x="41" y="10"/>
                  </a:cubicBezTo>
                  <a:cubicBezTo>
                    <a:pt x="41" y="9"/>
                    <a:pt x="41" y="9"/>
                    <a:pt x="41" y="8"/>
                  </a:cubicBezTo>
                  <a:cubicBezTo>
                    <a:pt x="42" y="4"/>
                    <a:pt x="39" y="1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solidFill>
              <a:srgbClr val="A6C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iś1îďê">
              <a:extLst>
                <a:ext uri="{FF2B5EF4-FFF2-40B4-BE49-F238E27FC236}">
                  <a16:creationId xmlns:a16="http://schemas.microsoft.com/office/drawing/2014/main" id="{84B41930-C766-4D72-8152-1A4D4691E142}"/>
                </a:ext>
              </a:extLst>
            </p:cNvPr>
            <p:cNvSpPr/>
            <p:nvPr/>
          </p:nvSpPr>
          <p:spPr bwMode="auto">
            <a:xfrm>
              <a:off x="3360738" y="3389313"/>
              <a:ext cx="87313" cy="87313"/>
            </a:xfrm>
            <a:custGeom>
              <a:avLst/>
              <a:gdLst>
                <a:gd name="T0" fmla="*/ 34 w 54"/>
                <a:gd name="T1" fmla="*/ 0 h 54"/>
                <a:gd name="T2" fmla="*/ 28 w 54"/>
                <a:gd name="T3" fmla="*/ 3 h 54"/>
                <a:gd name="T4" fmla="*/ 27 w 54"/>
                <a:gd name="T5" fmla="*/ 5 h 54"/>
                <a:gd name="T6" fmla="*/ 14 w 54"/>
                <a:gd name="T7" fmla="*/ 13 h 54"/>
                <a:gd name="T8" fmla="*/ 10 w 54"/>
                <a:gd name="T9" fmla="*/ 13 h 54"/>
                <a:gd name="T10" fmla="*/ 8 w 54"/>
                <a:gd name="T11" fmla="*/ 12 h 54"/>
                <a:gd name="T12" fmla="*/ 8 w 54"/>
                <a:gd name="T13" fmla="*/ 12 h 54"/>
                <a:gd name="T14" fmla="*/ 0 w 54"/>
                <a:gd name="T15" fmla="*/ 19 h 54"/>
                <a:gd name="T16" fmla="*/ 3 w 54"/>
                <a:gd name="T17" fmla="*/ 26 h 54"/>
                <a:gd name="T18" fmla="*/ 5 w 54"/>
                <a:gd name="T19" fmla="*/ 26 h 54"/>
                <a:gd name="T20" fmla="*/ 13 w 54"/>
                <a:gd name="T21" fmla="*/ 44 h 54"/>
                <a:gd name="T22" fmla="*/ 12 w 54"/>
                <a:gd name="T23" fmla="*/ 46 h 54"/>
                <a:gd name="T24" fmla="*/ 19 w 54"/>
                <a:gd name="T25" fmla="*/ 54 h 54"/>
                <a:gd name="T26" fmla="*/ 20 w 54"/>
                <a:gd name="T27" fmla="*/ 54 h 54"/>
                <a:gd name="T28" fmla="*/ 26 w 54"/>
                <a:gd name="T29" fmla="*/ 51 h 54"/>
                <a:gd name="T30" fmla="*/ 26 w 54"/>
                <a:gd name="T31" fmla="*/ 49 h 54"/>
                <a:gd name="T32" fmla="*/ 40 w 54"/>
                <a:gd name="T33" fmla="*/ 41 h 54"/>
                <a:gd name="T34" fmla="*/ 44 w 54"/>
                <a:gd name="T35" fmla="*/ 41 h 54"/>
                <a:gd name="T36" fmla="*/ 46 w 54"/>
                <a:gd name="T37" fmla="*/ 42 h 54"/>
                <a:gd name="T38" fmla="*/ 46 w 54"/>
                <a:gd name="T39" fmla="*/ 42 h 54"/>
                <a:gd name="T40" fmla="*/ 54 w 54"/>
                <a:gd name="T41" fmla="*/ 35 h 54"/>
                <a:gd name="T42" fmla="*/ 51 w 54"/>
                <a:gd name="T43" fmla="*/ 28 h 54"/>
                <a:gd name="T44" fmla="*/ 49 w 54"/>
                <a:gd name="T45" fmla="*/ 28 h 54"/>
                <a:gd name="T46" fmla="*/ 41 w 54"/>
                <a:gd name="T47" fmla="*/ 10 h 54"/>
                <a:gd name="T48" fmla="*/ 41 w 54"/>
                <a:gd name="T49" fmla="*/ 8 h 54"/>
                <a:gd name="T50" fmla="*/ 35 w 54"/>
                <a:gd name="T51" fmla="*/ 0 h 54"/>
                <a:gd name="T52" fmla="*/ 34 w 54"/>
                <a:gd name="T5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4">
                  <a:moveTo>
                    <a:pt x="34" y="0"/>
                  </a:moveTo>
                  <a:cubicBezTo>
                    <a:pt x="32" y="0"/>
                    <a:pt x="30" y="1"/>
                    <a:pt x="28" y="3"/>
                  </a:cubicBezTo>
                  <a:cubicBezTo>
                    <a:pt x="28" y="4"/>
                    <a:pt x="28" y="4"/>
                    <a:pt x="27" y="5"/>
                  </a:cubicBezTo>
                  <a:cubicBezTo>
                    <a:pt x="25" y="10"/>
                    <a:pt x="20" y="13"/>
                    <a:pt x="14" y="13"/>
                  </a:cubicBezTo>
                  <a:cubicBezTo>
                    <a:pt x="13" y="13"/>
                    <a:pt x="11" y="13"/>
                    <a:pt x="10" y="13"/>
                  </a:cubicBezTo>
                  <a:cubicBezTo>
                    <a:pt x="9" y="13"/>
                    <a:pt x="9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5"/>
                    <a:pt x="0" y="19"/>
                  </a:cubicBezTo>
                  <a:cubicBezTo>
                    <a:pt x="0" y="22"/>
                    <a:pt x="1" y="24"/>
                    <a:pt x="3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11" y="29"/>
                    <a:pt x="15" y="37"/>
                    <a:pt x="13" y="44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50"/>
                    <a:pt x="15" y="53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4"/>
                    <a:pt x="24" y="53"/>
                    <a:pt x="26" y="51"/>
                  </a:cubicBezTo>
                  <a:cubicBezTo>
                    <a:pt x="26" y="50"/>
                    <a:pt x="26" y="50"/>
                    <a:pt x="26" y="49"/>
                  </a:cubicBezTo>
                  <a:cubicBezTo>
                    <a:pt x="29" y="44"/>
                    <a:pt x="34" y="41"/>
                    <a:pt x="40" y="41"/>
                  </a:cubicBezTo>
                  <a:cubicBezTo>
                    <a:pt x="41" y="41"/>
                    <a:pt x="43" y="41"/>
                    <a:pt x="44" y="41"/>
                  </a:cubicBezTo>
                  <a:cubicBezTo>
                    <a:pt x="45" y="41"/>
                    <a:pt x="45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0" y="42"/>
                    <a:pt x="53" y="39"/>
                    <a:pt x="54" y="35"/>
                  </a:cubicBezTo>
                  <a:cubicBezTo>
                    <a:pt x="54" y="32"/>
                    <a:pt x="53" y="30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42" y="25"/>
                    <a:pt x="39" y="17"/>
                    <a:pt x="41" y="10"/>
                  </a:cubicBezTo>
                  <a:cubicBezTo>
                    <a:pt x="41" y="9"/>
                    <a:pt x="41" y="9"/>
                    <a:pt x="41" y="8"/>
                  </a:cubicBezTo>
                  <a:cubicBezTo>
                    <a:pt x="42" y="4"/>
                    <a:pt x="39" y="1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solidFill>
              <a:srgbClr val="A6C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íş1îḍe">
              <a:extLst>
                <a:ext uri="{FF2B5EF4-FFF2-40B4-BE49-F238E27FC236}">
                  <a16:creationId xmlns:a16="http://schemas.microsoft.com/office/drawing/2014/main" id="{9FF1ABFB-CCA2-4824-9F1B-387AC8B0584A}"/>
                </a:ext>
              </a:extLst>
            </p:cNvPr>
            <p:cNvSpPr/>
            <p:nvPr/>
          </p:nvSpPr>
          <p:spPr bwMode="auto">
            <a:xfrm>
              <a:off x="8120063" y="2625726"/>
              <a:ext cx="77788" cy="77788"/>
            </a:xfrm>
            <a:prstGeom prst="ellipse">
              <a:avLst/>
            </a:prstGeom>
            <a:solidFill>
              <a:srgbClr val="FAA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íṡḻïḍè">
              <a:extLst>
                <a:ext uri="{FF2B5EF4-FFF2-40B4-BE49-F238E27FC236}">
                  <a16:creationId xmlns:a16="http://schemas.microsoft.com/office/drawing/2014/main" id="{A0964CBB-6CF3-467F-AA7E-9F047C61852B}"/>
                </a:ext>
              </a:extLst>
            </p:cNvPr>
            <p:cNvSpPr/>
            <p:nvPr/>
          </p:nvSpPr>
          <p:spPr bwMode="auto">
            <a:xfrm>
              <a:off x="4062413" y="5399088"/>
              <a:ext cx="77788" cy="77788"/>
            </a:xfrm>
            <a:prstGeom prst="ellipse">
              <a:avLst/>
            </a:prstGeom>
            <a:solidFill>
              <a:srgbClr val="FAA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iṡļîḑe">
              <a:extLst>
                <a:ext uri="{FF2B5EF4-FFF2-40B4-BE49-F238E27FC236}">
                  <a16:creationId xmlns:a16="http://schemas.microsoft.com/office/drawing/2014/main" id="{8EC2D01C-B6C8-4A5E-B75E-38EB62EB03BB}"/>
                </a:ext>
              </a:extLst>
            </p:cNvPr>
            <p:cNvSpPr/>
            <p:nvPr/>
          </p:nvSpPr>
          <p:spPr bwMode="auto">
            <a:xfrm>
              <a:off x="8780463" y="4119563"/>
              <a:ext cx="77788" cy="77788"/>
            </a:xfrm>
            <a:prstGeom prst="ellipse">
              <a:avLst/>
            </a:prstGeom>
            <a:solidFill>
              <a:srgbClr val="FAA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ïšlîdé">
              <a:extLst>
                <a:ext uri="{FF2B5EF4-FFF2-40B4-BE49-F238E27FC236}">
                  <a16:creationId xmlns:a16="http://schemas.microsoft.com/office/drawing/2014/main" id="{E98C2883-B897-4AC0-B115-DC01743855E2}"/>
                </a:ext>
              </a:extLst>
            </p:cNvPr>
            <p:cNvSpPr/>
            <p:nvPr/>
          </p:nvSpPr>
          <p:spPr bwMode="auto">
            <a:xfrm>
              <a:off x="7793038" y="1474788"/>
              <a:ext cx="87313" cy="87313"/>
            </a:xfrm>
            <a:custGeom>
              <a:avLst/>
              <a:gdLst>
                <a:gd name="T0" fmla="*/ 34 w 54"/>
                <a:gd name="T1" fmla="*/ 0 h 54"/>
                <a:gd name="T2" fmla="*/ 28 w 54"/>
                <a:gd name="T3" fmla="*/ 3 h 54"/>
                <a:gd name="T4" fmla="*/ 27 w 54"/>
                <a:gd name="T5" fmla="*/ 5 h 54"/>
                <a:gd name="T6" fmla="*/ 14 w 54"/>
                <a:gd name="T7" fmla="*/ 13 h 54"/>
                <a:gd name="T8" fmla="*/ 10 w 54"/>
                <a:gd name="T9" fmla="*/ 13 h 54"/>
                <a:gd name="T10" fmla="*/ 8 w 54"/>
                <a:gd name="T11" fmla="*/ 12 h 54"/>
                <a:gd name="T12" fmla="*/ 8 w 54"/>
                <a:gd name="T13" fmla="*/ 12 h 54"/>
                <a:gd name="T14" fmla="*/ 0 w 54"/>
                <a:gd name="T15" fmla="*/ 19 h 54"/>
                <a:gd name="T16" fmla="*/ 3 w 54"/>
                <a:gd name="T17" fmla="*/ 26 h 54"/>
                <a:gd name="T18" fmla="*/ 5 w 54"/>
                <a:gd name="T19" fmla="*/ 26 h 54"/>
                <a:gd name="T20" fmla="*/ 13 w 54"/>
                <a:gd name="T21" fmla="*/ 44 h 54"/>
                <a:gd name="T22" fmla="*/ 12 w 54"/>
                <a:gd name="T23" fmla="*/ 46 h 54"/>
                <a:gd name="T24" fmla="*/ 19 w 54"/>
                <a:gd name="T25" fmla="*/ 54 h 54"/>
                <a:gd name="T26" fmla="*/ 20 w 54"/>
                <a:gd name="T27" fmla="*/ 54 h 54"/>
                <a:gd name="T28" fmla="*/ 26 w 54"/>
                <a:gd name="T29" fmla="*/ 51 h 54"/>
                <a:gd name="T30" fmla="*/ 26 w 54"/>
                <a:gd name="T31" fmla="*/ 49 h 54"/>
                <a:gd name="T32" fmla="*/ 40 w 54"/>
                <a:gd name="T33" fmla="*/ 41 h 54"/>
                <a:gd name="T34" fmla="*/ 44 w 54"/>
                <a:gd name="T35" fmla="*/ 41 h 54"/>
                <a:gd name="T36" fmla="*/ 46 w 54"/>
                <a:gd name="T37" fmla="*/ 42 h 54"/>
                <a:gd name="T38" fmla="*/ 46 w 54"/>
                <a:gd name="T39" fmla="*/ 42 h 54"/>
                <a:gd name="T40" fmla="*/ 54 w 54"/>
                <a:gd name="T41" fmla="*/ 35 h 54"/>
                <a:gd name="T42" fmla="*/ 51 w 54"/>
                <a:gd name="T43" fmla="*/ 28 h 54"/>
                <a:gd name="T44" fmla="*/ 49 w 54"/>
                <a:gd name="T45" fmla="*/ 28 h 54"/>
                <a:gd name="T46" fmla="*/ 41 w 54"/>
                <a:gd name="T47" fmla="*/ 10 h 54"/>
                <a:gd name="T48" fmla="*/ 41 w 54"/>
                <a:gd name="T49" fmla="*/ 8 h 54"/>
                <a:gd name="T50" fmla="*/ 35 w 54"/>
                <a:gd name="T51" fmla="*/ 0 h 54"/>
                <a:gd name="T52" fmla="*/ 34 w 54"/>
                <a:gd name="T5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4">
                  <a:moveTo>
                    <a:pt x="34" y="0"/>
                  </a:moveTo>
                  <a:cubicBezTo>
                    <a:pt x="32" y="0"/>
                    <a:pt x="30" y="1"/>
                    <a:pt x="28" y="3"/>
                  </a:cubicBezTo>
                  <a:cubicBezTo>
                    <a:pt x="28" y="4"/>
                    <a:pt x="28" y="4"/>
                    <a:pt x="27" y="5"/>
                  </a:cubicBezTo>
                  <a:cubicBezTo>
                    <a:pt x="25" y="10"/>
                    <a:pt x="20" y="13"/>
                    <a:pt x="14" y="13"/>
                  </a:cubicBezTo>
                  <a:cubicBezTo>
                    <a:pt x="13" y="13"/>
                    <a:pt x="11" y="13"/>
                    <a:pt x="10" y="13"/>
                  </a:cubicBezTo>
                  <a:cubicBezTo>
                    <a:pt x="9" y="13"/>
                    <a:pt x="9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5"/>
                    <a:pt x="0" y="19"/>
                  </a:cubicBezTo>
                  <a:cubicBezTo>
                    <a:pt x="0" y="22"/>
                    <a:pt x="1" y="24"/>
                    <a:pt x="3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11" y="29"/>
                    <a:pt x="15" y="37"/>
                    <a:pt x="13" y="44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50"/>
                    <a:pt x="15" y="53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4"/>
                    <a:pt x="24" y="53"/>
                    <a:pt x="26" y="51"/>
                  </a:cubicBezTo>
                  <a:cubicBezTo>
                    <a:pt x="26" y="50"/>
                    <a:pt x="26" y="50"/>
                    <a:pt x="26" y="49"/>
                  </a:cubicBezTo>
                  <a:cubicBezTo>
                    <a:pt x="29" y="44"/>
                    <a:pt x="34" y="41"/>
                    <a:pt x="40" y="41"/>
                  </a:cubicBezTo>
                  <a:cubicBezTo>
                    <a:pt x="41" y="41"/>
                    <a:pt x="43" y="41"/>
                    <a:pt x="44" y="41"/>
                  </a:cubicBezTo>
                  <a:cubicBezTo>
                    <a:pt x="45" y="41"/>
                    <a:pt x="45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0" y="42"/>
                    <a:pt x="53" y="39"/>
                    <a:pt x="54" y="35"/>
                  </a:cubicBezTo>
                  <a:cubicBezTo>
                    <a:pt x="54" y="32"/>
                    <a:pt x="53" y="30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42" y="25"/>
                    <a:pt x="39" y="17"/>
                    <a:pt x="41" y="10"/>
                  </a:cubicBezTo>
                  <a:cubicBezTo>
                    <a:pt x="41" y="9"/>
                    <a:pt x="41" y="9"/>
                    <a:pt x="41" y="8"/>
                  </a:cubicBezTo>
                  <a:cubicBezTo>
                    <a:pt x="42" y="4"/>
                    <a:pt x="39" y="1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solidFill>
              <a:srgbClr val="A6C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iṥlîďè">
              <a:extLst>
                <a:ext uri="{FF2B5EF4-FFF2-40B4-BE49-F238E27FC236}">
                  <a16:creationId xmlns:a16="http://schemas.microsoft.com/office/drawing/2014/main" id="{03E0E838-68DE-47E9-A548-880F1ACB790E}"/>
                </a:ext>
              </a:extLst>
            </p:cNvPr>
            <p:cNvSpPr/>
            <p:nvPr/>
          </p:nvSpPr>
          <p:spPr bwMode="auto">
            <a:xfrm>
              <a:off x="8440738" y="5535613"/>
              <a:ext cx="87313" cy="87313"/>
            </a:xfrm>
            <a:custGeom>
              <a:avLst/>
              <a:gdLst>
                <a:gd name="T0" fmla="*/ 34 w 54"/>
                <a:gd name="T1" fmla="*/ 0 h 54"/>
                <a:gd name="T2" fmla="*/ 28 w 54"/>
                <a:gd name="T3" fmla="*/ 3 h 54"/>
                <a:gd name="T4" fmla="*/ 27 w 54"/>
                <a:gd name="T5" fmla="*/ 5 h 54"/>
                <a:gd name="T6" fmla="*/ 14 w 54"/>
                <a:gd name="T7" fmla="*/ 13 h 54"/>
                <a:gd name="T8" fmla="*/ 10 w 54"/>
                <a:gd name="T9" fmla="*/ 13 h 54"/>
                <a:gd name="T10" fmla="*/ 8 w 54"/>
                <a:gd name="T11" fmla="*/ 12 h 54"/>
                <a:gd name="T12" fmla="*/ 8 w 54"/>
                <a:gd name="T13" fmla="*/ 12 h 54"/>
                <a:gd name="T14" fmla="*/ 0 w 54"/>
                <a:gd name="T15" fmla="*/ 19 h 54"/>
                <a:gd name="T16" fmla="*/ 3 w 54"/>
                <a:gd name="T17" fmla="*/ 26 h 54"/>
                <a:gd name="T18" fmla="*/ 5 w 54"/>
                <a:gd name="T19" fmla="*/ 26 h 54"/>
                <a:gd name="T20" fmla="*/ 13 w 54"/>
                <a:gd name="T21" fmla="*/ 44 h 54"/>
                <a:gd name="T22" fmla="*/ 12 w 54"/>
                <a:gd name="T23" fmla="*/ 46 h 54"/>
                <a:gd name="T24" fmla="*/ 19 w 54"/>
                <a:gd name="T25" fmla="*/ 54 h 54"/>
                <a:gd name="T26" fmla="*/ 20 w 54"/>
                <a:gd name="T27" fmla="*/ 54 h 54"/>
                <a:gd name="T28" fmla="*/ 26 w 54"/>
                <a:gd name="T29" fmla="*/ 51 h 54"/>
                <a:gd name="T30" fmla="*/ 26 w 54"/>
                <a:gd name="T31" fmla="*/ 49 h 54"/>
                <a:gd name="T32" fmla="*/ 40 w 54"/>
                <a:gd name="T33" fmla="*/ 41 h 54"/>
                <a:gd name="T34" fmla="*/ 44 w 54"/>
                <a:gd name="T35" fmla="*/ 41 h 54"/>
                <a:gd name="T36" fmla="*/ 46 w 54"/>
                <a:gd name="T37" fmla="*/ 42 h 54"/>
                <a:gd name="T38" fmla="*/ 46 w 54"/>
                <a:gd name="T39" fmla="*/ 42 h 54"/>
                <a:gd name="T40" fmla="*/ 54 w 54"/>
                <a:gd name="T41" fmla="*/ 35 h 54"/>
                <a:gd name="T42" fmla="*/ 51 w 54"/>
                <a:gd name="T43" fmla="*/ 28 h 54"/>
                <a:gd name="T44" fmla="*/ 49 w 54"/>
                <a:gd name="T45" fmla="*/ 28 h 54"/>
                <a:gd name="T46" fmla="*/ 41 w 54"/>
                <a:gd name="T47" fmla="*/ 10 h 54"/>
                <a:gd name="T48" fmla="*/ 41 w 54"/>
                <a:gd name="T49" fmla="*/ 8 h 54"/>
                <a:gd name="T50" fmla="*/ 35 w 54"/>
                <a:gd name="T51" fmla="*/ 0 h 54"/>
                <a:gd name="T52" fmla="*/ 34 w 54"/>
                <a:gd name="T5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4">
                  <a:moveTo>
                    <a:pt x="34" y="0"/>
                  </a:moveTo>
                  <a:cubicBezTo>
                    <a:pt x="32" y="0"/>
                    <a:pt x="30" y="1"/>
                    <a:pt x="28" y="3"/>
                  </a:cubicBezTo>
                  <a:cubicBezTo>
                    <a:pt x="28" y="4"/>
                    <a:pt x="28" y="4"/>
                    <a:pt x="27" y="5"/>
                  </a:cubicBezTo>
                  <a:cubicBezTo>
                    <a:pt x="25" y="10"/>
                    <a:pt x="20" y="13"/>
                    <a:pt x="14" y="13"/>
                  </a:cubicBezTo>
                  <a:cubicBezTo>
                    <a:pt x="13" y="13"/>
                    <a:pt x="11" y="13"/>
                    <a:pt x="10" y="13"/>
                  </a:cubicBezTo>
                  <a:cubicBezTo>
                    <a:pt x="9" y="13"/>
                    <a:pt x="9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5"/>
                    <a:pt x="0" y="19"/>
                  </a:cubicBezTo>
                  <a:cubicBezTo>
                    <a:pt x="0" y="22"/>
                    <a:pt x="1" y="24"/>
                    <a:pt x="3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11" y="29"/>
                    <a:pt x="15" y="37"/>
                    <a:pt x="13" y="44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50"/>
                    <a:pt x="15" y="53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4"/>
                    <a:pt x="24" y="53"/>
                    <a:pt x="26" y="51"/>
                  </a:cubicBezTo>
                  <a:cubicBezTo>
                    <a:pt x="26" y="50"/>
                    <a:pt x="26" y="50"/>
                    <a:pt x="26" y="49"/>
                  </a:cubicBezTo>
                  <a:cubicBezTo>
                    <a:pt x="29" y="44"/>
                    <a:pt x="34" y="41"/>
                    <a:pt x="40" y="41"/>
                  </a:cubicBezTo>
                  <a:cubicBezTo>
                    <a:pt x="41" y="41"/>
                    <a:pt x="43" y="41"/>
                    <a:pt x="44" y="41"/>
                  </a:cubicBezTo>
                  <a:cubicBezTo>
                    <a:pt x="45" y="41"/>
                    <a:pt x="45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0" y="42"/>
                    <a:pt x="53" y="39"/>
                    <a:pt x="54" y="35"/>
                  </a:cubicBezTo>
                  <a:cubicBezTo>
                    <a:pt x="54" y="32"/>
                    <a:pt x="53" y="30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42" y="25"/>
                    <a:pt x="39" y="17"/>
                    <a:pt x="41" y="10"/>
                  </a:cubicBezTo>
                  <a:cubicBezTo>
                    <a:pt x="41" y="9"/>
                    <a:pt x="41" y="9"/>
                    <a:pt x="41" y="8"/>
                  </a:cubicBezTo>
                  <a:cubicBezTo>
                    <a:pt x="42" y="4"/>
                    <a:pt x="39" y="1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solidFill>
              <a:srgbClr val="A6C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ïš1îḑe">
              <a:extLst>
                <a:ext uri="{FF2B5EF4-FFF2-40B4-BE49-F238E27FC236}">
                  <a16:creationId xmlns:a16="http://schemas.microsoft.com/office/drawing/2014/main" id="{805ADE2F-04C3-4F48-B142-F2B5F7339025}"/>
                </a:ext>
              </a:extLst>
            </p:cNvPr>
            <p:cNvSpPr/>
            <p:nvPr/>
          </p:nvSpPr>
          <p:spPr bwMode="auto">
            <a:xfrm>
              <a:off x="3314700" y="2160588"/>
              <a:ext cx="87313" cy="87313"/>
            </a:xfrm>
            <a:custGeom>
              <a:avLst/>
              <a:gdLst>
                <a:gd name="T0" fmla="*/ 34 w 54"/>
                <a:gd name="T1" fmla="*/ 0 h 54"/>
                <a:gd name="T2" fmla="*/ 28 w 54"/>
                <a:gd name="T3" fmla="*/ 3 h 54"/>
                <a:gd name="T4" fmla="*/ 27 w 54"/>
                <a:gd name="T5" fmla="*/ 5 h 54"/>
                <a:gd name="T6" fmla="*/ 14 w 54"/>
                <a:gd name="T7" fmla="*/ 13 h 54"/>
                <a:gd name="T8" fmla="*/ 10 w 54"/>
                <a:gd name="T9" fmla="*/ 13 h 54"/>
                <a:gd name="T10" fmla="*/ 8 w 54"/>
                <a:gd name="T11" fmla="*/ 12 h 54"/>
                <a:gd name="T12" fmla="*/ 8 w 54"/>
                <a:gd name="T13" fmla="*/ 12 h 54"/>
                <a:gd name="T14" fmla="*/ 0 w 54"/>
                <a:gd name="T15" fmla="*/ 19 h 54"/>
                <a:gd name="T16" fmla="*/ 3 w 54"/>
                <a:gd name="T17" fmla="*/ 26 h 54"/>
                <a:gd name="T18" fmla="*/ 5 w 54"/>
                <a:gd name="T19" fmla="*/ 26 h 54"/>
                <a:gd name="T20" fmla="*/ 13 w 54"/>
                <a:gd name="T21" fmla="*/ 44 h 54"/>
                <a:gd name="T22" fmla="*/ 12 w 54"/>
                <a:gd name="T23" fmla="*/ 46 h 54"/>
                <a:gd name="T24" fmla="*/ 19 w 54"/>
                <a:gd name="T25" fmla="*/ 54 h 54"/>
                <a:gd name="T26" fmla="*/ 20 w 54"/>
                <a:gd name="T27" fmla="*/ 54 h 54"/>
                <a:gd name="T28" fmla="*/ 26 w 54"/>
                <a:gd name="T29" fmla="*/ 51 h 54"/>
                <a:gd name="T30" fmla="*/ 26 w 54"/>
                <a:gd name="T31" fmla="*/ 49 h 54"/>
                <a:gd name="T32" fmla="*/ 40 w 54"/>
                <a:gd name="T33" fmla="*/ 41 h 54"/>
                <a:gd name="T34" fmla="*/ 44 w 54"/>
                <a:gd name="T35" fmla="*/ 41 h 54"/>
                <a:gd name="T36" fmla="*/ 46 w 54"/>
                <a:gd name="T37" fmla="*/ 42 h 54"/>
                <a:gd name="T38" fmla="*/ 46 w 54"/>
                <a:gd name="T39" fmla="*/ 42 h 54"/>
                <a:gd name="T40" fmla="*/ 54 w 54"/>
                <a:gd name="T41" fmla="*/ 35 h 54"/>
                <a:gd name="T42" fmla="*/ 51 w 54"/>
                <a:gd name="T43" fmla="*/ 28 h 54"/>
                <a:gd name="T44" fmla="*/ 49 w 54"/>
                <a:gd name="T45" fmla="*/ 28 h 54"/>
                <a:gd name="T46" fmla="*/ 41 w 54"/>
                <a:gd name="T47" fmla="*/ 10 h 54"/>
                <a:gd name="T48" fmla="*/ 41 w 54"/>
                <a:gd name="T49" fmla="*/ 8 h 54"/>
                <a:gd name="T50" fmla="*/ 35 w 54"/>
                <a:gd name="T51" fmla="*/ 0 h 54"/>
                <a:gd name="T52" fmla="*/ 34 w 54"/>
                <a:gd name="T5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54">
                  <a:moveTo>
                    <a:pt x="34" y="0"/>
                  </a:moveTo>
                  <a:cubicBezTo>
                    <a:pt x="32" y="0"/>
                    <a:pt x="30" y="1"/>
                    <a:pt x="28" y="3"/>
                  </a:cubicBezTo>
                  <a:cubicBezTo>
                    <a:pt x="28" y="4"/>
                    <a:pt x="28" y="4"/>
                    <a:pt x="27" y="5"/>
                  </a:cubicBezTo>
                  <a:cubicBezTo>
                    <a:pt x="25" y="10"/>
                    <a:pt x="20" y="13"/>
                    <a:pt x="14" y="13"/>
                  </a:cubicBezTo>
                  <a:cubicBezTo>
                    <a:pt x="13" y="13"/>
                    <a:pt x="11" y="13"/>
                    <a:pt x="10" y="13"/>
                  </a:cubicBezTo>
                  <a:cubicBezTo>
                    <a:pt x="9" y="13"/>
                    <a:pt x="9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5"/>
                    <a:pt x="0" y="19"/>
                  </a:cubicBezTo>
                  <a:cubicBezTo>
                    <a:pt x="0" y="22"/>
                    <a:pt x="1" y="24"/>
                    <a:pt x="3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11" y="29"/>
                    <a:pt x="15" y="37"/>
                    <a:pt x="13" y="44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50"/>
                    <a:pt x="15" y="53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4"/>
                    <a:pt x="24" y="53"/>
                    <a:pt x="26" y="51"/>
                  </a:cubicBezTo>
                  <a:cubicBezTo>
                    <a:pt x="26" y="50"/>
                    <a:pt x="26" y="50"/>
                    <a:pt x="26" y="49"/>
                  </a:cubicBezTo>
                  <a:cubicBezTo>
                    <a:pt x="29" y="44"/>
                    <a:pt x="34" y="41"/>
                    <a:pt x="40" y="41"/>
                  </a:cubicBezTo>
                  <a:cubicBezTo>
                    <a:pt x="41" y="41"/>
                    <a:pt x="43" y="41"/>
                    <a:pt x="44" y="41"/>
                  </a:cubicBezTo>
                  <a:cubicBezTo>
                    <a:pt x="45" y="41"/>
                    <a:pt x="45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0" y="42"/>
                    <a:pt x="53" y="39"/>
                    <a:pt x="54" y="35"/>
                  </a:cubicBezTo>
                  <a:cubicBezTo>
                    <a:pt x="54" y="32"/>
                    <a:pt x="53" y="30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42" y="25"/>
                    <a:pt x="39" y="17"/>
                    <a:pt x="41" y="10"/>
                  </a:cubicBezTo>
                  <a:cubicBezTo>
                    <a:pt x="41" y="9"/>
                    <a:pt x="41" y="9"/>
                    <a:pt x="41" y="8"/>
                  </a:cubicBezTo>
                  <a:cubicBezTo>
                    <a:pt x="42" y="4"/>
                    <a:pt x="39" y="1"/>
                    <a:pt x="35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solidFill>
              <a:srgbClr val="A6C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îsḷïḑe">
              <a:extLst>
                <a:ext uri="{FF2B5EF4-FFF2-40B4-BE49-F238E27FC236}">
                  <a16:creationId xmlns:a16="http://schemas.microsoft.com/office/drawing/2014/main" id="{43FFAC33-DADA-4360-B0D7-556F8A4CF0B4}"/>
                </a:ext>
              </a:extLst>
            </p:cNvPr>
            <p:cNvSpPr/>
            <p:nvPr/>
          </p:nvSpPr>
          <p:spPr bwMode="auto">
            <a:xfrm>
              <a:off x="3790950" y="2819401"/>
              <a:ext cx="77788" cy="77788"/>
            </a:xfrm>
            <a:prstGeom prst="ellipse">
              <a:avLst/>
            </a:pr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íŝlîḓè">
              <a:extLst>
                <a:ext uri="{FF2B5EF4-FFF2-40B4-BE49-F238E27FC236}">
                  <a16:creationId xmlns:a16="http://schemas.microsoft.com/office/drawing/2014/main" id="{25D354B6-CB99-47C7-A822-5A44A52AD2E3}"/>
                </a:ext>
              </a:extLst>
            </p:cNvPr>
            <p:cNvSpPr/>
            <p:nvPr/>
          </p:nvSpPr>
          <p:spPr bwMode="auto">
            <a:xfrm>
              <a:off x="8799513" y="3130551"/>
              <a:ext cx="77788" cy="77788"/>
            </a:xfrm>
            <a:prstGeom prst="ellipse">
              <a:avLst/>
            </a:pr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7" name="ïṣḷïḓe">
              <a:extLst>
                <a:ext uri="{FF2B5EF4-FFF2-40B4-BE49-F238E27FC236}">
                  <a16:creationId xmlns:a16="http://schemas.microsoft.com/office/drawing/2014/main" id="{0EDB2375-8362-45EB-B45A-BFA1D59E6520}"/>
                </a:ext>
              </a:extLst>
            </p:cNvPr>
            <p:cNvSpPr/>
            <p:nvPr/>
          </p:nvSpPr>
          <p:spPr bwMode="auto">
            <a:xfrm>
              <a:off x="7091363" y="1022351"/>
              <a:ext cx="19050" cy="109538"/>
            </a:xfrm>
            <a:custGeom>
              <a:avLst/>
              <a:gdLst>
                <a:gd name="T0" fmla="*/ 12 w 12"/>
                <a:gd name="T1" fmla="*/ 41 h 69"/>
                <a:gd name="T2" fmla="*/ 0 w 12"/>
                <a:gd name="T3" fmla="*/ 41 h 69"/>
                <a:gd name="T4" fmla="*/ 0 w 12"/>
                <a:gd name="T5" fmla="*/ 69 h 69"/>
                <a:gd name="T6" fmla="*/ 12 w 12"/>
                <a:gd name="T7" fmla="*/ 69 h 69"/>
                <a:gd name="T8" fmla="*/ 12 w 12"/>
                <a:gd name="T9" fmla="*/ 41 h 69"/>
                <a:gd name="T10" fmla="*/ 12 w 12"/>
                <a:gd name="T11" fmla="*/ 0 h 69"/>
                <a:gd name="T12" fmla="*/ 0 w 12"/>
                <a:gd name="T13" fmla="*/ 0 h 69"/>
                <a:gd name="T14" fmla="*/ 0 w 12"/>
                <a:gd name="T15" fmla="*/ 29 h 69"/>
                <a:gd name="T16" fmla="*/ 12 w 12"/>
                <a:gd name="T17" fmla="*/ 29 h 69"/>
                <a:gd name="T18" fmla="*/ 12 w 12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9">
                  <a:moveTo>
                    <a:pt x="12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2" y="69"/>
                  </a:lnTo>
                  <a:lnTo>
                    <a:pt x="12" y="41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8" name="íşḻíḑê">
              <a:extLst>
                <a:ext uri="{FF2B5EF4-FFF2-40B4-BE49-F238E27FC236}">
                  <a16:creationId xmlns:a16="http://schemas.microsoft.com/office/drawing/2014/main" id="{67867B96-2774-42D7-A206-AE664068AD67}"/>
                </a:ext>
              </a:extLst>
            </p:cNvPr>
            <p:cNvSpPr/>
            <p:nvPr/>
          </p:nvSpPr>
          <p:spPr bwMode="auto">
            <a:xfrm>
              <a:off x="7091363" y="1022351"/>
              <a:ext cx="19050" cy="109538"/>
            </a:xfrm>
            <a:custGeom>
              <a:avLst/>
              <a:gdLst>
                <a:gd name="T0" fmla="*/ 12 w 12"/>
                <a:gd name="T1" fmla="*/ 41 h 69"/>
                <a:gd name="T2" fmla="*/ 0 w 12"/>
                <a:gd name="T3" fmla="*/ 41 h 69"/>
                <a:gd name="T4" fmla="*/ 0 w 12"/>
                <a:gd name="T5" fmla="*/ 69 h 69"/>
                <a:gd name="T6" fmla="*/ 12 w 12"/>
                <a:gd name="T7" fmla="*/ 69 h 69"/>
                <a:gd name="T8" fmla="*/ 12 w 12"/>
                <a:gd name="T9" fmla="*/ 41 h 69"/>
                <a:gd name="T10" fmla="*/ 12 w 12"/>
                <a:gd name="T11" fmla="*/ 0 h 69"/>
                <a:gd name="T12" fmla="*/ 0 w 12"/>
                <a:gd name="T13" fmla="*/ 0 h 69"/>
                <a:gd name="T14" fmla="*/ 0 w 12"/>
                <a:gd name="T15" fmla="*/ 29 h 69"/>
                <a:gd name="T16" fmla="*/ 12 w 12"/>
                <a:gd name="T17" fmla="*/ 29 h 69"/>
                <a:gd name="T18" fmla="*/ 12 w 12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9">
                  <a:moveTo>
                    <a:pt x="12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2" y="69"/>
                  </a:lnTo>
                  <a:lnTo>
                    <a:pt x="12" y="41"/>
                  </a:lnTo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9" name="ïŝľídé">
              <a:extLst>
                <a:ext uri="{FF2B5EF4-FFF2-40B4-BE49-F238E27FC236}">
                  <a16:creationId xmlns:a16="http://schemas.microsoft.com/office/drawing/2014/main" id="{D4703F9E-4BAE-4D5D-BE1E-E3BFB9DFA92A}"/>
                </a:ext>
              </a:extLst>
            </p:cNvPr>
            <p:cNvSpPr/>
            <p:nvPr/>
          </p:nvSpPr>
          <p:spPr bwMode="auto">
            <a:xfrm>
              <a:off x="7045325" y="1068388"/>
              <a:ext cx="111125" cy="19050"/>
            </a:xfrm>
            <a:custGeom>
              <a:avLst/>
              <a:gdLst>
                <a:gd name="T0" fmla="*/ 70 w 70"/>
                <a:gd name="T1" fmla="*/ 0 h 12"/>
                <a:gd name="T2" fmla="*/ 41 w 70"/>
                <a:gd name="T3" fmla="*/ 0 h 12"/>
                <a:gd name="T4" fmla="*/ 29 w 70"/>
                <a:gd name="T5" fmla="*/ 0 h 12"/>
                <a:gd name="T6" fmla="*/ 0 w 70"/>
                <a:gd name="T7" fmla="*/ 0 h 12"/>
                <a:gd name="T8" fmla="*/ 0 w 70"/>
                <a:gd name="T9" fmla="*/ 12 h 12"/>
                <a:gd name="T10" fmla="*/ 29 w 70"/>
                <a:gd name="T11" fmla="*/ 12 h 12"/>
                <a:gd name="T12" fmla="*/ 41 w 70"/>
                <a:gd name="T13" fmla="*/ 12 h 12"/>
                <a:gd name="T14" fmla="*/ 70 w 70"/>
                <a:gd name="T15" fmla="*/ 12 h 12"/>
                <a:gd name="T16" fmla="*/ 70 w 70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12">
                  <a:moveTo>
                    <a:pt x="70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70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0" name="íṣḷídé">
              <a:extLst>
                <a:ext uri="{FF2B5EF4-FFF2-40B4-BE49-F238E27FC236}">
                  <a16:creationId xmlns:a16="http://schemas.microsoft.com/office/drawing/2014/main" id="{3CC72509-111A-48AF-A4E7-5085C178C636}"/>
                </a:ext>
              </a:extLst>
            </p:cNvPr>
            <p:cNvSpPr/>
            <p:nvPr/>
          </p:nvSpPr>
          <p:spPr bwMode="auto">
            <a:xfrm>
              <a:off x="7045325" y="1068388"/>
              <a:ext cx="111125" cy="19050"/>
            </a:xfrm>
            <a:custGeom>
              <a:avLst/>
              <a:gdLst>
                <a:gd name="T0" fmla="*/ 70 w 70"/>
                <a:gd name="T1" fmla="*/ 0 h 12"/>
                <a:gd name="T2" fmla="*/ 41 w 70"/>
                <a:gd name="T3" fmla="*/ 0 h 12"/>
                <a:gd name="T4" fmla="*/ 29 w 70"/>
                <a:gd name="T5" fmla="*/ 0 h 12"/>
                <a:gd name="T6" fmla="*/ 0 w 70"/>
                <a:gd name="T7" fmla="*/ 0 h 12"/>
                <a:gd name="T8" fmla="*/ 0 w 70"/>
                <a:gd name="T9" fmla="*/ 12 h 12"/>
                <a:gd name="T10" fmla="*/ 29 w 70"/>
                <a:gd name="T11" fmla="*/ 12 h 12"/>
                <a:gd name="T12" fmla="*/ 41 w 70"/>
                <a:gd name="T13" fmla="*/ 12 h 12"/>
                <a:gd name="T14" fmla="*/ 70 w 70"/>
                <a:gd name="T15" fmla="*/ 12 h 12"/>
                <a:gd name="T16" fmla="*/ 70 w 70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12">
                  <a:moveTo>
                    <a:pt x="70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70" y="12"/>
                  </a:lnTo>
                  <a:lnTo>
                    <a:pt x="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1" name="íSlíḋè">
              <a:extLst>
                <a:ext uri="{FF2B5EF4-FFF2-40B4-BE49-F238E27FC236}">
                  <a16:creationId xmlns:a16="http://schemas.microsoft.com/office/drawing/2014/main" id="{3C108F00-0E94-406B-A5DA-B513A13D3583}"/>
                </a:ext>
              </a:extLst>
            </p:cNvPr>
            <p:cNvSpPr/>
            <p:nvPr/>
          </p:nvSpPr>
          <p:spPr bwMode="auto">
            <a:xfrm>
              <a:off x="7162800" y="5327651"/>
              <a:ext cx="19050" cy="111125"/>
            </a:xfrm>
            <a:custGeom>
              <a:avLst/>
              <a:gdLst>
                <a:gd name="T0" fmla="*/ 12 w 12"/>
                <a:gd name="T1" fmla="*/ 41 h 70"/>
                <a:gd name="T2" fmla="*/ 0 w 12"/>
                <a:gd name="T3" fmla="*/ 41 h 70"/>
                <a:gd name="T4" fmla="*/ 0 w 12"/>
                <a:gd name="T5" fmla="*/ 70 h 70"/>
                <a:gd name="T6" fmla="*/ 12 w 12"/>
                <a:gd name="T7" fmla="*/ 70 h 70"/>
                <a:gd name="T8" fmla="*/ 12 w 12"/>
                <a:gd name="T9" fmla="*/ 41 h 70"/>
                <a:gd name="T10" fmla="*/ 12 w 12"/>
                <a:gd name="T11" fmla="*/ 0 h 70"/>
                <a:gd name="T12" fmla="*/ 0 w 12"/>
                <a:gd name="T13" fmla="*/ 0 h 70"/>
                <a:gd name="T14" fmla="*/ 0 w 12"/>
                <a:gd name="T15" fmla="*/ 29 h 70"/>
                <a:gd name="T16" fmla="*/ 12 w 12"/>
                <a:gd name="T17" fmla="*/ 29 h 70"/>
                <a:gd name="T18" fmla="*/ 12 w 12"/>
                <a:gd name="T1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70">
                  <a:moveTo>
                    <a:pt x="12" y="4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12" y="70"/>
                  </a:lnTo>
                  <a:lnTo>
                    <a:pt x="12" y="41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2" name="íṥḻïḓè">
              <a:extLst>
                <a:ext uri="{FF2B5EF4-FFF2-40B4-BE49-F238E27FC236}">
                  <a16:creationId xmlns:a16="http://schemas.microsoft.com/office/drawing/2014/main" id="{C2CAE058-BE8D-4EA3-98C1-2536FF359870}"/>
                </a:ext>
              </a:extLst>
            </p:cNvPr>
            <p:cNvSpPr/>
            <p:nvPr/>
          </p:nvSpPr>
          <p:spPr bwMode="auto">
            <a:xfrm>
              <a:off x="7162800" y="5327651"/>
              <a:ext cx="19050" cy="111125"/>
            </a:xfrm>
            <a:custGeom>
              <a:avLst/>
              <a:gdLst>
                <a:gd name="T0" fmla="*/ 12 w 12"/>
                <a:gd name="T1" fmla="*/ 41 h 70"/>
                <a:gd name="T2" fmla="*/ 0 w 12"/>
                <a:gd name="T3" fmla="*/ 41 h 70"/>
                <a:gd name="T4" fmla="*/ 0 w 12"/>
                <a:gd name="T5" fmla="*/ 70 h 70"/>
                <a:gd name="T6" fmla="*/ 12 w 12"/>
                <a:gd name="T7" fmla="*/ 70 h 70"/>
                <a:gd name="T8" fmla="*/ 12 w 12"/>
                <a:gd name="T9" fmla="*/ 41 h 70"/>
                <a:gd name="T10" fmla="*/ 12 w 12"/>
                <a:gd name="T11" fmla="*/ 0 h 70"/>
                <a:gd name="T12" fmla="*/ 0 w 12"/>
                <a:gd name="T13" fmla="*/ 0 h 70"/>
                <a:gd name="T14" fmla="*/ 0 w 12"/>
                <a:gd name="T15" fmla="*/ 29 h 70"/>
                <a:gd name="T16" fmla="*/ 12 w 12"/>
                <a:gd name="T17" fmla="*/ 29 h 70"/>
                <a:gd name="T18" fmla="*/ 12 w 12"/>
                <a:gd name="T1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70">
                  <a:moveTo>
                    <a:pt x="12" y="41"/>
                  </a:moveTo>
                  <a:lnTo>
                    <a:pt x="0" y="41"/>
                  </a:lnTo>
                  <a:lnTo>
                    <a:pt x="0" y="70"/>
                  </a:lnTo>
                  <a:lnTo>
                    <a:pt x="12" y="70"/>
                  </a:lnTo>
                  <a:lnTo>
                    <a:pt x="12" y="41"/>
                  </a:lnTo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3" name="ïS1ïdé">
              <a:extLst>
                <a:ext uri="{FF2B5EF4-FFF2-40B4-BE49-F238E27FC236}">
                  <a16:creationId xmlns:a16="http://schemas.microsoft.com/office/drawing/2014/main" id="{03E45A3E-F199-45E2-9408-8A57917A11E2}"/>
                </a:ext>
              </a:extLst>
            </p:cNvPr>
            <p:cNvSpPr/>
            <p:nvPr/>
          </p:nvSpPr>
          <p:spPr bwMode="auto">
            <a:xfrm>
              <a:off x="7116763" y="5373688"/>
              <a:ext cx="109538" cy="19050"/>
            </a:xfrm>
            <a:custGeom>
              <a:avLst/>
              <a:gdLst>
                <a:gd name="T0" fmla="*/ 69 w 69"/>
                <a:gd name="T1" fmla="*/ 0 h 12"/>
                <a:gd name="T2" fmla="*/ 41 w 69"/>
                <a:gd name="T3" fmla="*/ 0 h 12"/>
                <a:gd name="T4" fmla="*/ 29 w 69"/>
                <a:gd name="T5" fmla="*/ 0 h 12"/>
                <a:gd name="T6" fmla="*/ 0 w 69"/>
                <a:gd name="T7" fmla="*/ 0 h 12"/>
                <a:gd name="T8" fmla="*/ 0 w 69"/>
                <a:gd name="T9" fmla="*/ 12 h 12"/>
                <a:gd name="T10" fmla="*/ 29 w 69"/>
                <a:gd name="T11" fmla="*/ 12 h 12"/>
                <a:gd name="T12" fmla="*/ 41 w 69"/>
                <a:gd name="T13" fmla="*/ 12 h 12"/>
                <a:gd name="T14" fmla="*/ 69 w 69"/>
                <a:gd name="T15" fmla="*/ 12 h 12"/>
                <a:gd name="T16" fmla="*/ 69 w 6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2">
                  <a:moveTo>
                    <a:pt x="69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69" y="12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4" name="í$ļïďê">
              <a:extLst>
                <a:ext uri="{FF2B5EF4-FFF2-40B4-BE49-F238E27FC236}">
                  <a16:creationId xmlns:a16="http://schemas.microsoft.com/office/drawing/2014/main" id="{A3F2CBFE-C4A7-4B5C-8805-8D89FF900E32}"/>
                </a:ext>
              </a:extLst>
            </p:cNvPr>
            <p:cNvSpPr/>
            <p:nvPr/>
          </p:nvSpPr>
          <p:spPr bwMode="auto">
            <a:xfrm>
              <a:off x="7116763" y="5373688"/>
              <a:ext cx="109538" cy="19050"/>
            </a:xfrm>
            <a:custGeom>
              <a:avLst/>
              <a:gdLst>
                <a:gd name="T0" fmla="*/ 69 w 69"/>
                <a:gd name="T1" fmla="*/ 0 h 12"/>
                <a:gd name="T2" fmla="*/ 41 w 69"/>
                <a:gd name="T3" fmla="*/ 0 h 12"/>
                <a:gd name="T4" fmla="*/ 29 w 69"/>
                <a:gd name="T5" fmla="*/ 0 h 12"/>
                <a:gd name="T6" fmla="*/ 0 w 69"/>
                <a:gd name="T7" fmla="*/ 0 h 12"/>
                <a:gd name="T8" fmla="*/ 0 w 69"/>
                <a:gd name="T9" fmla="*/ 12 h 12"/>
                <a:gd name="T10" fmla="*/ 29 w 69"/>
                <a:gd name="T11" fmla="*/ 12 h 12"/>
                <a:gd name="T12" fmla="*/ 41 w 69"/>
                <a:gd name="T13" fmla="*/ 12 h 12"/>
                <a:gd name="T14" fmla="*/ 69 w 69"/>
                <a:gd name="T15" fmla="*/ 12 h 12"/>
                <a:gd name="T16" fmla="*/ 69 w 6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2">
                  <a:moveTo>
                    <a:pt x="69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69" y="12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5" name="îšļîde">
              <a:extLst>
                <a:ext uri="{FF2B5EF4-FFF2-40B4-BE49-F238E27FC236}">
                  <a16:creationId xmlns:a16="http://schemas.microsoft.com/office/drawing/2014/main" id="{96C124CA-BA9B-48D7-B255-ABFDFC1F2F9E}"/>
                </a:ext>
              </a:extLst>
            </p:cNvPr>
            <p:cNvSpPr/>
            <p:nvPr/>
          </p:nvSpPr>
          <p:spPr bwMode="auto">
            <a:xfrm>
              <a:off x="3486150" y="5561013"/>
              <a:ext cx="19050" cy="109538"/>
            </a:xfrm>
            <a:custGeom>
              <a:avLst/>
              <a:gdLst>
                <a:gd name="T0" fmla="*/ 12 w 12"/>
                <a:gd name="T1" fmla="*/ 41 h 69"/>
                <a:gd name="T2" fmla="*/ 0 w 12"/>
                <a:gd name="T3" fmla="*/ 41 h 69"/>
                <a:gd name="T4" fmla="*/ 0 w 12"/>
                <a:gd name="T5" fmla="*/ 69 h 69"/>
                <a:gd name="T6" fmla="*/ 12 w 12"/>
                <a:gd name="T7" fmla="*/ 69 h 69"/>
                <a:gd name="T8" fmla="*/ 12 w 12"/>
                <a:gd name="T9" fmla="*/ 41 h 69"/>
                <a:gd name="T10" fmla="*/ 12 w 12"/>
                <a:gd name="T11" fmla="*/ 0 h 69"/>
                <a:gd name="T12" fmla="*/ 0 w 12"/>
                <a:gd name="T13" fmla="*/ 0 h 69"/>
                <a:gd name="T14" fmla="*/ 0 w 12"/>
                <a:gd name="T15" fmla="*/ 29 h 69"/>
                <a:gd name="T16" fmla="*/ 12 w 12"/>
                <a:gd name="T17" fmla="*/ 29 h 69"/>
                <a:gd name="T18" fmla="*/ 12 w 12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9">
                  <a:moveTo>
                    <a:pt x="12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2" y="69"/>
                  </a:lnTo>
                  <a:lnTo>
                    <a:pt x="12" y="41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6" name="îṥļiḍé">
              <a:extLst>
                <a:ext uri="{FF2B5EF4-FFF2-40B4-BE49-F238E27FC236}">
                  <a16:creationId xmlns:a16="http://schemas.microsoft.com/office/drawing/2014/main" id="{34682756-D1DA-4ECB-9E24-B74370D9DFD2}"/>
                </a:ext>
              </a:extLst>
            </p:cNvPr>
            <p:cNvSpPr/>
            <p:nvPr/>
          </p:nvSpPr>
          <p:spPr bwMode="auto">
            <a:xfrm>
              <a:off x="3486150" y="5561013"/>
              <a:ext cx="19050" cy="109538"/>
            </a:xfrm>
            <a:custGeom>
              <a:avLst/>
              <a:gdLst>
                <a:gd name="T0" fmla="*/ 12 w 12"/>
                <a:gd name="T1" fmla="*/ 41 h 69"/>
                <a:gd name="T2" fmla="*/ 0 w 12"/>
                <a:gd name="T3" fmla="*/ 41 h 69"/>
                <a:gd name="T4" fmla="*/ 0 w 12"/>
                <a:gd name="T5" fmla="*/ 69 h 69"/>
                <a:gd name="T6" fmla="*/ 12 w 12"/>
                <a:gd name="T7" fmla="*/ 69 h 69"/>
                <a:gd name="T8" fmla="*/ 12 w 12"/>
                <a:gd name="T9" fmla="*/ 41 h 69"/>
                <a:gd name="T10" fmla="*/ 12 w 12"/>
                <a:gd name="T11" fmla="*/ 0 h 69"/>
                <a:gd name="T12" fmla="*/ 0 w 12"/>
                <a:gd name="T13" fmla="*/ 0 h 69"/>
                <a:gd name="T14" fmla="*/ 0 w 12"/>
                <a:gd name="T15" fmla="*/ 29 h 69"/>
                <a:gd name="T16" fmla="*/ 12 w 12"/>
                <a:gd name="T17" fmla="*/ 29 h 69"/>
                <a:gd name="T18" fmla="*/ 12 w 12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9">
                  <a:moveTo>
                    <a:pt x="12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2" y="69"/>
                  </a:lnTo>
                  <a:lnTo>
                    <a:pt x="12" y="41"/>
                  </a:lnTo>
                  <a:moveTo>
                    <a:pt x="1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2" y="29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7" name="ïsḷîďe">
              <a:extLst>
                <a:ext uri="{FF2B5EF4-FFF2-40B4-BE49-F238E27FC236}">
                  <a16:creationId xmlns:a16="http://schemas.microsoft.com/office/drawing/2014/main" id="{334E2E45-3D92-4DE0-AC37-17533DF207FE}"/>
                </a:ext>
              </a:extLst>
            </p:cNvPr>
            <p:cNvSpPr/>
            <p:nvPr/>
          </p:nvSpPr>
          <p:spPr bwMode="auto">
            <a:xfrm>
              <a:off x="3440113" y="5607051"/>
              <a:ext cx="111125" cy="19050"/>
            </a:xfrm>
            <a:custGeom>
              <a:avLst/>
              <a:gdLst>
                <a:gd name="T0" fmla="*/ 70 w 70"/>
                <a:gd name="T1" fmla="*/ 0 h 12"/>
                <a:gd name="T2" fmla="*/ 41 w 70"/>
                <a:gd name="T3" fmla="*/ 0 h 12"/>
                <a:gd name="T4" fmla="*/ 29 w 70"/>
                <a:gd name="T5" fmla="*/ 0 h 12"/>
                <a:gd name="T6" fmla="*/ 0 w 70"/>
                <a:gd name="T7" fmla="*/ 0 h 12"/>
                <a:gd name="T8" fmla="*/ 0 w 70"/>
                <a:gd name="T9" fmla="*/ 12 h 12"/>
                <a:gd name="T10" fmla="*/ 29 w 70"/>
                <a:gd name="T11" fmla="*/ 12 h 12"/>
                <a:gd name="T12" fmla="*/ 41 w 70"/>
                <a:gd name="T13" fmla="*/ 12 h 12"/>
                <a:gd name="T14" fmla="*/ 70 w 70"/>
                <a:gd name="T15" fmla="*/ 12 h 12"/>
                <a:gd name="T16" fmla="*/ 70 w 70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12">
                  <a:moveTo>
                    <a:pt x="70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70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8" name="iṧḻiḓe">
              <a:extLst>
                <a:ext uri="{FF2B5EF4-FFF2-40B4-BE49-F238E27FC236}">
                  <a16:creationId xmlns:a16="http://schemas.microsoft.com/office/drawing/2014/main" id="{485F408E-A3B2-48BE-B14D-D7E633727575}"/>
                </a:ext>
              </a:extLst>
            </p:cNvPr>
            <p:cNvSpPr/>
            <p:nvPr/>
          </p:nvSpPr>
          <p:spPr bwMode="auto">
            <a:xfrm>
              <a:off x="3440113" y="5607051"/>
              <a:ext cx="111125" cy="19050"/>
            </a:xfrm>
            <a:custGeom>
              <a:avLst/>
              <a:gdLst>
                <a:gd name="T0" fmla="*/ 70 w 70"/>
                <a:gd name="T1" fmla="*/ 0 h 12"/>
                <a:gd name="T2" fmla="*/ 41 w 70"/>
                <a:gd name="T3" fmla="*/ 0 h 12"/>
                <a:gd name="T4" fmla="*/ 29 w 70"/>
                <a:gd name="T5" fmla="*/ 0 h 12"/>
                <a:gd name="T6" fmla="*/ 0 w 70"/>
                <a:gd name="T7" fmla="*/ 0 h 12"/>
                <a:gd name="T8" fmla="*/ 0 w 70"/>
                <a:gd name="T9" fmla="*/ 12 h 12"/>
                <a:gd name="T10" fmla="*/ 29 w 70"/>
                <a:gd name="T11" fmla="*/ 12 h 12"/>
                <a:gd name="T12" fmla="*/ 41 w 70"/>
                <a:gd name="T13" fmla="*/ 12 h 12"/>
                <a:gd name="T14" fmla="*/ 70 w 70"/>
                <a:gd name="T15" fmla="*/ 12 h 12"/>
                <a:gd name="T16" fmla="*/ 70 w 70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12">
                  <a:moveTo>
                    <a:pt x="70" y="0"/>
                  </a:moveTo>
                  <a:lnTo>
                    <a:pt x="41" y="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9" y="12"/>
                  </a:lnTo>
                  <a:lnTo>
                    <a:pt x="41" y="12"/>
                  </a:lnTo>
                  <a:lnTo>
                    <a:pt x="70" y="12"/>
                  </a:lnTo>
                  <a:lnTo>
                    <a:pt x="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9" name="íṩļidê">
              <a:extLst>
                <a:ext uri="{FF2B5EF4-FFF2-40B4-BE49-F238E27FC236}">
                  <a16:creationId xmlns:a16="http://schemas.microsoft.com/office/drawing/2014/main" id="{62AAD0CA-6612-46FF-99BA-8E656EE17B30}"/>
                </a:ext>
              </a:extLst>
            </p:cNvPr>
            <p:cNvSpPr/>
            <p:nvPr/>
          </p:nvSpPr>
          <p:spPr bwMode="auto">
            <a:xfrm>
              <a:off x="7905750" y="3582988"/>
              <a:ext cx="20638" cy="109538"/>
            </a:xfrm>
            <a:custGeom>
              <a:avLst/>
              <a:gdLst>
                <a:gd name="T0" fmla="*/ 13 w 13"/>
                <a:gd name="T1" fmla="*/ 41 h 69"/>
                <a:gd name="T2" fmla="*/ 0 w 13"/>
                <a:gd name="T3" fmla="*/ 41 h 69"/>
                <a:gd name="T4" fmla="*/ 0 w 13"/>
                <a:gd name="T5" fmla="*/ 69 h 69"/>
                <a:gd name="T6" fmla="*/ 13 w 13"/>
                <a:gd name="T7" fmla="*/ 69 h 69"/>
                <a:gd name="T8" fmla="*/ 13 w 13"/>
                <a:gd name="T9" fmla="*/ 41 h 69"/>
                <a:gd name="T10" fmla="*/ 13 w 13"/>
                <a:gd name="T11" fmla="*/ 0 h 69"/>
                <a:gd name="T12" fmla="*/ 0 w 13"/>
                <a:gd name="T13" fmla="*/ 0 h 69"/>
                <a:gd name="T14" fmla="*/ 0 w 13"/>
                <a:gd name="T15" fmla="*/ 28 h 69"/>
                <a:gd name="T16" fmla="*/ 13 w 13"/>
                <a:gd name="T17" fmla="*/ 28 h 69"/>
                <a:gd name="T18" fmla="*/ 13 w 13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69">
                  <a:moveTo>
                    <a:pt x="13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3" y="69"/>
                  </a:lnTo>
                  <a:lnTo>
                    <a:pt x="13" y="41"/>
                  </a:lnTo>
                  <a:close/>
                  <a:moveTo>
                    <a:pt x="1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0" name="iṣ1íḓè">
              <a:extLst>
                <a:ext uri="{FF2B5EF4-FFF2-40B4-BE49-F238E27FC236}">
                  <a16:creationId xmlns:a16="http://schemas.microsoft.com/office/drawing/2014/main" id="{9D1510F0-57AC-4755-A017-336052C9D533}"/>
                </a:ext>
              </a:extLst>
            </p:cNvPr>
            <p:cNvSpPr/>
            <p:nvPr/>
          </p:nvSpPr>
          <p:spPr bwMode="auto">
            <a:xfrm>
              <a:off x="7905750" y="3582988"/>
              <a:ext cx="20638" cy="109538"/>
            </a:xfrm>
            <a:custGeom>
              <a:avLst/>
              <a:gdLst>
                <a:gd name="T0" fmla="*/ 13 w 13"/>
                <a:gd name="T1" fmla="*/ 41 h 69"/>
                <a:gd name="T2" fmla="*/ 0 w 13"/>
                <a:gd name="T3" fmla="*/ 41 h 69"/>
                <a:gd name="T4" fmla="*/ 0 w 13"/>
                <a:gd name="T5" fmla="*/ 69 h 69"/>
                <a:gd name="T6" fmla="*/ 13 w 13"/>
                <a:gd name="T7" fmla="*/ 69 h 69"/>
                <a:gd name="T8" fmla="*/ 13 w 13"/>
                <a:gd name="T9" fmla="*/ 41 h 69"/>
                <a:gd name="T10" fmla="*/ 13 w 13"/>
                <a:gd name="T11" fmla="*/ 0 h 69"/>
                <a:gd name="T12" fmla="*/ 0 w 13"/>
                <a:gd name="T13" fmla="*/ 0 h 69"/>
                <a:gd name="T14" fmla="*/ 0 w 13"/>
                <a:gd name="T15" fmla="*/ 28 h 69"/>
                <a:gd name="T16" fmla="*/ 13 w 13"/>
                <a:gd name="T17" fmla="*/ 28 h 69"/>
                <a:gd name="T18" fmla="*/ 13 w 13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69">
                  <a:moveTo>
                    <a:pt x="13" y="41"/>
                  </a:moveTo>
                  <a:lnTo>
                    <a:pt x="0" y="41"/>
                  </a:lnTo>
                  <a:lnTo>
                    <a:pt x="0" y="69"/>
                  </a:lnTo>
                  <a:lnTo>
                    <a:pt x="13" y="69"/>
                  </a:lnTo>
                  <a:lnTo>
                    <a:pt x="13" y="41"/>
                  </a:lnTo>
                  <a:moveTo>
                    <a:pt x="1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8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1" name="îŝľïḍe">
              <a:extLst>
                <a:ext uri="{FF2B5EF4-FFF2-40B4-BE49-F238E27FC236}">
                  <a16:creationId xmlns:a16="http://schemas.microsoft.com/office/drawing/2014/main" id="{96262AB2-7AAF-460D-BFDE-1BA8CD80B9FF}"/>
                </a:ext>
              </a:extLst>
            </p:cNvPr>
            <p:cNvSpPr/>
            <p:nvPr/>
          </p:nvSpPr>
          <p:spPr bwMode="auto">
            <a:xfrm>
              <a:off x="7861300" y="3627438"/>
              <a:ext cx="109538" cy="20638"/>
            </a:xfrm>
            <a:custGeom>
              <a:avLst/>
              <a:gdLst>
                <a:gd name="T0" fmla="*/ 69 w 69"/>
                <a:gd name="T1" fmla="*/ 0 h 13"/>
                <a:gd name="T2" fmla="*/ 41 w 69"/>
                <a:gd name="T3" fmla="*/ 0 h 13"/>
                <a:gd name="T4" fmla="*/ 28 w 69"/>
                <a:gd name="T5" fmla="*/ 0 h 13"/>
                <a:gd name="T6" fmla="*/ 0 w 69"/>
                <a:gd name="T7" fmla="*/ 0 h 13"/>
                <a:gd name="T8" fmla="*/ 0 w 69"/>
                <a:gd name="T9" fmla="*/ 13 h 13"/>
                <a:gd name="T10" fmla="*/ 28 w 69"/>
                <a:gd name="T11" fmla="*/ 13 h 13"/>
                <a:gd name="T12" fmla="*/ 41 w 69"/>
                <a:gd name="T13" fmla="*/ 13 h 13"/>
                <a:gd name="T14" fmla="*/ 69 w 69"/>
                <a:gd name="T15" fmla="*/ 13 h 13"/>
                <a:gd name="T16" fmla="*/ 69 w 69"/>
                <a:gd name="T1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3">
                  <a:moveTo>
                    <a:pt x="69" y="0"/>
                  </a:moveTo>
                  <a:lnTo>
                    <a:pt x="41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28" y="13"/>
                  </a:lnTo>
                  <a:lnTo>
                    <a:pt x="41" y="13"/>
                  </a:lnTo>
                  <a:lnTo>
                    <a:pt x="69" y="1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2" name="ïṥļíḋê">
              <a:extLst>
                <a:ext uri="{FF2B5EF4-FFF2-40B4-BE49-F238E27FC236}">
                  <a16:creationId xmlns:a16="http://schemas.microsoft.com/office/drawing/2014/main" id="{71E0ECCF-A048-4977-A60A-941E4128EC21}"/>
                </a:ext>
              </a:extLst>
            </p:cNvPr>
            <p:cNvSpPr/>
            <p:nvPr/>
          </p:nvSpPr>
          <p:spPr bwMode="auto">
            <a:xfrm>
              <a:off x="7861300" y="3627438"/>
              <a:ext cx="109538" cy="20638"/>
            </a:xfrm>
            <a:custGeom>
              <a:avLst/>
              <a:gdLst>
                <a:gd name="T0" fmla="*/ 69 w 69"/>
                <a:gd name="T1" fmla="*/ 0 h 13"/>
                <a:gd name="T2" fmla="*/ 41 w 69"/>
                <a:gd name="T3" fmla="*/ 0 h 13"/>
                <a:gd name="T4" fmla="*/ 28 w 69"/>
                <a:gd name="T5" fmla="*/ 0 h 13"/>
                <a:gd name="T6" fmla="*/ 0 w 69"/>
                <a:gd name="T7" fmla="*/ 0 h 13"/>
                <a:gd name="T8" fmla="*/ 0 w 69"/>
                <a:gd name="T9" fmla="*/ 13 h 13"/>
                <a:gd name="T10" fmla="*/ 28 w 69"/>
                <a:gd name="T11" fmla="*/ 13 h 13"/>
                <a:gd name="T12" fmla="*/ 41 w 69"/>
                <a:gd name="T13" fmla="*/ 13 h 13"/>
                <a:gd name="T14" fmla="*/ 69 w 69"/>
                <a:gd name="T15" fmla="*/ 13 h 13"/>
                <a:gd name="T16" fmla="*/ 69 w 69"/>
                <a:gd name="T1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3">
                  <a:moveTo>
                    <a:pt x="69" y="0"/>
                  </a:moveTo>
                  <a:lnTo>
                    <a:pt x="41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28" y="13"/>
                  </a:lnTo>
                  <a:lnTo>
                    <a:pt x="41" y="13"/>
                  </a:lnTo>
                  <a:lnTo>
                    <a:pt x="69" y="13"/>
                  </a:lnTo>
                  <a:lnTo>
                    <a:pt x="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3" name="ïŝlíḓe">
              <a:extLst>
                <a:ext uri="{FF2B5EF4-FFF2-40B4-BE49-F238E27FC236}">
                  <a16:creationId xmlns:a16="http://schemas.microsoft.com/office/drawing/2014/main" id="{BB03C3D6-2FC1-485A-9391-A87A3A603C34}"/>
                </a:ext>
              </a:extLst>
            </p:cNvPr>
            <p:cNvSpPr/>
            <p:nvPr/>
          </p:nvSpPr>
          <p:spPr bwMode="auto">
            <a:xfrm>
              <a:off x="8447088" y="1768476"/>
              <a:ext cx="138113" cy="122238"/>
            </a:xfrm>
            <a:custGeom>
              <a:avLst/>
              <a:gdLst>
                <a:gd name="T0" fmla="*/ 74 w 87"/>
                <a:gd name="T1" fmla="*/ 0 h 77"/>
                <a:gd name="T2" fmla="*/ 37 w 87"/>
                <a:gd name="T3" fmla="*/ 54 h 77"/>
                <a:gd name="T4" fmla="*/ 10 w 87"/>
                <a:gd name="T5" fmla="*/ 31 h 77"/>
                <a:gd name="T6" fmla="*/ 0 w 87"/>
                <a:gd name="T7" fmla="*/ 35 h 77"/>
                <a:gd name="T8" fmla="*/ 37 w 87"/>
                <a:gd name="T9" fmla="*/ 77 h 77"/>
                <a:gd name="T10" fmla="*/ 87 w 87"/>
                <a:gd name="T11" fmla="*/ 11 h 77"/>
                <a:gd name="T12" fmla="*/ 74 w 87"/>
                <a:gd name="T1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77">
                  <a:moveTo>
                    <a:pt x="74" y="0"/>
                  </a:moveTo>
                  <a:lnTo>
                    <a:pt x="37" y="54"/>
                  </a:lnTo>
                  <a:lnTo>
                    <a:pt x="10" y="31"/>
                  </a:lnTo>
                  <a:lnTo>
                    <a:pt x="0" y="35"/>
                  </a:lnTo>
                  <a:lnTo>
                    <a:pt x="37" y="77"/>
                  </a:lnTo>
                  <a:lnTo>
                    <a:pt x="87" y="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3F2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4" name="ïślîḋé">
              <a:extLst>
                <a:ext uri="{FF2B5EF4-FFF2-40B4-BE49-F238E27FC236}">
                  <a16:creationId xmlns:a16="http://schemas.microsoft.com/office/drawing/2014/main" id="{9C637D3B-D90A-4F15-87DB-CEEDFEA1E547}"/>
                </a:ext>
              </a:extLst>
            </p:cNvPr>
            <p:cNvSpPr/>
            <p:nvPr/>
          </p:nvSpPr>
          <p:spPr bwMode="auto">
            <a:xfrm>
              <a:off x="8447088" y="1768476"/>
              <a:ext cx="138113" cy="122238"/>
            </a:xfrm>
            <a:custGeom>
              <a:avLst/>
              <a:gdLst>
                <a:gd name="T0" fmla="*/ 74 w 87"/>
                <a:gd name="T1" fmla="*/ 0 h 77"/>
                <a:gd name="T2" fmla="*/ 37 w 87"/>
                <a:gd name="T3" fmla="*/ 54 h 77"/>
                <a:gd name="T4" fmla="*/ 10 w 87"/>
                <a:gd name="T5" fmla="*/ 31 h 77"/>
                <a:gd name="T6" fmla="*/ 0 w 87"/>
                <a:gd name="T7" fmla="*/ 35 h 77"/>
                <a:gd name="T8" fmla="*/ 37 w 87"/>
                <a:gd name="T9" fmla="*/ 77 h 77"/>
                <a:gd name="T10" fmla="*/ 87 w 87"/>
                <a:gd name="T11" fmla="*/ 11 h 77"/>
                <a:gd name="T12" fmla="*/ 74 w 87"/>
                <a:gd name="T1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77">
                  <a:moveTo>
                    <a:pt x="74" y="0"/>
                  </a:moveTo>
                  <a:lnTo>
                    <a:pt x="37" y="54"/>
                  </a:lnTo>
                  <a:lnTo>
                    <a:pt x="10" y="31"/>
                  </a:lnTo>
                  <a:lnTo>
                    <a:pt x="0" y="35"/>
                  </a:lnTo>
                  <a:lnTo>
                    <a:pt x="37" y="77"/>
                  </a:lnTo>
                  <a:lnTo>
                    <a:pt x="87" y="11"/>
                  </a:lnTo>
                  <a:lnTo>
                    <a:pt x="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1973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5e600d3-049c-4d08-a029-6e99d6421e7b" descr="BA4AAB+LCAAAAAAABADNV0uP2jAQ/i/u9oZQnCdw2wWy2sN2VwL1UnFIEwOu8kCOIy1a8d87MUl38oAmBVa9RHg8Y3/zzTdj8U7ueEAmhJIBuZP7HYPfi8gTcsa9jfCi5yRgIey9imTHhOQsJZMf70WQjoK+e2HGCq892J95zKMsUmYy0YYamLw3ZKKaMs6YzyMvnPENl3A2WJ7SVyZ8FsvCUYqMDUixsOnQMkamTYuvZg3Io0iyncrhMCihGQjaNAkTgaAVR5WuJnJ9Wa+5z5ZbFjEVBVtLHsv7OFhsvaBM5EHwzVbGLE0Lw8vPX8yXKGwCsJbqSOWepVs4/IvrGq5pOy7gbAVtdQdtXwh61AP03JhbLj0F2sHKkYLHmyZqon0l7dEjFP2QJCHz4mb4UQFt4ePPV6DlDO2xbmhO8bWRAnUEjWrdq0npLTTotJfT1qfT6QyXswJb7wHbuIUKT8Cea67pWidhm71lWAm3+usQ4leAkMcBXIbHIsXN+Si8gIOUCj81SkFuYl/lNudUsLWaXJDigvlJHJzxUkS02HVl92ByM8lEqnZqSNBuyTRxeZhP+ft4E8JSd1StoG479g188+SOHCgTJatD80X4uL+SSgXxVd1WqHx4CC3ZG2K7poUPppz+DKrs0wp/LRzl93emqL7ASY3qnYg11K6bdtxHEbWUPYeal93Phx00cMpk0XZll/4x5oLA/VzZ+AcWjJOlNaosjG/OQin+67LwBB3813bpyoKuXTJS4CnqMlOofqIlxp8wVPQzLI0xMSqZKuarO2Lmaf/RAo9RbyK7z5bOTNUXOKvGK3+2q44C+r+GyzkaahVtrDATjX8K12fixgPmMiZWh98B9bQvBA4AAA==">
            <a:extLst>
              <a:ext uri="{FF2B5EF4-FFF2-40B4-BE49-F238E27FC236}">
                <a16:creationId xmlns:a16="http://schemas.microsoft.com/office/drawing/2014/main" id="{2FF3D635-17B5-462C-A42B-B75286B17BE3}"/>
              </a:ext>
            </a:extLst>
          </p:cNvPr>
          <p:cNvGrpSpPr>
            <a:grpSpLocks noChangeAspect="1"/>
          </p:cNvGrpSpPr>
          <p:nvPr/>
        </p:nvGrpSpPr>
        <p:grpSpPr>
          <a:xfrm>
            <a:off x="718893" y="1943820"/>
            <a:ext cx="7706215" cy="2865576"/>
            <a:chOff x="1301196" y="1646040"/>
            <a:chExt cx="9589608" cy="3565921"/>
          </a:xfrm>
        </p:grpSpPr>
        <p:sp>
          <p:nvSpPr>
            <p:cNvPr id="3" name="ValueShape1">
              <a:extLst>
                <a:ext uri="{FF2B5EF4-FFF2-40B4-BE49-F238E27FC236}">
                  <a16:creationId xmlns:a16="http://schemas.microsoft.com/office/drawing/2014/main" id="{DD8EC95D-6576-402A-B46C-769AFCE9CCDD}"/>
                </a:ext>
              </a:extLst>
            </p:cNvPr>
            <p:cNvSpPr/>
            <p:nvPr/>
          </p:nvSpPr>
          <p:spPr>
            <a:xfrm>
              <a:off x="2675227" y="2631854"/>
              <a:ext cx="3344410" cy="2580107"/>
            </a:xfrm>
            <a:custGeom>
              <a:avLst/>
              <a:gdLst>
                <a:gd name="connsiteX0" fmla="*/ 3343244 w 3344410"/>
                <a:gd name="connsiteY0" fmla="*/ 1137384 h 2580107"/>
                <a:gd name="connsiteX1" fmla="*/ 3331082 w 3344410"/>
                <a:gd name="connsiteY1" fmla="*/ 1212047 h 2580107"/>
                <a:gd name="connsiteX2" fmla="*/ 3304229 w 3344410"/>
                <a:gd name="connsiteY2" fmla="*/ 1280113 h 2580107"/>
                <a:gd name="connsiteX3" fmla="*/ 3255718 w 3344410"/>
                <a:gd name="connsiteY3" fmla="*/ 1325210 h 2580107"/>
                <a:gd name="connsiteX4" fmla="*/ 3192236 w 3344410"/>
                <a:gd name="connsiteY4" fmla="*/ 1331572 h 2580107"/>
                <a:gd name="connsiteX5" fmla="*/ 3126836 w 3344410"/>
                <a:gd name="connsiteY5" fmla="*/ 1310661 h 2580107"/>
                <a:gd name="connsiteX6" fmla="*/ 3064617 w 3344410"/>
                <a:gd name="connsiteY6" fmla="*/ 1275762 h 2580107"/>
                <a:gd name="connsiteX7" fmla="*/ 3016527 w 3344410"/>
                <a:gd name="connsiteY7" fmla="*/ 1241285 h 2580107"/>
                <a:gd name="connsiteX8" fmla="*/ 3016714 w 3344410"/>
                <a:gd name="connsiteY8" fmla="*/ 1228233 h 2580107"/>
                <a:gd name="connsiteX9" fmla="*/ 1594574 w 3344410"/>
                <a:gd name="connsiteY9" fmla="*/ 97117 h 2580107"/>
                <a:gd name="connsiteX10" fmla="*/ 956997 w 3344410"/>
                <a:gd name="connsiteY10" fmla="*/ 216970 h 2580107"/>
                <a:gd name="connsiteX11" fmla="*/ 730156 w 3344410"/>
                <a:gd name="connsiteY11" fmla="*/ 0 h 2580107"/>
                <a:gd name="connsiteX12" fmla="*/ 788305 w 3344410"/>
                <a:gd name="connsiteY12" fmla="*/ 236618 h 2580107"/>
                <a:gd name="connsiteX13" fmla="*/ 575779 w 3344410"/>
                <a:gd name="connsiteY13" fmla="*/ 63154 h 2580107"/>
                <a:gd name="connsiteX14" fmla="*/ 604877 w 3344410"/>
                <a:gd name="connsiteY14" fmla="*/ 416069 h 2580107"/>
                <a:gd name="connsiteX15" fmla="*/ 221742 w 3344410"/>
                <a:gd name="connsiteY15" fmla="*/ 932250 h 2580107"/>
                <a:gd name="connsiteX16" fmla="*/ 79528 w 3344410"/>
                <a:gd name="connsiteY16" fmla="*/ 957605 h 2580107"/>
                <a:gd name="connsiteX17" fmla="*/ 0 w 3344410"/>
                <a:gd name="connsiteY17" fmla="*/ 1037133 h 2580107"/>
                <a:gd name="connsiteX18" fmla="*/ 0 w 3344410"/>
                <a:gd name="connsiteY18" fmla="*/ 1224303 h 2580107"/>
                <a:gd name="connsiteX19" fmla="*/ 0 w 3344410"/>
                <a:gd name="connsiteY19" fmla="*/ 1411473 h 2580107"/>
                <a:gd name="connsiteX20" fmla="*/ 79528 w 3344410"/>
                <a:gd name="connsiteY20" fmla="*/ 1491001 h 2580107"/>
                <a:gd name="connsiteX21" fmla="*/ 218935 w 3344410"/>
                <a:gd name="connsiteY21" fmla="*/ 1515889 h 2580107"/>
                <a:gd name="connsiteX22" fmla="*/ 1092896 w 3344410"/>
                <a:gd name="connsiteY22" fmla="*/ 2286838 h 2580107"/>
                <a:gd name="connsiteX23" fmla="*/ 1149828 w 3344410"/>
                <a:gd name="connsiteY23" fmla="*/ 2546753 h 2580107"/>
                <a:gd name="connsiteX24" fmla="*/ 1183183 w 3344410"/>
                <a:gd name="connsiteY24" fmla="*/ 2580108 h 2580107"/>
                <a:gd name="connsiteX25" fmla="*/ 1261494 w 3344410"/>
                <a:gd name="connsiteY25" fmla="*/ 2580108 h 2580107"/>
                <a:gd name="connsiteX26" fmla="*/ 1294849 w 3344410"/>
                <a:gd name="connsiteY26" fmla="*/ 2546753 h 2580107"/>
                <a:gd name="connsiteX27" fmla="*/ 1339899 w 3344410"/>
                <a:gd name="connsiteY27" fmla="*/ 2341198 h 2580107"/>
                <a:gd name="connsiteX28" fmla="*/ 1594621 w 3344410"/>
                <a:gd name="connsiteY28" fmla="*/ 2359302 h 2580107"/>
                <a:gd name="connsiteX29" fmla="*/ 1905106 w 3344410"/>
                <a:gd name="connsiteY29" fmla="*/ 2332215 h 2580107"/>
                <a:gd name="connsiteX30" fmla="*/ 1952121 w 3344410"/>
                <a:gd name="connsiteY30" fmla="*/ 2546753 h 2580107"/>
                <a:gd name="connsiteX31" fmla="*/ 1985475 w 3344410"/>
                <a:gd name="connsiteY31" fmla="*/ 2580108 h 2580107"/>
                <a:gd name="connsiteX32" fmla="*/ 2063787 w 3344410"/>
                <a:gd name="connsiteY32" fmla="*/ 2580108 h 2580107"/>
                <a:gd name="connsiteX33" fmla="*/ 2097141 w 3344410"/>
                <a:gd name="connsiteY33" fmla="*/ 2546753 h 2580107"/>
                <a:gd name="connsiteX34" fmla="*/ 2158471 w 3344410"/>
                <a:gd name="connsiteY34" fmla="*/ 2266909 h 2580107"/>
                <a:gd name="connsiteX35" fmla="*/ 3011240 w 3344410"/>
                <a:gd name="connsiteY35" fmla="*/ 1328063 h 2580107"/>
                <a:gd name="connsiteX36" fmla="*/ 3031216 w 3344410"/>
                <a:gd name="connsiteY36" fmla="*/ 1337513 h 2580107"/>
                <a:gd name="connsiteX37" fmla="*/ 3107001 w 3344410"/>
                <a:gd name="connsiteY37" fmla="*/ 1365722 h 2580107"/>
                <a:gd name="connsiteX38" fmla="*/ 3189242 w 3344410"/>
                <a:gd name="connsiteY38" fmla="*/ 1378353 h 2580107"/>
                <a:gd name="connsiteX39" fmla="*/ 3232233 w 3344410"/>
                <a:gd name="connsiteY39" fmla="*/ 1373300 h 2580107"/>
                <a:gd name="connsiteX40" fmla="*/ 3272792 w 3344410"/>
                <a:gd name="connsiteY40" fmla="*/ 1356038 h 2580107"/>
                <a:gd name="connsiteX41" fmla="*/ 3304650 w 3344410"/>
                <a:gd name="connsiteY41" fmla="*/ 1326707 h 2580107"/>
                <a:gd name="connsiteX42" fmla="*/ 3325234 w 3344410"/>
                <a:gd name="connsiteY42" fmla="*/ 1290779 h 2580107"/>
                <a:gd name="connsiteX43" fmla="*/ 3342730 w 3344410"/>
                <a:gd name="connsiteY43" fmla="*/ 1214152 h 2580107"/>
                <a:gd name="connsiteX44" fmla="*/ 3343244 w 3344410"/>
                <a:gd name="connsiteY44" fmla="*/ 1137384 h 258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44410" h="2580107">
                  <a:moveTo>
                    <a:pt x="3343244" y="1137384"/>
                  </a:moveTo>
                  <a:cubicBezTo>
                    <a:pt x="3340859" y="1162646"/>
                    <a:pt x="3337163" y="1187767"/>
                    <a:pt x="3331082" y="1212047"/>
                  </a:cubicBezTo>
                  <a:cubicBezTo>
                    <a:pt x="3325000" y="1236232"/>
                    <a:pt x="3316580" y="1259810"/>
                    <a:pt x="3304229" y="1280113"/>
                  </a:cubicBezTo>
                  <a:cubicBezTo>
                    <a:pt x="3291973" y="1300416"/>
                    <a:pt x="3275319" y="1316789"/>
                    <a:pt x="3255718" y="1325210"/>
                  </a:cubicBezTo>
                  <a:cubicBezTo>
                    <a:pt x="3236210" y="1333817"/>
                    <a:pt x="3214223" y="1334987"/>
                    <a:pt x="3192236" y="1331572"/>
                  </a:cubicBezTo>
                  <a:cubicBezTo>
                    <a:pt x="3170202" y="1328157"/>
                    <a:pt x="3148168" y="1320438"/>
                    <a:pt x="3126836" y="1310661"/>
                  </a:cubicBezTo>
                  <a:cubicBezTo>
                    <a:pt x="3105457" y="1300837"/>
                    <a:pt x="3084733" y="1288908"/>
                    <a:pt x="3064617" y="1275762"/>
                  </a:cubicBezTo>
                  <a:cubicBezTo>
                    <a:pt x="3048151" y="1265002"/>
                    <a:pt x="3032151" y="1253448"/>
                    <a:pt x="3016527" y="1241285"/>
                  </a:cubicBezTo>
                  <a:cubicBezTo>
                    <a:pt x="3016574" y="1236934"/>
                    <a:pt x="3016714" y="1232583"/>
                    <a:pt x="3016714" y="1228233"/>
                  </a:cubicBezTo>
                  <a:cubicBezTo>
                    <a:pt x="3016714" y="603521"/>
                    <a:pt x="2379979" y="97117"/>
                    <a:pt x="1594574" y="97117"/>
                  </a:cubicBezTo>
                  <a:cubicBezTo>
                    <a:pt x="1365301" y="97117"/>
                    <a:pt x="1148799" y="140343"/>
                    <a:pt x="956997" y="216970"/>
                  </a:cubicBezTo>
                  <a:cubicBezTo>
                    <a:pt x="918543" y="50243"/>
                    <a:pt x="730156" y="0"/>
                    <a:pt x="730156" y="0"/>
                  </a:cubicBezTo>
                  <a:cubicBezTo>
                    <a:pt x="799720" y="46828"/>
                    <a:pt x="803602" y="145489"/>
                    <a:pt x="788305" y="236618"/>
                  </a:cubicBezTo>
                  <a:cubicBezTo>
                    <a:pt x="730811" y="104509"/>
                    <a:pt x="575779" y="63154"/>
                    <a:pt x="575779" y="63154"/>
                  </a:cubicBezTo>
                  <a:cubicBezTo>
                    <a:pt x="677668" y="131782"/>
                    <a:pt x="638653" y="311608"/>
                    <a:pt x="604877" y="416069"/>
                  </a:cubicBezTo>
                  <a:cubicBezTo>
                    <a:pt x="423929" y="555617"/>
                    <a:pt x="289480" y="733010"/>
                    <a:pt x="221742" y="932250"/>
                  </a:cubicBezTo>
                  <a:lnTo>
                    <a:pt x="79528" y="957605"/>
                  </a:lnTo>
                  <a:cubicBezTo>
                    <a:pt x="35600" y="957605"/>
                    <a:pt x="0" y="993205"/>
                    <a:pt x="0" y="1037133"/>
                  </a:cubicBezTo>
                  <a:lnTo>
                    <a:pt x="0" y="1224303"/>
                  </a:lnTo>
                  <a:lnTo>
                    <a:pt x="0" y="1411473"/>
                  </a:lnTo>
                  <a:cubicBezTo>
                    <a:pt x="0" y="1455401"/>
                    <a:pt x="35600" y="1491001"/>
                    <a:pt x="79528" y="1491001"/>
                  </a:cubicBezTo>
                  <a:lnTo>
                    <a:pt x="218935" y="1515889"/>
                  </a:lnTo>
                  <a:cubicBezTo>
                    <a:pt x="336168" y="1871423"/>
                    <a:pt x="665458" y="2158612"/>
                    <a:pt x="1092896" y="2286838"/>
                  </a:cubicBezTo>
                  <a:lnTo>
                    <a:pt x="1149828" y="2546753"/>
                  </a:lnTo>
                  <a:cubicBezTo>
                    <a:pt x="1149828" y="2565185"/>
                    <a:pt x="1164751" y="2580108"/>
                    <a:pt x="1183183" y="2580108"/>
                  </a:cubicBezTo>
                  <a:lnTo>
                    <a:pt x="1261494" y="2580108"/>
                  </a:lnTo>
                  <a:cubicBezTo>
                    <a:pt x="1279926" y="2580108"/>
                    <a:pt x="1294849" y="2565185"/>
                    <a:pt x="1294849" y="2546753"/>
                  </a:cubicBezTo>
                  <a:lnTo>
                    <a:pt x="1339899" y="2341198"/>
                  </a:lnTo>
                  <a:cubicBezTo>
                    <a:pt x="1422561" y="2353080"/>
                    <a:pt x="1507655" y="2359302"/>
                    <a:pt x="1594621" y="2359302"/>
                  </a:cubicBezTo>
                  <a:cubicBezTo>
                    <a:pt x="1701281" y="2359302"/>
                    <a:pt x="1805135" y="2349899"/>
                    <a:pt x="1905106" y="2332215"/>
                  </a:cubicBezTo>
                  <a:lnTo>
                    <a:pt x="1952121" y="2546753"/>
                  </a:lnTo>
                  <a:cubicBezTo>
                    <a:pt x="1952121" y="2565185"/>
                    <a:pt x="1967044" y="2580108"/>
                    <a:pt x="1985475" y="2580108"/>
                  </a:cubicBezTo>
                  <a:lnTo>
                    <a:pt x="2063787" y="2580108"/>
                  </a:lnTo>
                  <a:cubicBezTo>
                    <a:pt x="2082218" y="2580108"/>
                    <a:pt x="2097141" y="2565185"/>
                    <a:pt x="2097141" y="2546753"/>
                  </a:cubicBezTo>
                  <a:lnTo>
                    <a:pt x="2158471" y="2266909"/>
                  </a:lnTo>
                  <a:cubicBezTo>
                    <a:pt x="2626935" y="2105843"/>
                    <a:pt x="2964834" y="1750214"/>
                    <a:pt x="3011240" y="1328063"/>
                  </a:cubicBezTo>
                  <a:cubicBezTo>
                    <a:pt x="3017836" y="1331291"/>
                    <a:pt x="3024526" y="1334472"/>
                    <a:pt x="3031216" y="1337513"/>
                  </a:cubicBezTo>
                  <a:cubicBezTo>
                    <a:pt x="3055589" y="1348507"/>
                    <a:pt x="3080757" y="1358237"/>
                    <a:pt x="3107001" y="1365722"/>
                  </a:cubicBezTo>
                  <a:cubicBezTo>
                    <a:pt x="3133245" y="1373113"/>
                    <a:pt x="3160706" y="1378353"/>
                    <a:pt x="3189242" y="1378353"/>
                  </a:cubicBezTo>
                  <a:cubicBezTo>
                    <a:pt x="3203463" y="1378306"/>
                    <a:pt x="3218012" y="1376856"/>
                    <a:pt x="3232233" y="1373300"/>
                  </a:cubicBezTo>
                  <a:cubicBezTo>
                    <a:pt x="3246455" y="1369792"/>
                    <a:pt x="3260396" y="1364038"/>
                    <a:pt x="3272792" y="1356038"/>
                  </a:cubicBezTo>
                  <a:cubicBezTo>
                    <a:pt x="3285236" y="1348085"/>
                    <a:pt x="3295996" y="1337934"/>
                    <a:pt x="3304650" y="1326707"/>
                  </a:cubicBezTo>
                  <a:cubicBezTo>
                    <a:pt x="3313352" y="1315479"/>
                    <a:pt x="3320041" y="1303223"/>
                    <a:pt x="3325234" y="1290779"/>
                  </a:cubicBezTo>
                  <a:cubicBezTo>
                    <a:pt x="3335573" y="1265704"/>
                    <a:pt x="3340344" y="1239788"/>
                    <a:pt x="3342730" y="1214152"/>
                  </a:cubicBezTo>
                  <a:cubicBezTo>
                    <a:pt x="3344976" y="1188282"/>
                    <a:pt x="3344788" y="1162739"/>
                    <a:pt x="3343244" y="11373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61538">
                  <a:schemeClr val="accent1">
                    <a:lumMod val="100000"/>
                  </a:schemeClr>
                </a:gs>
                <a:gs pos="61638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 w="4676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ValueShape2">
              <a:extLst>
                <a:ext uri="{FF2B5EF4-FFF2-40B4-BE49-F238E27FC236}">
                  <a16:creationId xmlns:a16="http://schemas.microsoft.com/office/drawing/2014/main" id="{CB2FEE27-3164-4C20-B273-545CDE5BE2AF}"/>
                </a:ext>
              </a:extLst>
            </p:cNvPr>
            <p:cNvSpPr/>
            <p:nvPr/>
          </p:nvSpPr>
          <p:spPr>
            <a:xfrm>
              <a:off x="6202199" y="2944490"/>
              <a:ext cx="2939162" cy="2267471"/>
            </a:xfrm>
            <a:custGeom>
              <a:avLst/>
              <a:gdLst>
                <a:gd name="connsiteX0" fmla="*/ 3343244 w 3344410"/>
                <a:gd name="connsiteY0" fmla="*/ 1137384 h 2580107"/>
                <a:gd name="connsiteX1" fmla="*/ 3331082 w 3344410"/>
                <a:gd name="connsiteY1" fmla="*/ 1212047 h 2580107"/>
                <a:gd name="connsiteX2" fmla="*/ 3304229 w 3344410"/>
                <a:gd name="connsiteY2" fmla="*/ 1280113 h 2580107"/>
                <a:gd name="connsiteX3" fmla="*/ 3255718 w 3344410"/>
                <a:gd name="connsiteY3" fmla="*/ 1325210 h 2580107"/>
                <a:gd name="connsiteX4" fmla="*/ 3192236 w 3344410"/>
                <a:gd name="connsiteY4" fmla="*/ 1331572 h 2580107"/>
                <a:gd name="connsiteX5" fmla="*/ 3126836 w 3344410"/>
                <a:gd name="connsiteY5" fmla="*/ 1310661 h 2580107"/>
                <a:gd name="connsiteX6" fmla="*/ 3064617 w 3344410"/>
                <a:gd name="connsiteY6" fmla="*/ 1275762 h 2580107"/>
                <a:gd name="connsiteX7" fmla="*/ 3016527 w 3344410"/>
                <a:gd name="connsiteY7" fmla="*/ 1241285 h 2580107"/>
                <a:gd name="connsiteX8" fmla="*/ 3016714 w 3344410"/>
                <a:gd name="connsiteY8" fmla="*/ 1228233 h 2580107"/>
                <a:gd name="connsiteX9" fmla="*/ 1594574 w 3344410"/>
                <a:gd name="connsiteY9" fmla="*/ 97117 h 2580107"/>
                <a:gd name="connsiteX10" fmla="*/ 956997 w 3344410"/>
                <a:gd name="connsiteY10" fmla="*/ 216970 h 2580107"/>
                <a:gd name="connsiteX11" fmla="*/ 730156 w 3344410"/>
                <a:gd name="connsiteY11" fmla="*/ 0 h 2580107"/>
                <a:gd name="connsiteX12" fmla="*/ 788305 w 3344410"/>
                <a:gd name="connsiteY12" fmla="*/ 236618 h 2580107"/>
                <a:gd name="connsiteX13" fmla="*/ 575779 w 3344410"/>
                <a:gd name="connsiteY13" fmla="*/ 63154 h 2580107"/>
                <a:gd name="connsiteX14" fmla="*/ 604877 w 3344410"/>
                <a:gd name="connsiteY14" fmla="*/ 416069 h 2580107"/>
                <a:gd name="connsiteX15" fmla="*/ 221742 w 3344410"/>
                <a:gd name="connsiteY15" fmla="*/ 932250 h 2580107"/>
                <a:gd name="connsiteX16" fmla="*/ 79528 w 3344410"/>
                <a:gd name="connsiteY16" fmla="*/ 957605 h 2580107"/>
                <a:gd name="connsiteX17" fmla="*/ 0 w 3344410"/>
                <a:gd name="connsiteY17" fmla="*/ 1037133 h 2580107"/>
                <a:gd name="connsiteX18" fmla="*/ 0 w 3344410"/>
                <a:gd name="connsiteY18" fmla="*/ 1224303 h 2580107"/>
                <a:gd name="connsiteX19" fmla="*/ 0 w 3344410"/>
                <a:gd name="connsiteY19" fmla="*/ 1411473 h 2580107"/>
                <a:gd name="connsiteX20" fmla="*/ 79528 w 3344410"/>
                <a:gd name="connsiteY20" fmla="*/ 1491001 h 2580107"/>
                <a:gd name="connsiteX21" fmla="*/ 218935 w 3344410"/>
                <a:gd name="connsiteY21" fmla="*/ 1515889 h 2580107"/>
                <a:gd name="connsiteX22" fmla="*/ 1092896 w 3344410"/>
                <a:gd name="connsiteY22" fmla="*/ 2286838 h 2580107"/>
                <a:gd name="connsiteX23" fmla="*/ 1149828 w 3344410"/>
                <a:gd name="connsiteY23" fmla="*/ 2546753 h 2580107"/>
                <a:gd name="connsiteX24" fmla="*/ 1183183 w 3344410"/>
                <a:gd name="connsiteY24" fmla="*/ 2580108 h 2580107"/>
                <a:gd name="connsiteX25" fmla="*/ 1261494 w 3344410"/>
                <a:gd name="connsiteY25" fmla="*/ 2580108 h 2580107"/>
                <a:gd name="connsiteX26" fmla="*/ 1294849 w 3344410"/>
                <a:gd name="connsiteY26" fmla="*/ 2546753 h 2580107"/>
                <a:gd name="connsiteX27" fmla="*/ 1339899 w 3344410"/>
                <a:gd name="connsiteY27" fmla="*/ 2341198 h 2580107"/>
                <a:gd name="connsiteX28" fmla="*/ 1594621 w 3344410"/>
                <a:gd name="connsiteY28" fmla="*/ 2359302 h 2580107"/>
                <a:gd name="connsiteX29" fmla="*/ 1905106 w 3344410"/>
                <a:gd name="connsiteY29" fmla="*/ 2332215 h 2580107"/>
                <a:gd name="connsiteX30" fmla="*/ 1952121 w 3344410"/>
                <a:gd name="connsiteY30" fmla="*/ 2546753 h 2580107"/>
                <a:gd name="connsiteX31" fmla="*/ 1985475 w 3344410"/>
                <a:gd name="connsiteY31" fmla="*/ 2580108 h 2580107"/>
                <a:gd name="connsiteX32" fmla="*/ 2063787 w 3344410"/>
                <a:gd name="connsiteY32" fmla="*/ 2580108 h 2580107"/>
                <a:gd name="connsiteX33" fmla="*/ 2097141 w 3344410"/>
                <a:gd name="connsiteY33" fmla="*/ 2546753 h 2580107"/>
                <a:gd name="connsiteX34" fmla="*/ 2158471 w 3344410"/>
                <a:gd name="connsiteY34" fmla="*/ 2266909 h 2580107"/>
                <a:gd name="connsiteX35" fmla="*/ 3011240 w 3344410"/>
                <a:gd name="connsiteY35" fmla="*/ 1328063 h 2580107"/>
                <a:gd name="connsiteX36" fmla="*/ 3031216 w 3344410"/>
                <a:gd name="connsiteY36" fmla="*/ 1337513 h 2580107"/>
                <a:gd name="connsiteX37" fmla="*/ 3107001 w 3344410"/>
                <a:gd name="connsiteY37" fmla="*/ 1365722 h 2580107"/>
                <a:gd name="connsiteX38" fmla="*/ 3189242 w 3344410"/>
                <a:gd name="connsiteY38" fmla="*/ 1378353 h 2580107"/>
                <a:gd name="connsiteX39" fmla="*/ 3232233 w 3344410"/>
                <a:gd name="connsiteY39" fmla="*/ 1373300 h 2580107"/>
                <a:gd name="connsiteX40" fmla="*/ 3272792 w 3344410"/>
                <a:gd name="connsiteY40" fmla="*/ 1356038 h 2580107"/>
                <a:gd name="connsiteX41" fmla="*/ 3304650 w 3344410"/>
                <a:gd name="connsiteY41" fmla="*/ 1326707 h 2580107"/>
                <a:gd name="connsiteX42" fmla="*/ 3325234 w 3344410"/>
                <a:gd name="connsiteY42" fmla="*/ 1290779 h 2580107"/>
                <a:gd name="connsiteX43" fmla="*/ 3342730 w 3344410"/>
                <a:gd name="connsiteY43" fmla="*/ 1214152 h 2580107"/>
                <a:gd name="connsiteX44" fmla="*/ 3343244 w 3344410"/>
                <a:gd name="connsiteY44" fmla="*/ 1137384 h 258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44410" h="2580107">
                  <a:moveTo>
                    <a:pt x="3343244" y="1137384"/>
                  </a:moveTo>
                  <a:cubicBezTo>
                    <a:pt x="3340859" y="1162646"/>
                    <a:pt x="3337163" y="1187767"/>
                    <a:pt x="3331082" y="1212047"/>
                  </a:cubicBezTo>
                  <a:cubicBezTo>
                    <a:pt x="3325000" y="1236232"/>
                    <a:pt x="3316580" y="1259810"/>
                    <a:pt x="3304229" y="1280113"/>
                  </a:cubicBezTo>
                  <a:cubicBezTo>
                    <a:pt x="3291973" y="1300416"/>
                    <a:pt x="3275319" y="1316789"/>
                    <a:pt x="3255718" y="1325210"/>
                  </a:cubicBezTo>
                  <a:cubicBezTo>
                    <a:pt x="3236210" y="1333817"/>
                    <a:pt x="3214223" y="1334987"/>
                    <a:pt x="3192236" y="1331572"/>
                  </a:cubicBezTo>
                  <a:cubicBezTo>
                    <a:pt x="3170202" y="1328157"/>
                    <a:pt x="3148168" y="1320438"/>
                    <a:pt x="3126836" y="1310661"/>
                  </a:cubicBezTo>
                  <a:cubicBezTo>
                    <a:pt x="3105457" y="1300837"/>
                    <a:pt x="3084733" y="1288908"/>
                    <a:pt x="3064617" y="1275762"/>
                  </a:cubicBezTo>
                  <a:cubicBezTo>
                    <a:pt x="3048151" y="1265002"/>
                    <a:pt x="3032151" y="1253448"/>
                    <a:pt x="3016527" y="1241285"/>
                  </a:cubicBezTo>
                  <a:cubicBezTo>
                    <a:pt x="3016574" y="1236934"/>
                    <a:pt x="3016714" y="1232583"/>
                    <a:pt x="3016714" y="1228233"/>
                  </a:cubicBezTo>
                  <a:cubicBezTo>
                    <a:pt x="3016714" y="603521"/>
                    <a:pt x="2379979" y="97117"/>
                    <a:pt x="1594574" y="97117"/>
                  </a:cubicBezTo>
                  <a:cubicBezTo>
                    <a:pt x="1365301" y="97117"/>
                    <a:pt x="1148799" y="140343"/>
                    <a:pt x="956997" y="216970"/>
                  </a:cubicBezTo>
                  <a:cubicBezTo>
                    <a:pt x="918543" y="50243"/>
                    <a:pt x="730156" y="0"/>
                    <a:pt x="730156" y="0"/>
                  </a:cubicBezTo>
                  <a:cubicBezTo>
                    <a:pt x="799720" y="46828"/>
                    <a:pt x="803602" y="145489"/>
                    <a:pt x="788305" y="236618"/>
                  </a:cubicBezTo>
                  <a:cubicBezTo>
                    <a:pt x="730811" y="104509"/>
                    <a:pt x="575779" y="63154"/>
                    <a:pt x="575779" y="63154"/>
                  </a:cubicBezTo>
                  <a:cubicBezTo>
                    <a:pt x="677668" y="131782"/>
                    <a:pt x="638653" y="311608"/>
                    <a:pt x="604877" y="416069"/>
                  </a:cubicBezTo>
                  <a:cubicBezTo>
                    <a:pt x="423929" y="555617"/>
                    <a:pt x="289480" y="733010"/>
                    <a:pt x="221742" y="932250"/>
                  </a:cubicBezTo>
                  <a:lnTo>
                    <a:pt x="79528" y="957605"/>
                  </a:lnTo>
                  <a:cubicBezTo>
                    <a:pt x="35600" y="957605"/>
                    <a:pt x="0" y="993205"/>
                    <a:pt x="0" y="1037133"/>
                  </a:cubicBezTo>
                  <a:lnTo>
                    <a:pt x="0" y="1224303"/>
                  </a:lnTo>
                  <a:lnTo>
                    <a:pt x="0" y="1411473"/>
                  </a:lnTo>
                  <a:cubicBezTo>
                    <a:pt x="0" y="1455401"/>
                    <a:pt x="35600" y="1491001"/>
                    <a:pt x="79528" y="1491001"/>
                  </a:cubicBezTo>
                  <a:lnTo>
                    <a:pt x="218935" y="1515889"/>
                  </a:lnTo>
                  <a:cubicBezTo>
                    <a:pt x="336168" y="1871423"/>
                    <a:pt x="665458" y="2158612"/>
                    <a:pt x="1092896" y="2286838"/>
                  </a:cubicBezTo>
                  <a:lnTo>
                    <a:pt x="1149828" y="2546753"/>
                  </a:lnTo>
                  <a:cubicBezTo>
                    <a:pt x="1149828" y="2565185"/>
                    <a:pt x="1164751" y="2580108"/>
                    <a:pt x="1183183" y="2580108"/>
                  </a:cubicBezTo>
                  <a:lnTo>
                    <a:pt x="1261494" y="2580108"/>
                  </a:lnTo>
                  <a:cubicBezTo>
                    <a:pt x="1279926" y="2580108"/>
                    <a:pt x="1294849" y="2565185"/>
                    <a:pt x="1294849" y="2546753"/>
                  </a:cubicBezTo>
                  <a:lnTo>
                    <a:pt x="1339899" y="2341198"/>
                  </a:lnTo>
                  <a:cubicBezTo>
                    <a:pt x="1422561" y="2353080"/>
                    <a:pt x="1507655" y="2359302"/>
                    <a:pt x="1594621" y="2359302"/>
                  </a:cubicBezTo>
                  <a:cubicBezTo>
                    <a:pt x="1701281" y="2359302"/>
                    <a:pt x="1805135" y="2349899"/>
                    <a:pt x="1905106" y="2332215"/>
                  </a:cubicBezTo>
                  <a:lnTo>
                    <a:pt x="1952121" y="2546753"/>
                  </a:lnTo>
                  <a:cubicBezTo>
                    <a:pt x="1952121" y="2565185"/>
                    <a:pt x="1967044" y="2580108"/>
                    <a:pt x="1985475" y="2580108"/>
                  </a:cubicBezTo>
                  <a:lnTo>
                    <a:pt x="2063787" y="2580108"/>
                  </a:lnTo>
                  <a:cubicBezTo>
                    <a:pt x="2082218" y="2580108"/>
                    <a:pt x="2097141" y="2565185"/>
                    <a:pt x="2097141" y="2546753"/>
                  </a:cubicBezTo>
                  <a:lnTo>
                    <a:pt x="2158471" y="2266909"/>
                  </a:lnTo>
                  <a:cubicBezTo>
                    <a:pt x="2626935" y="2105843"/>
                    <a:pt x="2964834" y="1750214"/>
                    <a:pt x="3011240" y="1328063"/>
                  </a:cubicBezTo>
                  <a:cubicBezTo>
                    <a:pt x="3017836" y="1331291"/>
                    <a:pt x="3024526" y="1334472"/>
                    <a:pt x="3031216" y="1337513"/>
                  </a:cubicBezTo>
                  <a:cubicBezTo>
                    <a:pt x="3055589" y="1348507"/>
                    <a:pt x="3080757" y="1358237"/>
                    <a:pt x="3107001" y="1365722"/>
                  </a:cubicBezTo>
                  <a:cubicBezTo>
                    <a:pt x="3133245" y="1373113"/>
                    <a:pt x="3160706" y="1378353"/>
                    <a:pt x="3189242" y="1378353"/>
                  </a:cubicBezTo>
                  <a:cubicBezTo>
                    <a:pt x="3203463" y="1378306"/>
                    <a:pt x="3218012" y="1376856"/>
                    <a:pt x="3232233" y="1373300"/>
                  </a:cubicBezTo>
                  <a:cubicBezTo>
                    <a:pt x="3246455" y="1369792"/>
                    <a:pt x="3260396" y="1364038"/>
                    <a:pt x="3272792" y="1356038"/>
                  </a:cubicBezTo>
                  <a:cubicBezTo>
                    <a:pt x="3285236" y="1348085"/>
                    <a:pt x="3295996" y="1337934"/>
                    <a:pt x="3304650" y="1326707"/>
                  </a:cubicBezTo>
                  <a:cubicBezTo>
                    <a:pt x="3313352" y="1315479"/>
                    <a:pt x="3320041" y="1303223"/>
                    <a:pt x="3325234" y="1290779"/>
                  </a:cubicBezTo>
                  <a:cubicBezTo>
                    <a:pt x="3335573" y="1265704"/>
                    <a:pt x="3340344" y="1239788"/>
                    <a:pt x="3342730" y="1214152"/>
                  </a:cubicBezTo>
                  <a:cubicBezTo>
                    <a:pt x="3344976" y="1188282"/>
                    <a:pt x="3344788" y="1162739"/>
                    <a:pt x="3343244" y="11373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10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  <a:gs pos="57692">
                  <a:schemeClr val="accent3">
                    <a:lumMod val="100000"/>
                  </a:schemeClr>
                </a:gs>
                <a:gs pos="57792">
                  <a:schemeClr val="accent3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 w="4676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conShape1">
              <a:extLst>
                <a:ext uri="{FF2B5EF4-FFF2-40B4-BE49-F238E27FC236}">
                  <a16:creationId xmlns:a16="http://schemas.microsoft.com/office/drawing/2014/main" id="{E59A28E2-2AB3-4E23-A7B4-1E316AB4ED13}"/>
                </a:ext>
              </a:extLst>
            </p:cNvPr>
            <p:cNvSpPr/>
            <p:nvPr/>
          </p:nvSpPr>
          <p:spPr bwMode="auto">
            <a:xfrm>
              <a:off x="3876297" y="1646040"/>
              <a:ext cx="942271" cy="942271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l"/>
              <a:r>
                <a:rPr lang="zh-CN" altLang="en-US" sz="4400" b="1" dirty="0">
                  <a:solidFill>
                    <a:schemeClr val="bg1"/>
                  </a:solidFill>
                </a:rPr>
                <a:t>￥</a:t>
              </a:r>
            </a:p>
          </p:txBody>
        </p:sp>
        <p:sp>
          <p:nvSpPr>
            <p:cNvPr id="6" name="IconShape2">
              <a:extLst>
                <a:ext uri="{FF2B5EF4-FFF2-40B4-BE49-F238E27FC236}">
                  <a16:creationId xmlns:a16="http://schemas.microsoft.com/office/drawing/2014/main" id="{9B2F89C8-EC07-4122-A7A2-239EC9AFA9CA}"/>
                </a:ext>
              </a:extLst>
            </p:cNvPr>
            <p:cNvSpPr/>
            <p:nvPr/>
          </p:nvSpPr>
          <p:spPr bwMode="auto">
            <a:xfrm>
              <a:off x="7337951" y="2268997"/>
              <a:ext cx="667657" cy="667657"/>
            </a:xfrm>
            <a:prstGeom prst="ellipse">
              <a:avLst/>
            </a:prstGeom>
            <a:solidFill>
              <a:schemeClr val="accent3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</a:bodyPr>
            <a:lstStyle/>
            <a:p>
              <a:pPr algn="l"/>
              <a:r>
                <a:rPr lang="en-US" altLang="zh-CN" sz="3200" b="1" dirty="0">
                  <a:solidFill>
                    <a:schemeClr val="bg1"/>
                  </a:solidFill>
                </a:rPr>
                <a:t>$</a:t>
              </a:r>
            </a:p>
          </p:txBody>
        </p:sp>
        <p:sp>
          <p:nvSpPr>
            <p:cNvPr id="7" name="ValueText1">
              <a:extLst>
                <a:ext uri="{FF2B5EF4-FFF2-40B4-BE49-F238E27FC236}">
                  <a16:creationId xmlns:a16="http://schemas.microsoft.com/office/drawing/2014/main" id="{F0170777-A28C-4D8F-9A0E-88E3F8CA6783}"/>
                </a:ext>
              </a:extLst>
            </p:cNvPr>
            <p:cNvSpPr txBox="1"/>
            <p:nvPr/>
          </p:nvSpPr>
          <p:spPr>
            <a:xfrm>
              <a:off x="1301196" y="3552541"/>
              <a:ext cx="880405" cy="623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16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62%</a:t>
              </a:r>
            </a:p>
          </p:txBody>
        </p:sp>
        <p:sp>
          <p:nvSpPr>
            <p:cNvPr id="8" name="ValueText2">
              <a:extLst>
                <a:ext uri="{FF2B5EF4-FFF2-40B4-BE49-F238E27FC236}">
                  <a16:creationId xmlns:a16="http://schemas.microsoft.com/office/drawing/2014/main" id="{D007DE91-028D-49B6-8FD7-EBF48024C7B0}"/>
                </a:ext>
              </a:extLst>
            </p:cNvPr>
            <p:cNvSpPr txBox="1"/>
            <p:nvPr/>
          </p:nvSpPr>
          <p:spPr>
            <a:xfrm>
              <a:off x="9323923" y="3552541"/>
              <a:ext cx="880405" cy="623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1600">
                  <a:solidFill>
                    <a:schemeClr val="accent3">
                      <a:lumMod val="100000"/>
                    </a:schemeClr>
                  </a:solidFill>
                  <a:latin typeface="Impact" panose="020B0806030902050204" pitchFamily="34" charset="0"/>
                </a:rPr>
                <a:t>58%</a:t>
              </a:r>
            </a:p>
          </p:txBody>
        </p:sp>
        <p:sp>
          <p:nvSpPr>
            <p:cNvPr id="9" name="CustomText">
              <a:extLst>
                <a:ext uri="{FF2B5EF4-FFF2-40B4-BE49-F238E27FC236}">
                  <a16:creationId xmlns:a16="http://schemas.microsoft.com/office/drawing/2014/main" id="{AA22ED40-027D-45C8-83E4-4DAA46A83C41}"/>
                </a:ext>
              </a:extLst>
            </p:cNvPr>
            <p:cNvSpPr/>
            <p:nvPr/>
          </p:nvSpPr>
          <p:spPr>
            <a:xfrm>
              <a:off x="1301196" y="4300043"/>
              <a:ext cx="1566881" cy="41840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kern="1200" cap="none" normalizeH="0" baseline="0" noProof="0" dirty="0">
                  <a:effectLst/>
                  <a:uLnTx/>
                  <a:uFillTx/>
                </a:rPr>
                <a:t>TEXT HERE</a:t>
              </a:r>
            </a:p>
          </p:txBody>
        </p:sp>
        <p:sp>
          <p:nvSpPr>
            <p:cNvPr id="10" name="CustomText1">
              <a:extLst>
                <a:ext uri="{FF2B5EF4-FFF2-40B4-BE49-F238E27FC236}">
                  <a16:creationId xmlns:a16="http://schemas.microsoft.com/office/drawing/2014/main" id="{CD0384E4-30A4-44C9-98FE-1669C526B38F}"/>
                </a:ext>
              </a:extLst>
            </p:cNvPr>
            <p:cNvSpPr/>
            <p:nvPr/>
          </p:nvSpPr>
          <p:spPr>
            <a:xfrm>
              <a:off x="1301196" y="4718444"/>
              <a:ext cx="1553119" cy="49351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 fontScale="92500" lnSpcReduction="20000"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Supporting text here</a:t>
              </a:r>
            </a:p>
            <a:p>
              <a:pPr>
                <a:defRPr/>
              </a:pPr>
              <a:r>
                <a:rPr lang="en-US" altLang="zh-CN" sz="1100" dirty="0"/>
                <a:t>Supporting text here</a:t>
              </a:r>
            </a:p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….</a:t>
              </a:r>
            </a:p>
          </p:txBody>
        </p:sp>
        <p:sp>
          <p:nvSpPr>
            <p:cNvPr id="11" name="CustomText">
              <a:extLst>
                <a:ext uri="{FF2B5EF4-FFF2-40B4-BE49-F238E27FC236}">
                  <a16:creationId xmlns:a16="http://schemas.microsoft.com/office/drawing/2014/main" id="{3F69E930-83BD-46FC-A4E4-5F4A84A787DE}"/>
                </a:ext>
              </a:extLst>
            </p:cNvPr>
            <p:cNvSpPr/>
            <p:nvPr/>
          </p:nvSpPr>
          <p:spPr>
            <a:xfrm>
              <a:off x="9323923" y="4300043"/>
              <a:ext cx="1566881" cy="41840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kern="1200" cap="none" normalizeH="0" baseline="0" noProof="0" dirty="0">
                  <a:effectLst/>
                  <a:uLnTx/>
                  <a:uFillTx/>
                </a:rPr>
                <a:t>TEXT HERE</a:t>
              </a:r>
            </a:p>
          </p:txBody>
        </p:sp>
        <p:sp>
          <p:nvSpPr>
            <p:cNvPr id="12" name="CustomText1">
              <a:extLst>
                <a:ext uri="{FF2B5EF4-FFF2-40B4-BE49-F238E27FC236}">
                  <a16:creationId xmlns:a16="http://schemas.microsoft.com/office/drawing/2014/main" id="{BB80C14E-3297-4FBF-9608-C4A5C65D0B75}"/>
                </a:ext>
              </a:extLst>
            </p:cNvPr>
            <p:cNvSpPr/>
            <p:nvPr/>
          </p:nvSpPr>
          <p:spPr>
            <a:xfrm>
              <a:off x="9323923" y="4718444"/>
              <a:ext cx="1553119" cy="49351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 fontScale="92500" lnSpcReduction="20000"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Supporting text here</a:t>
              </a:r>
            </a:p>
            <a:p>
              <a:pPr>
                <a:defRPr/>
              </a:pPr>
              <a:r>
                <a:rPr lang="en-US" altLang="zh-CN" sz="1100" dirty="0"/>
                <a:t>Supporting text here</a:t>
              </a:r>
            </a:p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….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33310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c50bc9c-912a-4bbb-85eb-4d70cde64392" descr="NBAAAB+LCAAAAAAABADtVstu2zAQ/Bc2vRkFKUX14xbXddBDmiAxeil8UKS1zEIPg6KBGEH+vUtaapa2bEgtkjpArIu53JGGw+FIj+xMxmzEBOuxM71ZAf6/y0KlJzJMVJhdFTGkOHejihUoLaFko5+PFcgjoB9huoaqa4P1K5nLbJ3ZMhvxTxxL4QMpCW6LE4hkFqYTmUiN98bKt/IGVAS5rhq1WkOPuahLVaxXlvZTr2bjEzZfirRQhE2FrlvPSev1YiEjmC0hA4vCqZnM9UUe3y3DuOY+VjJZ6hzKsipc3/+CSBPYKECgvaVtX5dLvPmHKf7GU86RZyPpoD3pz3ukb8HIVLO+Te5Rn6A/5L7Hay7C5cLNdYhLn3pAK5kn+2QY/8ia0QOCHhdFCmG+D9/uZRN8+PpeChwreYSM4O23RYiXMNOg2Uy+/9WfTOgGOrS9DrT9l7CTw+a8s58ceNDdUIifI0OZx/gwmlSCHp5LFcYSV1r12XRD36iNK5mRSsHCJgsu8Q6iIo+PdAWmq6Hu2XqIYQoaVGlndpiQ2VppNpWpCd6LPElx6PWtUdBFK/iOvWZxWw1sSbD5035IPz/fWYrD+L3t7bTNyemgYT2DB2LmnaP2bMR+d4Nac5WOPRssaJ7f2oEnMaBKDnZDk+ZCcxY0i7UNhoajbPQxRzky+YpZW4Kugr1+D/wpmkNO3xjOxF9I7x/00/8aUOmH/5LKgreKZeEdsP3wFXLZO7I1QyqMXYzL+b3xrTcSq3u8e17jB1Rn57YP7NbWPIkBlVJ0CuxtTJxWYh/TfsdGJzaa4/UbUxSayTQQAAA=">
            <a:extLst>
              <a:ext uri="{FF2B5EF4-FFF2-40B4-BE49-F238E27FC236}">
                <a16:creationId xmlns:a16="http://schemas.microsoft.com/office/drawing/2014/main" id="{47AF3F1F-97A0-4D84-917F-85820BED9BB0}"/>
              </a:ext>
            </a:extLst>
          </p:cNvPr>
          <p:cNvGrpSpPr>
            <a:grpSpLocks noChangeAspect="1"/>
          </p:cNvGrpSpPr>
          <p:nvPr/>
        </p:nvGrpSpPr>
        <p:grpSpPr>
          <a:xfrm>
            <a:off x="2126984" y="2199543"/>
            <a:ext cx="4890032" cy="2458914"/>
            <a:chOff x="2031158" y="1385027"/>
            <a:chExt cx="8129684" cy="4087947"/>
          </a:xfrm>
        </p:grpSpPr>
        <p:sp>
          <p:nvSpPr>
            <p:cNvPr id="3" name="ExtraShape1">
              <a:extLst>
                <a:ext uri="{FF2B5EF4-FFF2-40B4-BE49-F238E27FC236}">
                  <a16:creationId xmlns:a16="http://schemas.microsoft.com/office/drawing/2014/main" id="{1C8BCE55-D9D3-4A58-B449-B1C33D4F5AC0}"/>
                </a:ext>
              </a:extLst>
            </p:cNvPr>
            <p:cNvSpPr/>
            <p:nvPr/>
          </p:nvSpPr>
          <p:spPr bwMode="auto">
            <a:xfrm>
              <a:off x="2031158" y="1385027"/>
              <a:ext cx="5328534" cy="4065924"/>
            </a:xfrm>
            <a:custGeom>
              <a:avLst/>
              <a:gdLst>
                <a:gd name="T0" fmla="*/ 246 w 1313"/>
                <a:gd name="T1" fmla="*/ 397 h 1002"/>
                <a:gd name="T2" fmla="*/ 17 w 1313"/>
                <a:gd name="T3" fmla="*/ 773 h 1002"/>
                <a:gd name="T4" fmla="*/ 133 w 1313"/>
                <a:gd name="T5" fmla="*/ 1002 h 1002"/>
                <a:gd name="T6" fmla="*/ 139 w 1313"/>
                <a:gd name="T7" fmla="*/ 1002 h 1002"/>
                <a:gd name="T8" fmla="*/ 147 w 1313"/>
                <a:gd name="T9" fmla="*/ 921 h 1002"/>
                <a:gd name="T10" fmla="*/ 112 w 1313"/>
                <a:gd name="T11" fmla="*/ 807 h 1002"/>
                <a:gd name="T12" fmla="*/ 246 w 1313"/>
                <a:gd name="T13" fmla="*/ 518 h 1002"/>
                <a:gd name="T14" fmla="*/ 243 w 1313"/>
                <a:gd name="T15" fmla="*/ 502 h 1002"/>
                <a:gd name="T16" fmla="*/ 240 w 1313"/>
                <a:gd name="T17" fmla="*/ 502 h 1002"/>
                <a:gd name="T18" fmla="*/ 227 w 1313"/>
                <a:gd name="T19" fmla="*/ 500 h 1002"/>
                <a:gd name="T20" fmla="*/ 202 w 1313"/>
                <a:gd name="T21" fmla="*/ 456 h 1002"/>
                <a:gd name="T22" fmla="*/ 227 w 1313"/>
                <a:gd name="T23" fmla="*/ 428 h 1002"/>
                <a:gd name="T24" fmla="*/ 232 w 1313"/>
                <a:gd name="T25" fmla="*/ 426 h 1002"/>
                <a:gd name="T26" fmla="*/ 237 w 1313"/>
                <a:gd name="T27" fmla="*/ 425 h 1002"/>
                <a:gd name="T28" fmla="*/ 245 w 1313"/>
                <a:gd name="T29" fmla="*/ 417 h 1002"/>
                <a:gd name="T30" fmla="*/ 245 w 1313"/>
                <a:gd name="T31" fmla="*/ 408 h 1002"/>
                <a:gd name="T32" fmla="*/ 246 w 1313"/>
                <a:gd name="T33" fmla="*/ 397 h 1002"/>
                <a:gd name="T34" fmla="*/ 759 w 1313"/>
                <a:gd name="T35" fmla="*/ 0 h 1002"/>
                <a:gd name="T36" fmla="*/ 716 w 1313"/>
                <a:gd name="T37" fmla="*/ 3 h 1002"/>
                <a:gd name="T38" fmla="*/ 447 w 1313"/>
                <a:gd name="T39" fmla="*/ 283 h 1002"/>
                <a:gd name="T40" fmla="*/ 447 w 1313"/>
                <a:gd name="T41" fmla="*/ 287 h 1002"/>
                <a:gd name="T42" fmla="*/ 421 w 1313"/>
                <a:gd name="T43" fmla="*/ 352 h 1002"/>
                <a:gd name="T44" fmla="*/ 479 w 1313"/>
                <a:gd name="T45" fmla="*/ 397 h 1002"/>
                <a:gd name="T46" fmla="*/ 479 w 1313"/>
                <a:gd name="T47" fmla="*/ 392 h 1002"/>
                <a:gd name="T48" fmla="*/ 479 w 1313"/>
                <a:gd name="T49" fmla="*/ 389 h 1002"/>
                <a:gd name="T50" fmla="*/ 708 w 1313"/>
                <a:gd name="T51" fmla="*/ 150 h 1002"/>
                <a:gd name="T52" fmla="*/ 744 w 1313"/>
                <a:gd name="T53" fmla="*/ 148 h 1002"/>
                <a:gd name="T54" fmla="*/ 966 w 1313"/>
                <a:gd name="T55" fmla="*/ 262 h 1002"/>
                <a:gd name="T56" fmla="*/ 969 w 1313"/>
                <a:gd name="T57" fmla="*/ 262 h 1002"/>
                <a:gd name="T58" fmla="*/ 1028 w 1313"/>
                <a:gd name="T59" fmla="*/ 316 h 1002"/>
                <a:gd name="T60" fmla="*/ 1032 w 1313"/>
                <a:gd name="T61" fmla="*/ 344 h 1002"/>
                <a:gd name="T62" fmla="*/ 1029 w 1313"/>
                <a:gd name="T63" fmla="*/ 424 h 1002"/>
                <a:gd name="T64" fmla="*/ 1048 w 1313"/>
                <a:gd name="T65" fmla="*/ 443 h 1002"/>
                <a:gd name="T66" fmla="*/ 1211 w 1313"/>
                <a:gd name="T67" fmla="*/ 761 h 1002"/>
                <a:gd name="T68" fmla="*/ 1208 w 1313"/>
                <a:gd name="T69" fmla="*/ 792 h 1002"/>
                <a:gd name="T70" fmla="*/ 1223 w 1313"/>
                <a:gd name="T71" fmla="*/ 939 h 1002"/>
                <a:gd name="T72" fmla="*/ 1306 w 1313"/>
                <a:gd name="T73" fmla="*/ 719 h 1002"/>
                <a:gd name="T74" fmla="*/ 1115 w 1313"/>
                <a:gd name="T75" fmla="*/ 346 h 1002"/>
                <a:gd name="T76" fmla="*/ 1075 w 1313"/>
                <a:gd name="T77" fmla="*/ 282 h 1002"/>
                <a:gd name="T78" fmla="*/ 1075 w 1313"/>
                <a:gd name="T79" fmla="*/ 277 h 1002"/>
                <a:gd name="T80" fmla="*/ 759 w 1313"/>
                <a:gd name="T81" fmla="*/ 0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13" h="1002">
                  <a:moveTo>
                    <a:pt x="246" y="397"/>
                  </a:moveTo>
                  <a:cubicBezTo>
                    <a:pt x="97" y="455"/>
                    <a:pt x="0" y="607"/>
                    <a:pt x="17" y="773"/>
                  </a:cubicBezTo>
                  <a:cubicBezTo>
                    <a:pt x="27" y="865"/>
                    <a:pt x="70" y="944"/>
                    <a:pt x="133" y="1002"/>
                  </a:cubicBezTo>
                  <a:cubicBezTo>
                    <a:pt x="139" y="1002"/>
                    <a:pt x="139" y="1002"/>
                    <a:pt x="139" y="1002"/>
                  </a:cubicBezTo>
                  <a:cubicBezTo>
                    <a:pt x="147" y="921"/>
                    <a:pt x="147" y="921"/>
                    <a:pt x="147" y="921"/>
                  </a:cubicBezTo>
                  <a:cubicBezTo>
                    <a:pt x="129" y="887"/>
                    <a:pt x="116" y="848"/>
                    <a:pt x="112" y="807"/>
                  </a:cubicBezTo>
                  <a:cubicBezTo>
                    <a:pt x="100" y="689"/>
                    <a:pt x="155" y="580"/>
                    <a:pt x="246" y="518"/>
                  </a:cubicBezTo>
                  <a:cubicBezTo>
                    <a:pt x="245" y="513"/>
                    <a:pt x="244" y="508"/>
                    <a:pt x="243" y="502"/>
                  </a:cubicBezTo>
                  <a:cubicBezTo>
                    <a:pt x="242" y="502"/>
                    <a:pt x="241" y="502"/>
                    <a:pt x="240" y="502"/>
                  </a:cubicBezTo>
                  <a:cubicBezTo>
                    <a:pt x="235" y="502"/>
                    <a:pt x="231" y="502"/>
                    <a:pt x="227" y="500"/>
                  </a:cubicBezTo>
                  <a:cubicBezTo>
                    <a:pt x="209" y="494"/>
                    <a:pt x="198" y="474"/>
                    <a:pt x="202" y="456"/>
                  </a:cubicBezTo>
                  <a:cubicBezTo>
                    <a:pt x="205" y="443"/>
                    <a:pt x="215" y="432"/>
                    <a:pt x="227" y="428"/>
                  </a:cubicBezTo>
                  <a:cubicBezTo>
                    <a:pt x="229" y="427"/>
                    <a:pt x="231" y="427"/>
                    <a:pt x="232" y="426"/>
                  </a:cubicBezTo>
                  <a:cubicBezTo>
                    <a:pt x="234" y="426"/>
                    <a:pt x="235" y="425"/>
                    <a:pt x="237" y="425"/>
                  </a:cubicBezTo>
                  <a:cubicBezTo>
                    <a:pt x="240" y="423"/>
                    <a:pt x="243" y="421"/>
                    <a:pt x="245" y="417"/>
                  </a:cubicBezTo>
                  <a:cubicBezTo>
                    <a:pt x="246" y="414"/>
                    <a:pt x="245" y="411"/>
                    <a:pt x="245" y="408"/>
                  </a:cubicBezTo>
                  <a:cubicBezTo>
                    <a:pt x="245" y="404"/>
                    <a:pt x="245" y="401"/>
                    <a:pt x="246" y="397"/>
                  </a:cubicBezTo>
                  <a:moveTo>
                    <a:pt x="759" y="0"/>
                  </a:moveTo>
                  <a:cubicBezTo>
                    <a:pt x="745" y="0"/>
                    <a:pt x="730" y="1"/>
                    <a:pt x="716" y="3"/>
                  </a:cubicBezTo>
                  <a:cubicBezTo>
                    <a:pt x="549" y="26"/>
                    <a:pt x="429" y="114"/>
                    <a:pt x="447" y="283"/>
                  </a:cubicBezTo>
                  <a:cubicBezTo>
                    <a:pt x="447" y="284"/>
                    <a:pt x="447" y="285"/>
                    <a:pt x="447" y="287"/>
                  </a:cubicBezTo>
                  <a:cubicBezTo>
                    <a:pt x="449" y="313"/>
                    <a:pt x="438" y="336"/>
                    <a:pt x="421" y="352"/>
                  </a:cubicBezTo>
                  <a:cubicBezTo>
                    <a:pt x="445" y="359"/>
                    <a:pt x="466" y="375"/>
                    <a:pt x="479" y="397"/>
                  </a:cubicBezTo>
                  <a:cubicBezTo>
                    <a:pt x="479" y="396"/>
                    <a:pt x="479" y="394"/>
                    <a:pt x="479" y="392"/>
                  </a:cubicBezTo>
                  <a:cubicBezTo>
                    <a:pt x="479" y="391"/>
                    <a:pt x="479" y="390"/>
                    <a:pt x="479" y="389"/>
                  </a:cubicBezTo>
                  <a:cubicBezTo>
                    <a:pt x="463" y="245"/>
                    <a:pt x="566" y="170"/>
                    <a:pt x="708" y="150"/>
                  </a:cubicBezTo>
                  <a:cubicBezTo>
                    <a:pt x="720" y="149"/>
                    <a:pt x="732" y="148"/>
                    <a:pt x="744" y="148"/>
                  </a:cubicBezTo>
                  <a:cubicBezTo>
                    <a:pt x="834" y="148"/>
                    <a:pt x="916" y="192"/>
                    <a:pt x="966" y="262"/>
                  </a:cubicBezTo>
                  <a:cubicBezTo>
                    <a:pt x="967" y="262"/>
                    <a:pt x="968" y="262"/>
                    <a:pt x="969" y="262"/>
                  </a:cubicBezTo>
                  <a:cubicBezTo>
                    <a:pt x="1000" y="264"/>
                    <a:pt x="1024" y="287"/>
                    <a:pt x="1028" y="316"/>
                  </a:cubicBezTo>
                  <a:cubicBezTo>
                    <a:pt x="1031" y="325"/>
                    <a:pt x="1033" y="334"/>
                    <a:pt x="1032" y="344"/>
                  </a:cubicBezTo>
                  <a:cubicBezTo>
                    <a:pt x="1029" y="424"/>
                    <a:pt x="1029" y="424"/>
                    <a:pt x="1029" y="424"/>
                  </a:cubicBezTo>
                  <a:cubicBezTo>
                    <a:pt x="1034" y="431"/>
                    <a:pt x="1041" y="438"/>
                    <a:pt x="1048" y="443"/>
                  </a:cubicBezTo>
                  <a:cubicBezTo>
                    <a:pt x="1150" y="509"/>
                    <a:pt x="1217" y="625"/>
                    <a:pt x="1211" y="761"/>
                  </a:cubicBezTo>
                  <a:cubicBezTo>
                    <a:pt x="1211" y="771"/>
                    <a:pt x="1209" y="782"/>
                    <a:pt x="1208" y="792"/>
                  </a:cubicBezTo>
                  <a:cubicBezTo>
                    <a:pt x="1223" y="939"/>
                    <a:pt x="1223" y="939"/>
                    <a:pt x="1223" y="939"/>
                  </a:cubicBezTo>
                  <a:cubicBezTo>
                    <a:pt x="1271" y="874"/>
                    <a:pt x="1302" y="796"/>
                    <a:pt x="1306" y="719"/>
                  </a:cubicBezTo>
                  <a:cubicBezTo>
                    <a:pt x="1313" y="560"/>
                    <a:pt x="1234" y="423"/>
                    <a:pt x="1115" y="346"/>
                  </a:cubicBezTo>
                  <a:cubicBezTo>
                    <a:pt x="1093" y="332"/>
                    <a:pt x="1078" y="308"/>
                    <a:pt x="1075" y="282"/>
                  </a:cubicBezTo>
                  <a:cubicBezTo>
                    <a:pt x="1075" y="280"/>
                    <a:pt x="1075" y="279"/>
                    <a:pt x="1075" y="277"/>
                  </a:cubicBezTo>
                  <a:cubicBezTo>
                    <a:pt x="1055" y="117"/>
                    <a:pt x="916" y="0"/>
                    <a:pt x="759" y="0"/>
                  </a:cubicBezTo>
                </a:path>
              </a:pathLst>
            </a:custGeom>
            <a:solidFill>
              <a:srgbClr val="E7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ExtraShape2">
              <a:extLst>
                <a:ext uri="{FF2B5EF4-FFF2-40B4-BE49-F238E27FC236}">
                  <a16:creationId xmlns:a16="http://schemas.microsoft.com/office/drawing/2014/main" id="{FE94394E-3A1E-40CA-8F70-3957ADD22FFA}"/>
                </a:ext>
              </a:extLst>
            </p:cNvPr>
            <p:cNvSpPr/>
            <p:nvPr/>
          </p:nvSpPr>
          <p:spPr bwMode="auto">
            <a:xfrm>
              <a:off x="2408959" y="2635000"/>
              <a:ext cx="303364" cy="308982"/>
            </a:xfrm>
            <a:prstGeom prst="ellipse">
              <a:avLst/>
            </a:prstGeom>
            <a:solidFill>
              <a:srgbClr val="ED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ExtraShape3">
              <a:extLst>
                <a:ext uri="{FF2B5EF4-FFF2-40B4-BE49-F238E27FC236}">
                  <a16:creationId xmlns:a16="http://schemas.microsoft.com/office/drawing/2014/main" id="{B3BC13E5-1FD1-4102-BE61-97D0178E3AF3}"/>
                </a:ext>
              </a:extLst>
            </p:cNvPr>
            <p:cNvSpPr/>
            <p:nvPr/>
          </p:nvSpPr>
          <p:spPr bwMode="auto">
            <a:xfrm>
              <a:off x="6573192" y="1522664"/>
              <a:ext cx="303364" cy="304769"/>
            </a:xfrm>
            <a:prstGeom prst="ellipse">
              <a:avLst/>
            </a:prstGeom>
            <a:solidFill>
              <a:srgbClr val="ED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ExtraShape4">
              <a:extLst>
                <a:ext uri="{FF2B5EF4-FFF2-40B4-BE49-F238E27FC236}">
                  <a16:creationId xmlns:a16="http://schemas.microsoft.com/office/drawing/2014/main" id="{24D3BC39-C532-4799-A328-E0271ADE27F9}"/>
                </a:ext>
              </a:extLst>
            </p:cNvPr>
            <p:cNvSpPr/>
            <p:nvPr/>
          </p:nvSpPr>
          <p:spPr bwMode="auto">
            <a:xfrm>
              <a:off x="7340029" y="3057743"/>
              <a:ext cx="206457" cy="206457"/>
            </a:xfrm>
            <a:prstGeom prst="ellipse">
              <a:avLst/>
            </a:prstGeom>
            <a:solidFill>
              <a:srgbClr val="ED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ExtraShape5">
              <a:extLst>
                <a:ext uri="{FF2B5EF4-FFF2-40B4-BE49-F238E27FC236}">
                  <a16:creationId xmlns:a16="http://schemas.microsoft.com/office/drawing/2014/main" id="{6B8CF7E6-D3E5-49B4-A9F0-CD6BFBF12DBE}"/>
                </a:ext>
              </a:extLst>
            </p:cNvPr>
            <p:cNvSpPr/>
            <p:nvPr/>
          </p:nvSpPr>
          <p:spPr bwMode="auto">
            <a:xfrm>
              <a:off x="2411768" y="1913106"/>
              <a:ext cx="4558888" cy="3537846"/>
            </a:xfrm>
            <a:custGeom>
              <a:avLst/>
              <a:gdLst>
                <a:gd name="T0" fmla="*/ 1117 w 1123"/>
                <a:gd name="T1" fmla="*/ 631 h 872"/>
                <a:gd name="T2" fmla="*/ 954 w 1123"/>
                <a:gd name="T3" fmla="*/ 313 h 872"/>
                <a:gd name="T4" fmla="*/ 920 w 1123"/>
                <a:gd name="T5" fmla="*/ 258 h 872"/>
                <a:gd name="T6" fmla="*/ 920 w 1123"/>
                <a:gd name="T7" fmla="*/ 254 h 872"/>
                <a:gd name="T8" fmla="*/ 614 w 1123"/>
                <a:gd name="T9" fmla="*/ 20 h 872"/>
                <a:gd name="T10" fmla="*/ 385 w 1123"/>
                <a:gd name="T11" fmla="*/ 259 h 872"/>
                <a:gd name="T12" fmla="*/ 385 w 1123"/>
                <a:gd name="T13" fmla="*/ 262 h 872"/>
                <a:gd name="T14" fmla="*/ 317 w 1123"/>
                <a:gd name="T15" fmla="*/ 336 h 872"/>
                <a:gd name="T16" fmla="*/ 292 w 1123"/>
                <a:gd name="T17" fmla="*/ 337 h 872"/>
                <a:gd name="T18" fmla="*/ 18 w 1123"/>
                <a:gd name="T19" fmla="*/ 677 h 872"/>
                <a:gd name="T20" fmla="*/ 117 w 1123"/>
                <a:gd name="T21" fmla="*/ 872 h 872"/>
                <a:gd name="T22" fmla="*/ 1000 w 1123"/>
                <a:gd name="T23" fmla="*/ 872 h 872"/>
                <a:gd name="T24" fmla="*/ 1117 w 1123"/>
                <a:gd name="T25" fmla="*/ 631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23" h="872">
                  <a:moveTo>
                    <a:pt x="1117" y="631"/>
                  </a:moveTo>
                  <a:cubicBezTo>
                    <a:pt x="1123" y="495"/>
                    <a:pt x="1056" y="379"/>
                    <a:pt x="954" y="313"/>
                  </a:cubicBezTo>
                  <a:cubicBezTo>
                    <a:pt x="935" y="300"/>
                    <a:pt x="923" y="280"/>
                    <a:pt x="920" y="258"/>
                  </a:cubicBezTo>
                  <a:cubicBezTo>
                    <a:pt x="920" y="256"/>
                    <a:pt x="920" y="255"/>
                    <a:pt x="920" y="254"/>
                  </a:cubicBezTo>
                  <a:cubicBezTo>
                    <a:pt x="901" y="105"/>
                    <a:pt x="762" y="0"/>
                    <a:pt x="614" y="20"/>
                  </a:cubicBezTo>
                  <a:cubicBezTo>
                    <a:pt x="472" y="40"/>
                    <a:pt x="369" y="115"/>
                    <a:pt x="385" y="259"/>
                  </a:cubicBezTo>
                  <a:cubicBezTo>
                    <a:pt x="385" y="260"/>
                    <a:pt x="385" y="261"/>
                    <a:pt x="385" y="262"/>
                  </a:cubicBezTo>
                  <a:cubicBezTo>
                    <a:pt x="387" y="301"/>
                    <a:pt x="356" y="335"/>
                    <a:pt x="317" y="336"/>
                  </a:cubicBezTo>
                  <a:cubicBezTo>
                    <a:pt x="309" y="336"/>
                    <a:pt x="301" y="336"/>
                    <a:pt x="292" y="337"/>
                  </a:cubicBezTo>
                  <a:cubicBezTo>
                    <a:pt x="123" y="355"/>
                    <a:pt x="0" y="507"/>
                    <a:pt x="18" y="677"/>
                  </a:cubicBezTo>
                  <a:cubicBezTo>
                    <a:pt x="26" y="755"/>
                    <a:pt x="63" y="823"/>
                    <a:pt x="117" y="872"/>
                  </a:cubicBezTo>
                  <a:cubicBezTo>
                    <a:pt x="1000" y="872"/>
                    <a:pt x="1000" y="872"/>
                    <a:pt x="1000" y="872"/>
                  </a:cubicBezTo>
                  <a:cubicBezTo>
                    <a:pt x="1067" y="808"/>
                    <a:pt x="1113" y="719"/>
                    <a:pt x="1117" y="631"/>
                  </a:cubicBezTo>
                </a:path>
              </a:pathLst>
            </a:custGeom>
            <a:solidFill>
              <a:srgbClr val="C5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ExtraShape6">
              <a:extLst>
                <a:ext uri="{FF2B5EF4-FFF2-40B4-BE49-F238E27FC236}">
                  <a16:creationId xmlns:a16="http://schemas.microsoft.com/office/drawing/2014/main" id="{6579222B-6650-4638-8827-E23D295D3E8C}"/>
                </a:ext>
              </a:extLst>
            </p:cNvPr>
            <p:cNvSpPr/>
            <p:nvPr/>
          </p:nvSpPr>
          <p:spPr bwMode="auto">
            <a:xfrm>
              <a:off x="2594348" y="3990308"/>
              <a:ext cx="1835634" cy="1460643"/>
            </a:xfrm>
            <a:custGeom>
              <a:avLst/>
              <a:gdLst>
                <a:gd name="T0" fmla="*/ 452 w 452"/>
                <a:gd name="T1" fmla="*/ 360 h 360"/>
                <a:gd name="T2" fmla="*/ 0 w 452"/>
                <a:gd name="T3" fmla="*/ 360 h 360"/>
                <a:gd name="T4" fmla="*/ 22 w 452"/>
                <a:gd name="T5" fmla="*/ 146 h 360"/>
                <a:gd name="T6" fmla="*/ 158 w 452"/>
                <a:gd name="T7" fmla="*/ 0 h 360"/>
                <a:gd name="T8" fmla="*/ 320 w 452"/>
                <a:gd name="T9" fmla="*/ 0 h 360"/>
                <a:gd name="T10" fmla="*/ 424 w 452"/>
                <a:gd name="T11" fmla="*/ 102 h 360"/>
                <a:gd name="T12" fmla="*/ 452 w 452"/>
                <a:gd name="T13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360">
                  <a:moveTo>
                    <a:pt x="452" y="360"/>
                  </a:moveTo>
                  <a:cubicBezTo>
                    <a:pt x="0" y="360"/>
                    <a:pt x="0" y="360"/>
                    <a:pt x="0" y="360"/>
                  </a:cubicBezTo>
                  <a:cubicBezTo>
                    <a:pt x="22" y="146"/>
                    <a:pt x="22" y="146"/>
                    <a:pt x="22" y="146"/>
                  </a:cubicBezTo>
                  <a:cubicBezTo>
                    <a:pt x="22" y="65"/>
                    <a:pt x="85" y="0"/>
                    <a:pt x="158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73" y="1"/>
                    <a:pt x="418" y="44"/>
                    <a:pt x="424" y="102"/>
                  </a:cubicBezTo>
                  <a:cubicBezTo>
                    <a:pt x="452" y="360"/>
                    <a:pt x="452" y="360"/>
                    <a:pt x="452" y="360"/>
                  </a:cubicBezTo>
                </a:path>
              </a:pathLst>
            </a:custGeom>
            <a:solidFill>
              <a:srgbClr val="FFB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ExtraShape7">
              <a:extLst>
                <a:ext uri="{FF2B5EF4-FFF2-40B4-BE49-F238E27FC236}">
                  <a16:creationId xmlns:a16="http://schemas.microsoft.com/office/drawing/2014/main" id="{B37FB331-3960-4168-94F4-BDD146DB5E58}"/>
                </a:ext>
              </a:extLst>
            </p:cNvPr>
            <p:cNvSpPr/>
            <p:nvPr/>
          </p:nvSpPr>
          <p:spPr bwMode="auto">
            <a:xfrm>
              <a:off x="3240401" y="3981881"/>
              <a:ext cx="637626" cy="905880"/>
            </a:xfrm>
            <a:custGeom>
              <a:avLst/>
              <a:gdLst>
                <a:gd name="T0" fmla="*/ 454 w 454"/>
                <a:gd name="T1" fmla="*/ 0 h 645"/>
                <a:gd name="T2" fmla="*/ 263 w 454"/>
                <a:gd name="T3" fmla="*/ 645 h 645"/>
                <a:gd name="T4" fmla="*/ 0 w 454"/>
                <a:gd name="T5" fmla="*/ 0 h 645"/>
                <a:gd name="T6" fmla="*/ 454 w 454"/>
                <a:gd name="T7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4" h="645">
                  <a:moveTo>
                    <a:pt x="454" y="0"/>
                  </a:moveTo>
                  <a:lnTo>
                    <a:pt x="263" y="645"/>
                  </a:lnTo>
                  <a:lnTo>
                    <a:pt x="0" y="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ExtraShape8">
              <a:extLst>
                <a:ext uri="{FF2B5EF4-FFF2-40B4-BE49-F238E27FC236}">
                  <a16:creationId xmlns:a16="http://schemas.microsoft.com/office/drawing/2014/main" id="{9FF9E511-D33E-45C0-8C13-302D06FE2921}"/>
                </a:ext>
              </a:extLst>
            </p:cNvPr>
            <p:cNvSpPr/>
            <p:nvPr/>
          </p:nvSpPr>
          <p:spPr bwMode="auto">
            <a:xfrm>
              <a:off x="2920184" y="4505746"/>
              <a:ext cx="129211" cy="945205"/>
            </a:xfrm>
            <a:custGeom>
              <a:avLst/>
              <a:gdLst>
                <a:gd name="T0" fmla="*/ 31 w 32"/>
                <a:gd name="T1" fmla="*/ 0 h 233"/>
                <a:gd name="T2" fmla="*/ 28 w 32"/>
                <a:gd name="T3" fmla="*/ 2 h 233"/>
                <a:gd name="T4" fmla="*/ 24 w 32"/>
                <a:gd name="T5" fmla="*/ 56 h 233"/>
                <a:gd name="T6" fmla="*/ 4 w 32"/>
                <a:gd name="T7" fmla="*/ 16 h 233"/>
                <a:gd name="T8" fmla="*/ 1 w 32"/>
                <a:gd name="T9" fmla="*/ 15 h 233"/>
                <a:gd name="T10" fmla="*/ 1 w 32"/>
                <a:gd name="T11" fmla="*/ 18 h 233"/>
                <a:gd name="T12" fmla="*/ 23 w 32"/>
                <a:gd name="T13" fmla="*/ 64 h 233"/>
                <a:gd name="T14" fmla="*/ 9 w 32"/>
                <a:gd name="T15" fmla="*/ 231 h 233"/>
                <a:gd name="T16" fmla="*/ 10 w 32"/>
                <a:gd name="T17" fmla="*/ 233 h 233"/>
                <a:gd name="T18" fmla="*/ 11 w 32"/>
                <a:gd name="T19" fmla="*/ 233 h 233"/>
                <a:gd name="T20" fmla="*/ 13 w 32"/>
                <a:gd name="T21" fmla="*/ 231 h 233"/>
                <a:gd name="T22" fmla="*/ 32 w 32"/>
                <a:gd name="T23" fmla="*/ 2 h 233"/>
                <a:gd name="T24" fmla="*/ 31 w 32"/>
                <a:gd name="T25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233">
                  <a:moveTo>
                    <a:pt x="31" y="0"/>
                  </a:moveTo>
                  <a:cubicBezTo>
                    <a:pt x="29" y="0"/>
                    <a:pt x="28" y="1"/>
                    <a:pt x="28" y="2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2" y="14"/>
                    <a:pt x="1" y="15"/>
                  </a:cubicBezTo>
                  <a:cubicBezTo>
                    <a:pt x="0" y="15"/>
                    <a:pt x="0" y="17"/>
                    <a:pt x="1" y="18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9" y="231"/>
                    <a:pt x="9" y="231"/>
                    <a:pt x="9" y="231"/>
                  </a:cubicBezTo>
                  <a:cubicBezTo>
                    <a:pt x="8" y="232"/>
                    <a:pt x="9" y="233"/>
                    <a:pt x="10" y="233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12" y="233"/>
                    <a:pt x="12" y="232"/>
                    <a:pt x="13" y="231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2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ExtraShape9">
              <a:extLst>
                <a:ext uri="{FF2B5EF4-FFF2-40B4-BE49-F238E27FC236}">
                  <a16:creationId xmlns:a16="http://schemas.microsoft.com/office/drawing/2014/main" id="{FD6256DE-ECBC-4F69-9C27-6BF9F158791E}"/>
                </a:ext>
              </a:extLst>
            </p:cNvPr>
            <p:cNvSpPr/>
            <p:nvPr/>
          </p:nvSpPr>
          <p:spPr bwMode="auto">
            <a:xfrm>
              <a:off x="2834511" y="2752975"/>
              <a:ext cx="1245759" cy="1026664"/>
            </a:xfrm>
            <a:custGeom>
              <a:avLst/>
              <a:gdLst>
                <a:gd name="T0" fmla="*/ 292 w 307"/>
                <a:gd name="T1" fmla="*/ 87 h 253"/>
                <a:gd name="T2" fmla="*/ 167 w 307"/>
                <a:gd name="T3" fmla="*/ 14 h 253"/>
                <a:gd name="T4" fmla="*/ 143 w 307"/>
                <a:gd name="T5" fmla="*/ 24 h 253"/>
                <a:gd name="T6" fmla="*/ 126 w 307"/>
                <a:gd name="T7" fmla="*/ 14 h 253"/>
                <a:gd name="T8" fmla="*/ 109 w 307"/>
                <a:gd name="T9" fmla="*/ 11 h 253"/>
                <a:gd name="T10" fmla="*/ 47 w 307"/>
                <a:gd name="T11" fmla="*/ 71 h 253"/>
                <a:gd name="T12" fmla="*/ 47 w 307"/>
                <a:gd name="T13" fmla="*/ 80 h 253"/>
                <a:gd name="T14" fmla="*/ 39 w 307"/>
                <a:gd name="T15" fmla="*/ 88 h 253"/>
                <a:gd name="T16" fmla="*/ 34 w 307"/>
                <a:gd name="T17" fmla="*/ 89 h 253"/>
                <a:gd name="T18" fmla="*/ 29 w 307"/>
                <a:gd name="T19" fmla="*/ 91 h 253"/>
                <a:gd name="T20" fmla="*/ 4 w 307"/>
                <a:gd name="T21" fmla="*/ 119 h 253"/>
                <a:gd name="T22" fmla="*/ 29 w 307"/>
                <a:gd name="T23" fmla="*/ 163 h 253"/>
                <a:gd name="T24" fmla="*/ 45 w 307"/>
                <a:gd name="T25" fmla="*/ 165 h 253"/>
                <a:gd name="T26" fmla="*/ 132 w 307"/>
                <a:gd name="T27" fmla="*/ 251 h 253"/>
                <a:gd name="T28" fmla="*/ 211 w 307"/>
                <a:gd name="T29" fmla="*/ 215 h 253"/>
                <a:gd name="T30" fmla="*/ 219 w 307"/>
                <a:gd name="T31" fmla="*/ 213 h 253"/>
                <a:gd name="T32" fmla="*/ 292 w 307"/>
                <a:gd name="T33" fmla="*/ 87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7" h="253">
                  <a:moveTo>
                    <a:pt x="292" y="87"/>
                  </a:moveTo>
                  <a:cubicBezTo>
                    <a:pt x="278" y="32"/>
                    <a:pt x="222" y="0"/>
                    <a:pt x="167" y="14"/>
                  </a:cubicBezTo>
                  <a:cubicBezTo>
                    <a:pt x="158" y="16"/>
                    <a:pt x="150" y="20"/>
                    <a:pt x="143" y="24"/>
                  </a:cubicBezTo>
                  <a:cubicBezTo>
                    <a:pt x="138" y="20"/>
                    <a:pt x="132" y="16"/>
                    <a:pt x="126" y="14"/>
                  </a:cubicBezTo>
                  <a:cubicBezTo>
                    <a:pt x="120" y="12"/>
                    <a:pt x="115" y="11"/>
                    <a:pt x="109" y="11"/>
                  </a:cubicBezTo>
                  <a:cubicBezTo>
                    <a:pt x="76" y="10"/>
                    <a:pt x="46" y="37"/>
                    <a:pt x="47" y="71"/>
                  </a:cubicBezTo>
                  <a:cubicBezTo>
                    <a:pt x="47" y="74"/>
                    <a:pt x="48" y="77"/>
                    <a:pt x="47" y="80"/>
                  </a:cubicBezTo>
                  <a:cubicBezTo>
                    <a:pt x="45" y="84"/>
                    <a:pt x="42" y="86"/>
                    <a:pt x="39" y="88"/>
                  </a:cubicBezTo>
                  <a:cubicBezTo>
                    <a:pt x="37" y="88"/>
                    <a:pt x="36" y="89"/>
                    <a:pt x="34" y="89"/>
                  </a:cubicBezTo>
                  <a:cubicBezTo>
                    <a:pt x="33" y="90"/>
                    <a:pt x="31" y="90"/>
                    <a:pt x="29" y="91"/>
                  </a:cubicBezTo>
                  <a:cubicBezTo>
                    <a:pt x="17" y="95"/>
                    <a:pt x="7" y="106"/>
                    <a:pt x="4" y="119"/>
                  </a:cubicBezTo>
                  <a:cubicBezTo>
                    <a:pt x="0" y="137"/>
                    <a:pt x="11" y="157"/>
                    <a:pt x="29" y="163"/>
                  </a:cubicBezTo>
                  <a:cubicBezTo>
                    <a:pt x="35" y="165"/>
                    <a:pt x="40" y="166"/>
                    <a:pt x="45" y="165"/>
                  </a:cubicBezTo>
                  <a:cubicBezTo>
                    <a:pt x="49" y="210"/>
                    <a:pt x="85" y="247"/>
                    <a:pt x="132" y="251"/>
                  </a:cubicBezTo>
                  <a:cubicBezTo>
                    <a:pt x="164" y="253"/>
                    <a:pt x="193" y="238"/>
                    <a:pt x="211" y="215"/>
                  </a:cubicBezTo>
                  <a:cubicBezTo>
                    <a:pt x="214" y="214"/>
                    <a:pt x="217" y="214"/>
                    <a:pt x="219" y="213"/>
                  </a:cubicBezTo>
                  <a:cubicBezTo>
                    <a:pt x="274" y="198"/>
                    <a:pt x="307" y="142"/>
                    <a:pt x="292" y="87"/>
                  </a:cubicBezTo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ExtraShape10">
              <a:extLst>
                <a:ext uri="{FF2B5EF4-FFF2-40B4-BE49-F238E27FC236}">
                  <a16:creationId xmlns:a16="http://schemas.microsoft.com/office/drawing/2014/main" id="{3A431228-438F-4F58-A2EC-23F107F8C9BF}"/>
                </a:ext>
              </a:extLst>
            </p:cNvPr>
            <p:cNvSpPr/>
            <p:nvPr/>
          </p:nvSpPr>
          <p:spPr bwMode="auto">
            <a:xfrm>
              <a:off x="3253041" y="3017014"/>
              <a:ext cx="742962" cy="1209244"/>
            </a:xfrm>
            <a:custGeom>
              <a:avLst/>
              <a:gdLst>
                <a:gd name="T0" fmla="*/ 181 w 183"/>
                <a:gd name="T1" fmla="*/ 132 h 298"/>
                <a:gd name="T2" fmla="*/ 176 w 183"/>
                <a:gd name="T3" fmla="*/ 55 h 298"/>
                <a:gd name="T4" fmla="*/ 143 w 183"/>
                <a:gd name="T5" fmla="*/ 0 h 298"/>
                <a:gd name="T6" fmla="*/ 115 w 183"/>
                <a:gd name="T7" fmla="*/ 41 h 298"/>
                <a:gd name="T8" fmla="*/ 89 w 183"/>
                <a:gd name="T9" fmla="*/ 38 h 298"/>
                <a:gd name="T10" fmla="*/ 69 w 183"/>
                <a:gd name="T11" fmla="*/ 82 h 298"/>
                <a:gd name="T12" fmla="*/ 69 w 183"/>
                <a:gd name="T13" fmla="*/ 82 h 298"/>
                <a:gd name="T14" fmla="*/ 65 w 183"/>
                <a:gd name="T15" fmla="*/ 86 h 298"/>
                <a:gd name="T16" fmla="*/ 64 w 183"/>
                <a:gd name="T17" fmla="*/ 87 h 298"/>
                <a:gd name="T18" fmla="*/ 59 w 183"/>
                <a:gd name="T19" fmla="*/ 89 h 298"/>
                <a:gd name="T20" fmla="*/ 58 w 183"/>
                <a:gd name="T21" fmla="*/ 90 h 298"/>
                <a:gd name="T22" fmla="*/ 53 w 183"/>
                <a:gd name="T23" fmla="*/ 92 h 298"/>
                <a:gd name="T24" fmla="*/ 51 w 183"/>
                <a:gd name="T25" fmla="*/ 93 h 298"/>
                <a:gd name="T26" fmla="*/ 46 w 183"/>
                <a:gd name="T27" fmla="*/ 95 h 298"/>
                <a:gd name="T28" fmla="*/ 42 w 183"/>
                <a:gd name="T29" fmla="*/ 96 h 298"/>
                <a:gd name="T30" fmla="*/ 38 w 183"/>
                <a:gd name="T31" fmla="*/ 96 h 298"/>
                <a:gd name="T32" fmla="*/ 37 w 183"/>
                <a:gd name="T33" fmla="*/ 96 h 298"/>
                <a:gd name="T34" fmla="*/ 33 w 183"/>
                <a:gd name="T35" fmla="*/ 97 h 298"/>
                <a:gd name="T36" fmla="*/ 33 w 183"/>
                <a:gd name="T37" fmla="*/ 97 h 298"/>
                <a:gd name="T38" fmla="*/ 29 w 183"/>
                <a:gd name="T39" fmla="*/ 97 h 298"/>
                <a:gd name="T40" fmla="*/ 28 w 183"/>
                <a:gd name="T41" fmla="*/ 97 h 298"/>
                <a:gd name="T42" fmla="*/ 9 w 183"/>
                <a:gd name="T43" fmla="*/ 92 h 298"/>
                <a:gd name="T44" fmla="*/ 0 w 183"/>
                <a:gd name="T45" fmla="*/ 115 h 298"/>
                <a:gd name="T46" fmla="*/ 30 w 183"/>
                <a:gd name="T47" fmla="*/ 141 h 298"/>
                <a:gd name="T48" fmla="*/ 30 w 183"/>
                <a:gd name="T49" fmla="*/ 141 h 298"/>
                <a:gd name="T50" fmla="*/ 31 w 183"/>
                <a:gd name="T51" fmla="*/ 142 h 298"/>
                <a:gd name="T52" fmla="*/ 34 w 183"/>
                <a:gd name="T53" fmla="*/ 160 h 298"/>
                <a:gd name="T54" fmla="*/ 34 w 183"/>
                <a:gd name="T55" fmla="*/ 160 h 298"/>
                <a:gd name="T56" fmla="*/ 22 w 183"/>
                <a:gd name="T57" fmla="*/ 226 h 298"/>
                <a:gd name="T58" fmla="*/ 64 w 183"/>
                <a:gd name="T59" fmla="*/ 292 h 298"/>
                <a:gd name="T60" fmla="*/ 128 w 183"/>
                <a:gd name="T61" fmla="*/ 247 h 298"/>
                <a:gd name="T62" fmla="*/ 136 w 183"/>
                <a:gd name="T63" fmla="*/ 202 h 298"/>
                <a:gd name="T64" fmla="*/ 142 w 183"/>
                <a:gd name="T65" fmla="*/ 200 h 298"/>
                <a:gd name="T66" fmla="*/ 181 w 183"/>
                <a:gd name="T67" fmla="*/ 132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3" h="298">
                  <a:moveTo>
                    <a:pt x="181" y="132"/>
                  </a:moveTo>
                  <a:cubicBezTo>
                    <a:pt x="176" y="55"/>
                    <a:pt x="176" y="55"/>
                    <a:pt x="176" y="55"/>
                  </a:cubicBezTo>
                  <a:cubicBezTo>
                    <a:pt x="175" y="31"/>
                    <a:pt x="162" y="11"/>
                    <a:pt x="143" y="0"/>
                  </a:cubicBezTo>
                  <a:cubicBezTo>
                    <a:pt x="145" y="18"/>
                    <a:pt x="133" y="36"/>
                    <a:pt x="115" y="41"/>
                  </a:cubicBezTo>
                  <a:cubicBezTo>
                    <a:pt x="106" y="43"/>
                    <a:pt x="97" y="42"/>
                    <a:pt x="89" y="38"/>
                  </a:cubicBezTo>
                  <a:cubicBezTo>
                    <a:pt x="89" y="55"/>
                    <a:pt x="82" y="71"/>
                    <a:pt x="69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68" y="84"/>
                    <a:pt x="66" y="85"/>
                    <a:pt x="65" y="86"/>
                  </a:cubicBezTo>
                  <a:cubicBezTo>
                    <a:pt x="64" y="86"/>
                    <a:pt x="64" y="86"/>
                    <a:pt x="64" y="87"/>
                  </a:cubicBezTo>
                  <a:cubicBezTo>
                    <a:pt x="62" y="88"/>
                    <a:pt x="61" y="88"/>
                    <a:pt x="59" y="89"/>
                  </a:cubicBezTo>
                  <a:cubicBezTo>
                    <a:pt x="59" y="90"/>
                    <a:pt x="59" y="90"/>
                    <a:pt x="58" y="90"/>
                  </a:cubicBezTo>
                  <a:cubicBezTo>
                    <a:pt x="57" y="91"/>
                    <a:pt x="55" y="92"/>
                    <a:pt x="53" y="92"/>
                  </a:cubicBezTo>
                  <a:cubicBezTo>
                    <a:pt x="53" y="93"/>
                    <a:pt x="52" y="93"/>
                    <a:pt x="51" y="93"/>
                  </a:cubicBezTo>
                  <a:cubicBezTo>
                    <a:pt x="49" y="94"/>
                    <a:pt x="48" y="94"/>
                    <a:pt x="46" y="95"/>
                  </a:cubicBezTo>
                  <a:cubicBezTo>
                    <a:pt x="44" y="95"/>
                    <a:pt x="43" y="96"/>
                    <a:pt x="42" y="96"/>
                  </a:cubicBezTo>
                  <a:cubicBezTo>
                    <a:pt x="40" y="96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7"/>
                    <a:pt x="34" y="97"/>
                    <a:pt x="33" y="97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32" y="97"/>
                    <a:pt x="30" y="97"/>
                    <a:pt x="29" y="97"/>
                  </a:cubicBezTo>
                  <a:cubicBezTo>
                    <a:pt x="28" y="97"/>
                    <a:pt x="28" y="97"/>
                    <a:pt x="28" y="97"/>
                  </a:cubicBezTo>
                  <a:cubicBezTo>
                    <a:pt x="21" y="96"/>
                    <a:pt x="15" y="95"/>
                    <a:pt x="9" y="92"/>
                  </a:cubicBezTo>
                  <a:cubicBezTo>
                    <a:pt x="3" y="98"/>
                    <a:pt x="0" y="106"/>
                    <a:pt x="0" y="115"/>
                  </a:cubicBezTo>
                  <a:cubicBezTo>
                    <a:pt x="1" y="130"/>
                    <a:pt x="15" y="142"/>
                    <a:pt x="30" y="141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1" y="149"/>
                    <a:pt x="32" y="155"/>
                    <a:pt x="34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22" y="226"/>
                    <a:pt x="22" y="226"/>
                    <a:pt x="22" y="226"/>
                  </a:cubicBezTo>
                  <a:cubicBezTo>
                    <a:pt x="16" y="257"/>
                    <a:pt x="35" y="286"/>
                    <a:pt x="64" y="292"/>
                  </a:cubicBezTo>
                  <a:cubicBezTo>
                    <a:pt x="93" y="298"/>
                    <a:pt x="122" y="278"/>
                    <a:pt x="128" y="247"/>
                  </a:cubicBezTo>
                  <a:cubicBezTo>
                    <a:pt x="136" y="202"/>
                    <a:pt x="136" y="202"/>
                    <a:pt x="136" y="202"/>
                  </a:cubicBezTo>
                  <a:cubicBezTo>
                    <a:pt x="138" y="201"/>
                    <a:pt x="140" y="201"/>
                    <a:pt x="142" y="200"/>
                  </a:cubicBezTo>
                  <a:cubicBezTo>
                    <a:pt x="167" y="187"/>
                    <a:pt x="183" y="161"/>
                    <a:pt x="181" y="132"/>
                  </a:cubicBezTo>
                </a:path>
              </a:pathLst>
            </a:custGeom>
            <a:solidFill>
              <a:srgbClr val="FFBD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ExtraShape11">
              <a:extLst>
                <a:ext uri="{FF2B5EF4-FFF2-40B4-BE49-F238E27FC236}">
                  <a16:creationId xmlns:a16="http://schemas.microsoft.com/office/drawing/2014/main" id="{80174A39-5579-48E9-B135-ECCB4EC01949}"/>
                </a:ext>
              </a:extLst>
            </p:cNvPr>
            <p:cNvSpPr/>
            <p:nvPr/>
          </p:nvSpPr>
          <p:spPr bwMode="auto">
            <a:xfrm>
              <a:off x="3459498" y="3743122"/>
              <a:ext cx="345498" cy="158705"/>
            </a:xfrm>
            <a:custGeom>
              <a:avLst/>
              <a:gdLst>
                <a:gd name="T0" fmla="*/ 0 w 85"/>
                <a:gd name="T1" fmla="*/ 0 h 39"/>
                <a:gd name="T2" fmla="*/ 35 w 85"/>
                <a:gd name="T3" fmla="*/ 37 h 39"/>
                <a:gd name="T4" fmla="*/ 51 w 85"/>
                <a:gd name="T5" fmla="*/ 39 h 39"/>
                <a:gd name="T6" fmla="*/ 85 w 85"/>
                <a:gd name="T7" fmla="*/ 23 h 39"/>
                <a:gd name="T8" fmla="*/ 61 w 85"/>
                <a:gd name="T9" fmla="*/ 27 h 39"/>
                <a:gd name="T10" fmla="*/ 59 w 85"/>
                <a:gd name="T11" fmla="*/ 27 h 39"/>
                <a:gd name="T12" fmla="*/ 52 w 85"/>
                <a:gd name="T13" fmla="*/ 27 h 39"/>
                <a:gd name="T14" fmla="*/ 0 w 85"/>
                <a:gd name="T1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" h="39">
                  <a:moveTo>
                    <a:pt x="0" y="0"/>
                  </a:moveTo>
                  <a:cubicBezTo>
                    <a:pt x="0" y="15"/>
                    <a:pt x="14" y="31"/>
                    <a:pt x="35" y="37"/>
                  </a:cubicBezTo>
                  <a:cubicBezTo>
                    <a:pt x="40" y="39"/>
                    <a:pt x="46" y="39"/>
                    <a:pt x="51" y="39"/>
                  </a:cubicBezTo>
                  <a:cubicBezTo>
                    <a:pt x="66" y="39"/>
                    <a:pt x="79" y="33"/>
                    <a:pt x="85" y="23"/>
                  </a:cubicBezTo>
                  <a:cubicBezTo>
                    <a:pt x="78" y="26"/>
                    <a:pt x="70" y="27"/>
                    <a:pt x="61" y="27"/>
                  </a:cubicBezTo>
                  <a:cubicBezTo>
                    <a:pt x="61" y="27"/>
                    <a:pt x="60" y="27"/>
                    <a:pt x="59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0" y="27"/>
                    <a:pt x="11" y="16"/>
                    <a:pt x="0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ExtraShape12">
              <a:extLst>
                <a:ext uri="{FF2B5EF4-FFF2-40B4-BE49-F238E27FC236}">
                  <a16:creationId xmlns:a16="http://schemas.microsoft.com/office/drawing/2014/main" id="{1E794BCB-8029-4D3C-9CAD-47CAC3A443E4}"/>
                </a:ext>
              </a:extLst>
            </p:cNvPr>
            <p:cNvSpPr/>
            <p:nvPr/>
          </p:nvSpPr>
          <p:spPr bwMode="auto">
            <a:xfrm>
              <a:off x="3313433" y="3410264"/>
              <a:ext cx="60392" cy="133425"/>
            </a:xfrm>
            <a:custGeom>
              <a:avLst/>
              <a:gdLst>
                <a:gd name="T0" fmla="*/ 13 w 15"/>
                <a:gd name="T1" fmla="*/ 0 h 33"/>
                <a:gd name="T2" fmla="*/ 0 w 15"/>
                <a:gd name="T3" fmla="*/ 18 h 33"/>
                <a:gd name="T4" fmla="*/ 15 w 15"/>
                <a:gd name="T5" fmla="*/ 33 h 33"/>
                <a:gd name="T6" fmla="*/ 13 w 15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33">
                  <a:moveTo>
                    <a:pt x="13" y="0"/>
                  </a:moveTo>
                  <a:cubicBezTo>
                    <a:pt x="5" y="4"/>
                    <a:pt x="0" y="10"/>
                    <a:pt x="0" y="18"/>
                  </a:cubicBezTo>
                  <a:cubicBezTo>
                    <a:pt x="1" y="25"/>
                    <a:pt x="7" y="31"/>
                    <a:pt x="15" y="33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ExtraShape13">
              <a:extLst>
                <a:ext uri="{FF2B5EF4-FFF2-40B4-BE49-F238E27FC236}">
                  <a16:creationId xmlns:a16="http://schemas.microsoft.com/office/drawing/2014/main" id="{4FA04F0F-D8C8-46E8-B8FA-37FE8499307D}"/>
                </a:ext>
              </a:extLst>
            </p:cNvPr>
            <p:cNvSpPr/>
            <p:nvPr/>
          </p:nvSpPr>
          <p:spPr bwMode="auto">
            <a:xfrm>
              <a:off x="3293771" y="3406050"/>
              <a:ext cx="43539" cy="53370"/>
            </a:xfrm>
            <a:custGeom>
              <a:avLst/>
              <a:gdLst>
                <a:gd name="T0" fmla="*/ 1 w 11"/>
                <a:gd name="T1" fmla="*/ 13 h 13"/>
                <a:gd name="T2" fmla="*/ 0 w 11"/>
                <a:gd name="T3" fmla="*/ 12 h 13"/>
                <a:gd name="T4" fmla="*/ 4 w 11"/>
                <a:gd name="T5" fmla="*/ 2 h 13"/>
                <a:gd name="T6" fmla="*/ 10 w 11"/>
                <a:gd name="T7" fmla="*/ 0 h 13"/>
                <a:gd name="T8" fmla="*/ 11 w 11"/>
                <a:gd name="T9" fmla="*/ 1 h 13"/>
                <a:gd name="T10" fmla="*/ 10 w 11"/>
                <a:gd name="T11" fmla="*/ 2 h 13"/>
                <a:gd name="T12" fmla="*/ 2 w 11"/>
                <a:gd name="T13" fmla="*/ 12 h 13"/>
                <a:gd name="T14" fmla="*/ 1 w 11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3">
                  <a:moveTo>
                    <a:pt x="1" y="13"/>
                  </a:moveTo>
                  <a:cubicBezTo>
                    <a:pt x="0" y="13"/>
                    <a:pt x="0" y="13"/>
                    <a:pt x="0" y="12"/>
                  </a:cubicBezTo>
                  <a:cubicBezTo>
                    <a:pt x="0" y="6"/>
                    <a:pt x="2" y="3"/>
                    <a:pt x="4" y="2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2"/>
                    <a:pt x="10" y="2"/>
                    <a:pt x="10" y="2"/>
                  </a:cubicBezTo>
                  <a:cubicBezTo>
                    <a:pt x="9" y="2"/>
                    <a:pt x="1" y="3"/>
                    <a:pt x="2" y="12"/>
                  </a:cubicBezTo>
                  <a:cubicBezTo>
                    <a:pt x="2" y="12"/>
                    <a:pt x="2" y="13"/>
                    <a:pt x="1" y="13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ExtraShape14">
              <a:extLst>
                <a:ext uri="{FF2B5EF4-FFF2-40B4-BE49-F238E27FC236}">
                  <a16:creationId xmlns:a16="http://schemas.microsoft.com/office/drawing/2014/main" id="{6D0A3132-FBA6-4E36-8443-D4726DCF0139}"/>
                </a:ext>
              </a:extLst>
            </p:cNvPr>
            <p:cNvSpPr/>
            <p:nvPr/>
          </p:nvSpPr>
          <p:spPr bwMode="auto">
            <a:xfrm>
              <a:off x="3856960" y="3401838"/>
              <a:ext cx="32303" cy="64605"/>
            </a:xfrm>
            <a:custGeom>
              <a:avLst/>
              <a:gdLst>
                <a:gd name="T0" fmla="*/ 5 w 8"/>
                <a:gd name="T1" fmla="*/ 16 h 16"/>
                <a:gd name="T2" fmla="*/ 5 w 8"/>
                <a:gd name="T3" fmla="*/ 16 h 16"/>
                <a:gd name="T4" fmla="*/ 8 w 8"/>
                <a:gd name="T5" fmla="*/ 12 h 16"/>
                <a:gd name="T6" fmla="*/ 8 w 8"/>
                <a:gd name="T7" fmla="*/ 4 h 16"/>
                <a:gd name="T8" fmla="*/ 4 w 8"/>
                <a:gd name="T9" fmla="*/ 0 h 16"/>
                <a:gd name="T10" fmla="*/ 0 w 8"/>
                <a:gd name="T11" fmla="*/ 5 h 16"/>
                <a:gd name="T12" fmla="*/ 0 w 8"/>
                <a:gd name="T13" fmla="*/ 12 h 16"/>
                <a:gd name="T14" fmla="*/ 5 w 8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6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7" y="16"/>
                    <a:pt x="8" y="14"/>
                    <a:pt x="8" y="1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1" y="0"/>
                    <a:pt x="0" y="2"/>
                    <a:pt x="0" y="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5"/>
                    <a:pt x="2" y="16"/>
                    <a:pt x="5" y="16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ExtraShape15">
              <a:extLst>
                <a:ext uri="{FF2B5EF4-FFF2-40B4-BE49-F238E27FC236}">
                  <a16:creationId xmlns:a16="http://schemas.microsoft.com/office/drawing/2014/main" id="{B5361ADC-05D2-4B8D-A2AC-B123DCD01861}"/>
                </a:ext>
              </a:extLst>
            </p:cNvPr>
            <p:cNvSpPr/>
            <p:nvPr/>
          </p:nvSpPr>
          <p:spPr bwMode="auto">
            <a:xfrm>
              <a:off x="3573259" y="3427118"/>
              <a:ext cx="36516" cy="64605"/>
            </a:xfrm>
            <a:custGeom>
              <a:avLst/>
              <a:gdLst>
                <a:gd name="T0" fmla="*/ 5 w 9"/>
                <a:gd name="T1" fmla="*/ 16 h 16"/>
                <a:gd name="T2" fmla="*/ 5 w 9"/>
                <a:gd name="T3" fmla="*/ 16 h 16"/>
                <a:gd name="T4" fmla="*/ 9 w 9"/>
                <a:gd name="T5" fmla="*/ 12 h 16"/>
                <a:gd name="T6" fmla="*/ 8 w 9"/>
                <a:gd name="T7" fmla="*/ 4 h 16"/>
                <a:gd name="T8" fmla="*/ 4 w 9"/>
                <a:gd name="T9" fmla="*/ 1 h 16"/>
                <a:gd name="T10" fmla="*/ 1 w 9"/>
                <a:gd name="T11" fmla="*/ 5 h 16"/>
                <a:gd name="T12" fmla="*/ 1 w 9"/>
                <a:gd name="T13" fmla="*/ 13 h 16"/>
                <a:gd name="T14" fmla="*/ 5 w 9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6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7" y="16"/>
                    <a:pt x="9" y="14"/>
                    <a:pt x="9" y="1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1"/>
                  </a:cubicBezTo>
                  <a:cubicBezTo>
                    <a:pt x="2" y="1"/>
                    <a:pt x="0" y="3"/>
                    <a:pt x="1" y="5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5"/>
                    <a:pt x="3" y="16"/>
                    <a:pt x="5" y="16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ExtraShape16">
              <a:extLst>
                <a:ext uri="{FF2B5EF4-FFF2-40B4-BE49-F238E27FC236}">
                  <a16:creationId xmlns:a16="http://schemas.microsoft.com/office/drawing/2014/main" id="{C86ABAF4-4064-43EC-9728-EB80D0645999}"/>
                </a:ext>
              </a:extLst>
            </p:cNvPr>
            <p:cNvSpPr/>
            <p:nvPr/>
          </p:nvSpPr>
          <p:spPr bwMode="auto">
            <a:xfrm>
              <a:off x="3820444" y="3333018"/>
              <a:ext cx="105335" cy="40730"/>
            </a:xfrm>
            <a:custGeom>
              <a:avLst/>
              <a:gdLst>
                <a:gd name="T0" fmla="*/ 3 w 26"/>
                <a:gd name="T1" fmla="*/ 10 h 10"/>
                <a:gd name="T2" fmla="*/ 8 w 26"/>
                <a:gd name="T3" fmla="*/ 9 h 10"/>
                <a:gd name="T4" fmla="*/ 13 w 26"/>
                <a:gd name="T5" fmla="*/ 9 h 10"/>
                <a:gd name="T6" fmla="*/ 19 w 26"/>
                <a:gd name="T7" fmla="*/ 8 h 10"/>
                <a:gd name="T8" fmla="*/ 24 w 26"/>
                <a:gd name="T9" fmla="*/ 7 h 10"/>
                <a:gd name="T10" fmla="*/ 24 w 26"/>
                <a:gd name="T11" fmla="*/ 3 h 10"/>
                <a:gd name="T12" fmla="*/ 12 w 26"/>
                <a:gd name="T13" fmla="*/ 1 h 10"/>
                <a:gd name="T14" fmla="*/ 1 w 26"/>
                <a:gd name="T15" fmla="*/ 6 h 10"/>
                <a:gd name="T16" fmla="*/ 3 w 26"/>
                <a:gd name="T1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0">
                  <a:moveTo>
                    <a:pt x="3" y="10"/>
                  </a:moveTo>
                  <a:cubicBezTo>
                    <a:pt x="4" y="10"/>
                    <a:pt x="6" y="10"/>
                    <a:pt x="8" y="9"/>
                  </a:cubicBezTo>
                  <a:cubicBezTo>
                    <a:pt x="10" y="9"/>
                    <a:pt x="12" y="9"/>
                    <a:pt x="13" y="9"/>
                  </a:cubicBezTo>
                  <a:cubicBezTo>
                    <a:pt x="15" y="8"/>
                    <a:pt x="17" y="8"/>
                    <a:pt x="19" y="8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5" y="6"/>
                    <a:pt x="26" y="5"/>
                    <a:pt x="24" y="3"/>
                  </a:cubicBezTo>
                  <a:cubicBezTo>
                    <a:pt x="22" y="1"/>
                    <a:pt x="17" y="0"/>
                    <a:pt x="12" y="1"/>
                  </a:cubicBezTo>
                  <a:cubicBezTo>
                    <a:pt x="6" y="1"/>
                    <a:pt x="3" y="4"/>
                    <a:pt x="1" y="6"/>
                  </a:cubicBezTo>
                  <a:cubicBezTo>
                    <a:pt x="0" y="8"/>
                    <a:pt x="1" y="9"/>
                    <a:pt x="3" y="10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ExtraShape17">
              <a:extLst>
                <a:ext uri="{FF2B5EF4-FFF2-40B4-BE49-F238E27FC236}">
                  <a16:creationId xmlns:a16="http://schemas.microsoft.com/office/drawing/2014/main" id="{D029046F-7160-48B1-B58D-80BCC27EB325}"/>
                </a:ext>
              </a:extLst>
            </p:cNvPr>
            <p:cNvSpPr/>
            <p:nvPr/>
          </p:nvSpPr>
          <p:spPr bwMode="auto">
            <a:xfrm>
              <a:off x="3540957" y="3349872"/>
              <a:ext cx="101121" cy="47752"/>
            </a:xfrm>
            <a:custGeom>
              <a:avLst/>
              <a:gdLst>
                <a:gd name="T0" fmla="*/ 3 w 25"/>
                <a:gd name="T1" fmla="*/ 11 h 12"/>
                <a:gd name="T2" fmla="*/ 8 w 25"/>
                <a:gd name="T3" fmla="*/ 11 h 12"/>
                <a:gd name="T4" fmla="*/ 13 w 25"/>
                <a:gd name="T5" fmla="*/ 10 h 12"/>
                <a:gd name="T6" fmla="*/ 19 w 25"/>
                <a:gd name="T7" fmla="*/ 9 h 12"/>
                <a:gd name="T8" fmla="*/ 24 w 25"/>
                <a:gd name="T9" fmla="*/ 8 h 12"/>
                <a:gd name="T10" fmla="*/ 23 w 25"/>
                <a:gd name="T11" fmla="*/ 3 h 12"/>
                <a:gd name="T12" fmla="*/ 11 w 25"/>
                <a:gd name="T13" fmla="*/ 1 h 12"/>
                <a:gd name="T14" fmla="*/ 1 w 25"/>
                <a:gd name="T15" fmla="*/ 7 h 12"/>
                <a:gd name="T16" fmla="*/ 3 w 25"/>
                <a:gd name="T17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2">
                  <a:moveTo>
                    <a:pt x="3" y="11"/>
                  </a:moveTo>
                  <a:cubicBezTo>
                    <a:pt x="4" y="12"/>
                    <a:pt x="6" y="11"/>
                    <a:pt x="8" y="11"/>
                  </a:cubicBezTo>
                  <a:cubicBezTo>
                    <a:pt x="10" y="10"/>
                    <a:pt x="12" y="10"/>
                    <a:pt x="13" y="10"/>
                  </a:cubicBezTo>
                  <a:cubicBezTo>
                    <a:pt x="15" y="9"/>
                    <a:pt x="17" y="9"/>
                    <a:pt x="19" y="9"/>
                  </a:cubicBezTo>
                  <a:cubicBezTo>
                    <a:pt x="21" y="9"/>
                    <a:pt x="23" y="8"/>
                    <a:pt x="24" y="8"/>
                  </a:cubicBezTo>
                  <a:cubicBezTo>
                    <a:pt x="25" y="7"/>
                    <a:pt x="25" y="5"/>
                    <a:pt x="23" y="3"/>
                  </a:cubicBezTo>
                  <a:cubicBezTo>
                    <a:pt x="21" y="2"/>
                    <a:pt x="17" y="0"/>
                    <a:pt x="11" y="1"/>
                  </a:cubicBezTo>
                  <a:cubicBezTo>
                    <a:pt x="6" y="2"/>
                    <a:pt x="2" y="5"/>
                    <a:pt x="1" y="7"/>
                  </a:cubicBezTo>
                  <a:cubicBezTo>
                    <a:pt x="0" y="10"/>
                    <a:pt x="1" y="11"/>
                    <a:pt x="3" y="11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ExtraShape18">
              <a:extLst>
                <a:ext uri="{FF2B5EF4-FFF2-40B4-BE49-F238E27FC236}">
                  <a16:creationId xmlns:a16="http://schemas.microsoft.com/office/drawing/2014/main" id="{BB325953-3966-48C8-AFD1-39C56E6FDE96}"/>
                </a:ext>
              </a:extLst>
            </p:cNvPr>
            <p:cNvSpPr/>
            <p:nvPr/>
          </p:nvSpPr>
          <p:spPr bwMode="auto">
            <a:xfrm>
              <a:off x="3715110" y="3414477"/>
              <a:ext cx="85673" cy="133425"/>
            </a:xfrm>
            <a:custGeom>
              <a:avLst/>
              <a:gdLst>
                <a:gd name="T0" fmla="*/ 2 w 21"/>
                <a:gd name="T1" fmla="*/ 33 h 33"/>
                <a:gd name="T2" fmla="*/ 0 w 21"/>
                <a:gd name="T3" fmla="*/ 31 h 33"/>
                <a:gd name="T4" fmla="*/ 2 w 21"/>
                <a:gd name="T5" fmla="*/ 29 h 33"/>
                <a:gd name="T6" fmla="*/ 13 w 21"/>
                <a:gd name="T7" fmla="*/ 28 h 33"/>
                <a:gd name="T8" fmla="*/ 16 w 21"/>
                <a:gd name="T9" fmla="*/ 26 h 33"/>
                <a:gd name="T10" fmla="*/ 16 w 21"/>
                <a:gd name="T11" fmla="*/ 22 h 33"/>
                <a:gd name="T12" fmla="*/ 8 w 21"/>
                <a:gd name="T13" fmla="*/ 3 h 33"/>
                <a:gd name="T14" fmla="*/ 9 w 21"/>
                <a:gd name="T15" fmla="*/ 0 h 33"/>
                <a:gd name="T16" fmla="*/ 11 w 21"/>
                <a:gd name="T17" fmla="*/ 1 h 33"/>
                <a:gd name="T18" fmla="*/ 20 w 21"/>
                <a:gd name="T19" fmla="*/ 20 h 33"/>
                <a:gd name="T20" fmla="*/ 20 w 21"/>
                <a:gd name="T21" fmla="*/ 28 h 33"/>
                <a:gd name="T22" fmla="*/ 13 w 21"/>
                <a:gd name="T23" fmla="*/ 32 h 33"/>
                <a:gd name="T24" fmla="*/ 2 w 21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33">
                  <a:moveTo>
                    <a:pt x="2" y="33"/>
                  </a:moveTo>
                  <a:cubicBezTo>
                    <a:pt x="1" y="33"/>
                    <a:pt x="0" y="32"/>
                    <a:pt x="0" y="31"/>
                  </a:cubicBezTo>
                  <a:cubicBezTo>
                    <a:pt x="0" y="30"/>
                    <a:pt x="1" y="29"/>
                    <a:pt x="2" y="29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5" y="27"/>
                    <a:pt x="16" y="26"/>
                  </a:cubicBezTo>
                  <a:cubicBezTo>
                    <a:pt x="17" y="25"/>
                    <a:pt x="17" y="23"/>
                    <a:pt x="16" y="2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8" y="1"/>
                    <a:pt x="9" y="0"/>
                  </a:cubicBezTo>
                  <a:cubicBezTo>
                    <a:pt x="10" y="0"/>
                    <a:pt x="11" y="0"/>
                    <a:pt x="11" y="1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3"/>
                    <a:pt x="21" y="26"/>
                    <a:pt x="20" y="28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2" y="33"/>
                    <a:pt x="2" y="33"/>
                    <a:pt x="2" y="33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ExtraShape19">
              <a:extLst>
                <a:ext uri="{FF2B5EF4-FFF2-40B4-BE49-F238E27FC236}">
                  <a16:creationId xmlns:a16="http://schemas.microsoft.com/office/drawing/2014/main" id="{490EF4E0-A088-49E0-8C45-51C10C2C0780}"/>
                </a:ext>
              </a:extLst>
            </p:cNvPr>
            <p:cNvSpPr/>
            <p:nvPr/>
          </p:nvSpPr>
          <p:spPr bwMode="auto">
            <a:xfrm>
              <a:off x="3650505" y="3706606"/>
              <a:ext cx="81459" cy="28089"/>
            </a:xfrm>
            <a:custGeom>
              <a:avLst/>
              <a:gdLst>
                <a:gd name="T0" fmla="*/ 10 w 20"/>
                <a:gd name="T1" fmla="*/ 0 h 7"/>
                <a:gd name="T2" fmla="*/ 0 w 20"/>
                <a:gd name="T3" fmla="*/ 6 h 7"/>
                <a:gd name="T4" fmla="*/ 0 w 20"/>
                <a:gd name="T5" fmla="*/ 7 h 7"/>
                <a:gd name="T6" fmla="*/ 1 w 20"/>
                <a:gd name="T7" fmla="*/ 7 h 7"/>
                <a:gd name="T8" fmla="*/ 2 w 20"/>
                <a:gd name="T9" fmla="*/ 7 h 7"/>
                <a:gd name="T10" fmla="*/ 10 w 20"/>
                <a:gd name="T11" fmla="*/ 2 h 7"/>
                <a:gd name="T12" fmla="*/ 18 w 20"/>
                <a:gd name="T13" fmla="*/ 7 h 7"/>
                <a:gd name="T14" fmla="*/ 19 w 20"/>
                <a:gd name="T15" fmla="*/ 7 h 7"/>
                <a:gd name="T16" fmla="*/ 20 w 20"/>
                <a:gd name="T17" fmla="*/ 7 h 7"/>
                <a:gd name="T18" fmla="*/ 20 w 20"/>
                <a:gd name="T19" fmla="*/ 6 h 7"/>
                <a:gd name="T20" fmla="*/ 10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0" y="0"/>
                  </a:moveTo>
                  <a:cubicBezTo>
                    <a:pt x="6" y="0"/>
                    <a:pt x="2" y="2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4"/>
                    <a:pt x="7" y="2"/>
                    <a:pt x="10" y="2"/>
                  </a:cubicBezTo>
                  <a:cubicBezTo>
                    <a:pt x="13" y="2"/>
                    <a:pt x="17" y="4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6"/>
                    <a:pt x="20" y="6"/>
                  </a:cubicBezTo>
                  <a:cubicBezTo>
                    <a:pt x="18" y="2"/>
                    <a:pt x="14" y="0"/>
                    <a:pt x="10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ExtraShape20">
              <a:extLst>
                <a:ext uri="{FF2B5EF4-FFF2-40B4-BE49-F238E27FC236}">
                  <a16:creationId xmlns:a16="http://schemas.microsoft.com/office/drawing/2014/main" id="{4E48EA3F-4000-4259-9E2C-00246E5A4B61}"/>
                </a:ext>
              </a:extLst>
            </p:cNvPr>
            <p:cNvSpPr/>
            <p:nvPr/>
          </p:nvSpPr>
          <p:spPr bwMode="auto">
            <a:xfrm>
              <a:off x="3536743" y="3575991"/>
              <a:ext cx="162918" cy="89886"/>
            </a:xfrm>
            <a:custGeom>
              <a:avLst/>
              <a:gdLst>
                <a:gd name="T0" fmla="*/ 27 w 40"/>
                <a:gd name="T1" fmla="*/ 21 h 22"/>
                <a:gd name="T2" fmla="*/ 34 w 40"/>
                <a:gd name="T3" fmla="*/ 21 h 22"/>
                <a:gd name="T4" fmla="*/ 40 w 40"/>
                <a:gd name="T5" fmla="*/ 16 h 22"/>
                <a:gd name="T6" fmla="*/ 40 w 40"/>
                <a:gd name="T7" fmla="*/ 0 h 22"/>
                <a:gd name="T8" fmla="*/ 0 w 40"/>
                <a:gd name="T9" fmla="*/ 1 h 22"/>
                <a:gd name="T10" fmla="*/ 27 w 40"/>
                <a:gd name="T1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2">
                  <a:moveTo>
                    <a:pt x="27" y="21"/>
                  </a:moveTo>
                  <a:cubicBezTo>
                    <a:pt x="34" y="21"/>
                    <a:pt x="34" y="21"/>
                    <a:pt x="34" y="21"/>
                  </a:cubicBezTo>
                  <a:cubicBezTo>
                    <a:pt x="37" y="21"/>
                    <a:pt x="40" y="19"/>
                    <a:pt x="40" y="16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2"/>
                    <a:pt x="12" y="21"/>
                    <a:pt x="27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ExtraShape21">
              <a:extLst>
                <a:ext uri="{FF2B5EF4-FFF2-40B4-BE49-F238E27FC236}">
                  <a16:creationId xmlns:a16="http://schemas.microsoft.com/office/drawing/2014/main" id="{A6EA7877-FE2F-4495-A991-E0A1BF879AD8}"/>
                </a:ext>
              </a:extLst>
            </p:cNvPr>
            <p:cNvSpPr/>
            <p:nvPr/>
          </p:nvSpPr>
          <p:spPr bwMode="auto">
            <a:xfrm>
              <a:off x="4908904" y="3835816"/>
              <a:ext cx="2113718" cy="1615134"/>
            </a:xfrm>
            <a:custGeom>
              <a:avLst/>
              <a:gdLst>
                <a:gd name="T0" fmla="*/ 0 w 521"/>
                <a:gd name="T1" fmla="*/ 398 h 398"/>
                <a:gd name="T2" fmla="*/ 521 w 521"/>
                <a:gd name="T3" fmla="*/ 398 h 398"/>
                <a:gd name="T4" fmla="*/ 496 w 521"/>
                <a:gd name="T5" fmla="*/ 161 h 398"/>
                <a:gd name="T6" fmla="*/ 339 w 521"/>
                <a:gd name="T7" fmla="*/ 0 h 398"/>
                <a:gd name="T8" fmla="*/ 151 w 521"/>
                <a:gd name="T9" fmla="*/ 1 h 398"/>
                <a:gd name="T10" fmla="*/ 32 w 521"/>
                <a:gd name="T11" fmla="*/ 113 h 398"/>
                <a:gd name="T12" fmla="*/ 0 w 521"/>
                <a:gd name="T13" fmla="*/ 39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1" h="398">
                  <a:moveTo>
                    <a:pt x="0" y="398"/>
                  </a:moveTo>
                  <a:cubicBezTo>
                    <a:pt x="521" y="398"/>
                    <a:pt x="521" y="398"/>
                    <a:pt x="521" y="398"/>
                  </a:cubicBezTo>
                  <a:cubicBezTo>
                    <a:pt x="496" y="161"/>
                    <a:pt x="496" y="161"/>
                    <a:pt x="496" y="161"/>
                  </a:cubicBezTo>
                  <a:cubicBezTo>
                    <a:pt x="496" y="72"/>
                    <a:pt x="423" y="0"/>
                    <a:pt x="339" y="0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91" y="1"/>
                    <a:pt x="39" y="49"/>
                    <a:pt x="32" y="113"/>
                  </a:cubicBezTo>
                  <a:cubicBezTo>
                    <a:pt x="0" y="398"/>
                    <a:pt x="0" y="398"/>
                    <a:pt x="0" y="398"/>
                  </a:cubicBezTo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ExtraShape22">
              <a:extLst>
                <a:ext uri="{FF2B5EF4-FFF2-40B4-BE49-F238E27FC236}">
                  <a16:creationId xmlns:a16="http://schemas.microsoft.com/office/drawing/2014/main" id="{D131066F-EEF0-4FBE-BA35-52FE19309876}"/>
                </a:ext>
              </a:extLst>
            </p:cNvPr>
            <p:cNvSpPr/>
            <p:nvPr/>
          </p:nvSpPr>
          <p:spPr bwMode="auto">
            <a:xfrm>
              <a:off x="6500160" y="4408838"/>
              <a:ext cx="146064" cy="1037899"/>
            </a:xfrm>
            <a:custGeom>
              <a:avLst/>
              <a:gdLst>
                <a:gd name="T0" fmla="*/ 35 w 36"/>
                <a:gd name="T1" fmla="*/ 16 h 256"/>
                <a:gd name="T2" fmla="*/ 32 w 36"/>
                <a:gd name="T3" fmla="*/ 17 h 256"/>
                <a:gd name="T4" fmla="*/ 9 w 36"/>
                <a:gd name="T5" fmla="*/ 63 h 256"/>
                <a:gd name="T6" fmla="*/ 4 w 36"/>
                <a:gd name="T7" fmla="*/ 2 h 256"/>
                <a:gd name="T8" fmla="*/ 2 w 36"/>
                <a:gd name="T9" fmla="*/ 0 h 256"/>
                <a:gd name="T10" fmla="*/ 0 w 36"/>
                <a:gd name="T11" fmla="*/ 2 h 256"/>
                <a:gd name="T12" fmla="*/ 23 w 36"/>
                <a:gd name="T13" fmla="*/ 255 h 256"/>
                <a:gd name="T14" fmla="*/ 25 w 36"/>
                <a:gd name="T15" fmla="*/ 256 h 256"/>
                <a:gd name="T16" fmla="*/ 25 w 36"/>
                <a:gd name="T17" fmla="*/ 256 h 256"/>
                <a:gd name="T18" fmla="*/ 27 w 36"/>
                <a:gd name="T19" fmla="*/ 254 h 256"/>
                <a:gd name="T20" fmla="*/ 10 w 36"/>
                <a:gd name="T21" fmla="*/ 70 h 256"/>
                <a:gd name="T22" fmla="*/ 36 w 36"/>
                <a:gd name="T23" fmla="*/ 19 h 256"/>
                <a:gd name="T24" fmla="*/ 35 w 36"/>
                <a:gd name="T25" fmla="*/ 1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56">
                  <a:moveTo>
                    <a:pt x="35" y="16"/>
                  </a:moveTo>
                  <a:cubicBezTo>
                    <a:pt x="34" y="16"/>
                    <a:pt x="33" y="16"/>
                    <a:pt x="32" y="17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23" y="255"/>
                    <a:pt x="23" y="255"/>
                    <a:pt x="23" y="255"/>
                  </a:cubicBezTo>
                  <a:cubicBezTo>
                    <a:pt x="23" y="256"/>
                    <a:pt x="24" y="256"/>
                    <a:pt x="25" y="256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6" y="256"/>
                    <a:pt x="27" y="255"/>
                    <a:pt x="27" y="254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6" y="18"/>
                    <a:pt x="36" y="17"/>
                    <a:pt x="35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ExtraShape23">
              <a:extLst>
                <a:ext uri="{FF2B5EF4-FFF2-40B4-BE49-F238E27FC236}">
                  <a16:creationId xmlns:a16="http://schemas.microsoft.com/office/drawing/2014/main" id="{511C03F5-48D6-4E71-9AEC-D639F9B24164}"/>
                </a:ext>
              </a:extLst>
            </p:cNvPr>
            <p:cNvSpPr/>
            <p:nvPr/>
          </p:nvSpPr>
          <p:spPr bwMode="auto">
            <a:xfrm>
              <a:off x="5274064" y="2347084"/>
              <a:ext cx="949417" cy="1075820"/>
            </a:xfrm>
            <a:custGeom>
              <a:avLst/>
              <a:gdLst>
                <a:gd name="T0" fmla="*/ 229 w 234"/>
                <a:gd name="T1" fmla="*/ 79 h 265"/>
                <a:gd name="T2" fmla="*/ 170 w 234"/>
                <a:gd name="T3" fmla="*/ 25 h 265"/>
                <a:gd name="T4" fmla="*/ 137 w 234"/>
                <a:gd name="T5" fmla="*/ 33 h 265"/>
                <a:gd name="T6" fmla="*/ 94 w 234"/>
                <a:gd name="T7" fmla="*/ 1 h 265"/>
                <a:gd name="T8" fmla="*/ 45 w 234"/>
                <a:gd name="T9" fmla="*/ 36 h 265"/>
                <a:gd name="T10" fmla="*/ 40 w 234"/>
                <a:gd name="T11" fmla="*/ 35 h 265"/>
                <a:gd name="T12" fmla="*/ 1 w 234"/>
                <a:gd name="T13" fmla="*/ 70 h 265"/>
                <a:gd name="T14" fmla="*/ 31 w 234"/>
                <a:gd name="T15" fmla="*/ 107 h 265"/>
                <a:gd name="T16" fmla="*/ 32 w 234"/>
                <a:gd name="T17" fmla="*/ 114 h 265"/>
                <a:gd name="T18" fmla="*/ 28 w 234"/>
                <a:gd name="T19" fmla="*/ 190 h 265"/>
                <a:gd name="T20" fmla="*/ 91 w 234"/>
                <a:gd name="T21" fmla="*/ 260 h 265"/>
                <a:gd name="T22" fmla="*/ 159 w 234"/>
                <a:gd name="T23" fmla="*/ 263 h 265"/>
                <a:gd name="T24" fmla="*/ 229 w 234"/>
                <a:gd name="T25" fmla="*/ 199 h 265"/>
                <a:gd name="T26" fmla="*/ 233 w 234"/>
                <a:gd name="T27" fmla="*/ 107 h 265"/>
                <a:gd name="T28" fmla="*/ 229 w 234"/>
                <a:gd name="T29" fmla="*/ 7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4" h="265">
                  <a:moveTo>
                    <a:pt x="229" y="79"/>
                  </a:moveTo>
                  <a:cubicBezTo>
                    <a:pt x="225" y="50"/>
                    <a:pt x="201" y="27"/>
                    <a:pt x="170" y="25"/>
                  </a:cubicBezTo>
                  <a:cubicBezTo>
                    <a:pt x="158" y="24"/>
                    <a:pt x="147" y="27"/>
                    <a:pt x="137" y="33"/>
                  </a:cubicBezTo>
                  <a:cubicBezTo>
                    <a:pt x="130" y="15"/>
                    <a:pt x="114" y="2"/>
                    <a:pt x="94" y="1"/>
                  </a:cubicBezTo>
                  <a:cubicBezTo>
                    <a:pt x="71" y="0"/>
                    <a:pt x="51" y="15"/>
                    <a:pt x="45" y="36"/>
                  </a:cubicBezTo>
                  <a:cubicBezTo>
                    <a:pt x="43" y="35"/>
                    <a:pt x="42" y="35"/>
                    <a:pt x="40" y="35"/>
                  </a:cubicBezTo>
                  <a:cubicBezTo>
                    <a:pt x="19" y="34"/>
                    <a:pt x="2" y="50"/>
                    <a:pt x="1" y="70"/>
                  </a:cubicBezTo>
                  <a:cubicBezTo>
                    <a:pt x="0" y="88"/>
                    <a:pt x="13" y="104"/>
                    <a:pt x="31" y="107"/>
                  </a:cubicBezTo>
                  <a:cubicBezTo>
                    <a:pt x="31" y="110"/>
                    <a:pt x="31" y="112"/>
                    <a:pt x="32" y="114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6" y="226"/>
                    <a:pt x="55" y="258"/>
                    <a:pt x="91" y="260"/>
                  </a:cubicBezTo>
                  <a:cubicBezTo>
                    <a:pt x="159" y="263"/>
                    <a:pt x="159" y="263"/>
                    <a:pt x="159" y="263"/>
                  </a:cubicBezTo>
                  <a:cubicBezTo>
                    <a:pt x="196" y="265"/>
                    <a:pt x="227" y="236"/>
                    <a:pt x="229" y="199"/>
                  </a:cubicBezTo>
                  <a:cubicBezTo>
                    <a:pt x="233" y="107"/>
                    <a:pt x="233" y="107"/>
                    <a:pt x="233" y="107"/>
                  </a:cubicBezTo>
                  <a:cubicBezTo>
                    <a:pt x="234" y="97"/>
                    <a:pt x="232" y="88"/>
                    <a:pt x="229" y="79"/>
                  </a:cubicBezTo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ExtraShape24">
              <a:extLst>
                <a:ext uri="{FF2B5EF4-FFF2-40B4-BE49-F238E27FC236}">
                  <a16:creationId xmlns:a16="http://schemas.microsoft.com/office/drawing/2014/main" id="{FE278127-F01A-4ABD-9C48-0336E941C2E6}"/>
                </a:ext>
              </a:extLst>
            </p:cNvPr>
            <p:cNvSpPr/>
            <p:nvPr/>
          </p:nvSpPr>
          <p:spPr bwMode="auto">
            <a:xfrm>
              <a:off x="5379399" y="2834434"/>
              <a:ext cx="848296" cy="1273849"/>
            </a:xfrm>
            <a:custGeom>
              <a:avLst/>
              <a:gdLst>
                <a:gd name="T0" fmla="*/ 185 w 209"/>
                <a:gd name="T1" fmla="*/ 58 h 314"/>
                <a:gd name="T2" fmla="*/ 186 w 209"/>
                <a:gd name="T3" fmla="*/ 40 h 314"/>
                <a:gd name="T4" fmla="*/ 183 w 209"/>
                <a:gd name="T5" fmla="*/ 12 h 314"/>
                <a:gd name="T6" fmla="*/ 138 w 209"/>
                <a:gd name="T7" fmla="*/ 29 h 314"/>
                <a:gd name="T8" fmla="*/ 89 w 209"/>
                <a:gd name="T9" fmla="*/ 0 h 314"/>
                <a:gd name="T10" fmla="*/ 46 w 209"/>
                <a:gd name="T11" fmla="*/ 29 h 314"/>
                <a:gd name="T12" fmla="*/ 12 w 209"/>
                <a:gd name="T13" fmla="*/ 10 h 314"/>
                <a:gd name="T14" fmla="*/ 9 w 209"/>
                <a:gd name="T15" fmla="*/ 28 h 314"/>
                <a:gd name="T16" fmla="*/ 3 w 209"/>
                <a:gd name="T17" fmla="*/ 120 h 314"/>
                <a:gd name="T18" fmla="*/ 49 w 209"/>
                <a:gd name="T19" fmla="*/ 199 h 314"/>
                <a:gd name="T20" fmla="*/ 49 w 209"/>
                <a:gd name="T21" fmla="*/ 199 h 314"/>
                <a:gd name="T22" fmla="*/ 54 w 209"/>
                <a:gd name="T23" fmla="*/ 240 h 314"/>
                <a:gd name="T24" fmla="*/ 133 w 209"/>
                <a:gd name="T25" fmla="*/ 310 h 314"/>
                <a:gd name="T26" fmla="*/ 197 w 209"/>
                <a:gd name="T27" fmla="*/ 226 h 314"/>
                <a:gd name="T28" fmla="*/ 181 w 209"/>
                <a:gd name="T29" fmla="*/ 126 h 314"/>
                <a:gd name="T30" fmla="*/ 181 w 209"/>
                <a:gd name="T31" fmla="*/ 119 h 314"/>
                <a:gd name="T32" fmla="*/ 208 w 209"/>
                <a:gd name="T33" fmla="*/ 90 h 314"/>
                <a:gd name="T34" fmla="*/ 185 w 209"/>
                <a:gd name="T35" fmla="*/ 58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9" h="314">
                  <a:moveTo>
                    <a:pt x="185" y="58"/>
                  </a:moveTo>
                  <a:cubicBezTo>
                    <a:pt x="186" y="40"/>
                    <a:pt x="186" y="40"/>
                    <a:pt x="186" y="40"/>
                  </a:cubicBezTo>
                  <a:cubicBezTo>
                    <a:pt x="187" y="30"/>
                    <a:pt x="186" y="21"/>
                    <a:pt x="183" y="12"/>
                  </a:cubicBezTo>
                  <a:cubicBezTo>
                    <a:pt x="172" y="23"/>
                    <a:pt x="156" y="30"/>
                    <a:pt x="138" y="29"/>
                  </a:cubicBezTo>
                  <a:cubicBezTo>
                    <a:pt x="117" y="28"/>
                    <a:pt x="99" y="17"/>
                    <a:pt x="89" y="0"/>
                  </a:cubicBezTo>
                  <a:cubicBezTo>
                    <a:pt x="83" y="18"/>
                    <a:pt x="66" y="30"/>
                    <a:pt x="46" y="29"/>
                  </a:cubicBezTo>
                  <a:cubicBezTo>
                    <a:pt x="32" y="29"/>
                    <a:pt x="19" y="21"/>
                    <a:pt x="12" y="10"/>
                  </a:cubicBezTo>
                  <a:cubicBezTo>
                    <a:pt x="10" y="16"/>
                    <a:pt x="9" y="22"/>
                    <a:pt x="9" y="28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0" y="154"/>
                    <a:pt x="20" y="185"/>
                    <a:pt x="49" y="199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4" y="240"/>
                    <a:pt x="54" y="240"/>
                    <a:pt x="54" y="240"/>
                  </a:cubicBezTo>
                  <a:cubicBezTo>
                    <a:pt x="58" y="282"/>
                    <a:pt x="94" y="314"/>
                    <a:pt x="133" y="310"/>
                  </a:cubicBezTo>
                  <a:cubicBezTo>
                    <a:pt x="173" y="306"/>
                    <a:pt x="201" y="269"/>
                    <a:pt x="197" y="2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96" y="117"/>
                    <a:pt x="207" y="105"/>
                    <a:pt x="208" y="90"/>
                  </a:cubicBezTo>
                  <a:cubicBezTo>
                    <a:pt x="209" y="75"/>
                    <a:pt x="199" y="62"/>
                    <a:pt x="185" y="58"/>
                  </a:cubicBezTo>
                </a:path>
              </a:pathLst>
            </a:custGeom>
            <a:solidFill>
              <a:srgbClr val="FFBD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ExtraShape25">
              <a:extLst>
                <a:ext uri="{FF2B5EF4-FFF2-40B4-BE49-F238E27FC236}">
                  <a16:creationId xmlns:a16="http://schemas.microsoft.com/office/drawing/2014/main" id="{67E58832-147B-4F08-99C4-71755D861191}"/>
                </a:ext>
              </a:extLst>
            </p:cNvPr>
            <p:cNvSpPr/>
            <p:nvPr/>
          </p:nvSpPr>
          <p:spPr bwMode="auto">
            <a:xfrm>
              <a:off x="6118146" y="3126563"/>
              <a:ext cx="56179" cy="141851"/>
            </a:xfrm>
            <a:custGeom>
              <a:avLst/>
              <a:gdLst>
                <a:gd name="T0" fmla="*/ 2 w 14"/>
                <a:gd name="T1" fmla="*/ 0 h 35"/>
                <a:gd name="T2" fmla="*/ 0 w 14"/>
                <a:gd name="T3" fmla="*/ 35 h 35"/>
                <a:gd name="T4" fmla="*/ 13 w 14"/>
                <a:gd name="T5" fmla="*/ 18 h 35"/>
                <a:gd name="T6" fmla="*/ 2 w 14"/>
                <a:gd name="T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5">
                  <a:moveTo>
                    <a:pt x="2" y="0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8" y="31"/>
                    <a:pt x="13" y="25"/>
                    <a:pt x="13" y="18"/>
                  </a:cubicBezTo>
                  <a:cubicBezTo>
                    <a:pt x="14" y="11"/>
                    <a:pt x="9" y="4"/>
                    <a:pt x="2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ExtraShape26">
              <a:extLst>
                <a:ext uri="{FF2B5EF4-FFF2-40B4-BE49-F238E27FC236}">
                  <a16:creationId xmlns:a16="http://schemas.microsoft.com/office/drawing/2014/main" id="{33292B27-F5A1-47CE-BD83-1205C63CC7FB}"/>
                </a:ext>
              </a:extLst>
            </p:cNvPr>
            <p:cNvSpPr/>
            <p:nvPr/>
          </p:nvSpPr>
          <p:spPr bwMode="auto">
            <a:xfrm>
              <a:off x="6150449" y="3118136"/>
              <a:ext cx="44943" cy="60392"/>
            </a:xfrm>
            <a:custGeom>
              <a:avLst/>
              <a:gdLst>
                <a:gd name="T0" fmla="*/ 9 w 11"/>
                <a:gd name="T1" fmla="*/ 15 h 15"/>
                <a:gd name="T2" fmla="*/ 9 w 11"/>
                <a:gd name="T3" fmla="*/ 15 h 15"/>
                <a:gd name="T4" fmla="*/ 8 w 11"/>
                <a:gd name="T5" fmla="*/ 14 h 15"/>
                <a:gd name="T6" fmla="*/ 1 w 11"/>
                <a:gd name="T7" fmla="*/ 2 h 15"/>
                <a:gd name="T8" fmla="*/ 0 w 11"/>
                <a:gd name="T9" fmla="*/ 1 h 15"/>
                <a:gd name="T10" fmla="*/ 1 w 11"/>
                <a:gd name="T11" fmla="*/ 0 h 15"/>
                <a:gd name="T12" fmla="*/ 7 w 11"/>
                <a:gd name="T13" fmla="*/ 3 h 15"/>
                <a:gd name="T14" fmla="*/ 10 w 11"/>
                <a:gd name="T15" fmla="*/ 14 h 15"/>
                <a:gd name="T16" fmla="*/ 9 w 11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8" y="15"/>
                    <a:pt x="8" y="14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4" y="1"/>
                    <a:pt x="7" y="3"/>
                  </a:cubicBezTo>
                  <a:cubicBezTo>
                    <a:pt x="9" y="5"/>
                    <a:pt x="11" y="8"/>
                    <a:pt x="10" y="14"/>
                  </a:cubicBezTo>
                  <a:cubicBezTo>
                    <a:pt x="10" y="15"/>
                    <a:pt x="10" y="15"/>
                    <a:pt x="9" y="15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ExtraShape27">
              <a:extLst>
                <a:ext uri="{FF2B5EF4-FFF2-40B4-BE49-F238E27FC236}">
                  <a16:creationId xmlns:a16="http://schemas.microsoft.com/office/drawing/2014/main" id="{F49A4A8E-117D-4FC0-B8BE-1DCEB10D81BA}"/>
                </a:ext>
              </a:extLst>
            </p:cNvPr>
            <p:cNvSpPr/>
            <p:nvPr/>
          </p:nvSpPr>
          <p:spPr bwMode="auto">
            <a:xfrm>
              <a:off x="5578832" y="3642000"/>
              <a:ext cx="2809" cy="7023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1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8B8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ExtraShape28">
              <a:extLst>
                <a:ext uri="{FF2B5EF4-FFF2-40B4-BE49-F238E27FC236}">
                  <a16:creationId xmlns:a16="http://schemas.microsoft.com/office/drawing/2014/main" id="{2D609B46-0E1C-4C48-A391-134914664486}"/>
                </a:ext>
              </a:extLst>
            </p:cNvPr>
            <p:cNvSpPr/>
            <p:nvPr/>
          </p:nvSpPr>
          <p:spPr bwMode="auto">
            <a:xfrm>
              <a:off x="5578832" y="3564755"/>
              <a:ext cx="449428" cy="178367"/>
            </a:xfrm>
            <a:custGeom>
              <a:avLst/>
              <a:gdLst>
                <a:gd name="T0" fmla="*/ 111 w 111"/>
                <a:gd name="T1" fmla="*/ 0 h 44"/>
                <a:gd name="T2" fmla="*/ 47 w 111"/>
                <a:gd name="T3" fmla="*/ 29 h 44"/>
                <a:gd name="T4" fmla="*/ 42 w 111"/>
                <a:gd name="T5" fmla="*/ 29 h 44"/>
                <a:gd name="T6" fmla="*/ 32 w 111"/>
                <a:gd name="T7" fmla="*/ 28 h 44"/>
                <a:gd name="T8" fmla="*/ 0 w 111"/>
                <a:gd name="T9" fmla="*/ 19 h 44"/>
                <a:gd name="T10" fmla="*/ 1 w 111"/>
                <a:gd name="T11" fmla="*/ 21 h 44"/>
                <a:gd name="T12" fmla="*/ 48 w 111"/>
                <a:gd name="T13" fmla="*/ 44 h 44"/>
                <a:gd name="T14" fmla="*/ 62 w 111"/>
                <a:gd name="T15" fmla="*/ 43 h 44"/>
                <a:gd name="T16" fmla="*/ 111 w 111"/>
                <a:gd name="T1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44">
                  <a:moveTo>
                    <a:pt x="111" y="0"/>
                  </a:moveTo>
                  <a:cubicBezTo>
                    <a:pt x="96" y="18"/>
                    <a:pt x="73" y="29"/>
                    <a:pt x="47" y="29"/>
                  </a:cubicBezTo>
                  <a:cubicBezTo>
                    <a:pt x="45" y="29"/>
                    <a:pt x="44" y="29"/>
                    <a:pt x="4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21" y="27"/>
                    <a:pt x="10" y="24"/>
                    <a:pt x="0" y="19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8" y="35"/>
                    <a:pt x="27" y="44"/>
                    <a:pt x="48" y="44"/>
                  </a:cubicBezTo>
                  <a:cubicBezTo>
                    <a:pt x="53" y="44"/>
                    <a:pt x="57" y="44"/>
                    <a:pt x="62" y="43"/>
                  </a:cubicBezTo>
                  <a:cubicBezTo>
                    <a:pt x="89" y="38"/>
                    <a:pt x="109" y="20"/>
                    <a:pt x="111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ExtraShape29">
              <a:extLst>
                <a:ext uri="{FF2B5EF4-FFF2-40B4-BE49-F238E27FC236}">
                  <a16:creationId xmlns:a16="http://schemas.microsoft.com/office/drawing/2014/main" id="{BDFB4D4F-1B5A-45F0-8F4D-3591D7952FA9}"/>
                </a:ext>
              </a:extLst>
            </p:cNvPr>
            <p:cNvSpPr/>
            <p:nvPr/>
          </p:nvSpPr>
          <p:spPr bwMode="auto">
            <a:xfrm>
              <a:off x="5521250" y="3109709"/>
              <a:ext cx="40730" cy="73032"/>
            </a:xfrm>
            <a:custGeom>
              <a:avLst/>
              <a:gdLst>
                <a:gd name="T0" fmla="*/ 4 w 10"/>
                <a:gd name="T1" fmla="*/ 18 h 18"/>
                <a:gd name="T2" fmla="*/ 4 w 10"/>
                <a:gd name="T3" fmla="*/ 18 h 18"/>
                <a:gd name="T4" fmla="*/ 0 w 10"/>
                <a:gd name="T5" fmla="*/ 13 h 18"/>
                <a:gd name="T6" fmla="*/ 1 w 10"/>
                <a:gd name="T7" fmla="*/ 5 h 18"/>
                <a:gd name="T8" fmla="*/ 5 w 10"/>
                <a:gd name="T9" fmla="*/ 1 h 18"/>
                <a:gd name="T10" fmla="*/ 9 w 10"/>
                <a:gd name="T11" fmla="*/ 5 h 18"/>
                <a:gd name="T12" fmla="*/ 9 w 10"/>
                <a:gd name="T13" fmla="*/ 14 h 18"/>
                <a:gd name="T14" fmla="*/ 4 w 10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2" y="18"/>
                    <a:pt x="0" y="16"/>
                    <a:pt x="0" y="1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2"/>
                    <a:pt x="3" y="0"/>
                    <a:pt x="5" y="1"/>
                  </a:cubicBezTo>
                  <a:cubicBezTo>
                    <a:pt x="8" y="1"/>
                    <a:pt x="10" y="3"/>
                    <a:pt x="9" y="5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6"/>
                    <a:pt x="7" y="18"/>
                    <a:pt x="4" y="18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ExtraShape30">
              <a:extLst>
                <a:ext uri="{FF2B5EF4-FFF2-40B4-BE49-F238E27FC236}">
                  <a16:creationId xmlns:a16="http://schemas.microsoft.com/office/drawing/2014/main" id="{0D64444A-7219-4852-BB4B-70675961D7EE}"/>
                </a:ext>
              </a:extLst>
            </p:cNvPr>
            <p:cNvSpPr/>
            <p:nvPr/>
          </p:nvSpPr>
          <p:spPr bwMode="auto">
            <a:xfrm>
              <a:off x="5830232" y="3137798"/>
              <a:ext cx="40730" cy="73032"/>
            </a:xfrm>
            <a:custGeom>
              <a:avLst/>
              <a:gdLst>
                <a:gd name="T0" fmla="*/ 5 w 10"/>
                <a:gd name="T1" fmla="*/ 18 h 18"/>
                <a:gd name="T2" fmla="*/ 5 w 10"/>
                <a:gd name="T3" fmla="*/ 18 h 18"/>
                <a:gd name="T4" fmla="*/ 1 w 10"/>
                <a:gd name="T5" fmla="*/ 13 h 18"/>
                <a:gd name="T6" fmla="*/ 1 w 10"/>
                <a:gd name="T7" fmla="*/ 4 h 18"/>
                <a:gd name="T8" fmla="*/ 6 w 10"/>
                <a:gd name="T9" fmla="*/ 0 h 18"/>
                <a:gd name="T10" fmla="*/ 10 w 10"/>
                <a:gd name="T11" fmla="*/ 5 h 18"/>
                <a:gd name="T12" fmla="*/ 9 w 10"/>
                <a:gd name="T13" fmla="*/ 14 h 18"/>
                <a:gd name="T14" fmla="*/ 5 w 10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5" y="18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2" y="18"/>
                    <a:pt x="0" y="16"/>
                    <a:pt x="1" y="1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8" y="1"/>
                    <a:pt x="10" y="3"/>
                    <a:pt x="10" y="5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6"/>
                    <a:pt x="7" y="18"/>
                    <a:pt x="5" y="18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ExtraShape31">
              <a:extLst>
                <a:ext uri="{FF2B5EF4-FFF2-40B4-BE49-F238E27FC236}">
                  <a16:creationId xmlns:a16="http://schemas.microsoft.com/office/drawing/2014/main" id="{75F37933-59DC-48C9-A551-FA522C2B5C3D}"/>
                </a:ext>
              </a:extLst>
            </p:cNvPr>
            <p:cNvSpPr/>
            <p:nvPr/>
          </p:nvSpPr>
          <p:spPr bwMode="auto">
            <a:xfrm>
              <a:off x="5484734" y="3000161"/>
              <a:ext cx="113762" cy="68819"/>
            </a:xfrm>
            <a:custGeom>
              <a:avLst/>
              <a:gdLst>
                <a:gd name="T0" fmla="*/ 25 w 28"/>
                <a:gd name="T1" fmla="*/ 16 h 17"/>
                <a:gd name="T2" fmla="*/ 19 w 28"/>
                <a:gd name="T3" fmla="*/ 16 h 17"/>
                <a:gd name="T4" fmla="*/ 13 w 28"/>
                <a:gd name="T5" fmla="*/ 14 h 17"/>
                <a:gd name="T6" fmla="*/ 7 w 28"/>
                <a:gd name="T7" fmla="*/ 13 h 17"/>
                <a:gd name="T8" fmla="*/ 2 w 28"/>
                <a:gd name="T9" fmla="*/ 12 h 17"/>
                <a:gd name="T10" fmla="*/ 2 w 28"/>
                <a:gd name="T11" fmla="*/ 5 h 17"/>
                <a:gd name="T12" fmla="*/ 15 w 28"/>
                <a:gd name="T13" fmla="*/ 1 h 17"/>
                <a:gd name="T14" fmla="*/ 27 w 28"/>
                <a:gd name="T15" fmla="*/ 10 h 17"/>
                <a:gd name="T16" fmla="*/ 25 w 28"/>
                <a:gd name="T17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7">
                  <a:moveTo>
                    <a:pt x="25" y="16"/>
                  </a:moveTo>
                  <a:cubicBezTo>
                    <a:pt x="24" y="17"/>
                    <a:pt x="21" y="16"/>
                    <a:pt x="19" y="16"/>
                  </a:cubicBezTo>
                  <a:cubicBezTo>
                    <a:pt x="17" y="15"/>
                    <a:pt x="15" y="14"/>
                    <a:pt x="13" y="14"/>
                  </a:cubicBezTo>
                  <a:cubicBezTo>
                    <a:pt x="12" y="14"/>
                    <a:pt x="9" y="14"/>
                    <a:pt x="7" y="13"/>
                  </a:cubicBezTo>
                  <a:cubicBezTo>
                    <a:pt x="5" y="13"/>
                    <a:pt x="3" y="13"/>
                    <a:pt x="2" y="12"/>
                  </a:cubicBezTo>
                  <a:cubicBezTo>
                    <a:pt x="0" y="10"/>
                    <a:pt x="0" y="8"/>
                    <a:pt x="2" y="5"/>
                  </a:cubicBezTo>
                  <a:cubicBezTo>
                    <a:pt x="4" y="2"/>
                    <a:pt x="9" y="0"/>
                    <a:pt x="15" y="1"/>
                  </a:cubicBezTo>
                  <a:cubicBezTo>
                    <a:pt x="21" y="2"/>
                    <a:pt x="25" y="6"/>
                    <a:pt x="27" y="10"/>
                  </a:cubicBezTo>
                  <a:cubicBezTo>
                    <a:pt x="28" y="13"/>
                    <a:pt x="27" y="15"/>
                    <a:pt x="25" y="16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ExtraShape32">
              <a:extLst>
                <a:ext uri="{FF2B5EF4-FFF2-40B4-BE49-F238E27FC236}">
                  <a16:creationId xmlns:a16="http://schemas.microsoft.com/office/drawing/2014/main" id="{32E0AD82-C12A-4B66-BB94-E70361E07784}"/>
                </a:ext>
              </a:extLst>
            </p:cNvPr>
            <p:cNvSpPr/>
            <p:nvPr/>
          </p:nvSpPr>
          <p:spPr bwMode="auto">
            <a:xfrm>
              <a:off x="5830232" y="3028250"/>
              <a:ext cx="113762" cy="77246"/>
            </a:xfrm>
            <a:custGeom>
              <a:avLst/>
              <a:gdLst>
                <a:gd name="T0" fmla="*/ 25 w 28"/>
                <a:gd name="T1" fmla="*/ 18 h 19"/>
                <a:gd name="T2" fmla="*/ 19 w 28"/>
                <a:gd name="T3" fmla="*/ 18 h 19"/>
                <a:gd name="T4" fmla="*/ 13 w 28"/>
                <a:gd name="T5" fmla="*/ 16 h 19"/>
                <a:gd name="T6" fmla="*/ 7 w 28"/>
                <a:gd name="T7" fmla="*/ 14 h 19"/>
                <a:gd name="T8" fmla="*/ 1 w 28"/>
                <a:gd name="T9" fmla="*/ 12 h 19"/>
                <a:gd name="T10" fmla="*/ 2 w 28"/>
                <a:gd name="T11" fmla="*/ 5 h 19"/>
                <a:gd name="T12" fmla="*/ 15 w 28"/>
                <a:gd name="T13" fmla="*/ 2 h 19"/>
                <a:gd name="T14" fmla="*/ 26 w 28"/>
                <a:gd name="T15" fmla="*/ 12 h 19"/>
                <a:gd name="T16" fmla="*/ 25 w 28"/>
                <a:gd name="T1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9">
                  <a:moveTo>
                    <a:pt x="25" y="18"/>
                  </a:moveTo>
                  <a:cubicBezTo>
                    <a:pt x="23" y="19"/>
                    <a:pt x="21" y="18"/>
                    <a:pt x="19" y="18"/>
                  </a:cubicBezTo>
                  <a:cubicBezTo>
                    <a:pt x="17" y="17"/>
                    <a:pt x="15" y="16"/>
                    <a:pt x="13" y="16"/>
                  </a:cubicBezTo>
                  <a:cubicBezTo>
                    <a:pt x="11" y="15"/>
                    <a:pt x="9" y="15"/>
                    <a:pt x="7" y="14"/>
                  </a:cubicBezTo>
                  <a:cubicBezTo>
                    <a:pt x="5" y="14"/>
                    <a:pt x="3" y="14"/>
                    <a:pt x="1" y="12"/>
                  </a:cubicBezTo>
                  <a:cubicBezTo>
                    <a:pt x="0" y="11"/>
                    <a:pt x="0" y="8"/>
                    <a:pt x="2" y="5"/>
                  </a:cubicBezTo>
                  <a:cubicBezTo>
                    <a:pt x="4" y="3"/>
                    <a:pt x="9" y="0"/>
                    <a:pt x="15" y="2"/>
                  </a:cubicBezTo>
                  <a:cubicBezTo>
                    <a:pt x="21" y="4"/>
                    <a:pt x="25" y="8"/>
                    <a:pt x="26" y="12"/>
                  </a:cubicBezTo>
                  <a:cubicBezTo>
                    <a:pt x="28" y="16"/>
                    <a:pt x="27" y="18"/>
                    <a:pt x="25" y="18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ExtraShape33">
              <a:extLst>
                <a:ext uri="{FF2B5EF4-FFF2-40B4-BE49-F238E27FC236}">
                  <a16:creationId xmlns:a16="http://schemas.microsoft.com/office/drawing/2014/main" id="{6D84D73D-3C6B-47E7-AF39-21F58201397E}"/>
                </a:ext>
              </a:extLst>
            </p:cNvPr>
            <p:cNvSpPr/>
            <p:nvPr/>
          </p:nvSpPr>
          <p:spPr bwMode="auto">
            <a:xfrm>
              <a:off x="5606922" y="3017014"/>
              <a:ext cx="161514" cy="251400"/>
            </a:xfrm>
            <a:custGeom>
              <a:avLst/>
              <a:gdLst>
                <a:gd name="T0" fmla="*/ 38 w 40"/>
                <a:gd name="T1" fmla="*/ 62 h 62"/>
                <a:gd name="T2" fmla="*/ 38 w 40"/>
                <a:gd name="T3" fmla="*/ 62 h 62"/>
                <a:gd name="T4" fmla="*/ 16 w 40"/>
                <a:gd name="T5" fmla="*/ 62 h 62"/>
                <a:gd name="T6" fmla="*/ 4 w 40"/>
                <a:gd name="T7" fmla="*/ 55 h 62"/>
                <a:gd name="T8" fmla="*/ 2 w 40"/>
                <a:gd name="T9" fmla="*/ 42 h 62"/>
                <a:gd name="T10" fmla="*/ 18 w 40"/>
                <a:gd name="T11" fmla="*/ 1 h 62"/>
                <a:gd name="T12" fmla="*/ 21 w 40"/>
                <a:gd name="T13" fmla="*/ 0 h 62"/>
                <a:gd name="T14" fmla="*/ 22 w 40"/>
                <a:gd name="T15" fmla="*/ 3 h 62"/>
                <a:gd name="T16" fmla="*/ 6 w 40"/>
                <a:gd name="T17" fmla="*/ 43 h 62"/>
                <a:gd name="T18" fmla="*/ 7 w 40"/>
                <a:gd name="T19" fmla="*/ 53 h 62"/>
                <a:gd name="T20" fmla="*/ 16 w 40"/>
                <a:gd name="T21" fmla="*/ 58 h 62"/>
                <a:gd name="T22" fmla="*/ 38 w 40"/>
                <a:gd name="T23" fmla="*/ 58 h 62"/>
                <a:gd name="T24" fmla="*/ 40 w 40"/>
                <a:gd name="T25" fmla="*/ 60 h 62"/>
                <a:gd name="T26" fmla="*/ 38 w 40"/>
                <a:gd name="T2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62">
                  <a:moveTo>
                    <a:pt x="38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1" y="62"/>
                    <a:pt x="6" y="60"/>
                    <a:pt x="4" y="55"/>
                  </a:cubicBezTo>
                  <a:cubicBezTo>
                    <a:pt x="1" y="51"/>
                    <a:pt x="0" y="46"/>
                    <a:pt x="2" y="4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2" y="0"/>
                    <a:pt x="22" y="2"/>
                    <a:pt x="22" y="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6"/>
                    <a:pt x="5" y="50"/>
                    <a:pt x="7" y="53"/>
                  </a:cubicBezTo>
                  <a:cubicBezTo>
                    <a:pt x="9" y="56"/>
                    <a:pt x="12" y="58"/>
                    <a:pt x="16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9" y="58"/>
                    <a:pt x="40" y="59"/>
                    <a:pt x="40" y="60"/>
                  </a:cubicBezTo>
                  <a:cubicBezTo>
                    <a:pt x="40" y="62"/>
                    <a:pt x="39" y="62"/>
                    <a:pt x="38" y="62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ExtraShape34">
              <a:extLst>
                <a:ext uri="{FF2B5EF4-FFF2-40B4-BE49-F238E27FC236}">
                  <a16:creationId xmlns:a16="http://schemas.microsoft.com/office/drawing/2014/main" id="{57212F28-44EB-4628-BE89-6B3BDEEC2F7D}"/>
                </a:ext>
              </a:extLst>
            </p:cNvPr>
            <p:cNvSpPr/>
            <p:nvPr/>
          </p:nvSpPr>
          <p:spPr bwMode="auto">
            <a:xfrm>
              <a:off x="5667314" y="3446780"/>
              <a:ext cx="150278" cy="53370"/>
            </a:xfrm>
            <a:custGeom>
              <a:avLst/>
              <a:gdLst>
                <a:gd name="T0" fmla="*/ 18 w 37"/>
                <a:gd name="T1" fmla="*/ 0 h 13"/>
                <a:gd name="T2" fmla="*/ 1 w 37"/>
                <a:gd name="T3" fmla="*/ 10 h 13"/>
                <a:gd name="T4" fmla="*/ 1 w 37"/>
                <a:gd name="T5" fmla="*/ 12 h 13"/>
                <a:gd name="T6" fmla="*/ 2 w 37"/>
                <a:gd name="T7" fmla="*/ 13 h 13"/>
                <a:gd name="T8" fmla="*/ 4 w 37"/>
                <a:gd name="T9" fmla="*/ 12 h 13"/>
                <a:gd name="T10" fmla="*/ 18 w 37"/>
                <a:gd name="T11" fmla="*/ 3 h 13"/>
                <a:gd name="T12" fmla="*/ 33 w 37"/>
                <a:gd name="T13" fmla="*/ 12 h 13"/>
                <a:gd name="T14" fmla="*/ 35 w 37"/>
                <a:gd name="T15" fmla="*/ 13 h 13"/>
                <a:gd name="T16" fmla="*/ 35 w 37"/>
                <a:gd name="T17" fmla="*/ 12 h 13"/>
                <a:gd name="T18" fmla="*/ 36 w 37"/>
                <a:gd name="T19" fmla="*/ 10 h 13"/>
                <a:gd name="T20" fmla="*/ 18 w 37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13">
                  <a:moveTo>
                    <a:pt x="18" y="0"/>
                  </a:moveTo>
                  <a:cubicBezTo>
                    <a:pt x="11" y="0"/>
                    <a:pt x="4" y="4"/>
                    <a:pt x="1" y="10"/>
                  </a:cubicBezTo>
                  <a:cubicBezTo>
                    <a:pt x="0" y="11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3"/>
                    <a:pt x="4" y="12"/>
                    <a:pt x="4" y="12"/>
                  </a:cubicBezTo>
                  <a:cubicBezTo>
                    <a:pt x="7" y="7"/>
                    <a:pt x="12" y="3"/>
                    <a:pt x="18" y="3"/>
                  </a:cubicBezTo>
                  <a:cubicBezTo>
                    <a:pt x="24" y="3"/>
                    <a:pt x="30" y="7"/>
                    <a:pt x="33" y="12"/>
                  </a:cubicBezTo>
                  <a:cubicBezTo>
                    <a:pt x="33" y="12"/>
                    <a:pt x="34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7" y="11"/>
                    <a:pt x="36" y="10"/>
                  </a:cubicBezTo>
                  <a:cubicBezTo>
                    <a:pt x="32" y="4"/>
                    <a:pt x="26" y="0"/>
                    <a:pt x="18" y="0"/>
                  </a:cubicBezTo>
                </a:path>
              </a:pathLst>
            </a:custGeom>
            <a:solidFill>
              <a:srgbClr val="FFA2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ExtraShape35">
              <a:extLst>
                <a:ext uri="{FF2B5EF4-FFF2-40B4-BE49-F238E27FC236}">
                  <a16:creationId xmlns:a16="http://schemas.microsoft.com/office/drawing/2014/main" id="{FFD793F5-C19B-4A9D-A5B3-BCA18D0EF482}"/>
                </a:ext>
              </a:extLst>
            </p:cNvPr>
            <p:cNvSpPr/>
            <p:nvPr/>
          </p:nvSpPr>
          <p:spPr bwMode="auto">
            <a:xfrm>
              <a:off x="5712257" y="3272627"/>
              <a:ext cx="251399" cy="150278"/>
            </a:xfrm>
            <a:custGeom>
              <a:avLst/>
              <a:gdLst>
                <a:gd name="T0" fmla="*/ 24 w 62"/>
                <a:gd name="T1" fmla="*/ 34 h 37"/>
                <a:gd name="T2" fmla="*/ 14 w 62"/>
                <a:gd name="T3" fmla="*/ 36 h 37"/>
                <a:gd name="T4" fmla="*/ 4 w 62"/>
                <a:gd name="T5" fmla="*/ 32 h 37"/>
                <a:gd name="T6" fmla="*/ 0 w 62"/>
                <a:gd name="T7" fmla="*/ 10 h 37"/>
                <a:gd name="T8" fmla="*/ 57 w 62"/>
                <a:gd name="T9" fmla="*/ 0 h 37"/>
                <a:gd name="T10" fmla="*/ 24 w 62"/>
                <a:gd name="T11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37">
                  <a:moveTo>
                    <a:pt x="24" y="34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9" y="37"/>
                    <a:pt x="5" y="35"/>
                    <a:pt x="4" y="3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2" y="30"/>
                    <a:pt x="45" y="30"/>
                    <a:pt x="24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ExtraShape36">
              <a:extLst>
                <a:ext uri="{FF2B5EF4-FFF2-40B4-BE49-F238E27FC236}">
                  <a16:creationId xmlns:a16="http://schemas.microsoft.com/office/drawing/2014/main" id="{388BE26E-D302-4353-9BF4-63526B3C2AAE}"/>
                </a:ext>
              </a:extLst>
            </p:cNvPr>
            <p:cNvSpPr/>
            <p:nvPr/>
          </p:nvSpPr>
          <p:spPr bwMode="auto">
            <a:xfrm>
              <a:off x="5403275" y="3799300"/>
              <a:ext cx="491562" cy="540719"/>
            </a:xfrm>
            <a:custGeom>
              <a:avLst/>
              <a:gdLst>
                <a:gd name="T0" fmla="*/ 116 w 350"/>
                <a:gd name="T1" fmla="*/ 0 h 385"/>
                <a:gd name="T2" fmla="*/ 0 w 350"/>
                <a:gd name="T3" fmla="*/ 174 h 385"/>
                <a:gd name="T4" fmla="*/ 255 w 350"/>
                <a:gd name="T5" fmla="*/ 385 h 385"/>
                <a:gd name="T6" fmla="*/ 350 w 350"/>
                <a:gd name="T7" fmla="*/ 194 h 385"/>
                <a:gd name="T8" fmla="*/ 116 w 350"/>
                <a:gd name="T9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" h="385">
                  <a:moveTo>
                    <a:pt x="116" y="0"/>
                  </a:moveTo>
                  <a:lnTo>
                    <a:pt x="0" y="174"/>
                  </a:lnTo>
                  <a:lnTo>
                    <a:pt x="255" y="385"/>
                  </a:lnTo>
                  <a:lnTo>
                    <a:pt x="350" y="19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ExtraShape37">
              <a:extLst>
                <a:ext uri="{FF2B5EF4-FFF2-40B4-BE49-F238E27FC236}">
                  <a16:creationId xmlns:a16="http://schemas.microsoft.com/office/drawing/2014/main" id="{96203706-FB02-4AAB-A80C-DB3179326BD5}"/>
                </a:ext>
              </a:extLst>
            </p:cNvPr>
            <p:cNvSpPr/>
            <p:nvPr/>
          </p:nvSpPr>
          <p:spPr bwMode="auto">
            <a:xfrm>
              <a:off x="5882196" y="3799300"/>
              <a:ext cx="491562" cy="540719"/>
            </a:xfrm>
            <a:custGeom>
              <a:avLst/>
              <a:gdLst>
                <a:gd name="T0" fmla="*/ 234 w 350"/>
                <a:gd name="T1" fmla="*/ 0 h 385"/>
                <a:gd name="T2" fmla="*/ 350 w 350"/>
                <a:gd name="T3" fmla="*/ 174 h 385"/>
                <a:gd name="T4" fmla="*/ 96 w 350"/>
                <a:gd name="T5" fmla="*/ 385 h 385"/>
                <a:gd name="T6" fmla="*/ 0 w 350"/>
                <a:gd name="T7" fmla="*/ 194 h 385"/>
                <a:gd name="T8" fmla="*/ 234 w 350"/>
                <a:gd name="T9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" h="385">
                  <a:moveTo>
                    <a:pt x="234" y="0"/>
                  </a:moveTo>
                  <a:lnTo>
                    <a:pt x="350" y="174"/>
                  </a:lnTo>
                  <a:lnTo>
                    <a:pt x="96" y="385"/>
                  </a:lnTo>
                  <a:lnTo>
                    <a:pt x="0" y="194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ExtraShape38">
              <a:extLst>
                <a:ext uri="{FF2B5EF4-FFF2-40B4-BE49-F238E27FC236}">
                  <a16:creationId xmlns:a16="http://schemas.microsoft.com/office/drawing/2014/main" id="{B6F3711E-F8E6-4BA2-A6A5-8DDA6E0DB244}"/>
                </a:ext>
              </a:extLst>
            </p:cNvPr>
            <p:cNvSpPr/>
            <p:nvPr/>
          </p:nvSpPr>
          <p:spPr bwMode="auto">
            <a:xfrm>
              <a:off x="3878028" y="4262774"/>
              <a:ext cx="1700806" cy="1078628"/>
            </a:xfrm>
            <a:custGeom>
              <a:avLst/>
              <a:gdLst>
                <a:gd name="T0" fmla="*/ 408 w 419"/>
                <a:gd name="T1" fmla="*/ 266 h 266"/>
                <a:gd name="T2" fmla="*/ 12 w 419"/>
                <a:gd name="T3" fmla="*/ 266 h 266"/>
                <a:gd name="T4" fmla="*/ 0 w 419"/>
                <a:gd name="T5" fmla="*/ 255 h 266"/>
                <a:gd name="T6" fmla="*/ 0 w 419"/>
                <a:gd name="T7" fmla="*/ 11 h 266"/>
                <a:gd name="T8" fmla="*/ 12 w 419"/>
                <a:gd name="T9" fmla="*/ 0 h 266"/>
                <a:gd name="T10" fmla="*/ 408 w 419"/>
                <a:gd name="T11" fmla="*/ 0 h 266"/>
                <a:gd name="T12" fmla="*/ 419 w 419"/>
                <a:gd name="T13" fmla="*/ 11 h 266"/>
                <a:gd name="T14" fmla="*/ 419 w 419"/>
                <a:gd name="T15" fmla="*/ 255 h 266"/>
                <a:gd name="T16" fmla="*/ 408 w 419"/>
                <a:gd name="T17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9" h="266">
                  <a:moveTo>
                    <a:pt x="408" y="266"/>
                  </a:moveTo>
                  <a:cubicBezTo>
                    <a:pt x="12" y="266"/>
                    <a:pt x="12" y="266"/>
                    <a:pt x="12" y="266"/>
                  </a:cubicBezTo>
                  <a:cubicBezTo>
                    <a:pt x="5" y="266"/>
                    <a:pt x="0" y="261"/>
                    <a:pt x="0" y="25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08" y="0"/>
                    <a:pt x="408" y="0"/>
                    <a:pt x="408" y="0"/>
                  </a:cubicBezTo>
                  <a:cubicBezTo>
                    <a:pt x="414" y="0"/>
                    <a:pt x="419" y="5"/>
                    <a:pt x="419" y="11"/>
                  </a:cubicBezTo>
                  <a:cubicBezTo>
                    <a:pt x="419" y="255"/>
                    <a:pt x="419" y="255"/>
                    <a:pt x="419" y="255"/>
                  </a:cubicBezTo>
                  <a:cubicBezTo>
                    <a:pt x="419" y="261"/>
                    <a:pt x="414" y="266"/>
                    <a:pt x="408" y="266"/>
                  </a:cubicBezTo>
                </a:path>
              </a:pathLst>
            </a:cu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ExtraShape39">
              <a:extLst>
                <a:ext uri="{FF2B5EF4-FFF2-40B4-BE49-F238E27FC236}">
                  <a16:creationId xmlns:a16="http://schemas.microsoft.com/office/drawing/2014/main" id="{787E522D-9AE3-484C-B923-F41D9298CCF4}"/>
                </a:ext>
              </a:extLst>
            </p:cNvPr>
            <p:cNvSpPr/>
            <p:nvPr/>
          </p:nvSpPr>
          <p:spPr bwMode="auto">
            <a:xfrm>
              <a:off x="3925779" y="4295077"/>
              <a:ext cx="1608111" cy="1002787"/>
            </a:xfrm>
            <a:custGeom>
              <a:avLst/>
              <a:gdLst>
                <a:gd name="T0" fmla="*/ 385 w 396"/>
                <a:gd name="T1" fmla="*/ 0 h 247"/>
                <a:gd name="T2" fmla="*/ 11 w 396"/>
                <a:gd name="T3" fmla="*/ 0 h 247"/>
                <a:gd name="T4" fmla="*/ 0 w 396"/>
                <a:gd name="T5" fmla="*/ 11 h 247"/>
                <a:gd name="T6" fmla="*/ 0 w 396"/>
                <a:gd name="T7" fmla="*/ 247 h 247"/>
                <a:gd name="T8" fmla="*/ 396 w 396"/>
                <a:gd name="T9" fmla="*/ 247 h 247"/>
                <a:gd name="T10" fmla="*/ 396 w 396"/>
                <a:gd name="T11" fmla="*/ 11 h 247"/>
                <a:gd name="T12" fmla="*/ 385 w 396"/>
                <a:gd name="T1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6" h="247">
                  <a:moveTo>
                    <a:pt x="38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396" y="247"/>
                    <a:pt x="396" y="247"/>
                    <a:pt x="396" y="247"/>
                  </a:cubicBezTo>
                  <a:cubicBezTo>
                    <a:pt x="396" y="11"/>
                    <a:pt x="396" y="11"/>
                    <a:pt x="396" y="11"/>
                  </a:cubicBezTo>
                  <a:cubicBezTo>
                    <a:pt x="396" y="5"/>
                    <a:pt x="391" y="0"/>
                    <a:pt x="385" y="0"/>
                  </a:cubicBezTo>
                </a:path>
              </a:pathLst>
            </a:cu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ExtraShape40">
              <a:extLst>
                <a:ext uri="{FF2B5EF4-FFF2-40B4-BE49-F238E27FC236}">
                  <a16:creationId xmlns:a16="http://schemas.microsoft.com/office/drawing/2014/main" id="{43E507A4-82D7-4C97-AFCA-889EA77ED9AE}"/>
                </a:ext>
              </a:extLst>
            </p:cNvPr>
            <p:cNvSpPr/>
            <p:nvPr/>
          </p:nvSpPr>
          <p:spPr bwMode="auto">
            <a:xfrm>
              <a:off x="3809209" y="5297864"/>
              <a:ext cx="1838443" cy="137637"/>
            </a:xfrm>
            <a:custGeom>
              <a:avLst/>
              <a:gdLst>
                <a:gd name="T0" fmla="*/ 453 w 453"/>
                <a:gd name="T1" fmla="*/ 34 h 34"/>
                <a:gd name="T2" fmla="*/ 0 w 453"/>
                <a:gd name="T3" fmla="*/ 34 h 34"/>
                <a:gd name="T4" fmla="*/ 0 w 453"/>
                <a:gd name="T5" fmla="*/ 19 h 34"/>
                <a:gd name="T6" fmla="*/ 19 w 453"/>
                <a:gd name="T7" fmla="*/ 0 h 34"/>
                <a:gd name="T8" fmla="*/ 433 w 453"/>
                <a:gd name="T9" fmla="*/ 0 h 34"/>
                <a:gd name="T10" fmla="*/ 453 w 453"/>
                <a:gd name="T11" fmla="*/ 21 h 34"/>
                <a:gd name="T12" fmla="*/ 453 w 453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" h="34">
                  <a:moveTo>
                    <a:pt x="453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433" y="0"/>
                    <a:pt x="433" y="0"/>
                    <a:pt x="433" y="0"/>
                  </a:cubicBezTo>
                  <a:cubicBezTo>
                    <a:pt x="444" y="0"/>
                    <a:pt x="453" y="9"/>
                    <a:pt x="453" y="21"/>
                  </a:cubicBezTo>
                  <a:cubicBezTo>
                    <a:pt x="453" y="34"/>
                    <a:pt x="453" y="34"/>
                    <a:pt x="453" y="34"/>
                  </a:cubicBezTo>
                </a:path>
              </a:pathLst>
            </a:cu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ExtraShape41">
              <a:extLst>
                <a:ext uri="{FF2B5EF4-FFF2-40B4-BE49-F238E27FC236}">
                  <a16:creationId xmlns:a16="http://schemas.microsoft.com/office/drawing/2014/main" id="{5B2425F4-0FD0-4B4D-84B7-B8CE75156F8C}"/>
                </a:ext>
              </a:extLst>
            </p:cNvPr>
            <p:cNvSpPr/>
            <p:nvPr/>
          </p:nvSpPr>
          <p:spPr bwMode="auto">
            <a:xfrm>
              <a:off x="3809209" y="5297864"/>
              <a:ext cx="1838443" cy="137637"/>
            </a:xfrm>
            <a:custGeom>
              <a:avLst/>
              <a:gdLst>
                <a:gd name="T0" fmla="*/ 433 w 453"/>
                <a:gd name="T1" fmla="*/ 0 h 34"/>
                <a:gd name="T2" fmla="*/ 425 w 453"/>
                <a:gd name="T3" fmla="*/ 0 h 34"/>
                <a:gd name="T4" fmla="*/ 29 w 453"/>
                <a:gd name="T5" fmla="*/ 0 h 34"/>
                <a:gd name="T6" fmla="*/ 19 w 453"/>
                <a:gd name="T7" fmla="*/ 0 h 34"/>
                <a:gd name="T8" fmla="*/ 0 w 453"/>
                <a:gd name="T9" fmla="*/ 19 h 34"/>
                <a:gd name="T10" fmla="*/ 0 w 453"/>
                <a:gd name="T11" fmla="*/ 34 h 34"/>
                <a:gd name="T12" fmla="*/ 453 w 453"/>
                <a:gd name="T13" fmla="*/ 34 h 34"/>
                <a:gd name="T14" fmla="*/ 453 w 453"/>
                <a:gd name="T15" fmla="*/ 21 h 34"/>
                <a:gd name="T16" fmla="*/ 433 w 453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3" h="34">
                  <a:moveTo>
                    <a:pt x="433" y="0"/>
                  </a:moveTo>
                  <a:cubicBezTo>
                    <a:pt x="425" y="0"/>
                    <a:pt x="425" y="0"/>
                    <a:pt x="42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453" y="34"/>
                    <a:pt x="453" y="34"/>
                    <a:pt x="453" y="34"/>
                  </a:cubicBezTo>
                  <a:cubicBezTo>
                    <a:pt x="453" y="21"/>
                    <a:pt x="453" y="21"/>
                    <a:pt x="453" y="21"/>
                  </a:cubicBezTo>
                  <a:cubicBezTo>
                    <a:pt x="453" y="9"/>
                    <a:pt x="444" y="0"/>
                    <a:pt x="433" y="0"/>
                  </a:cubicBezTo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ExtraShape42">
              <a:extLst>
                <a:ext uri="{FF2B5EF4-FFF2-40B4-BE49-F238E27FC236}">
                  <a16:creationId xmlns:a16="http://schemas.microsoft.com/office/drawing/2014/main" id="{ED7D8405-2379-416E-A507-22355EDB4D66}"/>
                </a:ext>
              </a:extLst>
            </p:cNvPr>
            <p:cNvSpPr/>
            <p:nvPr/>
          </p:nvSpPr>
          <p:spPr bwMode="auto">
            <a:xfrm>
              <a:off x="4599922" y="4692540"/>
              <a:ext cx="255612" cy="255612"/>
            </a:xfrm>
            <a:custGeom>
              <a:avLst/>
              <a:gdLst>
                <a:gd name="T0" fmla="*/ 32 w 63"/>
                <a:gd name="T1" fmla="*/ 63 h 63"/>
                <a:gd name="T2" fmla="*/ 0 w 63"/>
                <a:gd name="T3" fmla="*/ 31 h 63"/>
                <a:gd name="T4" fmla="*/ 32 w 63"/>
                <a:gd name="T5" fmla="*/ 0 h 63"/>
                <a:gd name="T6" fmla="*/ 63 w 63"/>
                <a:gd name="T7" fmla="*/ 31 h 63"/>
                <a:gd name="T8" fmla="*/ 32 w 63"/>
                <a:gd name="T9" fmla="*/ 63 h 63"/>
                <a:gd name="T10" fmla="*/ 32 w 63"/>
                <a:gd name="T11" fmla="*/ 4 h 63"/>
                <a:gd name="T12" fmla="*/ 4 w 63"/>
                <a:gd name="T13" fmla="*/ 31 h 63"/>
                <a:gd name="T14" fmla="*/ 32 w 63"/>
                <a:gd name="T15" fmla="*/ 59 h 63"/>
                <a:gd name="T16" fmla="*/ 59 w 63"/>
                <a:gd name="T17" fmla="*/ 31 h 63"/>
                <a:gd name="T18" fmla="*/ 32 w 63"/>
                <a:gd name="T19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63">
                  <a:moveTo>
                    <a:pt x="32" y="63"/>
                  </a:moveTo>
                  <a:cubicBezTo>
                    <a:pt x="14" y="63"/>
                    <a:pt x="0" y="49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1"/>
                  </a:cubicBezTo>
                  <a:cubicBezTo>
                    <a:pt x="63" y="49"/>
                    <a:pt x="49" y="63"/>
                    <a:pt x="32" y="63"/>
                  </a:cubicBezTo>
                  <a:close/>
                  <a:moveTo>
                    <a:pt x="32" y="4"/>
                  </a:moveTo>
                  <a:cubicBezTo>
                    <a:pt x="17" y="4"/>
                    <a:pt x="4" y="16"/>
                    <a:pt x="4" y="31"/>
                  </a:cubicBezTo>
                  <a:cubicBezTo>
                    <a:pt x="4" y="47"/>
                    <a:pt x="17" y="59"/>
                    <a:pt x="32" y="59"/>
                  </a:cubicBezTo>
                  <a:cubicBezTo>
                    <a:pt x="47" y="59"/>
                    <a:pt x="59" y="47"/>
                    <a:pt x="59" y="31"/>
                  </a:cubicBezTo>
                  <a:cubicBezTo>
                    <a:pt x="59" y="16"/>
                    <a:pt x="47" y="4"/>
                    <a:pt x="32" y="4"/>
                  </a:cubicBezTo>
                  <a:close/>
                </a:path>
              </a:pathLst>
            </a:custGeom>
            <a:solidFill>
              <a:srgbClr val="EC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ExtraShape43">
              <a:extLst>
                <a:ext uri="{FF2B5EF4-FFF2-40B4-BE49-F238E27FC236}">
                  <a16:creationId xmlns:a16="http://schemas.microsoft.com/office/drawing/2014/main" id="{41C22CDF-184B-4CCC-828E-D74FF4930D04}"/>
                </a:ext>
              </a:extLst>
            </p:cNvPr>
            <p:cNvSpPr/>
            <p:nvPr/>
          </p:nvSpPr>
          <p:spPr bwMode="auto">
            <a:xfrm>
              <a:off x="2323991" y="5427255"/>
              <a:ext cx="7836851" cy="45719"/>
            </a:xfrm>
            <a:custGeom>
              <a:avLst/>
              <a:gdLst>
                <a:gd name="T0" fmla="*/ 1226 w 1230"/>
                <a:gd name="T1" fmla="*/ 8 h 8"/>
                <a:gd name="T2" fmla="*/ 3 w 1230"/>
                <a:gd name="T3" fmla="*/ 8 h 8"/>
                <a:gd name="T4" fmla="*/ 0 w 1230"/>
                <a:gd name="T5" fmla="*/ 4 h 8"/>
                <a:gd name="T6" fmla="*/ 3 w 1230"/>
                <a:gd name="T7" fmla="*/ 0 h 8"/>
                <a:gd name="T8" fmla="*/ 1226 w 1230"/>
                <a:gd name="T9" fmla="*/ 0 h 8"/>
                <a:gd name="T10" fmla="*/ 1230 w 1230"/>
                <a:gd name="T11" fmla="*/ 4 h 8"/>
                <a:gd name="T12" fmla="*/ 1226 w 123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0" h="8">
                  <a:moveTo>
                    <a:pt x="122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8" y="0"/>
                    <a:pt x="1230" y="2"/>
                    <a:pt x="1230" y="4"/>
                  </a:cubicBezTo>
                  <a:cubicBezTo>
                    <a:pt x="1230" y="6"/>
                    <a:pt x="1228" y="8"/>
                    <a:pt x="1226" y="8"/>
                  </a:cubicBezTo>
                  <a:close/>
                </a:path>
              </a:pathLst>
            </a:cu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ExtraShape44">
              <a:extLst>
                <a:ext uri="{FF2B5EF4-FFF2-40B4-BE49-F238E27FC236}">
                  <a16:creationId xmlns:a16="http://schemas.microsoft.com/office/drawing/2014/main" id="{359EA478-A6D7-4B62-A938-93FB5063BEDF}"/>
                </a:ext>
              </a:extLst>
            </p:cNvPr>
            <p:cNvSpPr/>
            <p:nvPr/>
          </p:nvSpPr>
          <p:spPr bwMode="auto">
            <a:xfrm>
              <a:off x="4324647" y="2841456"/>
              <a:ext cx="811780" cy="1002787"/>
            </a:xfrm>
            <a:custGeom>
              <a:avLst/>
              <a:gdLst>
                <a:gd name="T0" fmla="*/ 55 w 200"/>
                <a:gd name="T1" fmla="*/ 86 h 247"/>
                <a:gd name="T2" fmla="*/ 30 w 200"/>
                <a:gd name="T3" fmla="*/ 62 h 247"/>
                <a:gd name="T4" fmla="*/ 55 w 200"/>
                <a:gd name="T5" fmla="*/ 37 h 247"/>
                <a:gd name="T6" fmla="*/ 80 w 200"/>
                <a:gd name="T7" fmla="*/ 62 h 247"/>
                <a:gd name="T8" fmla="*/ 55 w 200"/>
                <a:gd name="T9" fmla="*/ 86 h 247"/>
                <a:gd name="T10" fmla="*/ 100 w 200"/>
                <a:gd name="T11" fmla="*/ 0 h 247"/>
                <a:gd name="T12" fmla="*/ 0 w 200"/>
                <a:gd name="T13" fmla="*/ 100 h 247"/>
                <a:gd name="T14" fmla="*/ 56 w 200"/>
                <a:gd name="T15" fmla="*/ 190 h 247"/>
                <a:gd name="T16" fmla="*/ 56 w 200"/>
                <a:gd name="T17" fmla="*/ 247 h 247"/>
                <a:gd name="T18" fmla="*/ 144 w 200"/>
                <a:gd name="T19" fmla="*/ 247 h 247"/>
                <a:gd name="T20" fmla="*/ 144 w 200"/>
                <a:gd name="T21" fmla="*/ 190 h 247"/>
                <a:gd name="T22" fmla="*/ 200 w 200"/>
                <a:gd name="T23" fmla="*/ 100 h 247"/>
                <a:gd name="T24" fmla="*/ 100 w 200"/>
                <a:gd name="T25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0" h="247">
                  <a:moveTo>
                    <a:pt x="55" y="86"/>
                  </a:moveTo>
                  <a:cubicBezTo>
                    <a:pt x="42" y="86"/>
                    <a:pt x="30" y="75"/>
                    <a:pt x="30" y="62"/>
                  </a:cubicBezTo>
                  <a:cubicBezTo>
                    <a:pt x="30" y="48"/>
                    <a:pt x="42" y="37"/>
                    <a:pt x="55" y="37"/>
                  </a:cubicBezTo>
                  <a:cubicBezTo>
                    <a:pt x="69" y="37"/>
                    <a:pt x="80" y="48"/>
                    <a:pt x="80" y="62"/>
                  </a:cubicBezTo>
                  <a:cubicBezTo>
                    <a:pt x="80" y="75"/>
                    <a:pt x="69" y="86"/>
                    <a:pt x="55" y="86"/>
                  </a:cubicBezTo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39"/>
                    <a:pt x="23" y="173"/>
                    <a:pt x="56" y="190"/>
                  </a:cubicBezTo>
                  <a:cubicBezTo>
                    <a:pt x="56" y="247"/>
                    <a:pt x="56" y="247"/>
                    <a:pt x="56" y="247"/>
                  </a:cubicBezTo>
                  <a:cubicBezTo>
                    <a:pt x="144" y="247"/>
                    <a:pt x="144" y="247"/>
                    <a:pt x="144" y="247"/>
                  </a:cubicBezTo>
                  <a:cubicBezTo>
                    <a:pt x="144" y="190"/>
                    <a:pt x="144" y="190"/>
                    <a:pt x="144" y="190"/>
                  </a:cubicBezTo>
                  <a:cubicBezTo>
                    <a:pt x="177" y="173"/>
                    <a:pt x="200" y="139"/>
                    <a:pt x="200" y="100"/>
                  </a:cubicBezTo>
                  <a:cubicBezTo>
                    <a:pt x="200" y="45"/>
                    <a:pt x="155" y="0"/>
                    <a:pt x="100" y="0"/>
                  </a:cubicBezTo>
                </a:path>
              </a:pathLst>
            </a:custGeom>
            <a:solidFill>
              <a:srgbClr val="E4E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ExtraShape45">
              <a:extLst>
                <a:ext uri="{FF2B5EF4-FFF2-40B4-BE49-F238E27FC236}">
                  <a16:creationId xmlns:a16="http://schemas.microsoft.com/office/drawing/2014/main" id="{71804E48-6B46-431B-9B65-318BDB0C210A}"/>
                </a:ext>
              </a:extLst>
            </p:cNvPr>
            <p:cNvSpPr/>
            <p:nvPr/>
          </p:nvSpPr>
          <p:spPr bwMode="auto">
            <a:xfrm>
              <a:off x="4584472" y="3981881"/>
              <a:ext cx="292128" cy="109548"/>
            </a:xfrm>
            <a:custGeom>
              <a:avLst/>
              <a:gdLst>
                <a:gd name="T0" fmla="*/ 58 w 72"/>
                <a:gd name="T1" fmla="*/ 27 h 27"/>
                <a:gd name="T2" fmla="*/ 13 w 72"/>
                <a:gd name="T3" fmla="*/ 27 h 27"/>
                <a:gd name="T4" fmla="*/ 0 w 72"/>
                <a:gd name="T5" fmla="*/ 13 h 27"/>
                <a:gd name="T6" fmla="*/ 13 w 72"/>
                <a:gd name="T7" fmla="*/ 0 h 27"/>
                <a:gd name="T8" fmla="*/ 58 w 72"/>
                <a:gd name="T9" fmla="*/ 0 h 27"/>
                <a:gd name="T10" fmla="*/ 72 w 72"/>
                <a:gd name="T11" fmla="*/ 13 h 27"/>
                <a:gd name="T12" fmla="*/ 58 w 72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27">
                  <a:moveTo>
                    <a:pt x="58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6" y="0"/>
                    <a:pt x="72" y="6"/>
                    <a:pt x="72" y="13"/>
                  </a:cubicBezTo>
                  <a:cubicBezTo>
                    <a:pt x="72" y="21"/>
                    <a:pt x="66" y="27"/>
                    <a:pt x="58" y="27"/>
                  </a:cubicBezTo>
                  <a:close/>
                </a:path>
              </a:pathLst>
            </a:cu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ExtraShape46">
              <a:extLst>
                <a:ext uri="{FF2B5EF4-FFF2-40B4-BE49-F238E27FC236}">
                  <a16:creationId xmlns:a16="http://schemas.microsoft.com/office/drawing/2014/main" id="{A8CF629A-7854-417D-BBA3-F6643E679070}"/>
                </a:ext>
              </a:extLst>
            </p:cNvPr>
            <p:cNvSpPr/>
            <p:nvPr/>
          </p:nvSpPr>
          <p:spPr bwMode="auto">
            <a:xfrm>
              <a:off x="4445431" y="2991734"/>
              <a:ext cx="203648" cy="199434"/>
            </a:xfrm>
            <a:prstGeom prst="ellipse">
              <a:avLst/>
            </a:prstGeom>
            <a:solidFill>
              <a:srgbClr val="F0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ExtraShape47">
              <a:extLst>
                <a:ext uri="{FF2B5EF4-FFF2-40B4-BE49-F238E27FC236}">
                  <a16:creationId xmlns:a16="http://schemas.microsoft.com/office/drawing/2014/main" id="{9D7C1F33-DD95-41D5-B861-506FB6733B62}"/>
                </a:ext>
              </a:extLst>
            </p:cNvPr>
            <p:cNvSpPr/>
            <p:nvPr/>
          </p:nvSpPr>
          <p:spPr bwMode="auto">
            <a:xfrm>
              <a:off x="4526890" y="3803514"/>
              <a:ext cx="405890" cy="214883"/>
            </a:xfrm>
            <a:custGeom>
              <a:avLst/>
              <a:gdLst>
                <a:gd name="T0" fmla="*/ 93 w 100"/>
                <a:gd name="T1" fmla="*/ 53 h 53"/>
                <a:gd name="T2" fmla="*/ 7 w 100"/>
                <a:gd name="T3" fmla="*/ 53 h 53"/>
                <a:gd name="T4" fmla="*/ 0 w 100"/>
                <a:gd name="T5" fmla="*/ 46 h 53"/>
                <a:gd name="T6" fmla="*/ 0 w 100"/>
                <a:gd name="T7" fmla="*/ 7 h 53"/>
                <a:gd name="T8" fmla="*/ 7 w 100"/>
                <a:gd name="T9" fmla="*/ 0 h 53"/>
                <a:gd name="T10" fmla="*/ 93 w 100"/>
                <a:gd name="T11" fmla="*/ 0 h 53"/>
                <a:gd name="T12" fmla="*/ 100 w 100"/>
                <a:gd name="T13" fmla="*/ 7 h 53"/>
                <a:gd name="T14" fmla="*/ 100 w 100"/>
                <a:gd name="T15" fmla="*/ 46 h 53"/>
                <a:gd name="T16" fmla="*/ 93 w 100"/>
                <a:gd name="T1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0" h="53">
                  <a:moveTo>
                    <a:pt x="93" y="53"/>
                  </a:moveTo>
                  <a:cubicBezTo>
                    <a:pt x="7" y="53"/>
                    <a:pt x="7" y="53"/>
                    <a:pt x="7" y="53"/>
                  </a:cubicBezTo>
                  <a:cubicBezTo>
                    <a:pt x="3" y="53"/>
                    <a:pt x="0" y="50"/>
                    <a:pt x="0" y="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7" y="0"/>
                    <a:pt x="100" y="3"/>
                    <a:pt x="100" y="7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100" y="50"/>
                    <a:pt x="97" y="53"/>
                    <a:pt x="93" y="53"/>
                  </a:cubicBezTo>
                  <a:close/>
                </a:path>
              </a:pathLst>
            </a:custGeom>
            <a:solidFill>
              <a:srgbClr val="00277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ExtraShape48">
              <a:extLst>
                <a:ext uri="{FF2B5EF4-FFF2-40B4-BE49-F238E27FC236}">
                  <a16:creationId xmlns:a16="http://schemas.microsoft.com/office/drawing/2014/main" id="{7C477358-6A54-46D1-94AD-501CC5249E0A}"/>
                </a:ext>
              </a:extLst>
            </p:cNvPr>
            <p:cNvSpPr/>
            <p:nvPr/>
          </p:nvSpPr>
          <p:spPr bwMode="auto">
            <a:xfrm>
              <a:off x="4526890" y="3868120"/>
              <a:ext cx="405890" cy="73032"/>
            </a:xfrm>
            <a:prstGeom prst="rect">
              <a:avLst/>
            </a:prstGeom>
            <a:solidFill>
              <a:srgbClr val="004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ExtraShape49">
              <a:extLst>
                <a:ext uri="{FF2B5EF4-FFF2-40B4-BE49-F238E27FC236}">
                  <a16:creationId xmlns:a16="http://schemas.microsoft.com/office/drawing/2014/main" id="{651E779A-BA4F-47E8-8B3E-9A2A05C46623}"/>
                </a:ext>
              </a:extLst>
            </p:cNvPr>
            <p:cNvSpPr/>
            <p:nvPr/>
          </p:nvSpPr>
          <p:spPr bwMode="auto">
            <a:xfrm>
              <a:off x="4397679" y="2512811"/>
              <a:ext cx="174153" cy="171345"/>
            </a:xfrm>
            <a:custGeom>
              <a:avLst/>
              <a:gdLst>
                <a:gd name="T0" fmla="*/ 40 w 43"/>
                <a:gd name="T1" fmla="*/ 42 h 42"/>
                <a:gd name="T2" fmla="*/ 39 w 43"/>
                <a:gd name="T3" fmla="*/ 41 h 42"/>
                <a:gd name="T4" fmla="*/ 1 w 43"/>
                <a:gd name="T5" fmla="*/ 4 h 42"/>
                <a:gd name="T6" fmla="*/ 1 w 43"/>
                <a:gd name="T7" fmla="*/ 1 h 42"/>
                <a:gd name="T8" fmla="*/ 4 w 43"/>
                <a:gd name="T9" fmla="*/ 1 h 42"/>
                <a:gd name="T10" fmla="*/ 42 w 43"/>
                <a:gd name="T11" fmla="*/ 39 h 42"/>
                <a:gd name="T12" fmla="*/ 42 w 43"/>
                <a:gd name="T13" fmla="*/ 41 h 42"/>
                <a:gd name="T14" fmla="*/ 40 w 43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2">
                  <a:moveTo>
                    <a:pt x="40" y="42"/>
                  </a:moveTo>
                  <a:cubicBezTo>
                    <a:pt x="40" y="42"/>
                    <a:pt x="39" y="42"/>
                    <a:pt x="39" y="4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3" y="39"/>
                    <a:pt x="43" y="41"/>
                    <a:pt x="42" y="41"/>
                  </a:cubicBezTo>
                  <a:cubicBezTo>
                    <a:pt x="41" y="42"/>
                    <a:pt x="41" y="42"/>
                    <a:pt x="40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ExtraShape50">
              <a:extLst>
                <a:ext uri="{FF2B5EF4-FFF2-40B4-BE49-F238E27FC236}">
                  <a16:creationId xmlns:a16="http://schemas.microsoft.com/office/drawing/2014/main" id="{A37BDB3A-80EB-41C8-8CCF-DF38C8113C05}"/>
                </a:ext>
              </a:extLst>
            </p:cNvPr>
            <p:cNvSpPr/>
            <p:nvPr/>
          </p:nvSpPr>
          <p:spPr bwMode="auto">
            <a:xfrm>
              <a:off x="4851320" y="2512811"/>
              <a:ext cx="175558" cy="171345"/>
            </a:xfrm>
            <a:custGeom>
              <a:avLst/>
              <a:gdLst>
                <a:gd name="T0" fmla="*/ 3 w 43"/>
                <a:gd name="T1" fmla="*/ 42 h 42"/>
                <a:gd name="T2" fmla="*/ 1 w 43"/>
                <a:gd name="T3" fmla="*/ 41 h 42"/>
                <a:gd name="T4" fmla="*/ 1 w 43"/>
                <a:gd name="T5" fmla="*/ 39 h 42"/>
                <a:gd name="T6" fmla="*/ 39 w 43"/>
                <a:gd name="T7" fmla="*/ 1 h 42"/>
                <a:gd name="T8" fmla="*/ 42 w 43"/>
                <a:gd name="T9" fmla="*/ 1 h 42"/>
                <a:gd name="T10" fmla="*/ 42 w 43"/>
                <a:gd name="T11" fmla="*/ 4 h 42"/>
                <a:gd name="T12" fmla="*/ 4 w 43"/>
                <a:gd name="T13" fmla="*/ 41 h 42"/>
                <a:gd name="T14" fmla="*/ 3 w 43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2">
                  <a:moveTo>
                    <a:pt x="3" y="42"/>
                  </a:moveTo>
                  <a:cubicBezTo>
                    <a:pt x="2" y="42"/>
                    <a:pt x="2" y="42"/>
                    <a:pt x="1" y="41"/>
                  </a:cubicBezTo>
                  <a:cubicBezTo>
                    <a:pt x="0" y="41"/>
                    <a:pt x="0" y="39"/>
                    <a:pt x="1" y="39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40" y="0"/>
                    <a:pt x="41" y="0"/>
                    <a:pt x="42" y="1"/>
                  </a:cubicBezTo>
                  <a:cubicBezTo>
                    <a:pt x="43" y="1"/>
                    <a:pt x="43" y="3"/>
                    <a:pt x="42" y="4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2"/>
                    <a:pt x="3" y="42"/>
                    <a:pt x="3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ExtraShape51">
              <a:extLst>
                <a:ext uri="{FF2B5EF4-FFF2-40B4-BE49-F238E27FC236}">
                  <a16:creationId xmlns:a16="http://schemas.microsoft.com/office/drawing/2014/main" id="{51527FB5-DA50-4B15-856C-0087F5CB07BB}"/>
                </a:ext>
              </a:extLst>
            </p:cNvPr>
            <p:cNvSpPr/>
            <p:nvPr/>
          </p:nvSpPr>
          <p:spPr bwMode="auto">
            <a:xfrm>
              <a:off x="4709470" y="2407477"/>
              <a:ext cx="16854" cy="276680"/>
            </a:xfrm>
            <a:custGeom>
              <a:avLst/>
              <a:gdLst>
                <a:gd name="T0" fmla="*/ 2 w 4"/>
                <a:gd name="T1" fmla="*/ 68 h 68"/>
                <a:gd name="T2" fmla="*/ 0 w 4"/>
                <a:gd name="T3" fmla="*/ 66 h 68"/>
                <a:gd name="T4" fmla="*/ 0 w 4"/>
                <a:gd name="T5" fmla="*/ 2 h 68"/>
                <a:gd name="T6" fmla="*/ 2 w 4"/>
                <a:gd name="T7" fmla="*/ 0 h 68"/>
                <a:gd name="T8" fmla="*/ 4 w 4"/>
                <a:gd name="T9" fmla="*/ 2 h 68"/>
                <a:gd name="T10" fmla="*/ 4 w 4"/>
                <a:gd name="T11" fmla="*/ 66 h 68"/>
                <a:gd name="T12" fmla="*/ 2 w 4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8">
                  <a:moveTo>
                    <a:pt x="2" y="68"/>
                  </a:moveTo>
                  <a:cubicBezTo>
                    <a:pt x="1" y="68"/>
                    <a:pt x="0" y="67"/>
                    <a:pt x="0" y="6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1"/>
                    <a:pt x="4" y="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7"/>
                    <a:pt x="4" y="68"/>
                    <a:pt x="2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ExtraShape52">
              <a:extLst>
                <a:ext uri="{FF2B5EF4-FFF2-40B4-BE49-F238E27FC236}">
                  <a16:creationId xmlns:a16="http://schemas.microsoft.com/office/drawing/2014/main" id="{0EAB888F-F5FD-48EE-B3B0-1D86811026B9}"/>
                </a:ext>
              </a:extLst>
            </p:cNvPr>
            <p:cNvSpPr/>
            <p:nvPr/>
          </p:nvSpPr>
          <p:spPr bwMode="auto">
            <a:xfrm>
              <a:off x="4599922" y="3272627"/>
              <a:ext cx="259826" cy="526674"/>
            </a:xfrm>
            <a:custGeom>
              <a:avLst/>
              <a:gdLst>
                <a:gd name="T0" fmla="*/ 64 w 64"/>
                <a:gd name="T1" fmla="*/ 2 h 130"/>
                <a:gd name="T2" fmla="*/ 62 w 64"/>
                <a:gd name="T3" fmla="*/ 0 h 130"/>
                <a:gd name="T4" fmla="*/ 60 w 64"/>
                <a:gd name="T5" fmla="*/ 2 h 130"/>
                <a:gd name="T6" fmla="*/ 59 w 64"/>
                <a:gd name="T7" fmla="*/ 9 h 130"/>
                <a:gd name="T8" fmla="*/ 48 w 64"/>
                <a:gd name="T9" fmla="*/ 30 h 130"/>
                <a:gd name="T10" fmla="*/ 47 w 64"/>
                <a:gd name="T11" fmla="*/ 30 h 130"/>
                <a:gd name="T12" fmla="*/ 46 w 64"/>
                <a:gd name="T13" fmla="*/ 30 h 130"/>
                <a:gd name="T14" fmla="*/ 35 w 64"/>
                <a:gd name="T15" fmla="*/ 13 h 130"/>
                <a:gd name="T16" fmla="*/ 31 w 64"/>
                <a:gd name="T17" fmla="*/ 11 h 130"/>
                <a:gd name="T18" fmla="*/ 28 w 64"/>
                <a:gd name="T19" fmla="*/ 13 h 130"/>
                <a:gd name="T20" fmla="*/ 19 w 64"/>
                <a:gd name="T21" fmla="*/ 30 h 130"/>
                <a:gd name="T22" fmla="*/ 19 w 64"/>
                <a:gd name="T23" fmla="*/ 30 h 130"/>
                <a:gd name="T24" fmla="*/ 18 w 64"/>
                <a:gd name="T25" fmla="*/ 30 h 130"/>
                <a:gd name="T26" fmla="*/ 5 w 64"/>
                <a:gd name="T27" fmla="*/ 9 h 130"/>
                <a:gd name="T28" fmla="*/ 4 w 64"/>
                <a:gd name="T29" fmla="*/ 2 h 130"/>
                <a:gd name="T30" fmla="*/ 2 w 64"/>
                <a:gd name="T31" fmla="*/ 0 h 130"/>
                <a:gd name="T32" fmla="*/ 0 w 64"/>
                <a:gd name="T33" fmla="*/ 2 h 130"/>
                <a:gd name="T34" fmla="*/ 1 w 64"/>
                <a:gd name="T35" fmla="*/ 8 h 130"/>
                <a:gd name="T36" fmla="*/ 1 w 64"/>
                <a:gd name="T37" fmla="*/ 10 h 130"/>
                <a:gd name="T38" fmla="*/ 13 w 64"/>
                <a:gd name="T39" fmla="*/ 129 h 130"/>
                <a:gd name="T40" fmla="*/ 15 w 64"/>
                <a:gd name="T41" fmla="*/ 130 h 130"/>
                <a:gd name="T42" fmla="*/ 15 w 64"/>
                <a:gd name="T43" fmla="*/ 130 h 130"/>
                <a:gd name="T44" fmla="*/ 17 w 64"/>
                <a:gd name="T45" fmla="*/ 128 h 130"/>
                <a:gd name="T46" fmla="*/ 6 w 64"/>
                <a:gd name="T47" fmla="*/ 18 h 130"/>
                <a:gd name="T48" fmla="*/ 14 w 64"/>
                <a:gd name="T49" fmla="*/ 32 h 130"/>
                <a:gd name="T50" fmla="*/ 19 w 64"/>
                <a:gd name="T51" fmla="*/ 34 h 130"/>
                <a:gd name="T52" fmla="*/ 23 w 64"/>
                <a:gd name="T53" fmla="*/ 32 h 130"/>
                <a:gd name="T54" fmla="*/ 32 w 64"/>
                <a:gd name="T55" fmla="*/ 16 h 130"/>
                <a:gd name="T56" fmla="*/ 43 w 64"/>
                <a:gd name="T57" fmla="*/ 32 h 130"/>
                <a:gd name="T58" fmla="*/ 47 w 64"/>
                <a:gd name="T59" fmla="*/ 34 h 130"/>
                <a:gd name="T60" fmla="*/ 47 w 64"/>
                <a:gd name="T61" fmla="*/ 34 h 130"/>
                <a:gd name="T62" fmla="*/ 51 w 64"/>
                <a:gd name="T63" fmla="*/ 32 h 130"/>
                <a:gd name="T64" fmla="*/ 58 w 64"/>
                <a:gd name="T65" fmla="*/ 20 h 130"/>
                <a:gd name="T66" fmla="*/ 47 w 64"/>
                <a:gd name="T67" fmla="*/ 128 h 130"/>
                <a:gd name="T68" fmla="*/ 48 w 64"/>
                <a:gd name="T69" fmla="*/ 130 h 130"/>
                <a:gd name="T70" fmla="*/ 49 w 64"/>
                <a:gd name="T71" fmla="*/ 130 h 130"/>
                <a:gd name="T72" fmla="*/ 51 w 64"/>
                <a:gd name="T73" fmla="*/ 129 h 130"/>
                <a:gd name="T74" fmla="*/ 63 w 64"/>
                <a:gd name="T75" fmla="*/ 11 h 130"/>
                <a:gd name="T76" fmla="*/ 63 w 64"/>
                <a:gd name="T77" fmla="*/ 10 h 130"/>
                <a:gd name="T78" fmla="*/ 63 w 64"/>
                <a:gd name="T79" fmla="*/ 8 h 130"/>
                <a:gd name="T80" fmla="*/ 64 w 64"/>
                <a:gd name="T81" fmla="*/ 2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4" h="130">
                  <a:moveTo>
                    <a:pt x="64" y="2"/>
                  </a:move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0"/>
                    <a:pt x="47" y="30"/>
                    <a:pt x="47" y="30"/>
                  </a:cubicBezTo>
                  <a:cubicBezTo>
                    <a:pt x="47" y="30"/>
                    <a:pt x="46" y="30"/>
                    <a:pt x="46" y="30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2"/>
                    <a:pt x="33" y="11"/>
                    <a:pt x="31" y="11"/>
                  </a:cubicBezTo>
                  <a:cubicBezTo>
                    <a:pt x="30" y="11"/>
                    <a:pt x="29" y="12"/>
                    <a:pt x="28" y="1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3" y="130"/>
                    <a:pt x="14" y="130"/>
                    <a:pt x="15" y="130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6" y="130"/>
                    <a:pt x="17" y="129"/>
                    <a:pt x="17" y="12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5" y="33"/>
                    <a:pt x="17" y="34"/>
                    <a:pt x="19" y="34"/>
                  </a:cubicBezTo>
                  <a:cubicBezTo>
                    <a:pt x="20" y="34"/>
                    <a:pt x="22" y="33"/>
                    <a:pt x="23" y="32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4"/>
                    <a:pt x="45" y="34"/>
                    <a:pt x="4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9" y="34"/>
                    <a:pt x="51" y="33"/>
                    <a:pt x="51" y="32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47" y="129"/>
                    <a:pt x="47" y="130"/>
                    <a:pt x="48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50" y="130"/>
                    <a:pt x="51" y="130"/>
                    <a:pt x="51" y="129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9"/>
                    <a:pt x="63" y="8"/>
                  </a:cubicBezTo>
                  <a:lnTo>
                    <a:pt x="64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ValueShape1">
              <a:extLst>
                <a:ext uri="{FF2B5EF4-FFF2-40B4-BE49-F238E27FC236}">
                  <a16:creationId xmlns:a16="http://schemas.microsoft.com/office/drawing/2014/main" id="{89FD82E5-BAAB-495E-9C61-88620CE4E741}"/>
                </a:ext>
              </a:extLst>
            </p:cNvPr>
            <p:cNvSpPr/>
            <p:nvPr/>
          </p:nvSpPr>
          <p:spPr bwMode="auto">
            <a:xfrm>
              <a:off x="7486093" y="2866827"/>
              <a:ext cx="1008405" cy="2450199"/>
            </a:xfrm>
            <a:custGeom>
              <a:avLst/>
              <a:gdLst>
                <a:gd name="connsiteX0" fmla="*/ 118758 w 1008405"/>
                <a:gd name="connsiteY0" fmla="*/ 2048581 h 2450199"/>
                <a:gd name="connsiteX1" fmla="*/ 889647 w 1008405"/>
                <a:gd name="connsiteY1" fmla="*/ 2048581 h 2450199"/>
                <a:gd name="connsiteX2" fmla="*/ 1008405 w 1008405"/>
                <a:gd name="connsiteY2" fmla="*/ 2167339 h 2450199"/>
                <a:gd name="connsiteX3" fmla="*/ 1008405 w 1008405"/>
                <a:gd name="connsiteY3" fmla="*/ 2331441 h 2450199"/>
                <a:gd name="connsiteX4" fmla="*/ 889647 w 1008405"/>
                <a:gd name="connsiteY4" fmla="*/ 2450199 h 2450199"/>
                <a:gd name="connsiteX5" fmla="*/ 118758 w 1008405"/>
                <a:gd name="connsiteY5" fmla="*/ 2450199 h 2450199"/>
                <a:gd name="connsiteX6" fmla="*/ 0 w 1008405"/>
                <a:gd name="connsiteY6" fmla="*/ 2331441 h 2450199"/>
                <a:gd name="connsiteX7" fmla="*/ 0 w 1008405"/>
                <a:gd name="connsiteY7" fmla="*/ 2167339 h 2450199"/>
                <a:gd name="connsiteX8" fmla="*/ 118758 w 1008405"/>
                <a:gd name="connsiteY8" fmla="*/ 2048581 h 2450199"/>
                <a:gd name="connsiteX9" fmla="*/ 118758 w 1008405"/>
                <a:gd name="connsiteY9" fmla="*/ 1536436 h 2450199"/>
                <a:gd name="connsiteX10" fmla="*/ 889647 w 1008405"/>
                <a:gd name="connsiteY10" fmla="*/ 1536436 h 2450199"/>
                <a:gd name="connsiteX11" fmla="*/ 1008405 w 1008405"/>
                <a:gd name="connsiteY11" fmla="*/ 1655194 h 2450199"/>
                <a:gd name="connsiteX12" fmla="*/ 1008405 w 1008405"/>
                <a:gd name="connsiteY12" fmla="*/ 1819296 h 2450199"/>
                <a:gd name="connsiteX13" fmla="*/ 889647 w 1008405"/>
                <a:gd name="connsiteY13" fmla="*/ 1938054 h 2450199"/>
                <a:gd name="connsiteX14" fmla="*/ 118758 w 1008405"/>
                <a:gd name="connsiteY14" fmla="*/ 1938054 h 2450199"/>
                <a:gd name="connsiteX15" fmla="*/ 0 w 1008405"/>
                <a:gd name="connsiteY15" fmla="*/ 1819296 h 2450199"/>
                <a:gd name="connsiteX16" fmla="*/ 0 w 1008405"/>
                <a:gd name="connsiteY16" fmla="*/ 1655194 h 2450199"/>
                <a:gd name="connsiteX17" fmla="*/ 118758 w 1008405"/>
                <a:gd name="connsiteY17" fmla="*/ 1536436 h 2450199"/>
                <a:gd name="connsiteX18" fmla="*/ 118758 w 1008405"/>
                <a:gd name="connsiteY18" fmla="*/ 1024291 h 2450199"/>
                <a:gd name="connsiteX19" fmla="*/ 889647 w 1008405"/>
                <a:gd name="connsiteY19" fmla="*/ 1024291 h 2450199"/>
                <a:gd name="connsiteX20" fmla="*/ 1008405 w 1008405"/>
                <a:gd name="connsiteY20" fmla="*/ 1143049 h 2450199"/>
                <a:gd name="connsiteX21" fmla="*/ 1008405 w 1008405"/>
                <a:gd name="connsiteY21" fmla="*/ 1307151 h 2450199"/>
                <a:gd name="connsiteX22" fmla="*/ 889647 w 1008405"/>
                <a:gd name="connsiteY22" fmla="*/ 1425909 h 2450199"/>
                <a:gd name="connsiteX23" fmla="*/ 118758 w 1008405"/>
                <a:gd name="connsiteY23" fmla="*/ 1425909 h 2450199"/>
                <a:gd name="connsiteX24" fmla="*/ 0 w 1008405"/>
                <a:gd name="connsiteY24" fmla="*/ 1307151 h 2450199"/>
                <a:gd name="connsiteX25" fmla="*/ 0 w 1008405"/>
                <a:gd name="connsiteY25" fmla="*/ 1143049 h 2450199"/>
                <a:gd name="connsiteX26" fmla="*/ 118758 w 1008405"/>
                <a:gd name="connsiteY26" fmla="*/ 1024291 h 2450199"/>
                <a:gd name="connsiteX27" fmla="*/ 118758 w 1008405"/>
                <a:gd name="connsiteY27" fmla="*/ 512145 h 2450199"/>
                <a:gd name="connsiteX28" fmla="*/ 889647 w 1008405"/>
                <a:gd name="connsiteY28" fmla="*/ 512145 h 2450199"/>
                <a:gd name="connsiteX29" fmla="*/ 1008405 w 1008405"/>
                <a:gd name="connsiteY29" fmla="*/ 630903 h 2450199"/>
                <a:gd name="connsiteX30" fmla="*/ 1008405 w 1008405"/>
                <a:gd name="connsiteY30" fmla="*/ 795005 h 2450199"/>
                <a:gd name="connsiteX31" fmla="*/ 889647 w 1008405"/>
                <a:gd name="connsiteY31" fmla="*/ 913763 h 2450199"/>
                <a:gd name="connsiteX32" fmla="*/ 118758 w 1008405"/>
                <a:gd name="connsiteY32" fmla="*/ 913763 h 2450199"/>
                <a:gd name="connsiteX33" fmla="*/ 0 w 1008405"/>
                <a:gd name="connsiteY33" fmla="*/ 795005 h 2450199"/>
                <a:gd name="connsiteX34" fmla="*/ 0 w 1008405"/>
                <a:gd name="connsiteY34" fmla="*/ 630903 h 2450199"/>
                <a:gd name="connsiteX35" fmla="*/ 118758 w 1008405"/>
                <a:gd name="connsiteY35" fmla="*/ 512145 h 2450199"/>
                <a:gd name="connsiteX36" fmla="*/ 118758 w 1008405"/>
                <a:gd name="connsiteY36" fmla="*/ 0 h 2450199"/>
                <a:gd name="connsiteX37" fmla="*/ 889647 w 1008405"/>
                <a:gd name="connsiteY37" fmla="*/ 0 h 2450199"/>
                <a:gd name="connsiteX38" fmla="*/ 1008405 w 1008405"/>
                <a:gd name="connsiteY38" fmla="*/ 118758 h 2450199"/>
                <a:gd name="connsiteX39" fmla="*/ 1008405 w 1008405"/>
                <a:gd name="connsiteY39" fmla="*/ 282860 h 2450199"/>
                <a:gd name="connsiteX40" fmla="*/ 889647 w 1008405"/>
                <a:gd name="connsiteY40" fmla="*/ 401618 h 2450199"/>
                <a:gd name="connsiteX41" fmla="*/ 118758 w 1008405"/>
                <a:gd name="connsiteY41" fmla="*/ 401618 h 2450199"/>
                <a:gd name="connsiteX42" fmla="*/ 0 w 1008405"/>
                <a:gd name="connsiteY42" fmla="*/ 282860 h 2450199"/>
                <a:gd name="connsiteX43" fmla="*/ 0 w 1008405"/>
                <a:gd name="connsiteY43" fmla="*/ 118758 h 2450199"/>
                <a:gd name="connsiteX44" fmla="*/ 118758 w 1008405"/>
                <a:gd name="connsiteY44" fmla="*/ 0 h 245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08405" h="2450199">
                  <a:moveTo>
                    <a:pt x="118758" y="2048581"/>
                  </a:moveTo>
                  <a:lnTo>
                    <a:pt x="889647" y="2048581"/>
                  </a:lnTo>
                  <a:cubicBezTo>
                    <a:pt x="955235" y="2048581"/>
                    <a:pt x="1008405" y="2101751"/>
                    <a:pt x="1008405" y="2167339"/>
                  </a:cubicBezTo>
                  <a:lnTo>
                    <a:pt x="1008405" y="2331441"/>
                  </a:lnTo>
                  <a:cubicBezTo>
                    <a:pt x="1008405" y="2397029"/>
                    <a:pt x="955235" y="2450199"/>
                    <a:pt x="889647" y="2450199"/>
                  </a:cubicBezTo>
                  <a:lnTo>
                    <a:pt x="118758" y="2450199"/>
                  </a:lnTo>
                  <a:cubicBezTo>
                    <a:pt x="53170" y="2450199"/>
                    <a:pt x="0" y="2397029"/>
                    <a:pt x="0" y="2331441"/>
                  </a:cubicBezTo>
                  <a:lnTo>
                    <a:pt x="0" y="2167339"/>
                  </a:lnTo>
                  <a:cubicBezTo>
                    <a:pt x="0" y="2101751"/>
                    <a:pt x="53170" y="2048581"/>
                    <a:pt x="118758" y="2048581"/>
                  </a:cubicBezTo>
                  <a:close/>
                  <a:moveTo>
                    <a:pt x="118758" y="1536436"/>
                  </a:moveTo>
                  <a:lnTo>
                    <a:pt x="889647" y="1536436"/>
                  </a:lnTo>
                  <a:cubicBezTo>
                    <a:pt x="955235" y="1536436"/>
                    <a:pt x="1008405" y="1589606"/>
                    <a:pt x="1008405" y="1655194"/>
                  </a:cubicBezTo>
                  <a:lnTo>
                    <a:pt x="1008405" y="1819296"/>
                  </a:lnTo>
                  <a:cubicBezTo>
                    <a:pt x="1008405" y="1884884"/>
                    <a:pt x="955235" y="1938054"/>
                    <a:pt x="889647" y="1938054"/>
                  </a:cubicBezTo>
                  <a:lnTo>
                    <a:pt x="118758" y="1938054"/>
                  </a:lnTo>
                  <a:cubicBezTo>
                    <a:pt x="53170" y="1938054"/>
                    <a:pt x="0" y="1884884"/>
                    <a:pt x="0" y="1819296"/>
                  </a:cubicBezTo>
                  <a:lnTo>
                    <a:pt x="0" y="1655194"/>
                  </a:lnTo>
                  <a:cubicBezTo>
                    <a:pt x="0" y="1589606"/>
                    <a:pt x="53170" y="1536436"/>
                    <a:pt x="118758" y="1536436"/>
                  </a:cubicBezTo>
                  <a:close/>
                  <a:moveTo>
                    <a:pt x="118758" y="1024291"/>
                  </a:moveTo>
                  <a:lnTo>
                    <a:pt x="889647" y="1024291"/>
                  </a:lnTo>
                  <a:cubicBezTo>
                    <a:pt x="955235" y="1024291"/>
                    <a:pt x="1008405" y="1077461"/>
                    <a:pt x="1008405" y="1143049"/>
                  </a:cubicBezTo>
                  <a:lnTo>
                    <a:pt x="1008405" y="1307151"/>
                  </a:lnTo>
                  <a:cubicBezTo>
                    <a:pt x="1008405" y="1372739"/>
                    <a:pt x="955235" y="1425909"/>
                    <a:pt x="889647" y="1425909"/>
                  </a:cubicBezTo>
                  <a:lnTo>
                    <a:pt x="118758" y="1425909"/>
                  </a:lnTo>
                  <a:cubicBezTo>
                    <a:pt x="53170" y="1425909"/>
                    <a:pt x="0" y="1372739"/>
                    <a:pt x="0" y="1307151"/>
                  </a:cubicBezTo>
                  <a:lnTo>
                    <a:pt x="0" y="1143049"/>
                  </a:lnTo>
                  <a:cubicBezTo>
                    <a:pt x="0" y="1077461"/>
                    <a:pt x="53170" y="1024291"/>
                    <a:pt x="118758" y="1024291"/>
                  </a:cubicBezTo>
                  <a:close/>
                  <a:moveTo>
                    <a:pt x="118758" y="512145"/>
                  </a:moveTo>
                  <a:lnTo>
                    <a:pt x="889647" y="512145"/>
                  </a:lnTo>
                  <a:cubicBezTo>
                    <a:pt x="955235" y="512145"/>
                    <a:pt x="1008405" y="565315"/>
                    <a:pt x="1008405" y="630903"/>
                  </a:cubicBezTo>
                  <a:lnTo>
                    <a:pt x="1008405" y="795005"/>
                  </a:lnTo>
                  <a:cubicBezTo>
                    <a:pt x="1008405" y="860593"/>
                    <a:pt x="955235" y="913763"/>
                    <a:pt x="889647" y="913763"/>
                  </a:cubicBezTo>
                  <a:lnTo>
                    <a:pt x="118758" y="913763"/>
                  </a:lnTo>
                  <a:cubicBezTo>
                    <a:pt x="53170" y="913763"/>
                    <a:pt x="0" y="860593"/>
                    <a:pt x="0" y="795005"/>
                  </a:cubicBezTo>
                  <a:lnTo>
                    <a:pt x="0" y="630903"/>
                  </a:lnTo>
                  <a:cubicBezTo>
                    <a:pt x="0" y="565315"/>
                    <a:pt x="53170" y="512145"/>
                    <a:pt x="118758" y="512145"/>
                  </a:cubicBezTo>
                  <a:close/>
                  <a:moveTo>
                    <a:pt x="118758" y="0"/>
                  </a:moveTo>
                  <a:lnTo>
                    <a:pt x="889647" y="0"/>
                  </a:lnTo>
                  <a:cubicBezTo>
                    <a:pt x="955235" y="0"/>
                    <a:pt x="1008405" y="53170"/>
                    <a:pt x="1008405" y="118758"/>
                  </a:cubicBezTo>
                  <a:lnTo>
                    <a:pt x="1008405" y="282860"/>
                  </a:lnTo>
                  <a:cubicBezTo>
                    <a:pt x="1008405" y="348448"/>
                    <a:pt x="955235" y="401618"/>
                    <a:pt x="889647" y="401618"/>
                  </a:cubicBezTo>
                  <a:lnTo>
                    <a:pt x="118758" y="401618"/>
                  </a:lnTo>
                  <a:cubicBezTo>
                    <a:pt x="53170" y="401618"/>
                    <a:pt x="0" y="348448"/>
                    <a:pt x="0" y="282860"/>
                  </a:cubicBezTo>
                  <a:lnTo>
                    <a:pt x="0" y="118758"/>
                  </a:lnTo>
                  <a:cubicBezTo>
                    <a:pt x="0" y="53170"/>
                    <a:pt x="53170" y="0"/>
                    <a:pt x="118758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/>
            </a:p>
          </p:txBody>
        </p:sp>
        <p:sp>
          <p:nvSpPr>
            <p:cNvPr id="56" name="ValueShape2">
              <a:extLst>
                <a:ext uri="{FF2B5EF4-FFF2-40B4-BE49-F238E27FC236}">
                  <a16:creationId xmlns:a16="http://schemas.microsoft.com/office/drawing/2014/main" id="{B630B1CA-F2E1-4302-9239-AE3E00229DB0}"/>
                </a:ext>
              </a:extLst>
            </p:cNvPr>
            <p:cNvSpPr/>
            <p:nvPr/>
          </p:nvSpPr>
          <p:spPr bwMode="auto">
            <a:xfrm>
              <a:off x="8835426" y="2866827"/>
              <a:ext cx="1008405" cy="2450199"/>
            </a:xfrm>
            <a:custGeom>
              <a:avLst/>
              <a:gdLst>
                <a:gd name="connsiteX0" fmla="*/ 118758 w 1008405"/>
                <a:gd name="connsiteY0" fmla="*/ 2048581 h 2450199"/>
                <a:gd name="connsiteX1" fmla="*/ 889647 w 1008405"/>
                <a:gd name="connsiteY1" fmla="*/ 2048581 h 2450199"/>
                <a:gd name="connsiteX2" fmla="*/ 1008405 w 1008405"/>
                <a:gd name="connsiteY2" fmla="*/ 2167339 h 2450199"/>
                <a:gd name="connsiteX3" fmla="*/ 1008405 w 1008405"/>
                <a:gd name="connsiteY3" fmla="*/ 2331441 h 2450199"/>
                <a:gd name="connsiteX4" fmla="*/ 889647 w 1008405"/>
                <a:gd name="connsiteY4" fmla="*/ 2450199 h 2450199"/>
                <a:gd name="connsiteX5" fmla="*/ 118758 w 1008405"/>
                <a:gd name="connsiteY5" fmla="*/ 2450199 h 2450199"/>
                <a:gd name="connsiteX6" fmla="*/ 0 w 1008405"/>
                <a:gd name="connsiteY6" fmla="*/ 2331441 h 2450199"/>
                <a:gd name="connsiteX7" fmla="*/ 0 w 1008405"/>
                <a:gd name="connsiteY7" fmla="*/ 2167339 h 2450199"/>
                <a:gd name="connsiteX8" fmla="*/ 118758 w 1008405"/>
                <a:gd name="connsiteY8" fmla="*/ 2048581 h 2450199"/>
                <a:gd name="connsiteX9" fmla="*/ 118758 w 1008405"/>
                <a:gd name="connsiteY9" fmla="*/ 1536436 h 2450199"/>
                <a:gd name="connsiteX10" fmla="*/ 889647 w 1008405"/>
                <a:gd name="connsiteY10" fmla="*/ 1536436 h 2450199"/>
                <a:gd name="connsiteX11" fmla="*/ 1008405 w 1008405"/>
                <a:gd name="connsiteY11" fmla="*/ 1655194 h 2450199"/>
                <a:gd name="connsiteX12" fmla="*/ 1008405 w 1008405"/>
                <a:gd name="connsiteY12" fmla="*/ 1819296 h 2450199"/>
                <a:gd name="connsiteX13" fmla="*/ 889647 w 1008405"/>
                <a:gd name="connsiteY13" fmla="*/ 1938054 h 2450199"/>
                <a:gd name="connsiteX14" fmla="*/ 118758 w 1008405"/>
                <a:gd name="connsiteY14" fmla="*/ 1938054 h 2450199"/>
                <a:gd name="connsiteX15" fmla="*/ 0 w 1008405"/>
                <a:gd name="connsiteY15" fmla="*/ 1819296 h 2450199"/>
                <a:gd name="connsiteX16" fmla="*/ 0 w 1008405"/>
                <a:gd name="connsiteY16" fmla="*/ 1655194 h 2450199"/>
                <a:gd name="connsiteX17" fmla="*/ 118758 w 1008405"/>
                <a:gd name="connsiteY17" fmla="*/ 1536436 h 2450199"/>
                <a:gd name="connsiteX18" fmla="*/ 118758 w 1008405"/>
                <a:gd name="connsiteY18" fmla="*/ 1024291 h 2450199"/>
                <a:gd name="connsiteX19" fmla="*/ 889647 w 1008405"/>
                <a:gd name="connsiteY19" fmla="*/ 1024291 h 2450199"/>
                <a:gd name="connsiteX20" fmla="*/ 1008405 w 1008405"/>
                <a:gd name="connsiteY20" fmla="*/ 1143049 h 2450199"/>
                <a:gd name="connsiteX21" fmla="*/ 1008405 w 1008405"/>
                <a:gd name="connsiteY21" fmla="*/ 1307151 h 2450199"/>
                <a:gd name="connsiteX22" fmla="*/ 889647 w 1008405"/>
                <a:gd name="connsiteY22" fmla="*/ 1425909 h 2450199"/>
                <a:gd name="connsiteX23" fmla="*/ 118758 w 1008405"/>
                <a:gd name="connsiteY23" fmla="*/ 1425909 h 2450199"/>
                <a:gd name="connsiteX24" fmla="*/ 0 w 1008405"/>
                <a:gd name="connsiteY24" fmla="*/ 1307151 h 2450199"/>
                <a:gd name="connsiteX25" fmla="*/ 0 w 1008405"/>
                <a:gd name="connsiteY25" fmla="*/ 1143049 h 2450199"/>
                <a:gd name="connsiteX26" fmla="*/ 118758 w 1008405"/>
                <a:gd name="connsiteY26" fmla="*/ 1024291 h 2450199"/>
                <a:gd name="connsiteX27" fmla="*/ 118758 w 1008405"/>
                <a:gd name="connsiteY27" fmla="*/ 512145 h 2450199"/>
                <a:gd name="connsiteX28" fmla="*/ 889647 w 1008405"/>
                <a:gd name="connsiteY28" fmla="*/ 512145 h 2450199"/>
                <a:gd name="connsiteX29" fmla="*/ 1008405 w 1008405"/>
                <a:gd name="connsiteY29" fmla="*/ 630903 h 2450199"/>
                <a:gd name="connsiteX30" fmla="*/ 1008405 w 1008405"/>
                <a:gd name="connsiteY30" fmla="*/ 795005 h 2450199"/>
                <a:gd name="connsiteX31" fmla="*/ 889647 w 1008405"/>
                <a:gd name="connsiteY31" fmla="*/ 913763 h 2450199"/>
                <a:gd name="connsiteX32" fmla="*/ 118758 w 1008405"/>
                <a:gd name="connsiteY32" fmla="*/ 913763 h 2450199"/>
                <a:gd name="connsiteX33" fmla="*/ 0 w 1008405"/>
                <a:gd name="connsiteY33" fmla="*/ 795005 h 2450199"/>
                <a:gd name="connsiteX34" fmla="*/ 0 w 1008405"/>
                <a:gd name="connsiteY34" fmla="*/ 630903 h 2450199"/>
                <a:gd name="connsiteX35" fmla="*/ 118758 w 1008405"/>
                <a:gd name="connsiteY35" fmla="*/ 512145 h 2450199"/>
                <a:gd name="connsiteX36" fmla="*/ 118758 w 1008405"/>
                <a:gd name="connsiteY36" fmla="*/ 0 h 2450199"/>
                <a:gd name="connsiteX37" fmla="*/ 889647 w 1008405"/>
                <a:gd name="connsiteY37" fmla="*/ 0 h 2450199"/>
                <a:gd name="connsiteX38" fmla="*/ 1008405 w 1008405"/>
                <a:gd name="connsiteY38" fmla="*/ 118758 h 2450199"/>
                <a:gd name="connsiteX39" fmla="*/ 1008405 w 1008405"/>
                <a:gd name="connsiteY39" fmla="*/ 282860 h 2450199"/>
                <a:gd name="connsiteX40" fmla="*/ 889647 w 1008405"/>
                <a:gd name="connsiteY40" fmla="*/ 401618 h 2450199"/>
                <a:gd name="connsiteX41" fmla="*/ 118758 w 1008405"/>
                <a:gd name="connsiteY41" fmla="*/ 401618 h 2450199"/>
                <a:gd name="connsiteX42" fmla="*/ 0 w 1008405"/>
                <a:gd name="connsiteY42" fmla="*/ 282860 h 2450199"/>
                <a:gd name="connsiteX43" fmla="*/ 0 w 1008405"/>
                <a:gd name="connsiteY43" fmla="*/ 118758 h 2450199"/>
                <a:gd name="connsiteX44" fmla="*/ 118758 w 1008405"/>
                <a:gd name="connsiteY44" fmla="*/ 0 h 245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08405" h="2450199">
                  <a:moveTo>
                    <a:pt x="118758" y="2048581"/>
                  </a:moveTo>
                  <a:lnTo>
                    <a:pt x="889647" y="2048581"/>
                  </a:lnTo>
                  <a:cubicBezTo>
                    <a:pt x="955235" y="2048581"/>
                    <a:pt x="1008405" y="2101751"/>
                    <a:pt x="1008405" y="2167339"/>
                  </a:cubicBezTo>
                  <a:lnTo>
                    <a:pt x="1008405" y="2331441"/>
                  </a:lnTo>
                  <a:cubicBezTo>
                    <a:pt x="1008405" y="2397029"/>
                    <a:pt x="955235" y="2450199"/>
                    <a:pt x="889647" y="2450199"/>
                  </a:cubicBezTo>
                  <a:lnTo>
                    <a:pt x="118758" y="2450199"/>
                  </a:lnTo>
                  <a:cubicBezTo>
                    <a:pt x="53170" y="2450199"/>
                    <a:pt x="0" y="2397029"/>
                    <a:pt x="0" y="2331441"/>
                  </a:cubicBezTo>
                  <a:lnTo>
                    <a:pt x="0" y="2167339"/>
                  </a:lnTo>
                  <a:cubicBezTo>
                    <a:pt x="0" y="2101751"/>
                    <a:pt x="53170" y="2048581"/>
                    <a:pt x="118758" y="2048581"/>
                  </a:cubicBezTo>
                  <a:close/>
                  <a:moveTo>
                    <a:pt x="118758" y="1536436"/>
                  </a:moveTo>
                  <a:lnTo>
                    <a:pt x="889647" y="1536436"/>
                  </a:lnTo>
                  <a:cubicBezTo>
                    <a:pt x="955235" y="1536436"/>
                    <a:pt x="1008405" y="1589606"/>
                    <a:pt x="1008405" y="1655194"/>
                  </a:cubicBezTo>
                  <a:lnTo>
                    <a:pt x="1008405" y="1819296"/>
                  </a:lnTo>
                  <a:cubicBezTo>
                    <a:pt x="1008405" y="1884884"/>
                    <a:pt x="955235" y="1938054"/>
                    <a:pt x="889647" y="1938054"/>
                  </a:cubicBezTo>
                  <a:lnTo>
                    <a:pt x="118758" y="1938054"/>
                  </a:lnTo>
                  <a:cubicBezTo>
                    <a:pt x="53170" y="1938054"/>
                    <a:pt x="0" y="1884884"/>
                    <a:pt x="0" y="1819296"/>
                  </a:cubicBezTo>
                  <a:lnTo>
                    <a:pt x="0" y="1655194"/>
                  </a:lnTo>
                  <a:cubicBezTo>
                    <a:pt x="0" y="1589606"/>
                    <a:pt x="53170" y="1536436"/>
                    <a:pt x="118758" y="1536436"/>
                  </a:cubicBezTo>
                  <a:close/>
                  <a:moveTo>
                    <a:pt x="118758" y="1024291"/>
                  </a:moveTo>
                  <a:lnTo>
                    <a:pt x="889647" y="1024291"/>
                  </a:lnTo>
                  <a:cubicBezTo>
                    <a:pt x="955235" y="1024291"/>
                    <a:pt x="1008405" y="1077461"/>
                    <a:pt x="1008405" y="1143049"/>
                  </a:cubicBezTo>
                  <a:lnTo>
                    <a:pt x="1008405" y="1307151"/>
                  </a:lnTo>
                  <a:cubicBezTo>
                    <a:pt x="1008405" y="1372739"/>
                    <a:pt x="955235" y="1425909"/>
                    <a:pt x="889647" y="1425909"/>
                  </a:cubicBezTo>
                  <a:lnTo>
                    <a:pt x="118758" y="1425909"/>
                  </a:lnTo>
                  <a:cubicBezTo>
                    <a:pt x="53170" y="1425909"/>
                    <a:pt x="0" y="1372739"/>
                    <a:pt x="0" y="1307151"/>
                  </a:cubicBezTo>
                  <a:lnTo>
                    <a:pt x="0" y="1143049"/>
                  </a:lnTo>
                  <a:cubicBezTo>
                    <a:pt x="0" y="1077461"/>
                    <a:pt x="53170" y="1024291"/>
                    <a:pt x="118758" y="1024291"/>
                  </a:cubicBezTo>
                  <a:close/>
                  <a:moveTo>
                    <a:pt x="118758" y="512145"/>
                  </a:moveTo>
                  <a:lnTo>
                    <a:pt x="889647" y="512145"/>
                  </a:lnTo>
                  <a:cubicBezTo>
                    <a:pt x="955235" y="512145"/>
                    <a:pt x="1008405" y="565315"/>
                    <a:pt x="1008405" y="630903"/>
                  </a:cubicBezTo>
                  <a:lnTo>
                    <a:pt x="1008405" y="795005"/>
                  </a:lnTo>
                  <a:cubicBezTo>
                    <a:pt x="1008405" y="860593"/>
                    <a:pt x="955235" y="913763"/>
                    <a:pt x="889647" y="913763"/>
                  </a:cubicBezTo>
                  <a:lnTo>
                    <a:pt x="118758" y="913763"/>
                  </a:lnTo>
                  <a:cubicBezTo>
                    <a:pt x="53170" y="913763"/>
                    <a:pt x="0" y="860593"/>
                    <a:pt x="0" y="795005"/>
                  </a:cubicBezTo>
                  <a:lnTo>
                    <a:pt x="0" y="630903"/>
                  </a:lnTo>
                  <a:cubicBezTo>
                    <a:pt x="0" y="565315"/>
                    <a:pt x="53170" y="512145"/>
                    <a:pt x="118758" y="512145"/>
                  </a:cubicBezTo>
                  <a:close/>
                  <a:moveTo>
                    <a:pt x="118758" y="0"/>
                  </a:moveTo>
                  <a:lnTo>
                    <a:pt x="889647" y="0"/>
                  </a:lnTo>
                  <a:cubicBezTo>
                    <a:pt x="955235" y="0"/>
                    <a:pt x="1008405" y="53170"/>
                    <a:pt x="1008405" y="118758"/>
                  </a:cubicBezTo>
                  <a:lnTo>
                    <a:pt x="1008405" y="282860"/>
                  </a:lnTo>
                  <a:cubicBezTo>
                    <a:pt x="1008405" y="348448"/>
                    <a:pt x="955235" y="401618"/>
                    <a:pt x="889647" y="401618"/>
                  </a:cubicBezTo>
                  <a:lnTo>
                    <a:pt x="118758" y="401618"/>
                  </a:lnTo>
                  <a:cubicBezTo>
                    <a:pt x="53170" y="401618"/>
                    <a:pt x="0" y="348448"/>
                    <a:pt x="0" y="282860"/>
                  </a:cubicBezTo>
                  <a:lnTo>
                    <a:pt x="0" y="118758"/>
                  </a:lnTo>
                  <a:cubicBezTo>
                    <a:pt x="0" y="53170"/>
                    <a:pt x="53170" y="0"/>
                    <a:pt x="11875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100000"/>
                  </a:schemeClr>
                </a:gs>
                <a:gs pos="100000">
                  <a:srgbClr val="F0F0F0"/>
                </a:gs>
                <a:gs pos="50000">
                  <a:schemeClr val="accent4">
                    <a:lumMod val="100000"/>
                  </a:schemeClr>
                </a:gs>
                <a:gs pos="50100">
                  <a:srgbClr val="F0F0F0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96723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3526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8338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6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274904;"/>
  <p:tag name="ISLIDE.VECTOR" val="#349964;#199186;#203932;#267826;#198734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26b7fd9-ff81-4351-b220-612abbb6f63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b48022d-8ebe-47e1-91ab-18f507e852c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5665b5f2-dca1-4fb2-9947-1223cd3d27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f89e2cd-8591-4eee-972e-67da696c74b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343103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304330;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F8557"/>
      </a:accent1>
      <a:accent2>
        <a:srgbClr val="0063B4"/>
      </a:accent2>
      <a:accent3>
        <a:srgbClr val="4B5284"/>
      </a:accent3>
      <a:accent4>
        <a:srgbClr val="FFBF5B"/>
      </a:accent4>
      <a:accent5>
        <a:srgbClr val="3B4044"/>
      </a:accent5>
      <a:accent6>
        <a:srgbClr val="57708A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【20190416更新】主题设计标准-完整版.potx" id="{CEC5E909-CBB2-4933-951C-968AD9C49C0F}" vid="{29E3E208-87A9-4E6D-BED1-1B961AFC84E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2316</TotalTime>
  <Words>297</Words>
  <Application>Microsoft Office PowerPoint</Application>
  <PresentationFormat>全屏显示(4:3)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Arial</vt:lpstr>
      <vt:lpstr>Calibri</vt:lpstr>
      <vt:lpstr>Impact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Powered by Jerry Yao</dc:title>
  <dc:creator>Jerry Yao</dc:creator>
  <cp:lastModifiedBy>姚 哲宇</cp:lastModifiedBy>
  <cp:revision>4</cp:revision>
  <cp:lastPrinted>2020-01-07T16:00:00Z</cp:lastPrinted>
  <dcterms:created xsi:type="dcterms:W3CDTF">2020-01-07T16:00:00Z</dcterms:created>
  <dcterms:modified xsi:type="dcterms:W3CDTF">2020-10-28T11:13:25Z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